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7" r:id="rId4"/>
    <p:sldId id="257" r:id="rId5"/>
    <p:sldId id="286" r:id="rId6"/>
    <p:sldId id="258" r:id="rId7"/>
    <p:sldId id="275" r:id="rId8"/>
    <p:sldId id="291" r:id="rId9"/>
    <p:sldId id="276" r:id="rId10"/>
    <p:sldId id="281" r:id="rId11"/>
    <p:sldId id="280" r:id="rId12"/>
    <p:sldId id="271" r:id="rId13"/>
    <p:sldId id="269" r:id="rId14"/>
    <p:sldId id="274" r:id="rId15"/>
    <p:sldId id="272" r:id="rId16"/>
    <p:sldId id="273" r:id="rId17"/>
    <p:sldId id="277" r:id="rId18"/>
    <p:sldId id="278" r:id="rId19"/>
    <p:sldId id="279" r:id="rId20"/>
    <p:sldId id="282" r:id="rId21"/>
    <p:sldId id="287" r:id="rId22"/>
    <p:sldId id="285" r:id="rId23"/>
    <p:sldId id="283" r:id="rId24"/>
    <p:sldId id="284" r:id="rId25"/>
    <p:sldId id="288" r:id="rId26"/>
    <p:sldId id="268" r:id="rId27"/>
    <p:sldId id="290" r:id="rId28"/>
    <p:sldId id="289" r:id="rId29"/>
    <p:sldId id="2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mail Hammoudeh" userId="1df7149c-d8aa-4542-9126-dea1294284c0" providerId="ADAL" clId="{88C75176-71F4-4138-96AF-73B93EDE0E22}"/>
    <pc:docChg chg="modSld">
      <pc:chgData name="Ismail Hammoudeh" userId="1df7149c-d8aa-4542-9126-dea1294284c0" providerId="ADAL" clId="{88C75176-71F4-4138-96AF-73B93EDE0E22}" dt="2023-01-02T00:24:10.344" v="0" actId="1076"/>
      <pc:docMkLst>
        <pc:docMk/>
      </pc:docMkLst>
      <pc:sldChg chg="modSp mod">
        <pc:chgData name="Ismail Hammoudeh" userId="1df7149c-d8aa-4542-9126-dea1294284c0" providerId="ADAL" clId="{88C75176-71F4-4138-96AF-73B93EDE0E22}" dt="2023-01-02T00:24:10.344" v="0" actId="1076"/>
        <pc:sldMkLst>
          <pc:docMk/>
          <pc:sldMk cId="992202175" sldId="276"/>
        </pc:sldMkLst>
        <pc:spChg chg="mod">
          <ac:chgData name="Ismail Hammoudeh" userId="1df7149c-d8aa-4542-9126-dea1294284c0" providerId="ADAL" clId="{88C75176-71F4-4138-96AF-73B93EDE0E22}" dt="2023-01-02T00:24:10.344" v="0" actId="1076"/>
          <ac:spMkLst>
            <pc:docMk/>
            <pc:sldMk cId="992202175" sldId="276"/>
            <ac:spMk id="3" creationId="{0E837173-96BE-4587-A72E-C008999B4787}"/>
          </ac:spMkLst>
        </pc:spChg>
      </pc:sldChg>
    </pc:docChg>
  </pc:docChgLst>
  <pc:docChgLst>
    <pc:chgData name="ismail hammoudeh" userId="dcaf3914c8d376b0" providerId="LiveId" clId="{74176ABA-3E57-46B3-8515-5E77F4E7C31A}"/>
    <pc:docChg chg="undo custSel addSld modSld sldOrd">
      <pc:chgData name="ismail hammoudeh" userId="dcaf3914c8d376b0" providerId="LiveId" clId="{74176ABA-3E57-46B3-8515-5E77F4E7C31A}" dt="2021-03-06T15:39:38.188" v="8844" actId="14100"/>
      <pc:docMkLst>
        <pc:docMk/>
      </pc:docMkLst>
      <pc:sldChg chg="modSp mod">
        <pc:chgData name="ismail hammoudeh" userId="dcaf3914c8d376b0" providerId="LiveId" clId="{74176ABA-3E57-46B3-8515-5E77F4E7C31A}" dt="2021-03-05T23:10:15.686" v="583" actId="20577"/>
        <pc:sldMkLst>
          <pc:docMk/>
          <pc:sldMk cId="869799346" sldId="256"/>
        </pc:sldMkLst>
        <pc:spChg chg="mod">
          <ac:chgData name="ismail hammoudeh" userId="dcaf3914c8d376b0" providerId="LiveId" clId="{74176ABA-3E57-46B3-8515-5E77F4E7C31A}" dt="2021-03-05T23:06:04.658" v="549" actId="14100"/>
          <ac:spMkLst>
            <pc:docMk/>
            <pc:sldMk cId="869799346" sldId="256"/>
            <ac:spMk id="2" creationId="{2F419FDB-8B4A-475E-889F-517EB0673E5B}"/>
          </ac:spMkLst>
        </pc:spChg>
        <pc:spChg chg="mod">
          <ac:chgData name="ismail hammoudeh" userId="dcaf3914c8d376b0" providerId="LiveId" clId="{74176ABA-3E57-46B3-8515-5E77F4E7C31A}" dt="2021-03-05T23:10:15.686" v="583" actId="20577"/>
          <ac:spMkLst>
            <pc:docMk/>
            <pc:sldMk cId="869799346" sldId="256"/>
            <ac:spMk id="3" creationId="{CB1FFD8C-6467-422C-8C60-9EA4E4258429}"/>
          </ac:spMkLst>
        </pc:spChg>
      </pc:sldChg>
      <pc:sldChg chg="modSp mod ord">
        <pc:chgData name="ismail hammoudeh" userId="dcaf3914c8d376b0" providerId="LiveId" clId="{74176ABA-3E57-46B3-8515-5E77F4E7C31A}" dt="2021-03-05T22:04:03.925" v="544" actId="27636"/>
        <pc:sldMkLst>
          <pc:docMk/>
          <pc:sldMk cId="2035895545" sldId="258"/>
        </pc:sldMkLst>
        <pc:spChg chg="mod">
          <ac:chgData name="ismail hammoudeh" userId="dcaf3914c8d376b0" providerId="LiveId" clId="{74176ABA-3E57-46B3-8515-5E77F4E7C31A}" dt="2021-03-05T22:02:43.699" v="519" actId="255"/>
          <ac:spMkLst>
            <pc:docMk/>
            <pc:sldMk cId="2035895545" sldId="258"/>
            <ac:spMk id="2" creationId="{EE932E43-F33A-4CEE-9EFE-A207E70AED4C}"/>
          </ac:spMkLst>
        </pc:spChg>
        <pc:spChg chg="mod">
          <ac:chgData name="ismail hammoudeh" userId="dcaf3914c8d376b0" providerId="LiveId" clId="{74176ABA-3E57-46B3-8515-5E77F4E7C31A}" dt="2021-03-05T22:04:03.925" v="544" actId="27636"/>
          <ac:spMkLst>
            <pc:docMk/>
            <pc:sldMk cId="2035895545" sldId="258"/>
            <ac:spMk id="3" creationId="{F8DEB50C-4984-4370-B30A-79E69496D6E1}"/>
          </ac:spMkLst>
        </pc:spChg>
      </pc:sldChg>
      <pc:sldChg chg="addSp delSp modSp new mod ord setBg">
        <pc:chgData name="ismail hammoudeh" userId="dcaf3914c8d376b0" providerId="LiveId" clId="{74176ABA-3E57-46B3-8515-5E77F4E7C31A}" dt="2021-03-06T02:49:11.143" v="3544" actId="9405"/>
        <pc:sldMkLst>
          <pc:docMk/>
          <pc:sldMk cId="3896233633" sldId="268"/>
        </pc:sldMkLst>
        <pc:spChg chg="mod ord">
          <ac:chgData name="ismail hammoudeh" userId="dcaf3914c8d376b0" providerId="LiveId" clId="{74176ABA-3E57-46B3-8515-5E77F4E7C31A}" dt="2021-03-05T21:53:32.701" v="512" actId="14100"/>
          <ac:spMkLst>
            <pc:docMk/>
            <pc:sldMk cId="3896233633" sldId="268"/>
            <ac:spMk id="2" creationId="{669F6B04-59D8-40A6-AA81-B2C0D4DA7848}"/>
          </ac:spMkLst>
        </pc:spChg>
        <pc:spChg chg="del">
          <ac:chgData name="ismail hammoudeh" userId="dcaf3914c8d376b0" providerId="LiveId" clId="{74176ABA-3E57-46B3-8515-5E77F4E7C31A}" dt="2021-03-05T21:48:43.244" v="459" actId="22"/>
          <ac:spMkLst>
            <pc:docMk/>
            <pc:sldMk cId="3896233633" sldId="268"/>
            <ac:spMk id="3" creationId="{CB27E3AA-8C36-4FEB-B001-97D2DE454E17}"/>
          </ac:spMkLst>
        </pc:spChg>
        <pc:spChg chg="add del">
          <ac:chgData name="ismail hammoudeh" userId="dcaf3914c8d376b0" providerId="LiveId" clId="{74176ABA-3E57-46B3-8515-5E77F4E7C31A}" dt="2021-03-05T21:49:04.970" v="461" actId="26606"/>
          <ac:spMkLst>
            <pc:docMk/>
            <pc:sldMk cId="3896233633" sldId="268"/>
            <ac:spMk id="11" creationId="{06A0B658-E4AC-4D52-BF3F-11A6A3D9AB7F}"/>
          </ac:spMkLst>
        </pc:spChg>
        <pc:spChg chg="add del">
          <ac:chgData name="ismail hammoudeh" userId="dcaf3914c8d376b0" providerId="LiveId" clId="{74176ABA-3E57-46B3-8515-5E77F4E7C31A}" dt="2021-03-05T21:49:15.600" v="463" actId="26606"/>
          <ac:spMkLst>
            <pc:docMk/>
            <pc:sldMk cId="3896233633" sldId="268"/>
            <ac:spMk id="17" creationId="{617C369D-5927-4C60-A5B8-9D7FD5E7D3E5}"/>
          </ac:spMkLst>
        </pc:spChg>
        <pc:spChg chg="add del">
          <ac:chgData name="ismail hammoudeh" userId="dcaf3914c8d376b0" providerId="LiveId" clId="{74176ABA-3E57-46B3-8515-5E77F4E7C31A}" dt="2021-03-05T21:49:21.579" v="465" actId="26606"/>
          <ac:spMkLst>
            <pc:docMk/>
            <pc:sldMk cId="3896233633" sldId="268"/>
            <ac:spMk id="19" creationId="{06A0B658-E4AC-4D52-BF3F-11A6A3D9AB7F}"/>
          </ac:spMkLst>
        </pc:spChg>
        <pc:spChg chg="add">
          <ac:chgData name="ismail hammoudeh" userId="dcaf3914c8d376b0" providerId="LiveId" clId="{74176ABA-3E57-46B3-8515-5E77F4E7C31A}" dt="2021-03-05T21:49:21.585" v="466" actId="26606"/>
          <ac:spMkLst>
            <pc:docMk/>
            <pc:sldMk cId="3896233633" sldId="268"/>
            <ac:spMk id="22" creationId="{A7AE9375-4664-4DB2-922D-2782A6E439AC}"/>
          </ac:spMkLst>
        </pc:spChg>
        <pc:spChg chg="add del">
          <ac:chgData name="ismail hammoudeh" userId="dcaf3914c8d376b0" providerId="LiveId" clId="{74176ABA-3E57-46B3-8515-5E77F4E7C31A}" dt="2021-03-05T21:50:25.803" v="469" actId="22"/>
          <ac:spMkLst>
            <pc:docMk/>
            <pc:sldMk cId="3896233633" sldId="268"/>
            <ac:spMk id="24" creationId="{DD1500CA-6B49-41DF-8D7A-17A9E8F2CAED}"/>
          </ac:spMkLst>
        </pc:spChg>
        <pc:picChg chg="add del">
          <ac:chgData name="ismail hammoudeh" userId="dcaf3914c8d376b0" providerId="LiveId" clId="{74176ABA-3E57-46B3-8515-5E77F4E7C31A}" dt="2021-03-05T21:47:43.435" v="458" actId="22"/>
          <ac:picMkLst>
            <pc:docMk/>
            <pc:sldMk cId="3896233633" sldId="268"/>
            <ac:picMk id="5" creationId="{BBAF6BE5-C48C-47E8-8F67-14F4D8D5A8DC}"/>
          </ac:picMkLst>
        </pc:picChg>
        <pc:picChg chg="add mod ord">
          <ac:chgData name="ismail hammoudeh" userId="dcaf3914c8d376b0" providerId="LiveId" clId="{74176ABA-3E57-46B3-8515-5E77F4E7C31A}" dt="2021-03-05T21:51:00.462" v="474" actId="1076"/>
          <ac:picMkLst>
            <pc:docMk/>
            <pc:sldMk cId="3896233633" sldId="268"/>
            <ac:picMk id="7" creationId="{C137CB4D-53E9-4876-A52E-FED90C3D804A}"/>
          </ac:picMkLst>
        </pc:picChg>
        <pc:picChg chg="add mod ord">
          <ac:chgData name="ismail hammoudeh" userId="dcaf3914c8d376b0" providerId="LiveId" clId="{74176ABA-3E57-46B3-8515-5E77F4E7C31A}" dt="2021-03-05T21:52:52.310" v="504" actId="14100"/>
          <ac:picMkLst>
            <pc:docMk/>
            <pc:sldMk cId="3896233633" sldId="268"/>
            <ac:picMk id="9" creationId="{6ED1E656-8443-490B-A080-F7D7F447526C}"/>
          </ac:picMkLst>
        </pc:picChg>
        <pc:picChg chg="add mod">
          <ac:chgData name="ismail hammoudeh" userId="dcaf3914c8d376b0" providerId="LiveId" clId="{74176ABA-3E57-46B3-8515-5E77F4E7C31A}" dt="2021-03-05T21:55:05.462" v="518" actId="1076"/>
          <ac:picMkLst>
            <pc:docMk/>
            <pc:sldMk cId="3896233633" sldId="268"/>
            <ac:picMk id="12" creationId="{AB0F4BDC-844D-4989-844B-89ED2099C9DC}"/>
          </ac:picMkLst>
        </pc:picChg>
        <pc:picChg chg="add del">
          <ac:chgData name="ismail hammoudeh" userId="dcaf3914c8d376b0" providerId="LiveId" clId="{74176ABA-3E57-46B3-8515-5E77F4E7C31A}" dt="2021-03-05T21:49:15.600" v="463" actId="26606"/>
          <ac:picMkLst>
            <pc:docMk/>
            <pc:sldMk cId="3896233633" sldId="268"/>
            <ac:picMk id="16" creationId="{54DDEBDD-D8BD-41A6-8A0D-B00E3768B0F9}"/>
          </ac:picMkLst>
        </pc:picChg>
        <pc:inkChg chg="add del">
          <ac:chgData name="ismail hammoudeh" userId="dcaf3914c8d376b0" providerId="LiveId" clId="{74176ABA-3E57-46B3-8515-5E77F4E7C31A}" dt="2021-03-06T02:49:11.143" v="3544" actId="9405"/>
          <ac:inkMkLst>
            <pc:docMk/>
            <pc:sldMk cId="3896233633" sldId="268"/>
            <ac:inkMk id="13" creationId="{4DDF29AA-1462-4CFF-B77E-CC329439A66A}"/>
          </ac:inkMkLst>
        </pc:inkChg>
        <pc:cxnChg chg="add del">
          <ac:chgData name="ismail hammoudeh" userId="dcaf3914c8d376b0" providerId="LiveId" clId="{74176ABA-3E57-46B3-8515-5E77F4E7C31A}" dt="2021-03-05T21:49:04.970" v="461" actId="26606"/>
          <ac:cxnSpMkLst>
            <pc:docMk/>
            <pc:sldMk cId="3896233633" sldId="268"/>
            <ac:cxnSpMk id="14" creationId="{A7F400EE-A8A5-48AF-B4D6-291B52C6F0B0}"/>
          </ac:cxnSpMkLst>
        </pc:cxnChg>
        <pc:cxnChg chg="add">
          <ac:chgData name="ismail hammoudeh" userId="dcaf3914c8d376b0" providerId="LiveId" clId="{74176ABA-3E57-46B3-8515-5E77F4E7C31A}" dt="2021-03-05T21:49:21.585" v="466" actId="26606"/>
          <ac:cxnSpMkLst>
            <pc:docMk/>
            <pc:sldMk cId="3896233633" sldId="268"/>
            <ac:cxnSpMk id="18" creationId="{B7188D9B-1674-419B-A379-D1632A7EC3A2}"/>
          </ac:cxnSpMkLst>
        </pc:cxnChg>
        <pc:cxnChg chg="add del">
          <ac:chgData name="ismail hammoudeh" userId="dcaf3914c8d376b0" providerId="LiveId" clId="{74176ABA-3E57-46B3-8515-5E77F4E7C31A}" dt="2021-03-05T21:49:21.579" v="465" actId="26606"/>
          <ac:cxnSpMkLst>
            <pc:docMk/>
            <pc:sldMk cId="3896233633" sldId="268"/>
            <ac:cxnSpMk id="20" creationId="{A7F400EE-A8A5-48AF-B4D6-291B52C6F0B0}"/>
          </ac:cxnSpMkLst>
        </pc:cxnChg>
        <pc:cxnChg chg="add">
          <ac:chgData name="ismail hammoudeh" userId="dcaf3914c8d376b0" providerId="LiveId" clId="{74176ABA-3E57-46B3-8515-5E77F4E7C31A}" dt="2021-03-05T21:49:21.585" v="466" actId="26606"/>
          <ac:cxnSpMkLst>
            <pc:docMk/>
            <pc:sldMk cId="3896233633" sldId="268"/>
            <ac:cxnSpMk id="23" creationId="{EE504C98-6397-41C1-A8D8-2D9C4ED307E0}"/>
          </ac:cxnSpMkLst>
        </pc:cxnChg>
      </pc:sldChg>
      <pc:sldChg chg="addSp delSp modSp new mod ord">
        <pc:chgData name="ismail hammoudeh" userId="dcaf3914c8d376b0" providerId="LiveId" clId="{74176ABA-3E57-46B3-8515-5E77F4E7C31A}" dt="2021-03-06T12:57:42.534" v="7323"/>
        <pc:sldMkLst>
          <pc:docMk/>
          <pc:sldMk cId="692717713" sldId="269"/>
        </pc:sldMkLst>
        <pc:spChg chg="add del">
          <ac:chgData name="ismail hammoudeh" userId="dcaf3914c8d376b0" providerId="LiveId" clId="{74176ABA-3E57-46B3-8515-5E77F4E7C31A}" dt="2021-03-05T23:21:18.813" v="586" actId="22"/>
          <ac:spMkLst>
            <pc:docMk/>
            <pc:sldMk cId="692717713" sldId="269"/>
            <ac:spMk id="3" creationId="{3D920EE2-CBD2-4B51-96E5-381B75A95438}"/>
          </ac:spMkLst>
        </pc:spChg>
        <pc:spChg chg="add mod">
          <ac:chgData name="ismail hammoudeh" userId="dcaf3914c8d376b0" providerId="LiveId" clId="{74176ABA-3E57-46B3-8515-5E77F4E7C31A}" dt="2021-03-05T23:24:27.677" v="598" actId="12"/>
          <ac:spMkLst>
            <pc:docMk/>
            <pc:sldMk cId="692717713" sldId="269"/>
            <ac:spMk id="4" creationId="{B49A5A0B-8D27-43C0-8C9E-DDF72CD55743}"/>
          </ac:spMkLst>
        </pc:spChg>
        <pc:inkChg chg="add">
          <ac:chgData name="ismail hammoudeh" userId="dcaf3914c8d376b0" providerId="LiveId" clId="{74176ABA-3E57-46B3-8515-5E77F4E7C31A}" dt="2021-03-06T02:09:16.480" v="2453" actId="9405"/>
          <ac:inkMkLst>
            <pc:docMk/>
            <pc:sldMk cId="692717713" sldId="269"/>
            <ac:inkMk id="5" creationId="{9A7D53AF-42BB-4222-B9DE-F6772BF396E8}"/>
          </ac:inkMkLst>
        </pc:inkChg>
        <pc:inkChg chg="add">
          <ac:chgData name="ismail hammoudeh" userId="dcaf3914c8d376b0" providerId="LiveId" clId="{74176ABA-3E57-46B3-8515-5E77F4E7C31A}" dt="2021-03-06T02:47:38.322" v="3536" actId="9405"/>
          <ac:inkMkLst>
            <pc:docMk/>
            <pc:sldMk cId="692717713" sldId="269"/>
            <ac:inkMk id="6" creationId="{311A44D7-F0F9-49E8-B4B9-7879B3C7A245}"/>
          </ac:inkMkLst>
        </pc:inkChg>
      </pc:sldChg>
      <pc:sldChg chg="addSp delSp modSp add mod ord">
        <pc:chgData name="ismail hammoudeh" userId="dcaf3914c8d376b0" providerId="LiveId" clId="{74176ABA-3E57-46B3-8515-5E77F4E7C31A}" dt="2021-03-06T12:57:42.534" v="7323"/>
        <pc:sldMkLst>
          <pc:docMk/>
          <pc:sldMk cId="0" sldId="271"/>
        </pc:sldMkLst>
        <pc:spChg chg="mod ord">
          <ac:chgData name="ismail hammoudeh" userId="dcaf3914c8d376b0" providerId="LiveId" clId="{74176ABA-3E57-46B3-8515-5E77F4E7C31A}" dt="2021-03-05T23:30:50.043" v="636" actId="122"/>
          <ac:spMkLst>
            <pc:docMk/>
            <pc:sldMk cId="0" sldId="271"/>
            <ac:spMk id="2" creationId="{00000000-0000-0000-0000-000000000000}"/>
          </ac:spMkLst>
        </pc:spChg>
        <pc:spChg chg="mod">
          <ac:chgData name="ismail hammoudeh" userId="dcaf3914c8d376b0" providerId="LiveId" clId="{74176ABA-3E57-46B3-8515-5E77F4E7C31A}" dt="2021-03-05T23:29:02.202" v="624" actId="20577"/>
          <ac:spMkLst>
            <pc:docMk/>
            <pc:sldMk cId="0" sldId="271"/>
            <ac:spMk id="3" creationId="{00000000-0000-0000-0000-000000000000}"/>
          </ac:spMkLst>
        </pc:spChg>
        <pc:spChg chg="del">
          <ac:chgData name="ismail hammoudeh" userId="dcaf3914c8d376b0" providerId="LiveId" clId="{74176ABA-3E57-46B3-8515-5E77F4E7C31A}" dt="2021-03-05T23:22:37.134" v="589" actId="21"/>
          <ac:spMkLst>
            <pc:docMk/>
            <pc:sldMk cId="0" sldId="271"/>
            <ac:spMk id="4" creationId="{00000000-0000-0000-0000-000000000000}"/>
          </ac:spMkLst>
        </pc:spChg>
        <pc:inkChg chg="add">
          <ac:chgData name="ismail hammoudeh" userId="dcaf3914c8d376b0" providerId="LiveId" clId="{74176ABA-3E57-46B3-8515-5E77F4E7C31A}" dt="2021-03-06T02:08:40.867" v="2451" actId="9405"/>
          <ac:inkMkLst>
            <pc:docMk/>
            <pc:sldMk cId="0" sldId="271"/>
            <ac:inkMk id="5" creationId="{A40E7864-5CC7-410A-9819-2F44F1922D0F}"/>
          </ac:inkMkLst>
        </pc:inkChg>
        <pc:inkChg chg="add">
          <ac:chgData name="ismail hammoudeh" userId="dcaf3914c8d376b0" providerId="LiveId" clId="{74176ABA-3E57-46B3-8515-5E77F4E7C31A}" dt="2021-03-06T02:08:51.810" v="2452" actId="9405"/>
          <ac:inkMkLst>
            <pc:docMk/>
            <pc:sldMk cId="0" sldId="271"/>
            <ac:inkMk id="6" creationId="{2F30CF7E-1AA0-4AFD-80AD-DEB47088EAA4}"/>
          </ac:inkMkLst>
        </pc:inkChg>
        <pc:inkChg chg="add">
          <ac:chgData name="ismail hammoudeh" userId="dcaf3914c8d376b0" providerId="LiveId" clId="{74176ABA-3E57-46B3-8515-5E77F4E7C31A}" dt="2021-03-06T02:48:47.701" v="3541" actId="9405"/>
          <ac:inkMkLst>
            <pc:docMk/>
            <pc:sldMk cId="0" sldId="271"/>
            <ac:inkMk id="7" creationId="{145548C6-C333-4A86-9AD3-9C5284FA1415}"/>
          </ac:inkMkLst>
        </pc:inkChg>
        <pc:inkChg chg="add">
          <ac:chgData name="ismail hammoudeh" userId="dcaf3914c8d376b0" providerId="LiveId" clId="{74176ABA-3E57-46B3-8515-5E77F4E7C31A}" dt="2021-03-06T02:48:49.567" v="3542" actId="9405"/>
          <ac:inkMkLst>
            <pc:docMk/>
            <pc:sldMk cId="0" sldId="271"/>
            <ac:inkMk id="8" creationId="{9E698FF4-03F1-4712-ABB2-3B64F4711C5B}"/>
          </ac:inkMkLst>
        </pc:inkChg>
      </pc:sldChg>
      <pc:sldChg chg="addSp delSp modSp new mod">
        <pc:chgData name="ismail hammoudeh" userId="dcaf3914c8d376b0" providerId="LiveId" clId="{74176ABA-3E57-46B3-8515-5E77F4E7C31A}" dt="2021-03-06T02:48:07.627" v="3539" actId="9405"/>
        <pc:sldMkLst>
          <pc:docMk/>
          <pc:sldMk cId="3483576350" sldId="272"/>
        </pc:sldMkLst>
        <pc:spChg chg="del">
          <ac:chgData name="ismail hammoudeh" userId="dcaf3914c8d376b0" providerId="LiveId" clId="{74176ABA-3E57-46B3-8515-5E77F4E7C31A}" dt="2021-03-06T00:06:07.713" v="641" actId="478"/>
          <ac:spMkLst>
            <pc:docMk/>
            <pc:sldMk cId="3483576350" sldId="272"/>
            <ac:spMk id="2" creationId="{0007972E-BE46-4D60-BD6E-51A825BA6B74}"/>
          </ac:spMkLst>
        </pc:spChg>
        <pc:spChg chg="mod">
          <ac:chgData name="ismail hammoudeh" userId="dcaf3914c8d376b0" providerId="LiveId" clId="{74176ABA-3E57-46B3-8515-5E77F4E7C31A}" dt="2021-03-06T02:04:10.089" v="2442" actId="255"/>
          <ac:spMkLst>
            <pc:docMk/>
            <pc:sldMk cId="3483576350" sldId="272"/>
            <ac:spMk id="3" creationId="{0C973611-5A77-4A6D-A9FF-56C418F5A5EE}"/>
          </ac:spMkLst>
        </pc:spChg>
        <pc:inkChg chg="add">
          <ac:chgData name="ismail hammoudeh" userId="dcaf3914c8d376b0" providerId="LiveId" clId="{74176ABA-3E57-46B3-8515-5E77F4E7C31A}" dt="2021-03-06T02:06:59.869" v="2444" actId="9405"/>
          <ac:inkMkLst>
            <pc:docMk/>
            <pc:sldMk cId="3483576350" sldId="272"/>
            <ac:inkMk id="4" creationId="{32FF8ED0-7656-4320-A7D6-41C928FC990D}"/>
          </ac:inkMkLst>
        </pc:inkChg>
        <pc:inkChg chg="add">
          <ac:chgData name="ismail hammoudeh" userId="dcaf3914c8d376b0" providerId="LiveId" clId="{74176ABA-3E57-46B3-8515-5E77F4E7C31A}" dt="2021-03-06T02:48:07.627" v="3539" actId="9405"/>
          <ac:inkMkLst>
            <pc:docMk/>
            <pc:sldMk cId="3483576350" sldId="272"/>
            <ac:inkMk id="5" creationId="{71FFE9D1-FEA8-44EA-B265-555668383AE4}"/>
          </ac:inkMkLst>
        </pc:inkChg>
      </pc:sldChg>
      <pc:sldChg chg="addSp delSp modSp new mod ord">
        <pc:chgData name="ismail hammoudeh" userId="dcaf3914c8d376b0" providerId="LiveId" clId="{74176ABA-3E57-46B3-8515-5E77F4E7C31A}" dt="2021-03-06T02:48:17.572" v="3540" actId="9405"/>
        <pc:sldMkLst>
          <pc:docMk/>
          <pc:sldMk cId="1823329057" sldId="273"/>
        </pc:sldMkLst>
        <pc:spChg chg="add del mod">
          <ac:chgData name="ismail hammoudeh" userId="dcaf3914c8d376b0" providerId="LiveId" clId="{74176ABA-3E57-46B3-8515-5E77F4E7C31A}" dt="2021-03-06T00:16:51.714" v="711"/>
          <ac:spMkLst>
            <pc:docMk/>
            <pc:sldMk cId="1823329057" sldId="273"/>
            <ac:spMk id="2" creationId="{0FD641D0-C08B-49EA-BE58-DF90D074AE4A}"/>
          </ac:spMkLst>
        </pc:spChg>
        <pc:spChg chg="add mod">
          <ac:chgData name="ismail hammoudeh" userId="dcaf3914c8d376b0" providerId="LiveId" clId="{74176ABA-3E57-46B3-8515-5E77F4E7C31A}" dt="2021-03-06T00:54:08.629" v="769" actId="255"/>
          <ac:spMkLst>
            <pc:docMk/>
            <pc:sldMk cId="1823329057" sldId="273"/>
            <ac:spMk id="4" creationId="{2AE6B94B-F46C-4C69-98DB-E3F34F1F5F31}"/>
          </ac:spMkLst>
        </pc:spChg>
        <pc:inkChg chg="add">
          <ac:chgData name="ismail hammoudeh" userId="dcaf3914c8d376b0" providerId="LiveId" clId="{74176ABA-3E57-46B3-8515-5E77F4E7C31A}" dt="2021-03-06T02:07:14.064" v="2445" actId="9405"/>
          <ac:inkMkLst>
            <pc:docMk/>
            <pc:sldMk cId="1823329057" sldId="273"/>
            <ac:inkMk id="5" creationId="{B9F25CDA-9AD7-4762-A779-B4C0CA260183}"/>
          </ac:inkMkLst>
        </pc:inkChg>
        <pc:inkChg chg="add">
          <ac:chgData name="ismail hammoudeh" userId="dcaf3914c8d376b0" providerId="LiveId" clId="{74176ABA-3E57-46B3-8515-5E77F4E7C31A}" dt="2021-03-06T02:48:17.572" v="3540" actId="9405"/>
          <ac:inkMkLst>
            <pc:docMk/>
            <pc:sldMk cId="1823329057" sldId="273"/>
            <ac:inkMk id="6" creationId="{EF959444-9598-4A41-AC62-9AF059DB3884}"/>
          </ac:inkMkLst>
        </pc:inkChg>
      </pc:sldChg>
      <pc:sldChg chg="addSp delSp modSp new mod">
        <pc:chgData name="ismail hammoudeh" userId="dcaf3914c8d376b0" providerId="LiveId" clId="{74176ABA-3E57-46B3-8515-5E77F4E7C31A}" dt="2021-03-06T02:47:58.593" v="3538" actId="9405"/>
        <pc:sldMkLst>
          <pc:docMk/>
          <pc:sldMk cId="2716440997" sldId="274"/>
        </pc:sldMkLst>
        <pc:spChg chg="del">
          <ac:chgData name="ismail hammoudeh" userId="dcaf3914c8d376b0" providerId="LiveId" clId="{74176ABA-3E57-46B3-8515-5E77F4E7C31A}" dt="2021-03-06T00:57:19.667" v="779" actId="478"/>
          <ac:spMkLst>
            <pc:docMk/>
            <pc:sldMk cId="2716440997" sldId="274"/>
            <ac:spMk id="2" creationId="{2EB6D723-804B-48C7-A5E2-22418082219A}"/>
          </ac:spMkLst>
        </pc:spChg>
        <pc:spChg chg="mod">
          <ac:chgData name="ismail hammoudeh" userId="dcaf3914c8d376b0" providerId="LiveId" clId="{74176ABA-3E57-46B3-8515-5E77F4E7C31A}" dt="2021-03-06T01:00:01.394" v="791" actId="255"/>
          <ac:spMkLst>
            <pc:docMk/>
            <pc:sldMk cId="2716440997" sldId="274"/>
            <ac:spMk id="3" creationId="{ED5BDD05-15BC-40E3-A445-7B34DCE59B34}"/>
          </ac:spMkLst>
        </pc:spChg>
        <pc:inkChg chg="add">
          <ac:chgData name="ismail hammoudeh" userId="dcaf3914c8d376b0" providerId="LiveId" clId="{74176ABA-3E57-46B3-8515-5E77F4E7C31A}" dt="2021-03-06T02:06:45.445" v="2443" actId="9405"/>
          <ac:inkMkLst>
            <pc:docMk/>
            <pc:sldMk cId="2716440997" sldId="274"/>
            <ac:inkMk id="4" creationId="{05B08E7B-B7E6-4348-A58C-EBF56004B62A}"/>
          </ac:inkMkLst>
        </pc:inkChg>
        <pc:inkChg chg="add">
          <ac:chgData name="ismail hammoudeh" userId="dcaf3914c8d376b0" providerId="LiveId" clId="{74176ABA-3E57-46B3-8515-5E77F4E7C31A}" dt="2021-03-06T02:47:56.633" v="3537" actId="9405"/>
          <ac:inkMkLst>
            <pc:docMk/>
            <pc:sldMk cId="2716440997" sldId="274"/>
            <ac:inkMk id="5" creationId="{805E1487-CC0D-491A-B435-8BAC18B6D082}"/>
          </ac:inkMkLst>
        </pc:inkChg>
        <pc:inkChg chg="add">
          <ac:chgData name="ismail hammoudeh" userId="dcaf3914c8d376b0" providerId="LiveId" clId="{74176ABA-3E57-46B3-8515-5E77F4E7C31A}" dt="2021-03-06T02:47:58.593" v="3538" actId="9405"/>
          <ac:inkMkLst>
            <pc:docMk/>
            <pc:sldMk cId="2716440997" sldId="274"/>
            <ac:inkMk id="6" creationId="{58CC9037-A059-45B0-96E5-8C8FF9C83DDE}"/>
          </ac:inkMkLst>
        </pc:inkChg>
      </pc:sldChg>
      <pc:sldChg chg="modSp new mod">
        <pc:chgData name="ismail hammoudeh" userId="dcaf3914c8d376b0" providerId="LiveId" clId="{74176ABA-3E57-46B3-8515-5E77F4E7C31A}" dt="2021-03-06T01:12:08.608" v="980" actId="14100"/>
        <pc:sldMkLst>
          <pc:docMk/>
          <pc:sldMk cId="2000925312" sldId="275"/>
        </pc:sldMkLst>
        <pc:spChg chg="mod">
          <ac:chgData name="ismail hammoudeh" userId="dcaf3914c8d376b0" providerId="LiveId" clId="{74176ABA-3E57-46B3-8515-5E77F4E7C31A}" dt="2021-03-06T01:12:00.120" v="979" actId="14100"/>
          <ac:spMkLst>
            <pc:docMk/>
            <pc:sldMk cId="2000925312" sldId="275"/>
            <ac:spMk id="2" creationId="{F4098EFE-6F68-49A1-B53F-3D10079AF574}"/>
          </ac:spMkLst>
        </pc:spChg>
        <pc:spChg chg="mod">
          <ac:chgData name="ismail hammoudeh" userId="dcaf3914c8d376b0" providerId="LiveId" clId="{74176ABA-3E57-46B3-8515-5E77F4E7C31A}" dt="2021-03-06T01:12:08.608" v="980" actId="14100"/>
          <ac:spMkLst>
            <pc:docMk/>
            <pc:sldMk cId="2000925312" sldId="275"/>
            <ac:spMk id="3" creationId="{FB97189B-C390-4F35-8697-DC09882CD8AB}"/>
          </ac:spMkLst>
        </pc:spChg>
      </pc:sldChg>
      <pc:sldChg chg="modSp new mod">
        <pc:chgData name="ismail hammoudeh" userId="dcaf3914c8d376b0" providerId="LiveId" clId="{74176ABA-3E57-46B3-8515-5E77F4E7C31A}" dt="2021-03-06T02:38:04.125" v="3523" actId="20577"/>
        <pc:sldMkLst>
          <pc:docMk/>
          <pc:sldMk cId="992202175" sldId="276"/>
        </pc:sldMkLst>
        <pc:spChg chg="mod">
          <ac:chgData name="ismail hammoudeh" userId="dcaf3914c8d376b0" providerId="LiveId" clId="{74176ABA-3E57-46B3-8515-5E77F4E7C31A}" dt="2021-03-06T01:28:12.798" v="1607" actId="255"/>
          <ac:spMkLst>
            <pc:docMk/>
            <pc:sldMk cId="992202175" sldId="276"/>
            <ac:spMk id="2" creationId="{77C39856-E106-4067-B797-F12B277411BC}"/>
          </ac:spMkLst>
        </pc:spChg>
        <pc:spChg chg="mod">
          <ac:chgData name="ismail hammoudeh" userId="dcaf3914c8d376b0" providerId="LiveId" clId="{74176ABA-3E57-46B3-8515-5E77F4E7C31A}" dt="2021-03-06T02:38:04.125" v="3523" actId="20577"/>
          <ac:spMkLst>
            <pc:docMk/>
            <pc:sldMk cId="992202175" sldId="276"/>
            <ac:spMk id="3" creationId="{0E837173-96BE-4587-A72E-C008999B4787}"/>
          </ac:spMkLst>
        </pc:spChg>
      </pc:sldChg>
      <pc:sldChg chg="addSp modSp new mod ord">
        <pc:chgData name="ismail hammoudeh" userId="dcaf3914c8d376b0" providerId="LiveId" clId="{74176ABA-3E57-46B3-8515-5E77F4E7C31A}" dt="2021-03-06T02:46:52.681" v="3533" actId="9405"/>
        <pc:sldMkLst>
          <pc:docMk/>
          <pc:sldMk cId="2535891474" sldId="277"/>
        </pc:sldMkLst>
        <pc:spChg chg="mod">
          <ac:chgData name="ismail hammoudeh" userId="dcaf3914c8d376b0" providerId="LiveId" clId="{74176ABA-3E57-46B3-8515-5E77F4E7C31A}" dt="2021-03-06T01:34:10.975" v="1682" actId="14100"/>
          <ac:spMkLst>
            <pc:docMk/>
            <pc:sldMk cId="2535891474" sldId="277"/>
            <ac:spMk id="2" creationId="{CF5323DF-543D-4117-80EC-2774D769ECB2}"/>
          </ac:spMkLst>
        </pc:spChg>
        <pc:spChg chg="mod">
          <ac:chgData name="ismail hammoudeh" userId="dcaf3914c8d376b0" providerId="LiveId" clId="{74176ABA-3E57-46B3-8515-5E77F4E7C31A}" dt="2021-03-06T01:38:27.710" v="1694" actId="207"/>
          <ac:spMkLst>
            <pc:docMk/>
            <pc:sldMk cId="2535891474" sldId="277"/>
            <ac:spMk id="3" creationId="{AABA2438-FCBD-4DA1-BFC8-CFEFD755C964}"/>
          </ac:spMkLst>
        </pc:spChg>
        <pc:inkChg chg="add">
          <ac:chgData name="ismail hammoudeh" userId="dcaf3914c8d376b0" providerId="LiveId" clId="{74176ABA-3E57-46B3-8515-5E77F4E7C31A}" dt="2021-03-06T02:07:28.115" v="2446" actId="9405"/>
          <ac:inkMkLst>
            <pc:docMk/>
            <pc:sldMk cId="2535891474" sldId="277"/>
            <ac:inkMk id="4" creationId="{52174E6B-4FDE-42A0-A967-F237C6B49CA4}"/>
          </ac:inkMkLst>
        </pc:inkChg>
        <pc:inkChg chg="add">
          <ac:chgData name="ismail hammoudeh" userId="dcaf3914c8d376b0" providerId="LiveId" clId="{74176ABA-3E57-46B3-8515-5E77F4E7C31A}" dt="2021-03-06T02:07:35.901" v="2447" actId="9405"/>
          <ac:inkMkLst>
            <pc:docMk/>
            <pc:sldMk cId="2535891474" sldId="277"/>
            <ac:inkMk id="5" creationId="{364DBB47-B194-45F1-A54D-C18FDA6C5AD2}"/>
          </ac:inkMkLst>
        </pc:inkChg>
        <pc:inkChg chg="add">
          <ac:chgData name="ismail hammoudeh" userId="dcaf3914c8d376b0" providerId="LiveId" clId="{74176ABA-3E57-46B3-8515-5E77F4E7C31A}" dt="2021-03-06T02:46:50.345" v="3532" actId="9405"/>
          <ac:inkMkLst>
            <pc:docMk/>
            <pc:sldMk cId="2535891474" sldId="277"/>
            <ac:inkMk id="6" creationId="{8FB98AA7-FE87-4F84-8095-FE6FF13EF950}"/>
          </ac:inkMkLst>
        </pc:inkChg>
        <pc:inkChg chg="add">
          <ac:chgData name="ismail hammoudeh" userId="dcaf3914c8d376b0" providerId="LiveId" clId="{74176ABA-3E57-46B3-8515-5E77F4E7C31A}" dt="2021-03-06T02:46:52.681" v="3533" actId="9405"/>
          <ac:inkMkLst>
            <pc:docMk/>
            <pc:sldMk cId="2535891474" sldId="277"/>
            <ac:inkMk id="7" creationId="{CA004A09-8FE0-43D4-8858-B28E9424056F}"/>
          </ac:inkMkLst>
        </pc:inkChg>
      </pc:sldChg>
      <pc:sldChg chg="addSp delSp modSp new mod">
        <pc:chgData name="ismail hammoudeh" userId="dcaf3914c8d376b0" providerId="LiveId" clId="{74176ABA-3E57-46B3-8515-5E77F4E7C31A}" dt="2021-03-06T02:47:01.594" v="3534" actId="9405"/>
        <pc:sldMkLst>
          <pc:docMk/>
          <pc:sldMk cId="1715668131" sldId="278"/>
        </pc:sldMkLst>
        <pc:spChg chg="del">
          <ac:chgData name="ismail hammoudeh" userId="dcaf3914c8d376b0" providerId="LiveId" clId="{74176ABA-3E57-46B3-8515-5E77F4E7C31A}" dt="2021-03-06T01:39:31.255" v="1699" actId="478"/>
          <ac:spMkLst>
            <pc:docMk/>
            <pc:sldMk cId="1715668131" sldId="278"/>
            <ac:spMk id="2" creationId="{AE5E8DAD-1B00-4AA8-8F89-854AC418FFB8}"/>
          </ac:spMkLst>
        </pc:spChg>
        <pc:spChg chg="mod">
          <ac:chgData name="ismail hammoudeh" userId="dcaf3914c8d376b0" providerId="LiveId" clId="{74176ABA-3E57-46B3-8515-5E77F4E7C31A}" dt="2021-03-06T01:40:58.051" v="1731" actId="20577"/>
          <ac:spMkLst>
            <pc:docMk/>
            <pc:sldMk cId="1715668131" sldId="278"/>
            <ac:spMk id="3" creationId="{07CD2B0D-1B9E-45E9-91C4-954F26B1F810}"/>
          </ac:spMkLst>
        </pc:spChg>
        <pc:inkChg chg="add">
          <ac:chgData name="ismail hammoudeh" userId="dcaf3914c8d376b0" providerId="LiveId" clId="{74176ABA-3E57-46B3-8515-5E77F4E7C31A}" dt="2021-03-06T02:07:49.924" v="2448" actId="9405"/>
          <ac:inkMkLst>
            <pc:docMk/>
            <pc:sldMk cId="1715668131" sldId="278"/>
            <ac:inkMk id="4" creationId="{394FA380-A942-400E-BFCA-840440536375}"/>
          </ac:inkMkLst>
        </pc:inkChg>
        <pc:inkChg chg="add">
          <ac:chgData name="ismail hammoudeh" userId="dcaf3914c8d376b0" providerId="LiveId" clId="{74176ABA-3E57-46B3-8515-5E77F4E7C31A}" dt="2021-03-06T02:47:01.594" v="3534" actId="9405"/>
          <ac:inkMkLst>
            <pc:docMk/>
            <pc:sldMk cId="1715668131" sldId="278"/>
            <ac:inkMk id="5" creationId="{B8A54625-8413-4F4D-9E17-07E073BB19D9}"/>
          </ac:inkMkLst>
        </pc:inkChg>
      </pc:sldChg>
      <pc:sldChg chg="addSp modSp new mod">
        <pc:chgData name="ismail hammoudeh" userId="dcaf3914c8d376b0" providerId="LiveId" clId="{74176ABA-3E57-46B3-8515-5E77F4E7C31A}" dt="2021-03-06T02:47:10.025" v="3535" actId="9405"/>
        <pc:sldMkLst>
          <pc:docMk/>
          <pc:sldMk cId="3253154139" sldId="279"/>
        </pc:sldMkLst>
        <pc:spChg chg="mod">
          <ac:chgData name="ismail hammoudeh" userId="dcaf3914c8d376b0" providerId="LiveId" clId="{74176ABA-3E57-46B3-8515-5E77F4E7C31A}" dt="2021-03-06T01:58:27.478" v="2427" actId="207"/>
          <ac:spMkLst>
            <pc:docMk/>
            <pc:sldMk cId="3253154139" sldId="279"/>
            <ac:spMk id="2" creationId="{703EDD63-89F8-4637-BDA4-A161445F2F74}"/>
          </ac:spMkLst>
        </pc:spChg>
        <pc:spChg chg="mod">
          <ac:chgData name="ismail hammoudeh" userId="dcaf3914c8d376b0" providerId="LiveId" clId="{74176ABA-3E57-46B3-8515-5E77F4E7C31A}" dt="2021-03-06T01:58:09.294" v="2425" actId="14100"/>
          <ac:spMkLst>
            <pc:docMk/>
            <pc:sldMk cId="3253154139" sldId="279"/>
            <ac:spMk id="3" creationId="{D4DC35BB-1BD7-4E54-BDB4-0E344145E281}"/>
          </ac:spMkLst>
        </pc:spChg>
        <pc:inkChg chg="add">
          <ac:chgData name="ismail hammoudeh" userId="dcaf3914c8d376b0" providerId="LiveId" clId="{74176ABA-3E57-46B3-8515-5E77F4E7C31A}" dt="2021-03-06T02:07:59.275" v="2449" actId="9405"/>
          <ac:inkMkLst>
            <pc:docMk/>
            <pc:sldMk cId="3253154139" sldId="279"/>
            <ac:inkMk id="4" creationId="{1629AAEE-6EE4-40E2-A0F4-19C9A8B33AF1}"/>
          </ac:inkMkLst>
        </pc:inkChg>
        <pc:inkChg chg="add">
          <ac:chgData name="ismail hammoudeh" userId="dcaf3914c8d376b0" providerId="LiveId" clId="{74176ABA-3E57-46B3-8515-5E77F4E7C31A}" dt="2021-03-06T02:08:11.590" v="2450" actId="9405"/>
          <ac:inkMkLst>
            <pc:docMk/>
            <pc:sldMk cId="3253154139" sldId="279"/>
            <ac:inkMk id="5" creationId="{B8C7520B-4EC9-4CB4-B5CE-B5AD06C619B7}"/>
          </ac:inkMkLst>
        </pc:inkChg>
        <pc:inkChg chg="add">
          <ac:chgData name="ismail hammoudeh" userId="dcaf3914c8d376b0" providerId="LiveId" clId="{74176ABA-3E57-46B3-8515-5E77F4E7C31A}" dt="2021-03-06T02:47:10.025" v="3535" actId="9405"/>
          <ac:inkMkLst>
            <pc:docMk/>
            <pc:sldMk cId="3253154139" sldId="279"/>
            <ac:inkMk id="6" creationId="{405A7FBC-9BB7-4783-8CAB-7EA918932A30}"/>
          </ac:inkMkLst>
        </pc:inkChg>
      </pc:sldChg>
      <pc:sldChg chg="addSp delSp modSp new mod">
        <pc:chgData name="ismail hammoudeh" userId="dcaf3914c8d376b0" providerId="LiveId" clId="{74176ABA-3E57-46B3-8515-5E77F4E7C31A}" dt="2021-03-06T10:48:23.859" v="5946" actId="14100"/>
        <pc:sldMkLst>
          <pc:docMk/>
          <pc:sldMk cId="1781592751" sldId="280"/>
        </pc:sldMkLst>
        <pc:spChg chg="mod">
          <ac:chgData name="ismail hammoudeh" userId="dcaf3914c8d376b0" providerId="LiveId" clId="{74176ABA-3E57-46B3-8515-5E77F4E7C31A}" dt="2021-03-06T02:33:29.980" v="3406" actId="1076"/>
          <ac:spMkLst>
            <pc:docMk/>
            <pc:sldMk cId="1781592751" sldId="280"/>
            <ac:spMk id="2" creationId="{FD0B9BDA-4DEC-49DD-A17F-CACF826B2630}"/>
          </ac:spMkLst>
        </pc:spChg>
        <pc:spChg chg="mod">
          <ac:chgData name="ismail hammoudeh" userId="dcaf3914c8d376b0" providerId="LiveId" clId="{74176ABA-3E57-46B3-8515-5E77F4E7C31A}" dt="2021-03-06T10:48:23.859" v="5946" actId="14100"/>
          <ac:spMkLst>
            <pc:docMk/>
            <pc:sldMk cId="1781592751" sldId="280"/>
            <ac:spMk id="3" creationId="{D7B75449-0C29-4919-821F-F119A2C146EC}"/>
          </ac:spMkLst>
        </pc:spChg>
        <pc:inkChg chg="add del">
          <ac:chgData name="ismail hammoudeh" userId="dcaf3914c8d376b0" providerId="LiveId" clId="{74176ABA-3E57-46B3-8515-5E77F4E7C31A}" dt="2021-03-06T02:10:44.633" v="2456" actId="9405"/>
          <ac:inkMkLst>
            <pc:docMk/>
            <pc:sldMk cId="1781592751" sldId="280"/>
            <ac:inkMk id="4" creationId="{BAE06935-2936-46E4-959C-F866C52AA0FD}"/>
          </ac:inkMkLst>
        </pc:inkChg>
        <pc:inkChg chg="add del">
          <ac:chgData name="ismail hammoudeh" userId="dcaf3914c8d376b0" providerId="LiveId" clId="{74176ABA-3E57-46B3-8515-5E77F4E7C31A}" dt="2021-03-06T02:10:57.217" v="2458" actId="9405"/>
          <ac:inkMkLst>
            <pc:docMk/>
            <pc:sldMk cId="1781592751" sldId="280"/>
            <ac:inkMk id="5" creationId="{40E84A5E-F1F7-4532-B33A-C57B65632F7D}"/>
          </ac:inkMkLst>
        </pc:inkChg>
      </pc:sldChg>
      <pc:sldChg chg="delSp modSp new mod">
        <pc:chgData name="ismail hammoudeh" userId="dcaf3914c8d376b0" providerId="LiveId" clId="{74176ABA-3E57-46B3-8515-5E77F4E7C31A}" dt="2021-03-06T04:26:25.013" v="5107" actId="207"/>
        <pc:sldMkLst>
          <pc:docMk/>
          <pc:sldMk cId="3384438581" sldId="281"/>
        </pc:sldMkLst>
        <pc:spChg chg="del">
          <ac:chgData name="ismail hammoudeh" userId="dcaf3914c8d376b0" providerId="LiveId" clId="{74176ABA-3E57-46B3-8515-5E77F4E7C31A}" dt="2021-03-06T02:39:39.465" v="3525" actId="478"/>
          <ac:spMkLst>
            <pc:docMk/>
            <pc:sldMk cId="3384438581" sldId="281"/>
            <ac:spMk id="2" creationId="{05A88CA0-C32D-4BFD-BB02-40298C5444DC}"/>
          </ac:spMkLst>
        </pc:spChg>
        <pc:spChg chg="mod">
          <ac:chgData name="ismail hammoudeh" userId="dcaf3914c8d376b0" providerId="LiveId" clId="{74176ABA-3E57-46B3-8515-5E77F4E7C31A}" dt="2021-03-06T04:26:25.013" v="5107" actId="207"/>
          <ac:spMkLst>
            <pc:docMk/>
            <pc:sldMk cId="3384438581" sldId="281"/>
            <ac:spMk id="3" creationId="{7D93EE2C-5560-4AD9-931A-6E68D0843D4C}"/>
          </ac:spMkLst>
        </pc:spChg>
      </pc:sldChg>
      <pc:sldChg chg="addSp delSp modSp new mod ord">
        <pc:chgData name="ismail hammoudeh" userId="dcaf3914c8d376b0" providerId="LiveId" clId="{74176ABA-3E57-46B3-8515-5E77F4E7C31A}" dt="2021-03-06T13:03:42.152" v="7339" actId="20577"/>
        <pc:sldMkLst>
          <pc:docMk/>
          <pc:sldMk cId="1488658579" sldId="282"/>
        </pc:sldMkLst>
        <pc:spChg chg="add mod ord">
          <ac:chgData name="ismail hammoudeh" userId="dcaf3914c8d376b0" providerId="LiveId" clId="{74176ABA-3E57-46B3-8515-5E77F4E7C31A}" dt="2021-03-06T11:52:40.095" v="6782" actId="1076"/>
          <ac:spMkLst>
            <pc:docMk/>
            <pc:sldMk cId="1488658579" sldId="282"/>
            <ac:spMk id="2" creationId="{E399A3D1-74B1-4D75-AC0A-039A1D1A7A54}"/>
          </ac:spMkLst>
        </pc:spChg>
        <pc:spChg chg="add del mod">
          <ac:chgData name="ismail hammoudeh" userId="dcaf3914c8d376b0" providerId="LiveId" clId="{74176ABA-3E57-46B3-8515-5E77F4E7C31A}" dt="2021-03-06T11:19:28.668" v="6427" actId="478"/>
          <ac:spMkLst>
            <pc:docMk/>
            <pc:sldMk cId="1488658579" sldId="282"/>
            <ac:spMk id="3" creationId="{7E059D60-7DEC-409F-B94A-D613CD9A74C3}"/>
          </ac:spMkLst>
        </pc:spChg>
        <pc:spChg chg="add del mod">
          <ac:chgData name="ismail hammoudeh" userId="dcaf3914c8d376b0" providerId="LiveId" clId="{74176ABA-3E57-46B3-8515-5E77F4E7C31A}" dt="2021-03-06T11:17:03.829" v="6398" actId="478"/>
          <ac:spMkLst>
            <pc:docMk/>
            <pc:sldMk cId="1488658579" sldId="282"/>
            <ac:spMk id="4" creationId="{C3E52931-FC4B-4CD9-947C-6C6D25D5A139}"/>
          </ac:spMkLst>
        </pc:spChg>
        <pc:spChg chg="add mod">
          <ac:chgData name="ismail hammoudeh" userId="dcaf3914c8d376b0" providerId="LiveId" clId="{74176ABA-3E57-46B3-8515-5E77F4E7C31A}" dt="2021-03-06T13:02:46.572" v="7334" actId="14100"/>
          <ac:spMkLst>
            <pc:docMk/>
            <pc:sldMk cId="1488658579" sldId="282"/>
            <ac:spMk id="5" creationId="{BBED8A22-D46A-4548-A76B-355262E3CEB1}"/>
          </ac:spMkLst>
        </pc:spChg>
        <pc:spChg chg="add mod">
          <ac:chgData name="ismail hammoudeh" userId="dcaf3914c8d376b0" providerId="LiveId" clId="{74176ABA-3E57-46B3-8515-5E77F4E7C31A}" dt="2021-03-06T11:52:23.367" v="6781" actId="14100"/>
          <ac:spMkLst>
            <pc:docMk/>
            <pc:sldMk cId="1488658579" sldId="282"/>
            <ac:spMk id="6" creationId="{166999EF-8306-45B2-9C34-90518969501B}"/>
          </ac:spMkLst>
        </pc:spChg>
        <pc:spChg chg="add mod">
          <ac:chgData name="ismail hammoudeh" userId="dcaf3914c8d376b0" providerId="LiveId" clId="{74176ABA-3E57-46B3-8515-5E77F4E7C31A}" dt="2021-03-06T13:03:42.152" v="7339" actId="20577"/>
          <ac:spMkLst>
            <pc:docMk/>
            <pc:sldMk cId="1488658579" sldId="282"/>
            <ac:spMk id="7" creationId="{87340EE1-5740-453D-B44E-A8959DFED616}"/>
          </ac:spMkLst>
        </pc:spChg>
        <pc:spChg chg="add mod">
          <ac:chgData name="ismail hammoudeh" userId="dcaf3914c8d376b0" providerId="LiveId" clId="{74176ABA-3E57-46B3-8515-5E77F4E7C31A}" dt="2021-03-06T11:39:02.720" v="6723" actId="14100"/>
          <ac:spMkLst>
            <pc:docMk/>
            <pc:sldMk cId="1488658579" sldId="282"/>
            <ac:spMk id="8" creationId="{B6568A70-E66C-430A-A251-FECC6B202B3F}"/>
          </ac:spMkLst>
        </pc:spChg>
      </pc:sldChg>
      <pc:sldChg chg="addSp delSp modSp new mod">
        <pc:chgData name="ismail hammoudeh" userId="dcaf3914c8d376b0" providerId="LiveId" clId="{74176ABA-3E57-46B3-8515-5E77F4E7C31A}" dt="2021-03-06T12:39:37.941" v="7311" actId="255"/>
        <pc:sldMkLst>
          <pc:docMk/>
          <pc:sldMk cId="2172904673" sldId="283"/>
        </pc:sldMkLst>
        <pc:spChg chg="add del mod">
          <ac:chgData name="ismail hammoudeh" userId="dcaf3914c8d376b0" providerId="LiveId" clId="{74176ABA-3E57-46B3-8515-5E77F4E7C31A}" dt="2021-03-06T12:39:37.941" v="7311" actId="255"/>
          <ac:spMkLst>
            <pc:docMk/>
            <pc:sldMk cId="2172904673" sldId="283"/>
            <ac:spMk id="2" creationId="{5AFA8A90-063B-4B37-AA17-EAA50F67EF0C}"/>
          </ac:spMkLst>
        </pc:spChg>
      </pc:sldChg>
      <pc:sldChg chg="addSp modSp new mod ord">
        <pc:chgData name="ismail hammoudeh" userId="dcaf3914c8d376b0" providerId="LiveId" clId="{74176ABA-3E57-46B3-8515-5E77F4E7C31A}" dt="2021-03-06T12:40:01.085" v="7313"/>
        <pc:sldMkLst>
          <pc:docMk/>
          <pc:sldMk cId="810551962" sldId="284"/>
        </pc:sldMkLst>
        <pc:spChg chg="add mod">
          <ac:chgData name="ismail hammoudeh" userId="dcaf3914c8d376b0" providerId="LiveId" clId="{74176ABA-3E57-46B3-8515-5E77F4E7C31A}" dt="2021-03-06T09:43:17.253" v="5126" actId="13926"/>
          <ac:spMkLst>
            <pc:docMk/>
            <pc:sldMk cId="810551962" sldId="284"/>
            <ac:spMk id="3" creationId="{C274C4B8-007B-47C6-AB2E-BE58B1284C3C}"/>
          </ac:spMkLst>
        </pc:spChg>
      </pc:sldChg>
      <pc:sldChg chg="addSp modSp new mod">
        <pc:chgData name="ismail hammoudeh" userId="dcaf3914c8d376b0" providerId="LiveId" clId="{74176ABA-3E57-46B3-8515-5E77F4E7C31A}" dt="2021-03-06T09:49:24.608" v="5137" actId="255"/>
        <pc:sldMkLst>
          <pc:docMk/>
          <pc:sldMk cId="2661566768" sldId="285"/>
        </pc:sldMkLst>
        <pc:spChg chg="add mod">
          <ac:chgData name="ismail hammoudeh" userId="dcaf3914c8d376b0" providerId="LiveId" clId="{74176ABA-3E57-46B3-8515-5E77F4E7C31A}" dt="2021-03-06T09:49:24.608" v="5137" actId="255"/>
          <ac:spMkLst>
            <pc:docMk/>
            <pc:sldMk cId="2661566768" sldId="285"/>
            <ac:spMk id="3" creationId="{5D56C5C6-3E1D-423A-BA91-348A692AFEBA}"/>
          </ac:spMkLst>
        </pc:spChg>
      </pc:sldChg>
      <pc:sldChg chg="modSp add mod ord">
        <pc:chgData name="ismail hammoudeh" userId="dcaf3914c8d376b0" providerId="LiveId" clId="{74176ABA-3E57-46B3-8515-5E77F4E7C31A}" dt="2021-03-06T15:39:38.188" v="8844" actId="14100"/>
        <pc:sldMkLst>
          <pc:docMk/>
          <pc:sldMk cId="0" sldId="286"/>
        </pc:sldMkLst>
        <pc:spChg chg="mod">
          <ac:chgData name="ismail hammoudeh" userId="dcaf3914c8d376b0" providerId="LiveId" clId="{74176ABA-3E57-46B3-8515-5E77F4E7C31A}" dt="2021-03-06T15:36:21.636" v="8788" actId="14100"/>
          <ac:spMkLst>
            <pc:docMk/>
            <pc:sldMk cId="0" sldId="286"/>
            <ac:spMk id="2" creationId="{00000000-0000-0000-0000-000000000000}"/>
          </ac:spMkLst>
        </pc:spChg>
        <pc:spChg chg="mod">
          <ac:chgData name="ismail hammoudeh" userId="dcaf3914c8d376b0" providerId="LiveId" clId="{74176ABA-3E57-46B3-8515-5E77F4E7C31A}" dt="2021-03-06T15:39:38.188" v="8844" actId="14100"/>
          <ac:spMkLst>
            <pc:docMk/>
            <pc:sldMk cId="0" sldId="286"/>
            <ac:spMk id="3" creationId="{00000000-0000-0000-0000-000000000000}"/>
          </ac:spMkLst>
        </pc:spChg>
      </pc:sldChg>
      <pc:sldChg chg="addSp modSp new mod">
        <pc:chgData name="ismail hammoudeh" userId="dcaf3914c8d376b0" providerId="LiveId" clId="{74176ABA-3E57-46B3-8515-5E77F4E7C31A}" dt="2021-03-06T11:51:41.895" v="6764" actId="14100"/>
        <pc:sldMkLst>
          <pc:docMk/>
          <pc:sldMk cId="3589568611" sldId="287"/>
        </pc:sldMkLst>
        <pc:spChg chg="add mod">
          <ac:chgData name="ismail hammoudeh" userId="dcaf3914c8d376b0" providerId="LiveId" clId="{74176ABA-3E57-46B3-8515-5E77F4E7C31A}" dt="2021-03-06T11:51:41.895" v="6764" actId="14100"/>
          <ac:spMkLst>
            <pc:docMk/>
            <pc:sldMk cId="3589568611" sldId="287"/>
            <ac:spMk id="2" creationId="{DC8D5437-9D16-4843-AE45-184D43B43FC3}"/>
          </ac:spMkLst>
        </pc:spChg>
        <pc:picChg chg="add mod">
          <ac:chgData name="ismail hammoudeh" userId="dcaf3914c8d376b0" providerId="LiveId" clId="{74176ABA-3E57-46B3-8515-5E77F4E7C31A}" dt="2021-03-06T11:45:08.576" v="6738" actId="14100"/>
          <ac:picMkLst>
            <pc:docMk/>
            <pc:sldMk cId="3589568611" sldId="287"/>
            <ac:picMk id="4" creationId="{9DFC0C0D-5478-4FBA-8102-5136404B32BA}"/>
          </ac:picMkLst>
        </pc:picChg>
      </pc:sldChg>
      <pc:sldChg chg="addSp modSp new mod">
        <pc:chgData name="ismail hammoudeh" userId="dcaf3914c8d376b0" providerId="LiveId" clId="{74176ABA-3E57-46B3-8515-5E77F4E7C31A}" dt="2021-03-06T11:48:22.783" v="6749" actId="14100"/>
        <pc:sldMkLst>
          <pc:docMk/>
          <pc:sldMk cId="3798571237" sldId="288"/>
        </pc:sldMkLst>
        <pc:spChg chg="add mod">
          <ac:chgData name="ismail hammoudeh" userId="dcaf3914c8d376b0" providerId="LiveId" clId="{74176ABA-3E57-46B3-8515-5E77F4E7C31A}" dt="2021-03-06T11:48:22.783" v="6749" actId="14100"/>
          <ac:spMkLst>
            <pc:docMk/>
            <pc:sldMk cId="3798571237" sldId="288"/>
            <ac:spMk id="2" creationId="{8C0D0EEA-E6D9-4297-83FF-BD210D998C52}"/>
          </ac:spMkLst>
        </pc:spChg>
        <pc:picChg chg="add mod">
          <ac:chgData name="ismail hammoudeh" userId="dcaf3914c8d376b0" providerId="LiveId" clId="{74176ABA-3E57-46B3-8515-5E77F4E7C31A}" dt="2021-03-06T11:47:23.575" v="6743" actId="1076"/>
          <ac:picMkLst>
            <pc:docMk/>
            <pc:sldMk cId="3798571237" sldId="288"/>
            <ac:picMk id="4" creationId="{4720F07D-0DAC-488E-9FB3-34A0D4C1AA16}"/>
          </ac:picMkLst>
        </pc:picChg>
      </pc:sldChg>
      <pc:sldChg chg="addSp delSp modSp new mod">
        <pc:chgData name="ismail hammoudeh" userId="dcaf3914c8d376b0" providerId="LiveId" clId="{74176ABA-3E57-46B3-8515-5E77F4E7C31A}" dt="2021-03-06T13:21:26.573" v="7713"/>
        <pc:sldMkLst>
          <pc:docMk/>
          <pc:sldMk cId="776265580" sldId="289"/>
        </pc:sldMkLst>
        <pc:spChg chg="del">
          <ac:chgData name="ismail hammoudeh" userId="dcaf3914c8d376b0" providerId="LiveId" clId="{74176ABA-3E57-46B3-8515-5E77F4E7C31A}" dt="2021-03-06T11:54:50.148" v="6785" actId="478"/>
          <ac:spMkLst>
            <pc:docMk/>
            <pc:sldMk cId="776265580" sldId="289"/>
            <ac:spMk id="2" creationId="{FD41AA17-7EF0-434A-AC22-457DCB9071B5}"/>
          </ac:spMkLst>
        </pc:spChg>
        <pc:spChg chg="del">
          <ac:chgData name="ismail hammoudeh" userId="dcaf3914c8d376b0" providerId="LiveId" clId="{74176ABA-3E57-46B3-8515-5E77F4E7C31A}" dt="2021-03-06T11:54:52.991" v="6786" actId="478"/>
          <ac:spMkLst>
            <pc:docMk/>
            <pc:sldMk cId="776265580" sldId="289"/>
            <ac:spMk id="3" creationId="{EFEA5618-DB22-4A35-9FCC-B4B57288EE0E}"/>
          </ac:spMkLst>
        </pc:spChg>
        <pc:spChg chg="add mod">
          <ac:chgData name="ismail hammoudeh" userId="dcaf3914c8d376b0" providerId="LiveId" clId="{74176ABA-3E57-46B3-8515-5E77F4E7C31A}" dt="2021-03-06T11:57:18.479" v="6798" actId="1076"/>
          <ac:spMkLst>
            <pc:docMk/>
            <pc:sldMk cId="776265580" sldId="289"/>
            <ac:spMk id="4" creationId="{C39AB2CB-39F2-4DAA-8E0E-B4CF09F3448E}"/>
          </ac:spMkLst>
        </pc:spChg>
        <pc:grpChg chg="del mod">
          <ac:chgData name="ismail hammoudeh" userId="dcaf3914c8d376b0" providerId="LiveId" clId="{74176ABA-3E57-46B3-8515-5E77F4E7C31A}" dt="2021-03-06T12:07:30.593" v="6810"/>
          <ac:grpSpMkLst>
            <pc:docMk/>
            <pc:sldMk cId="776265580" sldId="289"/>
            <ac:grpSpMk id="12" creationId="{780238C7-D606-4735-B585-AB9AB8D9A2D0}"/>
          </ac:grpSpMkLst>
        </pc:grpChg>
        <pc:grpChg chg="del mod">
          <ac:chgData name="ismail hammoudeh" userId="dcaf3914c8d376b0" providerId="LiveId" clId="{74176ABA-3E57-46B3-8515-5E77F4E7C31A}" dt="2021-03-06T12:07:35.419" v="6818"/>
          <ac:grpSpMkLst>
            <pc:docMk/>
            <pc:sldMk cId="776265580" sldId="289"/>
            <ac:grpSpMk id="17" creationId="{A65FE946-2A16-46C5-B914-9C8AE9309B69}"/>
          </ac:grpSpMkLst>
        </pc:grpChg>
        <pc:grpChg chg="del mod">
          <ac:chgData name="ismail hammoudeh" userId="dcaf3914c8d376b0" providerId="LiveId" clId="{74176ABA-3E57-46B3-8515-5E77F4E7C31A}" dt="2021-03-06T12:32:48.378" v="7189"/>
          <ac:grpSpMkLst>
            <pc:docMk/>
            <pc:sldMk cId="776265580" sldId="289"/>
            <ac:grpSpMk id="18" creationId="{7E744207-3661-4B3B-B418-0DE452AA7765}"/>
          </ac:grpSpMkLst>
        </pc:grpChg>
        <pc:grpChg chg="del mod">
          <ac:chgData name="ismail hammoudeh" userId="dcaf3914c8d376b0" providerId="LiveId" clId="{74176ABA-3E57-46B3-8515-5E77F4E7C31A}" dt="2021-03-06T12:07:43.172" v="6824"/>
          <ac:grpSpMkLst>
            <pc:docMk/>
            <pc:sldMk cId="776265580" sldId="289"/>
            <ac:grpSpMk id="26" creationId="{6657B571-8B64-44E3-B4A7-F5BBEC395FF4}"/>
          </ac:grpSpMkLst>
        </pc:grpChg>
        <pc:grpChg chg="del mod">
          <ac:chgData name="ismail hammoudeh" userId="dcaf3914c8d376b0" providerId="LiveId" clId="{74176ABA-3E57-46B3-8515-5E77F4E7C31A}" dt="2021-03-06T12:32:48.377" v="7179"/>
          <ac:grpSpMkLst>
            <pc:docMk/>
            <pc:sldMk cId="776265580" sldId="289"/>
            <ac:grpSpMk id="27" creationId="{277FC2E6-36A3-4628-B898-0DFAF6AFFE79}"/>
          </ac:grpSpMkLst>
        </pc:grpChg>
        <pc:grpChg chg="del mod">
          <ac:chgData name="ismail hammoudeh" userId="dcaf3914c8d376b0" providerId="LiveId" clId="{74176ABA-3E57-46B3-8515-5E77F4E7C31A}" dt="2021-03-06T12:32:48.378" v="7192"/>
          <ac:grpSpMkLst>
            <pc:docMk/>
            <pc:sldMk cId="776265580" sldId="289"/>
            <ac:grpSpMk id="33" creationId="{B0218A83-23D2-4578-B751-6454674E420C}"/>
          </ac:grpSpMkLst>
        </pc:grpChg>
        <pc:grpChg chg="del mod">
          <ac:chgData name="ismail hammoudeh" userId="dcaf3914c8d376b0" providerId="LiveId" clId="{74176ABA-3E57-46B3-8515-5E77F4E7C31A}" dt="2021-03-06T12:08:05.326" v="6831"/>
          <ac:grpSpMkLst>
            <pc:docMk/>
            <pc:sldMk cId="776265580" sldId="289"/>
            <ac:grpSpMk id="36" creationId="{41827E09-26C6-43E8-ADFA-926BB2E8E75C}"/>
          </ac:grpSpMkLst>
        </pc:grpChg>
        <pc:grpChg chg="del mod">
          <ac:chgData name="ismail hammoudeh" userId="dcaf3914c8d376b0" providerId="LiveId" clId="{74176ABA-3E57-46B3-8515-5E77F4E7C31A}" dt="2021-03-06T12:32:57.771" v="7222"/>
          <ac:grpSpMkLst>
            <pc:docMk/>
            <pc:sldMk cId="776265580" sldId="289"/>
            <ac:grpSpMk id="40" creationId="{45501C74-B7B2-4BB6-8C08-357D8A5E7EE8}"/>
          </ac:grpSpMkLst>
        </pc:grpChg>
        <pc:grpChg chg="del mod">
          <ac:chgData name="ismail hammoudeh" userId="dcaf3914c8d376b0" providerId="LiveId" clId="{74176ABA-3E57-46B3-8515-5E77F4E7C31A}" dt="2021-03-06T12:32:48.379" v="7196"/>
          <ac:grpSpMkLst>
            <pc:docMk/>
            <pc:sldMk cId="776265580" sldId="289"/>
            <ac:grpSpMk id="50" creationId="{3539C299-8439-4B85-9153-955AE2D98331}"/>
          </ac:grpSpMkLst>
        </pc:grpChg>
        <pc:grpChg chg="del mod">
          <ac:chgData name="ismail hammoudeh" userId="dcaf3914c8d376b0" providerId="LiveId" clId="{74176ABA-3E57-46B3-8515-5E77F4E7C31A}" dt="2021-03-06T12:08:40.703" v="6848"/>
          <ac:grpSpMkLst>
            <pc:docMk/>
            <pc:sldMk cId="776265580" sldId="289"/>
            <ac:grpSpMk id="53" creationId="{B82A48F8-FCB9-4E3D-BF6E-FB22B88C5930}"/>
          </ac:grpSpMkLst>
        </pc:grpChg>
        <pc:grpChg chg="del mod">
          <ac:chgData name="ismail hammoudeh" userId="dcaf3914c8d376b0" providerId="LiveId" clId="{74176ABA-3E57-46B3-8515-5E77F4E7C31A}" dt="2021-03-06T12:32:57.770" v="7221"/>
          <ac:grpSpMkLst>
            <pc:docMk/>
            <pc:sldMk cId="776265580" sldId="289"/>
            <ac:grpSpMk id="57" creationId="{A3AD001D-1B99-458F-9578-52E286BA1A2B}"/>
          </ac:grpSpMkLst>
        </pc:grpChg>
        <pc:grpChg chg="del mod">
          <ac:chgData name="ismail hammoudeh" userId="dcaf3914c8d376b0" providerId="LiveId" clId="{74176ABA-3E57-46B3-8515-5E77F4E7C31A}" dt="2021-03-06T12:08:55.342" v="6867"/>
          <ac:grpSpMkLst>
            <pc:docMk/>
            <pc:sldMk cId="776265580" sldId="289"/>
            <ac:grpSpMk id="67" creationId="{BC962A30-6978-4417-AFAB-EB3C59B4DA12}"/>
          </ac:grpSpMkLst>
        </pc:grpChg>
        <pc:grpChg chg="del mod">
          <ac:chgData name="ismail hammoudeh" userId="dcaf3914c8d376b0" providerId="LiveId" clId="{74176ABA-3E57-46B3-8515-5E77F4E7C31A}" dt="2021-03-06T12:32:57.770" v="7219"/>
          <ac:grpSpMkLst>
            <pc:docMk/>
            <pc:sldMk cId="776265580" sldId="289"/>
            <ac:grpSpMk id="76" creationId="{647E0BBA-11CE-42AF-83FD-27641E777EB1}"/>
          </ac:grpSpMkLst>
        </pc:grpChg>
        <pc:grpChg chg="del mod">
          <ac:chgData name="ismail hammoudeh" userId="dcaf3914c8d376b0" providerId="LiveId" clId="{74176ABA-3E57-46B3-8515-5E77F4E7C31A}" dt="2021-03-06T12:09:12.655" v="6875"/>
          <ac:grpSpMkLst>
            <pc:docMk/>
            <pc:sldMk cId="776265580" sldId="289"/>
            <ac:grpSpMk id="81" creationId="{E18D15CE-4E04-40E9-AC58-E8594FF2BC09}"/>
          </ac:grpSpMkLst>
        </pc:grpChg>
        <pc:grpChg chg="del mod">
          <ac:chgData name="ismail hammoudeh" userId="dcaf3914c8d376b0" providerId="LiveId" clId="{74176ABA-3E57-46B3-8515-5E77F4E7C31A}" dt="2021-03-06T12:32:51.380" v="7201"/>
          <ac:grpSpMkLst>
            <pc:docMk/>
            <pc:sldMk cId="776265580" sldId="289"/>
            <ac:grpSpMk id="84" creationId="{F88B9C04-B242-466C-9FD9-3E13357A7ED1}"/>
          </ac:grpSpMkLst>
        </pc:grpChg>
        <pc:grpChg chg="del mod">
          <ac:chgData name="ismail hammoudeh" userId="dcaf3914c8d376b0" providerId="LiveId" clId="{74176ABA-3E57-46B3-8515-5E77F4E7C31A}" dt="2021-03-06T12:10:07.165" v="6886"/>
          <ac:grpSpMkLst>
            <pc:docMk/>
            <pc:sldMk cId="776265580" sldId="289"/>
            <ac:grpSpMk id="91" creationId="{C90C5EEE-E59E-4B53-894F-F1F67035F552}"/>
          </ac:grpSpMkLst>
        </pc:grpChg>
        <pc:grpChg chg="mod">
          <ac:chgData name="ismail hammoudeh" userId="dcaf3914c8d376b0" providerId="LiveId" clId="{74176ABA-3E57-46B3-8515-5E77F4E7C31A}" dt="2021-03-06T12:10:19.231" v="6900"/>
          <ac:grpSpMkLst>
            <pc:docMk/>
            <pc:sldMk cId="776265580" sldId="289"/>
            <ac:grpSpMk id="104" creationId="{5B42F246-1143-4EF3-A2D4-F56EAA9DD229}"/>
          </ac:grpSpMkLst>
        </pc:grpChg>
        <pc:grpChg chg="mod">
          <ac:chgData name="ismail hammoudeh" userId="dcaf3914c8d376b0" providerId="LiveId" clId="{74176ABA-3E57-46B3-8515-5E77F4E7C31A}" dt="2021-03-06T12:10:23.660" v="6904"/>
          <ac:grpSpMkLst>
            <pc:docMk/>
            <pc:sldMk cId="776265580" sldId="289"/>
            <ac:grpSpMk id="108" creationId="{E44B33A9-18C9-4C75-B153-C060358CED0D}"/>
          </ac:grpSpMkLst>
        </pc:grpChg>
        <pc:grpChg chg="mod">
          <ac:chgData name="ismail hammoudeh" userId="dcaf3914c8d376b0" providerId="LiveId" clId="{74176ABA-3E57-46B3-8515-5E77F4E7C31A}" dt="2021-03-06T12:10:32.133" v="6920"/>
          <ac:grpSpMkLst>
            <pc:docMk/>
            <pc:sldMk cId="776265580" sldId="289"/>
            <ac:grpSpMk id="124" creationId="{DB9E203C-2C8F-4DC6-976B-CC69E5FF081E}"/>
          </ac:grpSpMkLst>
        </pc:grpChg>
        <pc:grpChg chg="mod">
          <ac:chgData name="ismail hammoudeh" userId="dcaf3914c8d376b0" providerId="LiveId" clId="{74176ABA-3E57-46B3-8515-5E77F4E7C31A}" dt="2021-03-06T12:10:32.133" v="6920"/>
          <ac:grpSpMkLst>
            <pc:docMk/>
            <pc:sldMk cId="776265580" sldId="289"/>
            <ac:grpSpMk id="125" creationId="{7B5537D2-76FA-43C4-AAD2-7D8A676F9D99}"/>
          </ac:grpSpMkLst>
        </pc:grpChg>
        <pc:grpChg chg="mod">
          <ac:chgData name="ismail hammoudeh" userId="dcaf3914c8d376b0" providerId="LiveId" clId="{74176ABA-3E57-46B3-8515-5E77F4E7C31A}" dt="2021-03-06T12:10:44.512" v="6939"/>
          <ac:grpSpMkLst>
            <pc:docMk/>
            <pc:sldMk cId="776265580" sldId="289"/>
            <ac:grpSpMk id="144" creationId="{560F3F31-B670-4AFC-8210-3F30733F2A87}"/>
          </ac:grpSpMkLst>
        </pc:grpChg>
        <pc:grpChg chg="mod">
          <ac:chgData name="ismail hammoudeh" userId="dcaf3914c8d376b0" providerId="LiveId" clId="{74176ABA-3E57-46B3-8515-5E77F4E7C31A}" dt="2021-03-06T12:10:44.512" v="6939"/>
          <ac:grpSpMkLst>
            <pc:docMk/>
            <pc:sldMk cId="776265580" sldId="289"/>
            <ac:grpSpMk id="145" creationId="{2E559B8C-57EA-4DA3-B667-10A71D25F8DE}"/>
          </ac:grpSpMkLst>
        </pc:grpChg>
        <pc:grpChg chg="mod">
          <ac:chgData name="ismail hammoudeh" userId="dcaf3914c8d376b0" providerId="LiveId" clId="{74176ABA-3E57-46B3-8515-5E77F4E7C31A}" dt="2021-03-06T12:10:44.512" v="6939"/>
          <ac:grpSpMkLst>
            <pc:docMk/>
            <pc:sldMk cId="776265580" sldId="289"/>
            <ac:grpSpMk id="146" creationId="{F0DB5595-99D0-4300-8669-F3437E4BA9F2}"/>
          </ac:grpSpMkLst>
        </pc:grpChg>
        <pc:grpChg chg="mod">
          <ac:chgData name="ismail hammoudeh" userId="dcaf3914c8d376b0" providerId="LiveId" clId="{74176ABA-3E57-46B3-8515-5E77F4E7C31A}" dt="2021-03-06T12:10:50.940" v="6943"/>
          <ac:grpSpMkLst>
            <pc:docMk/>
            <pc:sldMk cId="776265580" sldId="289"/>
            <ac:grpSpMk id="150" creationId="{9532BA22-A8BD-4DE8-952A-74CB3F496A96}"/>
          </ac:grpSpMkLst>
        </pc:grpChg>
        <pc:grpChg chg="mod">
          <ac:chgData name="ismail hammoudeh" userId="dcaf3914c8d376b0" providerId="LiveId" clId="{74176ABA-3E57-46B3-8515-5E77F4E7C31A}" dt="2021-03-06T12:10:52.736" v="6946"/>
          <ac:grpSpMkLst>
            <pc:docMk/>
            <pc:sldMk cId="776265580" sldId="289"/>
            <ac:grpSpMk id="153" creationId="{00CA4B82-F144-413A-9045-D6B85C1964F9}"/>
          </ac:grpSpMkLst>
        </pc:grpChg>
        <pc:grpChg chg="mod">
          <ac:chgData name="ismail hammoudeh" userId="dcaf3914c8d376b0" providerId="LiveId" clId="{74176ABA-3E57-46B3-8515-5E77F4E7C31A}" dt="2021-03-06T12:11:01.364" v="6956"/>
          <ac:grpSpMkLst>
            <pc:docMk/>
            <pc:sldMk cId="776265580" sldId="289"/>
            <ac:grpSpMk id="163" creationId="{ADBD694B-7A67-4A48-9462-E86AC666D2B5}"/>
          </ac:grpSpMkLst>
        </pc:grpChg>
        <pc:grpChg chg="del mod">
          <ac:chgData name="ismail hammoudeh" userId="dcaf3914c8d376b0" providerId="LiveId" clId="{74176ABA-3E57-46B3-8515-5E77F4E7C31A}" dt="2021-03-06T12:11:18.467" v="6969"/>
          <ac:grpSpMkLst>
            <pc:docMk/>
            <pc:sldMk cId="776265580" sldId="289"/>
            <ac:grpSpMk id="172" creationId="{A76F8530-F00F-44FD-9CA3-2B2141D8B7C7}"/>
          </ac:grpSpMkLst>
        </pc:grpChg>
        <pc:grpChg chg="del mod">
          <ac:chgData name="ismail hammoudeh" userId="dcaf3914c8d376b0" providerId="LiveId" clId="{74176ABA-3E57-46B3-8515-5E77F4E7C31A}" dt="2021-03-06T12:11:27.302" v="6975"/>
          <ac:grpSpMkLst>
            <pc:docMk/>
            <pc:sldMk cId="776265580" sldId="289"/>
            <ac:grpSpMk id="176" creationId="{7AC47340-E5CB-430B-BA70-E6B51FE055A2}"/>
          </ac:grpSpMkLst>
        </pc:grpChg>
        <pc:grpChg chg="mod">
          <ac:chgData name="ismail hammoudeh" userId="dcaf3914c8d376b0" providerId="LiveId" clId="{74176ABA-3E57-46B3-8515-5E77F4E7C31A}" dt="2021-03-06T12:11:27.302" v="6975"/>
          <ac:grpSpMkLst>
            <pc:docMk/>
            <pc:sldMk cId="776265580" sldId="289"/>
            <ac:grpSpMk id="179" creationId="{9591DC47-D127-4307-9505-5D1563387A52}"/>
          </ac:grpSpMkLst>
        </pc:grpChg>
        <pc:grpChg chg="del mod">
          <ac:chgData name="ismail hammoudeh" userId="dcaf3914c8d376b0" providerId="LiveId" clId="{74176ABA-3E57-46B3-8515-5E77F4E7C31A}" dt="2021-03-06T12:22:38.174" v="6999"/>
          <ac:grpSpMkLst>
            <pc:docMk/>
            <pc:sldMk cId="776265580" sldId="289"/>
            <ac:grpSpMk id="193" creationId="{4491B173-6B80-4186-B039-5576185C4651}"/>
          </ac:grpSpMkLst>
        </pc:grpChg>
        <pc:grpChg chg="del mod">
          <ac:chgData name="ismail hammoudeh" userId="dcaf3914c8d376b0" providerId="LiveId" clId="{74176ABA-3E57-46B3-8515-5E77F4E7C31A}" dt="2021-03-06T12:22:49.225" v="7016"/>
          <ac:grpSpMkLst>
            <pc:docMk/>
            <pc:sldMk cId="776265580" sldId="289"/>
            <ac:grpSpMk id="203" creationId="{4FC9E6D9-EFE5-4224-82A5-E37515B3E79B}"/>
          </ac:grpSpMkLst>
        </pc:grpChg>
        <pc:grpChg chg="del mod">
          <ac:chgData name="ismail hammoudeh" userId="dcaf3914c8d376b0" providerId="LiveId" clId="{74176ABA-3E57-46B3-8515-5E77F4E7C31A}" dt="2021-03-06T12:24:22.980" v="7100"/>
          <ac:grpSpMkLst>
            <pc:docMk/>
            <pc:sldMk cId="776265580" sldId="289"/>
            <ac:grpSpMk id="220" creationId="{2FB92051-2981-4038-B2EB-2C0A98C63BF0}"/>
          </ac:grpSpMkLst>
        </pc:grpChg>
        <pc:grpChg chg="del mod">
          <ac:chgData name="ismail hammoudeh" userId="dcaf3914c8d376b0" providerId="LiveId" clId="{74176ABA-3E57-46B3-8515-5E77F4E7C31A}" dt="2021-03-06T12:22:54.955" v="7023"/>
          <ac:grpSpMkLst>
            <pc:docMk/>
            <pc:sldMk cId="776265580" sldId="289"/>
            <ac:grpSpMk id="224" creationId="{397F1297-C656-419A-976F-1F967F31D1CD}"/>
          </ac:grpSpMkLst>
        </pc:grpChg>
        <pc:grpChg chg="del mod">
          <ac:chgData name="ismail hammoudeh" userId="dcaf3914c8d376b0" providerId="LiveId" clId="{74176ABA-3E57-46B3-8515-5E77F4E7C31A}" dt="2021-03-06T12:24:22.980" v="7100"/>
          <ac:grpSpMkLst>
            <pc:docMk/>
            <pc:sldMk cId="776265580" sldId="289"/>
            <ac:grpSpMk id="227" creationId="{9E3CCF62-CF0D-4D03-B214-99B5C8349B11}"/>
          </ac:grpSpMkLst>
        </pc:grpChg>
        <pc:grpChg chg="mod">
          <ac:chgData name="ismail hammoudeh" userId="dcaf3914c8d376b0" providerId="LiveId" clId="{74176ABA-3E57-46B3-8515-5E77F4E7C31A}" dt="2021-03-06T12:22:59.339" v="7032"/>
          <ac:grpSpMkLst>
            <pc:docMk/>
            <pc:sldMk cId="776265580" sldId="289"/>
            <ac:grpSpMk id="236" creationId="{30D4769F-C8B8-4500-94F0-F877D1A9FD45}"/>
          </ac:grpSpMkLst>
        </pc:grpChg>
        <pc:grpChg chg="del mod">
          <ac:chgData name="ismail hammoudeh" userId="dcaf3914c8d376b0" providerId="LiveId" clId="{74176ABA-3E57-46B3-8515-5E77F4E7C31A}" dt="2021-03-06T12:23:24.539" v="7043"/>
          <ac:grpSpMkLst>
            <pc:docMk/>
            <pc:sldMk cId="776265580" sldId="289"/>
            <ac:grpSpMk id="241" creationId="{4BE5CE89-4069-4000-A67A-2A9FB703CEDA}"/>
          </ac:grpSpMkLst>
        </pc:grpChg>
        <pc:grpChg chg="mod">
          <ac:chgData name="ismail hammoudeh" userId="dcaf3914c8d376b0" providerId="LiveId" clId="{74176ABA-3E57-46B3-8515-5E77F4E7C31A}" dt="2021-03-06T12:23:24.539" v="7043"/>
          <ac:grpSpMkLst>
            <pc:docMk/>
            <pc:sldMk cId="776265580" sldId="289"/>
            <ac:grpSpMk id="247" creationId="{4527E868-D29D-4B3C-BACA-D201CA01EA4F}"/>
          </ac:grpSpMkLst>
        </pc:grpChg>
        <pc:grpChg chg="del mod">
          <ac:chgData name="ismail hammoudeh" userId="dcaf3914c8d376b0" providerId="LiveId" clId="{74176ABA-3E57-46B3-8515-5E77F4E7C31A}" dt="2021-03-06T12:24:22.980" v="7100"/>
          <ac:grpSpMkLst>
            <pc:docMk/>
            <pc:sldMk cId="776265580" sldId="289"/>
            <ac:grpSpMk id="267" creationId="{3446C202-7C4D-4183-80C4-538BE92ADCDF}"/>
          </ac:grpSpMkLst>
        </pc:grpChg>
        <pc:grpChg chg="del mod">
          <ac:chgData name="ismail hammoudeh" userId="dcaf3914c8d376b0" providerId="LiveId" clId="{74176ABA-3E57-46B3-8515-5E77F4E7C31A}" dt="2021-03-06T12:23:57.957" v="7077"/>
          <ac:grpSpMkLst>
            <pc:docMk/>
            <pc:sldMk cId="776265580" sldId="289"/>
            <ac:grpSpMk id="270" creationId="{32D9011B-FB12-4CA9-9DF2-64F50F089E44}"/>
          </ac:grpSpMkLst>
        </pc:grpChg>
        <pc:grpChg chg="del mod">
          <ac:chgData name="ismail hammoudeh" userId="dcaf3914c8d376b0" providerId="LiveId" clId="{74176ABA-3E57-46B3-8515-5E77F4E7C31A}" dt="2021-03-06T12:24:22.980" v="7100"/>
          <ac:grpSpMkLst>
            <pc:docMk/>
            <pc:sldMk cId="776265580" sldId="289"/>
            <ac:grpSpMk id="281" creationId="{8CC4489B-3CA4-47C5-B0F2-A4A3367A9AF9}"/>
          </ac:grpSpMkLst>
        </pc:grpChg>
        <pc:grpChg chg="del mod">
          <ac:chgData name="ismail hammoudeh" userId="dcaf3914c8d376b0" providerId="LiveId" clId="{74176ABA-3E57-46B3-8515-5E77F4E7C31A}" dt="2021-03-06T12:24:22.980" v="7100"/>
          <ac:grpSpMkLst>
            <pc:docMk/>
            <pc:sldMk cId="776265580" sldId="289"/>
            <ac:grpSpMk id="284" creationId="{5091B8C4-A8AC-4F87-A68E-26A66EAA68F5}"/>
          </ac:grpSpMkLst>
        </pc:grpChg>
        <pc:grpChg chg="del mod">
          <ac:chgData name="ismail hammoudeh" userId="dcaf3914c8d376b0" providerId="LiveId" clId="{74176ABA-3E57-46B3-8515-5E77F4E7C31A}" dt="2021-03-06T12:24:22.980" v="7100"/>
          <ac:grpSpMkLst>
            <pc:docMk/>
            <pc:sldMk cId="776265580" sldId="289"/>
            <ac:grpSpMk id="288" creationId="{A3D293C6-E561-474D-B405-BEF7BAE3A34B}"/>
          </ac:grpSpMkLst>
        </pc:grpChg>
        <pc:grpChg chg="mod">
          <ac:chgData name="ismail hammoudeh" userId="dcaf3914c8d376b0" providerId="LiveId" clId="{74176ABA-3E57-46B3-8515-5E77F4E7C31A}" dt="2021-03-06T12:24:22.980" v="7100"/>
          <ac:grpSpMkLst>
            <pc:docMk/>
            <pc:sldMk cId="776265580" sldId="289"/>
            <ac:grpSpMk id="304" creationId="{3A5B5C94-8B68-4FD2-B17B-248D6A07F384}"/>
          </ac:grpSpMkLst>
        </pc:grpChg>
        <pc:grpChg chg="mod">
          <ac:chgData name="ismail hammoudeh" userId="dcaf3914c8d376b0" providerId="LiveId" clId="{74176ABA-3E57-46B3-8515-5E77F4E7C31A}" dt="2021-03-06T12:24:30.212" v="7105"/>
          <ac:grpSpMkLst>
            <pc:docMk/>
            <pc:sldMk cId="776265580" sldId="289"/>
            <ac:grpSpMk id="309" creationId="{59FB5937-24E4-4B89-BDDD-A6232DB28D38}"/>
          </ac:grpSpMkLst>
        </pc:grpChg>
        <pc:grpChg chg="mod">
          <ac:chgData name="ismail hammoudeh" userId="dcaf3914c8d376b0" providerId="LiveId" clId="{74176ABA-3E57-46B3-8515-5E77F4E7C31A}" dt="2021-03-06T12:24:53.696" v="7111"/>
          <ac:grpSpMkLst>
            <pc:docMk/>
            <pc:sldMk cId="776265580" sldId="289"/>
            <ac:grpSpMk id="315" creationId="{944047A2-FD32-431F-867E-23ACEF98C350}"/>
          </ac:grpSpMkLst>
        </pc:grpChg>
        <pc:grpChg chg="mod">
          <ac:chgData name="ismail hammoudeh" userId="dcaf3914c8d376b0" providerId="LiveId" clId="{74176ABA-3E57-46B3-8515-5E77F4E7C31A}" dt="2021-03-06T12:24:58.213" v="7114"/>
          <ac:grpSpMkLst>
            <pc:docMk/>
            <pc:sldMk cId="776265580" sldId="289"/>
            <ac:grpSpMk id="318" creationId="{070EB5EC-5DA0-447C-B553-85936FC7CC8F}"/>
          </ac:grpSpMkLst>
        </pc:grpChg>
        <pc:grpChg chg="del mod">
          <ac:chgData name="ismail hammoudeh" userId="dcaf3914c8d376b0" providerId="LiveId" clId="{74176ABA-3E57-46B3-8515-5E77F4E7C31A}" dt="2021-03-06T12:26:00.338" v="7119"/>
          <ac:grpSpMkLst>
            <pc:docMk/>
            <pc:sldMk cId="776265580" sldId="289"/>
            <ac:grpSpMk id="321" creationId="{559DD874-1EAC-4B78-A57C-7AC8B792BFC7}"/>
          </ac:grpSpMkLst>
        </pc:grpChg>
        <pc:grpChg chg="del mod">
          <ac:chgData name="ismail hammoudeh" userId="dcaf3914c8d376b0" providerId="LiveId" clId="{74176ABA-3E57-46B3-8515-5E77F4E7C31A}" dt="2021-03-06T12:26:24.204" v="7158"/>
          <ac:grpSpMkLst>
            <pc:docMk/>
            <pc:sldMk cId="776265580" sldId="289"/>
            <ac:grpSpMk id="323" creationId="{E5A03BF0-DFF7-4FDD-92C3-664503D9D025}"/>
          </ac:grpSpMkLst>
        </pc:grpChg>
        <pc:grpChg chg="del mod">
          <ac:chgData name="ismail hammoudeh" userId="dcaf3914c8d376b0" providerId="LiveId" clId="{74176ABA-3E57-46B3-8515-5E77F4E7C31A}" dt="2021-03-06T12:26:24.203" v="7152"/>
          <ac:grpSpMkLst>
            <pc:docMk/>
            <pc:sldMk cId="776265580" sldId="289"/>
            <ac:grpSpMk id="327" creationId="{21098D3F-B17A-4CAA-B942-92C5156F7914}"/>
          </ac:grpSpMkLst>
        </pc:grpChg>
        <pc:grpChg chg="del mod">
          <ac:chgData name="ismail hammoudeh" userId="dcaf3914c8d376b0" providerId="LiveId" clId="{74176ABA-3E57-46B3-8515-5E77F4E7C31A}" dt="2021-03-06T12:26:18.086" v="7141"/>
          <ac:grpSpMkLst>
            <pc:docMk/>
            <pc:sldMk cId="776265580" sldId="289"/>
            <ac:grpSpMk id="335" creationId="{D8BC5C56-CE54-41AB-AB41-B563050CAE50}"/>
          </ac:grpSpMkLst>
        </pc:grpChg>
        <pc:grpChg chg="mod">
          <ac:chgData name="ismail hammoudeh" userId="dcaf3914c8d376b0" providerId="LiveId" clId="{74176ABA-3E57-46B3-8515-5E77F4E7C31A}" dt="2021-03-06T12:26:24.205" v="7162"/>
          <ac:grpSpMkLst>
            <pc:docMk/>
            <pc:sldMk cId="776265580" sldId="289"/>
            <ac:grpSpMk id="345" creationId="{1917BD22-EE31-4F30-BBBF-F25003CF51C7}"/>
          </ac:grpSpMkLst>
        </pc:grpChg>
        <pc:grpChg chg="del mod">
          <ac:chgData name="ismail hammoudeh" userId="dcaf3914c8d376b0" providerId="LiveId" clId="{74176ABA-3E57-46B3-8515-5E77F4E7C31A}" dt="2021-03-06T12:33:19.354" v="7237"/>
          <ac:grpSpMkLst>
            <pc:docMk/>
            <pc:sldMk cId="776265580" sldId="289"/>
            <ac:grpSpMk id="351" creationId="{5C1F1B73-5DC7-464C-AD45-EA4C12C4FE8C}"/>
          </ac:grpSpMkLst>
        </pc:grpChg>
        <pc:grpChg chg="del mod">
          <ac:chgData name="ismail hammoudeh" userId="dcaf3914c8d376b0" providerId="LiveId" clId="{74176ABA-3E57-46B3-8515-5E77F4E7C31A}" dt="2021-03-06T12:33:36.167" v="7253"/>
          <ac:grpSpMkLst>
            <pc:docMk/>
            <pc:sldMk cId="776265580" sldId="289"/>
            <ac:grpSpMk id="357" creationId="{EC353D98-40B7-40AA-9CAC-EB095BE167BB}"/>
          </ac:grpSpMkLst>
        </pc:grpChg>
        <pc:grpChg chg="mod">
          <ac:chgData name="ismail hammoudeh" userId="dcaf3914c8d376b0" providerId="LiveId" clId="{74176ABA-3E57-46B3-8515-5E77F4E7C31A}" dt="2021-03-06T12:33:26.655" v="7248"/>
          <ac:grpSpMkLst>
            <pc:docMk/>
            <pc:sldMk cId="776265580" sldId="289"/>
            <ac:grpSpMk id="368" creationId="{FF019550-5058-44A4-A31C-A0EAF8912DBD}"/>
          </ac:grpSpMkLst>
        </pc:grpChg>
        <pc:grpChg chg="mod">
          <ac:chgData name="ismail hammoudeh" userId="dcaf3914c8d376b0" providerId="LiveId" clId="{74176ABA-3E57-46B3-8515-5E77F4E7C31A}" dt="2021-03-06T12:33:26.655" v="7248"/>
          <ac:grpSpMkLst>
            <pc:docMk/>
            <pc:sldMk cId="776265580" sldId="289"/>
            <ac:grpSpMk id="369" creationId="{BF9544E0-78B2-4906-81A6-9F6A12D965CF}"/>
          </ac:grpSpMkLst>
        </pc:grpChg>
        <pc:grpChg chg="del mod">
          <ac:chgData name="ismail hammoudeh" userId="dcaf3914c8d376b0" providerId="LiveId" clId="{74176ABA-3E57-46B3-8515-5E77F4E7C31A}" dt="2021-03-06T12:33:36.167" v="7253"/>
          <ac:grpSpMkLst>
            <pc:docMk/>
            <pc:sldMk cId="776265580" sldId="289"/>
            <ac:grpSpMk id="372" creationId="{304FBE5D-D5E9-496B-8F1B-71CDC80CD35E}"/>
          </ac:grpSpMkLst>
        </pc:grpChg>
        <pc:grpChg chg="del mod">
          <ac:chgData name="ismail hammoudeh" userId="dcaf3914c8d376b0" providerId="LiveId" clId="{74176ABA-3E57-46B3-8515-5E77F4E7C31A}" dt="2021-03-06T12:33:39.173" v="7257"/>
          <ac:grpSpMkLst>
            <pc:docMk/>
            <pc:sldMk cId="776265580" sldId="289"/>
            <ac:grpSpMk id="374" creationId="{D6EC7074-2353-41B5-9D9D-C8DFB0ABBAB0}"/>
          </ac:grpSpMkLst>
        </pc:grpChg>
        <pc:grpChg chg="mod">
          <ac:chgData name="ismail hammoudeh" userId="dcaf3914c8d376b0" providerId="LiveId" clId="{74176ABA-3E57-46B3-8515-5E77F4E7C31A}" dt="2021-03-06T12:33:39.173" v="7257"/>
          <ac:grpSpMkLst>
            <pc:docMk/>
            <pc:sldMk cId="776265580" sldId="289"/>
            <ac:grpSpMk id="378" creationId="{82BBDA17-F3A6-4B51-BF25-7D7998B870D9}"/>
          </ac:grpSpMkLst>
        </pc:grpChg>
        <pc:grpChg chg="mod">
          <ac:chgData name="ismail hammoudeh" userId="dcaf3914c8d376b0" providerId="LiveId" clId="{74176ABA-3E57-46B3-8515-5E77F4E7C31A}" dt="2021-03-06T12:34:07.311" v="7263"/>
          <ac:grpSpMkLst>
            <pc:docMk/>
            <pc:sldMk cId="776265580" sldId="289"/>
            <ac:grpSpMk id="384" creationId="{DD4F4DF0-3F42-45E6-A9FB-FE822F76EE38}"/>
          </ac:grpSpMkLst>
        </pc:grpChg>
        <pc:grpChg chg="mod">
          <ac:chgData name="ismail hammoudeh" userId="dcaf3914c8d376b0" providerId="LiveId" clId="{74176ABA-3E57-46B3-8515-5E77F4E7C31A}" dt="2021-03-06T12:34:14.218" v="7273"/>
          <ac:grpSpMkLst>
            <pc:docMk/>
            <pc:sldMk cId="776265580" sldId="289"/>
            <ac:grpSpMk id="394" creationId="{36B917BF-04C5-4766-BA8D-F83E817C36CA}"/>
          </ac:grpSpMkLst>
        </pc:grpChg>
        <pc:grpChg chg="mod">
          <ac:chgData name="ismail hammoudeh" userId="dcaf3914c8d376b0" providerId="LiveId" clId="{74176ABA-3E57-46B3-8515-5E77F4E7C31A}" dt="2021-03-06T12:34:22.578" v="7287"/>
          <ac:grpSpMkLst>
            <pc:docMk/>
            <pc:sldMk cId="776265580" sldId="289"/>
            <ac:grpSpMk id="408" creationId="{E4C78433-8FCC-4F51-8A5C-9B25C0627DA0}"/>
          </ac:grpSpMkLst>
        </pc:grpChg>
        <pc:grpChg chg="mod">
          <ac:chgData name="ismail hammoudeh" userId="dcaf3914c8d376b0" providerId="LiveId" clId="{74176ABA-3E57-46B3-8515-5E77F4E7C31A}" dt="2021-03-06T12:34:26.842" v="7295"/>
          <ac:grpSpMkLst>
            <pc:docMk/>
            <pc:sldMk cId="776265580" sldId="289"/>
            <ac:grpSpMk id="416" creationId="{A55E482F-A42E-45D3-879F-85841D8BC4B6}"/>
          </ac:grpSpMkLst>
        </pc:grpChg>
        <pc:grpChg chg="mod">
          <ac:chgData name="ismail hammoudeh" userId="dcaf3914c8d376b0" providerId="LiveId" clId="{74176ABA-3E57-46B3-8515-5E77F4E7C31A}" dt="2021-03-06T12:34:33.345" v="7302"/>
          <ac:grpSpMkLst>
            <pc:docMk/>
            <pc:sldMk cId="776265580" sldId="289"/>
            <ac:grpSpMk id="423" creationId="{00AD414C-0F06-4CD5-B5BB-CA71D7CA817F}"/>
          </ac:grpSpMkLst>
        </pc:grpChg>
        <pc:grpChg chg="del mod">
          <ac:chgData name="ismail hammoudeh" userId="dcaf3914c8d376b0" providerId="LiveId" clId="{74176ABA-3E57-46B3-8515-5E77F4E7C31A}" dt="2021-03-06T13:21:10.434" v="7689"/>
          <ac:grpSpMkLst>
            <pc:docMk/>
            <pc:sldMk cId="776265580" sldId="289"/>
            <ac:grpSpMk id="428" creationId="{2436EBB0-5612-40CB-BED6-9E91C6E8D957}"/>
          </ac:grpSpMkLst>
        </pc:grpChg>
        <pc:grpChg chg="mod">
          <ac:chgData name="ismail hammoudeh" userId="dcaf3914c8d376b0" providerId="LiveId" clId="{74176ABA-3E57-46B3-8515-5E77F4E7C31A}" dt="2021-03-06T13:21:10.434" v="7689"/>
          <ac:grpSpMkLst>
            <pc:docMk/>
            <pc:sldMk cId="776265580" sldId="289"/>
            <ac:grpSpMk id="444" creationId="{912DB3D3-7CBD-49F0-A951-38BCEC769F59}"/>
          </ac:grpSpMkLst>
        </pc:grpChg>
        <pc:grpChg chg="del mod">
          <ac:chgData name="ismail hammoudeh" userId="dcaf3914c8d376b0" providerId="LiveId" clId="{74176ABA-3E57-46B3-8515-5E77F4E7C31A}" dt="2021-03-06T13:21:13.954" v="7696"/>
          <ac:grpSpMkLst>
            <pc:docMk/>
            <pc:sldMk cId="776265580" sldId="289"/>
            <ac:grpSpMk id="448" creationId="{AE2A473C-74F0-4941-B260-AB5CAF3D5DF8}"/>
          </ac:grpSpMkLst>
        </pc:grpChg>
        <pc:grpChg chg="del mod">
          <ac:chgData name="ismail hammoudeh" userId="dcaf3914c8d376b0" providerId="LiveId" clId="{74176ABA-3E57-46B3-8515-5E77F4E7C31A}" dt="2021-03-06T13:21:18.105" v="7702"/>
          <ac:grpSpMkLst>
            <pc:docMk/>
            <pc:sldMk cId="776265580" sldId="289"/>
            <ac:grpSpMk id="451" creationId="{E6EC1A28-4A2B-4B54-8F41-34095170C0C0}"/>
          </ac:grpSpMkLst>
        </pc:grpChg>
        <pc:grpChg chg="mod">
          <ac:chgData name="ismail hammoudeh" userId="dcaf3914c8d376b0" providerId="LiveId" clId="{74176ABA-3E57-46B3-8515-5E77F4E7C31A}" dt="2021-03-06T13:21:18.105" v="7702"/>
          <ac:grpSpMkLst>
            <pc:docMk/>
            <pc:sldMk cId="776265580" sldId="289"/>
            <ac:grpSpMk id="457" creationId="{0AF6E0F9-168B-45E7-9E73-4E80F4D99762}"/>
          </ac:grpSpMkLst>
        </pc:grpChg>
        <pc:grpChg chg="del mod">
          <ac:chgData name="ismail hammoudeh" userId="dcaf3914c8d376b0" providerId="LiveId" clId="{74176ABA-3E57-46B3-8515-5E77F4E7C31A}" dt="2021-03-06T13:21:26.573" v="7713"/>
          <ac:grpSpMkLst>
            <pc:docMk/>
            <pc:sldMk cId="776265580" sldId="289"/>
            <ac:grpSpMk id="466" creationId="{C2D5BD63-B173-476D-9886-B4CBC2B78C71}"/>
          </ac:grpSpMkLst>
        </pc:grpChg>
        <pc:grpChg chg="mod">
          <ac:chgData name="ismail hammoudeh" userId="dcaf3914c8d376b0" providerId="LiveId" clId="{74176ABA-3E57-46B3-8515-5E77F4E7C31A}" dt="2021-03-06T13:21:26.573" v="7713"/>
          <ac:grpSpMkLst>
            <pc:docMk/>
            <pc:sldMk cId="776265580" sldId="289"/>
            <ac:grpSpMk id="468" creationId="{8BF02B5B-01F9-40B9-9451-AC183F76DCC2}"/>
          </ac:grpSpMkLst>
        </pc:grpChg>
        <pc:picChg chg="add mod">
          <ac:chgData name="ismail hammoudeh" userId="dcaf3914c8d376b0" providerId="LiveId" clId="{74176ABA-3E57-46B3-8515-5E77F4E7C31A}" dt="2021-03-06T11:57:07.143" v="6797" actId="1076"/>
          <ac:picMkLst>
            <pc:docMk/>
            <pc:sldMk cId="776265580" sldId="289"/>
            <ac:picMk id="6" creationId="{E5CA6ED7-195F-4FAE-BE37-DD822E99ECA1}"/>
          </ac:picMkLst>
        </pc:picChg>
        <pc:inkChg chg="add del">
          <ac:chgData name="ismail hammoudeh" userId="dcaf3914c8d376b0" providerId="LiveId" clId="{74176ABA-3E57-46B3-8515-5E77F4E7C31A}" dt="2021-03-06T12:06:38.672" v="6800"/>
          <ac:inkMkLst>
            <pc:docMk/>
            <pc:sldMk cId="776265580" sldId="289"/>
            <ac:inkMk id="7" creationId="{9E04CA0E-C7B5-46C1-ABF0-E0CD1DAFF416}"/>
          </ac:inkMkLst>
        </pc:inkChg>
        <pc:inkChg chg="add del">
          <ac:chgData name="ismail hammoudeh" userId="dcaf3914c8d376b0" providerId="LiveId" clId="{74176ABA-3E57-46B3-8515-5E77F4E7C31A}" dt="2021-03-06T12:32:48.374" v="7163"/>
          <ac:inkMkLst>
            <pc:docMk/>
            <pc:sldMk cId="776265580" sldId="289"/>
            <ac:inkMk id="8" creationId="{766F7A9A-B6D0-4A27-8826-22C6822F6C4A}"/>
          </ac:inkMkLst>
        </pc:inkChg>
        <pc:inkChg chg="add del">
          <ac:chgData name="ismail hammoudeh" userId="dcaf3914c8d376b0" providerId="LiveId" clId="{74176ABA-3E57-46B3-8515-5E77F4E7C31A}" dt="2021-03-06T12:32:48.378" v="7186"/>
          <ac:inkMkLst>
            <pc:docMk/>
            <pc:sldMk cId="776265580" sldId="289"/>
            <ac:inkMk id="9" creationId="{0B6D117E-FA63-4DC5-8769-26C6DE8B15F9}"/>
          </ac:inkMkLst>
        </pc:inkChg>
        <pc:inkChg chg="add del mod">
          <ac:chgData name="ismail hammoudeh" userId="dcaf3914c8d376b0" providerId="LiveId" clId="{74176ABA-3E57-46B3-8515-5E77F4E7C31A}" dt="2021-03-06T12:32:48.376" v="7173"/>
          <ac:inkMkLst>
            <pc:docMk/>
            <pc:sldMk cId="776265580" sldId="289"/>
            <ac:inkMk id="10" creationId="{63353E5C-A64D-4C00-8CD3-5A1E9E9BB8DF}"/>
          </ac:inkMkLst>
        </pc:inkChg>
        <pc:inkChg chg="add del mod">
          <ac:chgData name="ismail hammoudeh" userId="dcaf3914c8d376b0" providerId="LiveId" clId="{74176ABA-3E57-46B3-8515-5E77F4E7C31A}" dt="2021-03-06T12:32:48.378" v="7189"/>
          <ac:inkMkLst>
            <pc:docMk/>
            <pc:sldMk cId="776265580" sldId="289"/>
            <ac:inkMk id="11" creationId="{E1A305E3-EB00-430E-BCC7-DB4A7E474C3A}"/>
          </ac:inkMkLst>
        </pc:inkChg>
        <pc:inkChg chg="add del mod">
          <ac:chgData name="ismail hammoudeh" userId="dcaf3914c8d376b0" providerId="LiveId" clId="{74176ABA-3E57-46B3-8515-5E77F4E7C31A}" dt="2021-03-06T12:32:48.378" v="7191"/>
          <ac:inkMkLst>
            <pc:docMk/>
            <pc:sldMk cId="776265580" sldId="289"/>
            <ac:inkMk id="13" creationId="{2D97BB99-9B9F-4A56-A7F0-5CE7499DAA4C}"/>
          </ac:inkMkLst>
        </pc:inkChg>
        <pc:inkChg chg="add del mod">
          <ac:chgData name="ismail hammoudeh" userId="dcaf3914c8d376b0" providerId="LiveId" clId="{74176ABA-3E57-46B3-8515-5E77F4E7C31A}" dt="2021-03-06T12:32:48.374" v="7164"/>
          <ac:inkMkLst>
            <pc:docMk/>
            <pc:sldMk cId="776265580" sldId="289"/>
            <ac:inkMk id="14" creationId="{1BC031A9-24FC-4605-B1C0-83F89E3F2B6C}"/>
          </ac:inkMkLst>
        </pc:inkChg>
        <pc:inkChg chg="add del mod">
          <ac:chgData name="ismail hammoudeh" userId="dcaf3914c8d376b0" providerId="LiveId" clId="{74176ABA-3E57-46B3-8515-5E77F4E7C31A}" dt="2021-03-06T12:32:48.374" v="7166"/>
          <ac:inkMkLst>
            <pc:docMk/>
            <pc:sldMk cId="776265580" sldId="289"/>
            <ac:inkMk id="15" creationId="{2FA4F39E-B18E-45EB-82A6-B815FC6D79EA}"/>
          </ac:inkMkLst>
        </pc:inkChg>
        <pc:inkChg chg="add del mod">
          <ac:chgData name="ismail hammoudeh" userId="dcaf3914c8d376b0" providerId="LiveId" clId="{74176ABA-3E57-46B3-8515-5E77F4E7C31A}" dt="2021-03-06T12:32:48.376" v="7177"/>
          <ac:inkMkLst>
            <pc:docMk/>
            <pc:sldMk cId="776265580" sldId="289"/>
            <ac:inkMk id="16" creationId="{FC6913C5-1651-4084-9B09-4B5A9979145B}"/>
          </ac:inkMkLst>
        </pc:inkChg>
        <pc:inkChg chg="add del mod">
          <ac:chgData name="ismail hammoudeh" userId="dcaf3914c8d376b0" providerId="LiveId" clId="{74176ABA-3E57-46B3-8515-5E77F4E7C31A}" dt="2021-03-06T12:32:48.377" v="7184"/>
          <ac:inkMkLst>
            <pc:docMk/>
            <pc:sldMk cId="776265580" sldId="289"/>
            <ac:inkMk id="19" creationId="{023A264D-6FD6-4D98-9209-10C23CACF899}"/>
          </ac:inkMkLst>
        </pc:inkChg>
        <pc:inkChg chg="add del mod">
          <ac:chgData name="ismail hammoudeh" userId="dcaf3914c8d376b0" providerId="LiveId" clId="{74176ABA-3E57-46B3-8515-5E77F4E7C31A}" dt="2021-03-06T12:32:48.376" v="7174"/>
          <ac:inkMkLst>
            <pc:docMk/>
            <pc:sldMk cId="776265580" sldId="289"/>
            <ac:inkMk id="20" creationId="{BAC9D218-9EBF-418D-BAA3-44986B7CFF67}"/>
          </ac:inkMkLst>
        </pc:inkChg>
        <pc:inkChg chg="add del mod">
          <ac:chgData name="ismail hammoudeh" userId="dcaf3914c8d376b0" providerId="LiveId" clId="{74176ABA-3E57-46B3-8515-5E77F4E7C31A}" dt="2021-03-06T12:32:48.375" v="7170"/>
          <ac:inkMkLst>
            <pc:docMk/>
            <pc:sldMk cId="776265580" sldId="289"/>
            <ac:inkMk id="21" creationId="{6273F242-AAA5-4D55-87ED-98D5F7E7C949}"/>
          </ac:inkMkLst>
        </pc:inkChg>
        <pc:inkChg chg="add del mod">
          <ac:chgData name="ismail hammoudeh" userId="dcaf3914c8d376b0" providerId="LiveId" clId="{74176ABA-3E57-46B3-8515-5E77F4E7C31A}" dt="2021-03-06T12:32:48.377" v="7179"/>
          <ac:inkMkLst>
            <pc:docMk/>
            <pc:sldMk cId="776265580" sldId="289"/>
            <ac:inkMk id="22" creationId="{EDF68AD5-13EC-4386-8491-90A918B7CEDF}"/>
          </ac:inkMkLst>
        </pc:inkChg>
        <pc:inkChg chg="add del mod">
          <ac:chgData name="ismail hammoudeh" userId="dcaf3914c8d376b0" providerId="LiveId" clId="{74176ABA-3E57-46B3-8515-5E77F4E7C31A}" dt="2021-03-06T12:32:48.375" v="7168"/>
          <ac:inkMkLst>
            <pc:docMk/>
            <pc:sldMk cId="776265580" sldId="289"/>
            <ac:inkMk id="23" creationId="{2ED56CB2-1DE1-45DD-B78B-51E46F08EB29}"/>
          </ac:inkMkLst>
        </pc:inkChg>
        <pc:inkChg chg="add del mod">
          <ac:chgData name="ismail hammoudeh" userId="dcaf3914c8d376b0" providerId="LiveId" clId="{74176ABA-3E57-46B3-8515-5E77F4E7C31A}" dt="2021-03-06T12:32:48.375" v="7167"/>
          <ac:inkMkLst>
            <pc:docMk/>
            <pc:sldMk cId="776265580" sldId="289"/>
            <ac:inkMk id="24" creationId="{B834DA4A-06C8-495D-919C-BB6505A483EF}"/>
          </ac:inkMkLst>
        </pc:inkChg>
        <pc:inkChg chg="add del mod">
          <ac:chgData name="ismail hammoudeh" userId="dcaf3914c8d376b0" providerId="LiveId" clId="{74176ABA-3E57-46B3-8515-5E77F4E7C31A}" dt="2021-03-06T12:32:48.379" v="7193"/>
          <ac:inkMkLst>
            <pc:docMk/>
            <pc:sldMk cId="776265580" sldId="289"/>
            <ac:inkMk id="25" creationId="{CA7C4C10-32F3-4A3A-B80D-FB6D4EDA4010}"/>
          </ac:inkMkLst>
        </pc:inkChg>
        <pc:inkChg chg="add del mod">
          <ac:chgData name="ismail hammoudeh" userId="dcaf3914c8d376b0" providerId="LiveId" clId="{74176ABA-3E57-46B3-8515-5E77F4E7C31A}" dt="2021-03-06T12:32:48.377" v="7185"/>
          <ac:inkMkLst>
            <pc:docMk/>
            <pc:sldMk cId="776265580" sldId="289"/>
            <ac:inkMk id="28" creationId="{1110C66D-74B0-4E6C-A461-58EB69EA84BD}"/>
          </ac:inkMkLst>
        </pc:inkChg>
        <pc:inkChg chg="add del mod">
          <ac:chgData name="ismail hammoudeh" userId="dcaf3914c8d376b0" providerId="LiveId" clId="{74176ABA-3E57-46B3-8515-5E77F4E7C31A}" dt="2021-03-06T12:32:48.378" v="7192"/>
          <ac:inkMkLst>
            <pc:docMk/>
            <pc:sldMk cId="776265580" sldId="289"/>
            <ac:inkMk id="29" creationId="{448DD848-1F6A-4DD5-8130-DBBAD4E9C931}"/>
          </ac:inkMkLst>
        </pc:inkChg>
        <pc:inkChg chg="add del mod">
          <ac:chgData name="ismail hammoudeh" userId="dcaf3914c8d376b0" providerId="LiveId" clId="{74176ABA-3E57-46B3-8515-5E77F4E7C31A}" dt="2021-03-06T12:32:48.378" v="7187"/>
          <ac:inkMkLst>
            <pc:docMk/>
            <pc:sldMk cId="776265580" sldId="289"/>
            <ac:inkMk id="30" creationId="{072B155D-45D5-42D8-958A-D295B323F58D}"/>
          </ac:inkMkLst>
        </pc:inkChg>
        <pc:inkChg chg="add del mod">
          <ac:chgData name="ismail hammoudeh" userId="dcaf3914c8d376b0" providerId="LiveId" clId="{74176ABA-3E57-46B3-8515-5E77F4E7C31A}" dt="2021-03-06T12:32:48.377" v="7182"/>
          <ac:inkMkLst>
            <pc:docMk/>
            <pc:sldMk cId="776265580" sldId="289"/>
            <ac:inkMk id="31" creationId="{282326D6-036F-4C96-96A2-2C383DA87BDA}"/>
          </ac:inkMkLst>
        </pc:inkChg>
        <pc:inkChg chg="add del mod">
          <ac:chgData name="ismail hammoudeh" userId="dcaf3914c8d376b0" providerId="LiveId" clId="{74176ABA-3E57-46B3-8515-5E77F4E7C31A}" dt="2021-03-06T12:32:48.377" v="7180"/>
          <ac:inkMkLst>
            <pc:docMk/>
            <pc:sldMk cId="776265580" sldId="289"/>
            <ac:inkMk id="32" creationId="{2EEC6B96-67DF-4B10-834C-C572C39AA52C}"/>
          </ac:inkMkLst>
        </pc:inkChg>
        <pc:inkChg chg="add del mod">
          <ac:chgData name="ismail hammoudeh" userId="dcaf3914c8d376b0" providerId="LiveId" clId="{74176ABA-3E57-46B3-8515-5E77F4E7C31A}" dt="2021-03-06T12:32:57.771" v="7223"/>
          <ac:inkMkLst>
            <pc:docMk/>
            <pc:sldMk cId="776265580" sldId="289"/>
            <ac:inkMk id="34" creationId="{D6224169-D54D-4436-982F-957E83006766}"/>
          </ac:inkMkLst>
        </pc:inkChg>
        <pc:inkChg chg="add del mod">
          <ac:chgData name="ismail hammoudeh" userId="dcaf3914c8d376b0" providerId="LiveId" clId="{74176ABA-3E57-46B3-8515-5E77F4E7C31A}" dt="2021-03-06T12:32:57.770" v="7218"/>
          <ac:inkMkLst>
            <pc:docMk/>
            <pc:sldMk cId="776265580" sldId="289"/>
            <ac:inkMk id="35" creationId="{AF040727-2DFC-410D-A193-93EB75A3AAB2}"/>
          </ac:inkMkLst>
        </pc:inkChg>
        <pc:inkChg chg="add del mod">
          <ac:chgData name="ismail hammoudeh" userId="dcaf3914c8d376b0" providerId="LiveId" clId="{74176ABA-3E57-46B3-8515-5E77F4E7C31A}" dt="2021-03-06T12:32:48.377" v="7183"/>
          <ac:inkMkLst>
            <pc:docMk/>
            <pc:sldMk cId="776265580" sldId="289"/>
            <ac:inkMk id="37" creationId="{AB60A3C8-7636-4445-9667-FE6BBB0C7E7B}"/>
          </ac:inkMkLst>
        </pc:inkChg>
        <pc:inkChg chg="add del mod">
          <ac:chgData name="ismail hammoudeh" userId="dcaf3914c8d376b0" providerId="LiveId" clId="{74176ABA-3E57-46B3-8515-5E77F4E7C31A}" dt="2021-03-06T12:32:57.771" v="7222"/>
          <ac:inkMkLst>
            <pc:docMk/>
            <pc:sldMk cId="776265580" sldId="289"/>
            <ac:inkMk id="38" creationId="{1A639948-AD15-4592-A452-8B8C50474302}"/>
          </ac:inkMkLst>
        </pc:inkChg>
        <pc:inkChg chg="add del mod">
          <ac:chgData name="ismail hammoudeh" userId="dcaf3914c8d376b0" providerId="LiveId" clId="{74176ABA-3E57-46B3-8515-5E77F4E7C31A}" dt="2021-03-06T12:32:48.378" v="7190"/>
          <ac:inkMkLst>
            <pc:docMk/>
            <pc:sldMk cId="776265580" sldId="289"/>
            <ac:inkMk id="39" creationId="{F5ADFE8C-B614-44A4-9991-3D66AA6DA2F1}"/>
          </ac:inkMkLst>
        </pc:inkChg>
        <pc:inkChg chg="add del mod">
          <ac:chgData name="ismail hammoudeh" userId="dcaf3914c8d376b0" providerId="LiveId" clId="{74176ABA-3E57-46B3-8515-5E77F4E7C31A}" dt="2021-03-06T12:32:48.379" v="7195"/>
          <ac:inkMkLst>
            <pc:docMk/>
            <pc:sldMk cId="776265580" sldId="289"/>
            <ac:inkMk id="41" creationId="{D426DC9F-3D09-4715-8156-EF50F68CB218}"/>
          </ac:inkMkLst>
        </pc:inkChg>
        <pc:inkChg chg="add del mod">
          <ac:chgData name="ismail hammoudeh" userId="dcaf3914c8d376b0" providerId="LiveId" clId="{74176ABA-3E57-46B3-8515-5E77F4E7C31A}" dt="2021-03-06T12:32:48.375" v="7171"/>
          <ac:inkMkLst>
            <pc:docMk/>
            <pc:sldMk cId="776265580" sldId="289"/>
            <ac:inkMk id="42" creationId="{6B3CF031-59B5-443F-8690-2CAFA720C16F}"/>
          </ac:inkMkLst>
        </pc:inkChg>
        <pc:inkChg chg="add del mod">
          <ac:chgData name="ismail hammoudeh" userId="dcaf3914c8d376b0" providerId="LiveId" clId="{74176ABA-3E57-46B3-8515-5E77F4E7C31A}" dt="2021-03-06T12:32:57.769" v="7215"/>
          <ac:inkMkLst>
            <pc:docMk/>
            <pc:sldMk cId="776265580" sldId="289"/>
            <ac:inkMk id="43" creationId="{F54B6225-7C90-4671-8583-33F329BE81DF}"/>
          </ac:inkMkLst>
        </pc:inkChg>
        <pc:inkChg chg="add del mod">
          <ac:chgData name="ismail hammoudeh" userId="dcaf3914c8d376b0" providerId="LiveId" clId="{74176ABA-3E57-46B3-8515-5E77F4E7C31A}" dt="2021-03-06T12:32:48.374" v="7165"/>
          <ac:inkMkLst>
            <pc:docMk/>
            <pc:sldMk cId="776265580" sldId="289"/>
            <ac:inkMk id="44" creationId="{1C56753E-6A06-49AB-BE1C-87DA170C43C6}"/>
          </ac:inkMkLst>
        </pc:inkChg>
        <pc:inkChg chg="add del mod">
          <ac:chgData name="ismail hammoudeh" userId="dcaf3914c8d376b0" providerId="LiveId" clId="{74176ABA-3E57-46B3-8515-5E77F4E7C31A}" dt="2021-03-06T12:32:48.376" v="7178"/>
          <ac:inkMkLst>
            <pc:docMk/>
            <pc:sldMk cId="776265580" sldId="289"/>
            <ac:inkMk id="45" creationId="{B417A490-7663-44C6-A303-1CEFE1C69DBB}"/>
          </ac:inkMkLst>
        </pc:inkChg>
        <pc:inkChg chg="add del mod">
          <ac:chgData name="ismail hammoudeh" userId="dcaf3914c8d376b0" providerId="LiveId" clId="{74176ABA-3E57-46B3-8515-5E77F4E7C31A}" dt="2021-03-06T12:32:48.379" v="7194"/>
          <ac:inkMkLst>
            <pc:docMk/>
            <pc:sldMk cId="776265580" sldId="289"/>
            <ac:inkMk id="46" creationId="{EE10F843-1572-4D25-B99D-4BB212230BF2}"/>
          </ac:inkMkLst>
        </pc:inkChg>
        <pc:inkChg chg="add del mod">
          <ac:chgData name="ismail hammoudeh" userId="dcaf3914c8d376b0" providerId="LiveId" clId="{74176ABA-3E57-46B3-8515-5E77F4E7C31A}" dt="2021-03-06T12:32:48.379" v="7196"/>
          <ac:inkMkLst>
            <pc:docMk/>
            <pc:sldMk cId="776265580" sldId="289"/>
            <ac:inkMk id="47" creationId="{644C1C03-72E7-41D4-9BCD-97B81B078336}"/>
          </ac:inkMkLst>
        </pc:inkChg>
        <pc:inkChg chg="add del mod">
          <ac:chgData name="ismail hammoudeh" userId="dcaf3914c8d376b0" providerId="LiveId" clId="{74176ABA-3E57-46B3-8515-5E77F4E7C31A}" dt="2021-03-06T12:32:48.376" v="7175"/>
          <ac:inkMkLst>
            <pc:docMk/>
            <pc:sldMk cId="776265580" sldId="289"/>
            <ac:inkMk id="48" creationId="{D0F80EE4-E824-474C-B94E-53D73C17F79C}"/>
          </ac:inkMkLst>
        </pc:inkChg>
        <pc:inkChg chg="add del mod">
          <ac:chgData name="ismail hammoudeh" userId="dcaf3914c8d376b0" providerId="LiveId" clId="{74176ABA-3E57-46B3-8515-5E77F4E7C31A}" dt="2021-03-06T12:32:48.375" v="7169"/>
          <ac:inkMkLst>
            <pc:docMk/>
            <pc:sldMk cId="776265580" sldId="289"/>
            <ac:inkMk id="49" creationId="{EC749F6D-7F18-4D39-A7B4-712C1DF85C01}"/>
          </ac:inkMkLst>
        </pc:inkChg>
        <pc:inkChg chg="add del mod">
          <ac:chgData name="ismail hammoudeh" userId="dcaf3914c8d376b0" providerId="LiveId" clId="{74176ABA-3E57-46B3-8515-5E77F4E7C31A}" dt="2021-03-06T12:32:57.770" v="7216"/>
          <ac:inkMkLst>
            <pc:docMk/>
            <pc:sldMk cId="776265580" sldId="289"/>
            <ac:inkMk id="51" creationId="{B51BDE4A-86A4-4121-AB5D-6C44DD66F10A}"/>
          </ac:inkMkLst>
        </pc:inkChg>
        <pc:inkChg chg="add del mod">
          <ac:chgData name="ismail hammoudeh" userId="dcaf3914c8d376b0" providerId="LiveId" clId="{74176ABA-3E57-46B3-8515-5E77F4E7C31A}" dt="2021-03-06T12:32:57.770" v="7220"/>
          <ac:inkMkLst>
            <pc:docMk/>
            <pc:sldMk cId="776265580" sldId="289"/>
            <ac:inkMk id="52" creationId="{43BDF803-54DC-4DEC-96BD-936AC8B48240}"/>
          </ac:inkMkLst>
        </pc:inkChg>
        <pc:inkChg chg="add del mod">
          <ac:chgData name="ismail hammoudeh" userId="dcaf3914c8d376b0" providerId="LiveId" clId="{74176ABA-3E57-46B3-8515-5E77F4E7C31A}" dt="2021-03-06T12:32:57.770" v="7221"/>
          <ac:inkMkLst>
            <pc:docMk/>
            <pc:sldMk cId="776265580" sldId="289"/>
            <ac:inkMk id="54" creationId="{DFA76A7D-E662-4E28-9D9C-63769A1965EF}"/>
          </ac:inkMkLst>
        </pc:inkChg>
        <pc:inkChg chg="add del mod">
          <ac:chgData name="ismail hammoudeh" userId="dcaf3914c8d376b0" providerId="LiveId" clId="{74176ABA-3E57-46B3-8515-5E77F4E7C31A}" dt="2021-03-06T12:32:57.771" v="7225"/>
          <ac:inkMkLst>
            <pc:docMk/>
            <pc:sldMk cId="776265580" sldId="289"/>
            <ac:inkMk id="55" creationId="{64F53D89-8C34-4B1B-8794-D25CCDECAB2A}"/>
          </ac:inkMkLst>
        </pc:inkChg>
        <pc:inkChg chg="add del mod">
          <ac:chgData name="ismail hammoudeh" userId="dcaf3914c8d376b0" providerId="LiveId" clId="{74176ABA-3E57-46B3-8515-5E77F4E7C31A}" dt="2021-03-06T12:32:57.770" v="7217"/>
          <ac:inkMkLst>
            <pc:docMk/>
            <pc:sldMk cId="776265580" sldId="289"/>
            <ac:inkMk id="56" creationId="{F3C1E98C-3229-4541-A587-75CB1306FFDC}"/>
          </ac:inkMkLst>
        </pc:inkChg>
        <pc:inkChg chg="add del mod">
          <ac:chgData name="ismail hammoudeh" userId="dcaf3914c8d376b0" providerId="LiveId" clId="{74176ABA-3E57-46B3-8515-5E77F4E7C31A}" dt="2021-03-06T12:32:57.771" v="7224"/>
          <ac:inkMkLst>
            <pc:docMk/>
            <pc:sldMk cId="776265580" sldId="289"/>
            <ac:inkMk id="58" creationId="{96497072-97B6-47E2-A0A9-FEBC2A1FB8FE}"/>
          </ac:inkMkLst>
        </pc:inkChg>
        <pc:inkChg chg="add del mod">
          <ac:chgData name="ismail hammoudeh" userId="dcaf3914c8d376b0" providerId="LiveId" clId="{74176ABA-3E57-46B3-8515-5E77F4E7C31A}" dt="2021-03-06T12:32:57.770" v="7219"/>
          <ac:inkMkLst>
            <pc:docMk/>
            <pc:sldMk cId="776265580" sldId="289"/>
            <ac:inkMk id="59" creationId="{E756E5BA-1915-4DBC-9482-D67F611905F3}"/>
          </ac:inkMkLst>
        </pc:inkChg>
        <pc:inkChg chg="add del mod">
          <ac:chgData name="ismail hammoudeh" userId="dcaf3914c8d376b0" providerId="LiveId" clId="{74176ABA-3E57-46B3-8515-5E77F4E7C31A}" dt="2021-03-06T12:32:54.205" v="7205"/>
          <ac:inkMkLst>
            <pc:docMk/>
            <pc:sldMk cId="776265580" sldId="289"/>
            <ac:inkMk id="60" creationId="{59F72545-F060-41C1-91A7-96F3B7103640}"/>
          </ac:inkMkLst>
        </pc:inkChg>
        <pc:inkChg chg="add del mod">
          <ac:chgData name="ismail hammoudeh" userId="dcaf3914c8d376b0" providerId="LiveId" clId="{74176ABA-3E57-46B3-8515-5E77F4E7C31A}" dt="2021-03-06T12:32:54.206" v="7210"/>
          <ac:inkMkLst>
            <pc:docMk/>
            <pc:sldMk cId="776265580" sldId="289"/>
            <ac:inkMk id="61" creationId="{EEFF0615-3A02-4F61-A099-24031C7C0E13}"/>
          </ac:inkMkLst>
        </pc:inkChg>
        <pc:inkChg chg="add del mod">
          <ac:chgData name="ismail hammoudeh" userId="dcaf3914c8d376b0" providerId="LiveId" clId="{74176ABA-3E57-46B3-8515-5E77F4E7C31A}" dt="2021-03-06T12:32:48.377" v="7181"/>
          <ac:inkMkLst>
            <pc:docMk/>
            <pc:sldMk cId="776265580" sldId="289"/>
            <ac:inkMk id="62" creationId="{CBF3C68E-352C-4051-B2F4-1D26521D7DD4}"/>
          </ac:inkMkLst>
        </pc:inkChg>
        <pc:inkChg chg="add del mod">
          <ac:chgData name="ismail hammoudeh" userId="dcaf3914c8d376b0" providerId="LiveId" clId="{74176ABA-3E57-46B3-8515-5E77F4E7C31A}" dt="2021-03-06T12:32:54.206" v="7213"/>
          <ac:inkMkLst>
            <pc:docMk/>
            <pc:sldMk cId="776265580" sldId="289"/>
            <ac:inkMk id="63" creationId="{F6776CBF-85F6-462B-AD30-890EB4DE140A}"/>
          </ac:inkMkLst>
        </pc:inkChg>
        <pc:inkChg chg="add del mod">
          <ac:chgData name="ismail hammoudeh" userId="dcaf3914c8d376b0" providerId="LiveId" clId="{74176ABA-3E57-46B3-8515-5E77F4E7C31A}" dt="2021-03-06T12:32:54.409" v="7214"/>
          <ac:inkMkLst>
            <pc:docMk/>
            <pc:sldMk cId="776265580" sldId="289"/>
            <ac:inkMk id="64" creationId="{996CBCDA-479E-4ADE-A298-5E4DD8895D5F}"/>
          </ac:inkMkLst>
        </pc:inkChg>
        <pc:inkChg chg="add del mod">
          <ac:chgData name="ismail hammoudeh" userId="dcaf3914c8d376b0" providerId="LiveId" clId="{74176ABA-3E57-46B3-8515-5E77F4E7C31A}" dt="2021-03-06T12:32:48.376" v="7176"/>
          <ac:inkMkLst>
            <pc:docMk/>
            <pc:sldMk cId="776265580" sldId="289"/>
            <ac:inkMk id="65" creationId="{59C1A057-5C32-4793-8CBB-8E5C4A2B43D6}"/>
          </ac:inkMkLst>
        </pc:inkChg>
        <pc:inkChg chg="add del mod">
          <ac:chgData name="ismail hammoudeh" userId="dcaf3914c8d376b0" providerId="LiveId" clId="{74176ABA-3E57-46B3-8515-5E77F4E7C31A}" dt="2021-03-06T12:32:48.375" v="7172"/>
          <ac:inkMkLst>
            <pc:docMk/>
            <pc:sldMk cId="776265580" sldId="289"/>
            <ac:inkMk id="66" creationId="{2676F391-3D69-4A66-892B-C5CA2BA1CE27}"/>
          </ac:inkMkLst>
        </pc:inkChg>
        <pc:inkChg chg="add del mod">
          <ac:chgData name="ismail hammoudeh" userId="dcaf3914c8d376b0" providerId="LiveId" clId="{74176ABA-3E57-46B3-8515-5E77F4E7C31A}" dt="2021-03-06T12:32:48.378" v="7188"/>
          <ac:inkMkLst>
            <pc:docMk/>
            <pc:sldMk cId="776265580" sldId="289"/>
            <ac:inkMk id="68" creationId="{828FC35C-BAC5-4CB5-948F-84ECA8F02C70}"/>
          </ac:inkMkLst>
        </pc:inkChg>
        <pc:inkChg chg="add del mod">
          <ac:chgData name="ismail hammoudeh" userId="dcaf3914c8d376b0" providerId="LiveId" clId="{74176ABA-3E57-46B3-8515-5E77F4E7C31A}" dt="2021-03-06T12:32:54.206" v="7211"/>
          <ac:inkMkLst>
            <pc:docMk/>
            <pc:sldMk cId="776265580" sldId="289"/>
            <ac:inkMk id="69" creationId="{7609A81F-F873-4155-8F27-CCEBB426274E}"/>
          </ac:inkMkLst>
        </pc:inkChg>
        <pc:inkChg chg="add del mod">
          <ac:chgData name="ismail hammoudeh" userId="dcaf3914c8d376b0" providerId="LiveId" clId="{74176ABA-3E57-46B3-8515-5E77F4E7C31A}" dt="2021-03-06T12:32:54.206" v="7212"/>
          <ac:inkMkLst>
            <pc:docMk/>
            <pc:sldMk cId="776265580" sldId="289"/>
            <ac:inkMk id="70" creationId="{0CEABB66-DCB5-4ABF-BC45-075A906CEB4F}"/>
          </ac:inkMkLst>
        </pc:inkChg>
        <pc:inkChg chg="add del mod">
          <ac:chgData name="ismail hammoudeh" userId="dcaf3914c8d376b0" providerId="LiveId" clId="{74176ABA-3E57-46B3-8515-5E77F4E7C31A}" dt="2021-03-06T12:32:54.205" v="7204"/>
          <ac:inkMkLst>
            <pc:docMk/>
            <pc:sldMk cId="776265580" sldId="289"/>
            <ac:inkMk id="71" creationId="{7A542149-340C-4896-9B1F-0E0A99C85507}"/>
          </ac:inkMkLst>
        </pc:inkChg>
        <pc:inkChg chg="add del mod">
          <ac:chgData name="ismail hammoudeh" userId="dcaf3914c8d376b0" providerId="LiveId" clId="{74176ABA-3E57-46B3-8515-5E77F4E7C31A}" dt="2021-03-06T12:32:54.205" v="7203"/>
          <ac:inkMkLst>
            <pc:docMk/>
            <pc:sldMk cId="776265580" sldId="289"/>
            <ac:inkMk id="72" creationId="{86C56A8A-3FA9-403B-A6D5-AB18E8EBEB2B}"/>
          </ac:inkMkLst>
        </pc:inkChg>
        <pc:inkChg chg="add del mod">
          <ac:chgData name="ismail hammoudeh" userId="dcaf3914c8d376b0" providerId="LiveId" clId="{74176ABA-3E57-46B3-8515-5E77F4E7C31A}" dt="2021-03-06T12:32:54.205" v="7207"/>
          <ac:inkMkLst>
            <pc:docMk/>
            <pc:sldMk cId="776265580" sldId="289"/>
            <ac:inkMk id="73" creationId="{5F63270F-F50A-473B-A64B-5313E1B007A1}"/>
          </ac:inkMkLst>
        </pc:inkChg>
        <pc:inkChg chg="add del mod">
          <ac:chgData name="ismail hammoudeh" userId="dcaf3914c8d376b0" providerId="LiveId" clId="{74176ABA-3E57-46B3-8515-5E77F4E7C31A}" dt="2021-03-06T12:32:54.205" v="7208"/>
          <ac:inkMkLst>
            <pc:docMk/>
            <pc:sldMk cId="776265580" sldId="289"/>
            <ac:inkMk id="74" creationId="{81889F3D-5E48-46A1-A371-29000ADBE7A6}"/>
          </ac:inkMkLst>
        </pc:inkChg>
        <pc:inkChg chg="add del mod">
          <ac:chgData name="ismail hammoudeh" userId="dcaf3914c8d376b0" providerId="LiveId" clId="{74176ABA-3E57-46B3-8515-5E77F4E7C31A}" dt="2021-03-06T12:32:54.205" v="7206"/>
          <ac:inkMkLst>
            <pc:docMk/>
            <pc:sldMk cId="776265580" sldId="289"/>
            <ac:inkMk id="75" creationId="{074C69C8-1122-450B-B5A8-AEE7D8A85698}"/>
          </ac:inkMkLst>
        </pc:inkChg>
        <pc:inkChg chg="add del">
          <ac:chgData name="ismail hammoudeh" userId="dcaf3914c8d376b0" providerId="LiveId" clId="{74176ABA-3E57-46B3-8515-5E77F4E7C31A}" dt="2021-03-06T12:32:54.206" v="7209"/>
          <ac:inkMkLst>
            <pc:docMk/>
            <pc:sldMk cId="776265580" sldId="289"/>
            <ac:inkMk id="77" creationId="{A2D216B5-88E6-46F4-B53B-332028F00FD4}"/>
          </ac:inkMkLst>
        </pc:inkChg>
        <pc:inkChg chg="add del mod">
          <ac:chgData name="ismail hammoudeh" userId="dcaf3914c8d376b0" providerId="LiveId" clId="{74176ABA-3E57-46B3-8515-5E77F4E7C31A}" dt="2021-03-06T12:32:51.379" v="7200"/>
          <ac:inkMkLst>
            <pc:docMk/>
            <pc:sldMk cId="776265580" sldId="289"/>
            <ac:inkMk id="78" creationId="{48DC419E-9772-4330-86AF-82F465FED928}"/>
          </ac:inkMkLst>
        </pc:inkChg>
        <pc:inkChg chg="add del mod">
          <ac:chgData name="ismail hammoudeh" userId="dcaf3914c8d376b0" providerId="LiveId" clId="{74176ABA-3E57-46B3-8515-5E77F4E7C31A}" dt="2021-03-06T12:32:51.379" v="7199"/>
          <ac:inkMkLst>
            <pc:docMk/>
            <pc:sldMk cId="776265580" sldId="289"/>
            <ac:inkMk id="79" creationId="{9EAFC1BF-E467-4567-9D9B-6C15D3158898}"/>
          </ac:inkMkLst>
        </pc:inkChg>
        <pc:inkChg chg="add del mod">
          <ac:chgData name="ismail hammoudeh" userId="dcaf3914c8d376b0" providerId="LiveId" clId="{74176ABA-3E57-46B3-8515-5E77F4E7C31A}" dt="2021-03-06T12:32:51.379" v="7198"/>
          <ac:inkMkLst>
            <pc:docMk/>
            <pc:sldMk cId="776265580" sldId="289"/>
            <ac:inkMk id="80" creationId="{B815489A-884B-42B3-ADAE-7DBABFFF64AD}"/>
          </ac:inkMkLst>
        </pc:inkChg>
        <pc:inkChg chg="add del mod">
          <ac:chgData name="ismail hammoudeh" userId="dcaf3914c8d376b0" providerId="LiveId" clId="{74176ABA-3E57-46B3-8515-5E77F4E7C31A}" dt="2021-03-06T12:32:51.380" v="7202"/>
          <ac:inkMkLst>
            <pc:docMk/>
            <pc:sldMk cId="776265580" sldId="289"/>
            <ac:inkMk id="82" creationId="{AE43E42A-227E-499F-8742-CD0563595DDE}"/>
          </ac:inkMkLst>
        </pc:inkChg>
        <pc:inkChg chg="add del mod">
          <ac:chgData name="ismail hammoudeh" userId="dcaf3914c8d376b0" providerId="LiveId" clId="{74176ABA-3E57-46B3-8515-5E77F4E7C31A}" dt="2021-03-06T12:32:51.380" v="7201"/>
          <ac:inkMkLst>
            <pc:docMk/>
            <pc:sldMk cId="776265580" sldId="289"/>
            <ac:inkMk id="83" creationId="{CD9F49A3-607A-4462-AE97-D08793D18D4E}"/>
          </ac:inkMkLst>
        </pc:inkChg>
        <pc:inkChg chg="add del">
          <ac:chgData name="ismail hammoudeh" userId="dcaf3914c8d376b0" providerId="LiveId" clId="{74176ABA-3E57-46B3-8515-5E77F4E7C31A}" dt="2021-03-06T12:32:51.379" v="7197"/>
          <ac:inkMkLst>
            <pc:docMk/>
            <pc:sldMk cId="776265580" sldId="289"/>
            <ac:inkMk id="85" creationId="{D72CFFCB-D0DB-4DCC-832A-BA1AC996FB42}"/>
          </ac:inkMkLst>
        </pc:inkChg>
        <pc:inkChg chg="add del mod">
          <ac:chgData name="ismail hammoudeh" userId="dcaf3914c8d376b0" providerId="LiveId" clId="{74176ABA-3E57-46B3-8515-5E77F4E7C31A}" dt="2021-03-06T12:10:06.737" v="6884"/>
          <ac:inkMkLst>
            <pc:docMk/>
            <pc:sldMk cId="776265580" sldId="289"/>
            <ac:inkMk id="86" creationId="{B656B2A3-DDE3-4C1C-85A0-0D9F64F81171}"/>
          </ac:inkMkLst>
        </pc:inkChg>
        <pc:inkChg chg="add del mod">
          <ac:chgData name="ismail hammoudeh" userId="dcaf3914c8d376b0" providerId="LiveId" clId="{74176ABA-3E57-46B3-8515-5E77F4E7C31A}" dt="2021-03-06T12:10:06.738" v="6885"/>
          <ac:inkMkLst>
            <pc:docMk/>
            <pc:sldMk cId="776265580" sldId="289"/>
            <ac:inkMk id="87" creationId="{00DD323F-4C55-4779-A180-D596DC85EBF2}"/>
          </ac:inkMkLst>
        </pc:inkChg>
        <pc:inkChg chg="add del mod">
          <ac:chgData name="ismail hammoudeh" userId="dcaf3914c8d376b0" providerId="LiveId" clId="{74176ABA-3E57-46B3-8515-5E77F4E7C31A}" dt="2021-03-06T12:10:07.664" v="6887"/>
          <ac:inkMkLst>
            <pc:docMk/>
            <pc:sldMk cId="776265580" sldId="289"/>
            <ac:inkMk id="88" creationId="{E9E6C416-0F6F-4F69-A3FB-18567164649D}"/>
          </ac:inkMkLst>
        </pc:inkChg>
        <pc:inkChg chg="add del mod">
          <ac:chgData name="ismail hammoudeh" userId="dcaf3914c8d376b0" providerId="LiveId" clId="{74176ABA-3E57-46B3-8515-5E77F4E7C31A}" dt="2021-03-06T12:10:06.737" v="6883"/>
          <ac:inkMkLst>
            <pc:docMk/>
            <pc:sldMk cId="776265580" sldId="289"/>
            <ac:inkMk id="89" creationId="{806BF393-ADF9-4816-A2AA-6A3510B8EB81}"/>
          </ac:inkMkLst>
        </pc:inkChg>
        <pc:inkChg chg="add del mod">
          <ac:chgData name="ismail hammoudeh" userId="dcaf3914c8d376b0" providerId="LiveId" clId="{74176ABA-3E57-46B3-8515-5E77F4E7C31A}" dt="2021-03-06T12:10:07.165" v="6886"/>
          <ac:inkMkLst>
            <pc:docMk/>
            <pc:sldMk cId="776265580" sldId="289"/>
            <ac:inkMk id="90" creationId="{7B926F2A-5E26-4A70-AEAC-0B9B3BAE5BF7}"/>
          </ac:inkMkLst>
        </pc:inkChg>
        <pc:inkChg chg="add mod">
          <ac:chgData name="ismail hammoudeh" userId="dcaf3914c8d376b0" providerId="LiveId" clId="{74176ABA-3E57-46B3-8515-5E77F4E7C31A}" dt="2021-03-06T12:10:19.231" v="6900"/>
          <ac:inkMkLst>
            <pc:docMk/>
            <pc:sldMk cId="776265580" sldId="289"/>
            <ac:inkMk id="92" creationId="{69D7321C-5D2A-489F-8BE8-05CF2D757D62}"/>
          </ac:inkMkLst>
        </pc:inkChg>
        <pc:inkChg chg="add mod">
          <ac:chgData name="ismail hammoudeh" userId="dcaf3914c8d376b0" providerId="LiveId" clId="{74176ABA-3E57-46B3-8515-5E77F4E7C31A}" dt="2021-03-06T12:10:19.231" v="6900"/>
          <ac:inkMkLst>
            <pc:docMk/>
            <pc:sldMk cId="776265580" sldId="289"/>
            <ac:inkMk id="93" creationId="{60643630-919A-4FF9-9D73-EF5D05BEAC45}"/>
          </ac:inkMkLst>
        </pc:inkChg>
        <pc:inkChg chg="add mod">
          <ac:chgData name="ismail hammoudeh" userId="dcaf3914c8d376b0" providerId="LiveId" clId="{74176ABA-3E57-46B3-8515-5E77F4E7C31A}" dt="2021-03-06T12:10:19.231" v="6900"/>
          <ac:inkMkLst>
            <pc:docMk/>
            <pc:sldMk cId="776265580" sldId="289"/>
            <ac:inkMk id="94" creationId="{A973E910-F2AD-4837-9902-6F7B15339CE2}"/>
          </ac:inkMkLst>
        </pc:inkChg>
        <pc:inkChg chg="add mod">
          <ac:chgData name="ismail hammoudeh" userId="dcaf3914c8d376b0" providerId="LiveId" clId="{74176ABA-3E57-46B3-8515-5E77F4E7C31A}" dt="2021-03-06T12:10:19.231" v="6900"/>
          <ac:inkMkLst>
            <pc:docMk/>
            <pc:sldMk cId="776265580" sldId="289"/>
            <ac:inkMk id="95" creationId="{52F37E5A-82EE-482C-8E09-B035422C490C}"/>
          </ac:inkMkLst>
        </pc:inkChg>
        <pc:inkChg chg="add mod">
          <ac:chgData name="ismail hammoudeh" userId="dcaf3914c8d376b0" providerId="LiveId" clId="{74176ABA-3E57-46B3-8515-5E77F4E7C31A}" dt="2021-03-06T12:10:19.231" v="6900"/>
          <ac:inkMkLst>
            <pc:docMk/>
            <pc:sldMk cId="776265580" sldId="289"/>
            <ac:inkMk id="96" creationId="{CE161B81-7211-4C71-8BF1-BE7C512C0055}"/>
          </ac:inkMkLst>
        </pc:inkChg>
        <pc:inkChg chg="add mod">
          <ac:chgData name="ismail hammoudeh" userId="dcaf3914c8d376b0" providerId="LiveId" clId="{74176ABA-3E57-46B3-8515-5E77F4E7C31A}" dt="2021-03-06T12:10:19.231" v="6900"/>
          <ac:inkMkLst>
            <pc:docMk/>
            <pc:sldMk cId="776265580" sldId="289"/>
            <ac:inkMk id="97" creationId="{D9170B86-1B31-4440-84E3-651098C63976}"/>
          </ac:inkMkLst>
        </pc:inkChg>
        <pc:inkChg chg="add mod">
          <ac:chgData name="ismail hammoudeh" userId="dcaf3914c8d376b0" providerId="LiveId" clId="{74176ABA-3E57-46B3-8515-5E77F4E7C31A}" dt="2021-03-06T12:10:19.231" v="6900"/>
          <ac:inkMkLst>
            <pc:docMk/>
            <pc:sldMk cId="776265580" sldId="289"/>
            <ac:inkMk id="98" creationId="{C3168DAF-777C-4B4B-AD72-AB92E22D0D39}"/>
          </ac:inkMkLst>
        </pc:inkChg>
        <pc:inkChg chg="add mod">
          <ac:chgData name="ismail hammoudeh" userId="dcaf3914c8d376b0" providerId="LiveId" clId="{74176ABA-3E57-46B3-8515-5E77F4E7C31A}" dt="2021-03-06T12:10:19.231" v="6900"/>
          <ac:inkMkLst>
            <pc:docMk/>
            <pc:sldMk cId="776265580" sldId="289"/>
            <ac:inkMk id="99" creationId="{4D792154-52F6-4049-A753-8C6530FB11A1}"/>
          </ac:inkMkLst>
        </pc:inkChg>
        <pc:inkChg chg="add mod">
          <ac:chgData name="ismail hammoudeh" userId="dcaf3914c8d376b0" providerId="LiveId" clId="{74176ABA-3E57-46B3-8515-5E77F4E7C31A}" dt="2021-03-06T12:10:19.231" v="6900"/>
          <ac:inkMkLst>
            <pc:docMk/>
            <pc:sldMk cId="776265580" sldId="289"/>
            <ac:inkMk id="100" creationId="{28922F99-2573-41F6-8AEB-85DC744BFBD5}"/>
          </ac:inkMkLst>
        </pc:inkChg>
        <pc:inkChg chg="add mod">
          <ac:chgData name="ismail hammoudeh" userId="dcaf3914c8d376b0" providerId="LiveId" clId="{74176ABA-3E57-46B3-8515-5E77F4E7C31A}" dt="2021-03-06T12:10:19.231" v="6900"/>
          <ac:inkMkLst>
            <pc:docMk/>
            <pc:sldMk cId="776265580" sldId="289"/>
            <ac:inkMk id="101" creationId="{6F15AF6E-B02D-4B5F-B71D-D93D57DBB6F8}"/>
          </ac:inkMkLst>
        </pc:inkChg>
        <pc:inkChg chg="add mod">
          <ac:chgData name="ismail hammoudeh" userId="dcaf3914c8d376b0" providerId="LiveId" clId="{74176ABA-3E57-46B3-8515-5E77F4E7C31A}" dt="2021-03-06T12:10:19.231" v="6900"/>
          <ac:inkMkLst>
            <pc:docMk/>
            <pc:sldMk cId="776265580" sldId="289"/>
            <ac:inkMk id="102" creationId="{C053262A-91B1-4BE0-ACDA-490E5A1EC0AA}"/>
          </ac:inkMkLst>
        </pc:inkChg>
        <pc:inkChg chg="add mod">
          <ac:chgData name="ismail hammoudeh" userId="dcaf3914c8d376b0" providerId="LiveId" clId="{74176ABA-3E57-46B3-8515-5E77F4E7C31A}" dt="2021-03-06T12:10:19.231" v="6900"/>
          <ac:inkMkLst>
            <pc:docMk/>
            <pc:sldMk cId="776265580" sldId="289"/>
            <ac:inkMk id="103" creationId="{69CC9BAB-3F1C-46EB-A532-761287008631}"/>
          </ac:inkMkLst>
        </pc:inkChg>
        <pc:inkChg chg="add mod">
          <ac:chgData name="ismail hammoudeh" userId="dcaf3914c8d376b0" providerId="LiveId" clId="{74176ABA-3E57-46B3-8515-5E77F4E7C31A}" dt="2021-03-06T12:10:23.660" v="6904"/>
          <ac:inkMkLst>
            <pc:docMk/>
            <pc:sldMk cId="776265580" sldId="289"/>
            <ac:inkMk id="105" creationId="{6A78C183-4880-4EC6-BC06-0F7F240B2F21}"/>
          </ac:inkMkLst>
        </pc:inkChg>
        <pc:inkChg chg="add mod">
          <ac:chgData name="ismail hammoudeh" userId="dcaf3914c8d376b0" providerId="LiveId" clId="{74176ABA-3E57-46B3-8515-5E77F4E7C31A}" dt="2021-03-06T12:10:23.660" v="6904"/>
          <ac:inkMkLst>
            <pc:docMk/>
            <pc:sldMk cId="776265580" sldId="289"/>
            <ac:inkMk id="106" creationId="{0F6DA939-FB7D-40E9-8281-0A98C73725FB}"/>
          </ac:inkMkLst>
        </pc:inkChg>
        <pc:inkChg chg="add mod">
          <ac:chgData name="ismail hammoudeh" userId="dcaf3914c8d376b0" providerId="LiveId" clId="{74176ABA-3E57-46B3-8515-5E77F4E7C31A}" dt="2021-03-06T12:10:32.133" v="6920"/>
          <ac:inkMkLst>
            <pc:docMk/>
            <pc:sldMk cId="776265580" sldId="289"/>
            <ac:inkMk id="107" creationId="{B374382A-5BC5-471F-8242-558FBA49AD27}"/>
          </ac:inkMkLst>
        </pc:inkChg>
        <pc:inkChg chg="add mod">
          <ac:chgData name="ismail hammoudeh" userId="dcaf3914c8d376b0" providerId="LiveId" clId="{74176ABA-3E57-46B3-8515-5E77F4E7C31A}" dt="2021-03-06T12:10:32.133" v="6920"/>
          <ac:inkMkLst>
            <pc:docMk/>
            <pc:sldMk cId="776265580" sldId="289"/>
            <ac:inkMk id="109" creationId="{B5B1FACE-1052-4E7E-A53B-D1C844F241F3}"/>
          </ac:inkMkLst>
        </pc:inkChg>
        <pc:inkChg chg="add mod">
          <ac:chgData name="ismail hammoudeh" userId="dcaf3914c8d376b0" providerId="LiveId" clId="{74176ABA-3E57-46B3-8515-5E77F4E7C31A}" dt="2021-03-06T12:10:32.133" v="6920"/>
          <ac:inkMkLst>
            <pc:docMk/>
            <pc:sldMk cId="776265580" sldId="289"/>
            <ac:inkMk id="110" creationId="{297F6A84-1A49-471B-9622-F1BA71712420}"/>
          </ac:inkMkLst>
        </pc:inkChg>
        <pc:inkChg chg="add mod">
          <ac:chgData name="ismail hammoudeh" userId="dcaf3914c8d376b0" providerId="LiveId" clId="{74176ABA-3E57-46B3-8515-5E77F4E7C31A}" dt="2021-03-06T12:10:32.133" v="6920"/>
          <ac:inkMkLst>
            <pc:docMk/>
            <pc:sldMk cId="776265580" sldId="289"/>
            <ac:inkMk id="111" creationId="{45E64198-9643-4F88-83A9-C3FD7509F70F}"/>
          </ac:inkMkLst>
        </pc:inkChg>
        <pc:inkChg chg="add mod">
          <ac:chgData name="ismail hammoudeh" userId="dcaf3914c8d376b0" providerId="LiveId" clId="{74176ABA-3E57-46B3-8515-5E77F4E7C31A}" dt="2021-03-06T12:10:32.133" v="6920"/>
          <ac:inkMkLst>
            <pc:docMk/>
            <pc:sldMk cId="776265580" sldId="289"/>
            <ac:inkMk id="112" creationId="{64202204-9571-4C4A-AB8A-2524B2BCB8E1}"/>
          </ac:inkMkLst>
        </pc:inkChg>
        <pc:inkChg chg="add">
          <ac:chgData name="ismail hammoudeh" userId="dcaf3914c8d376b0" providerId="LiveId" clId="{74176ABA-3E57-46B3-8515-5E77F4E7C31A}" dt="2021-03-06T12:10:25.332" v="6909" actId="9405"/>
          <ac:inkMkLst>
            <pc:docMk/>
            <pc:sldMk cId="776265580" sldId="289"/>
            <ac:inkMk id="113" creationId="{93475E6E-9E4D-4288-8B5D-C223A9B37DC0}"/>
          </ac:inkMkLst>
        </pc:inkChg>
        <pc:inkChg chg="add mod">
          <ac:chgData name="ismail hammoudeh" userId="dcaf3914c8d376b0" providerId="LiveId" clId="{74176ABA-3E57-46B3-8515-5E77F4E7C31A}" dt="2021-03-06T12:10:32.133" v="6920"/>
          <ac:inkMkLst>
            <pc:docMk/>
            <pc:sldMk cId="776265580" sldId="289"/>
            <ac:inkMk id="114" creationId="{C1FCAC42-D19A-420B-B470-13470C4065BA}"/>
          </ac:inkMkLst>
        </pc:inkChg>
        <pc:inkChg chg="add mod">
          <ac:chgData name="ismail hammoudeh" userId="dcaf3914c8d376b0" providerId="LiveId" clId="{74176ABA-3E57-46B3-8515-5E77F4E7C31A}" dt="2021-03-06T12:10:32.133" v="6920"/>
          <ac:inkMkLst>
            <pc:docMk/>
            <pc:sldMk cId="776265580" sldId="289"/>
            <ac:inkMk id="115" creationId="{8B190ACD-B7A8-49F4-B07F-3BF64B76223E}"/>
          </ac:inkMkLst>
        </pc:inkChg>
        <pc:inkChg chg="add mod">
          <ac:chgData name="ismail hammoudeh" userId="dcaf3914c8d376b0" providerId="LiveId" clId="{74176ABA-3E57-46B3-8515-5E77F4E7C31A}" dt="2021-03-06T12:10:32.133" v="6920"/>
          <ac:inkMkLst>
            <pc:docMk/>
            <pc:sldMk cId="776265580" sldId="289"/>
            <ac:inkMk id="116" creationId="{63EBEB58-BD17-434C-8EE4-70787AA1C046}"/>
          </ac:inkMkLst>
        </pc:inkChg>
        <pc:inkChg chg="add mod">
          <ac:chgData name="ismail hammoudeh" userId="dcaf3914c8d376b0" providerId="LiveId" clId="{74176ABA-3E57-46B3-8515-5E77F4E7C31A}" dt="2021-03-06T12:10:32.133" v="6920"/>
          <ac:inkMkLst>
            <pc:docMk/>
            <pc:sldMk cId="776265580" sldId="289"/>
            <ac:inkMk id="117" creationId="{14F92545-AC57-497C-9F87-49D2616BD7D2}"/>
          </ac:inkMkLst>
        </pc:inkChg>
        <pc:inkChg chg="add mod">
          <ac:chgData name="ismail hammoudeh" userId="dcaf3914c8d376b0" providerId="LiveId" clId="{74176ABA-3E57-46B3-8515-5E77F4E7C31A}" dt="2021-03-06T12:10:32.133" v="6920"/>
          <ac:inkMkLst>
            <pc:docMk/>
            <pc:sldMk cId="776265580" sldId="289"/>
            <ac:inkMk id="118" creationId="{A949E701-A10B-4B1E-A9DA-19CD2A7BC64F}"/>
          </ac:inkMkLst>
        </pc:inkChg>
        <pc:inkChg chg="add mod">
          <ac:chgData name="ismail hammoudeh" userId="dcaf3914c8d376b0" providerId="LiveId" clId="{74176ABA-3E57-46B3-8515-5E77F4E7C31A}" dt="2021-03-06T12:10:32.133" v="6920"/>
          <ac:inkMkLst>
            <pc:docMk/>
            <pc:sldMk cId="776265580" sldId="289"/>
            <ac:inkMk id="119" creationId="{041DBC54-EACC-4CC7-B38C-BE9B8770B056}"/>
          </ac:inkMkLst>
        </pc:inkChg>
        <pc:inkChg chg="add mod">
          <ac:chgData name="ismail hammoudeh" userId="dcaf3914c8d376b0" providerId="LiveId" clId="{74176ABA-3E57-46B3-8515-5E77F4E7C31A}" dt="2021-03-06T12:10:32.133" v="6920"/>
          <ac:inkMkLst>
            <pc:docMk/>
            <pc:sldMk cId="776265580" sldId="289"/>
            <ac:inkMk id="120" creationId="{CC4BB635-80E8-437E-B9EA-03D21F65ECB6}"/>
          </ac:inkMkLst>
        </pc:inkChg>
        <pc:inkChg chg="add mod">
          <ac:chgData name="ismail hammoudeh" userId="dcaf3914c8d376b0" providerId="LiveId" clId="{74176ABA-3E57-46B3-8515-5E77F4E7C31A}" dt="2021-03-06T12:10:32.133" v="6920"/>
          <ac:inkMkLst>
            <pc:docMk/>
            <pc:sldMk cId="776265580" sldId="289"/>
            <ac:inkMk id="121" creationId="{AB270030-3476-4FE1-B9E8-D955FDFA8D1B}"/>
          </ac:inkMkLst>
        </pc:inkChg>
        <pc:inkChg chg="add mod">
          <ac:chgData name="ismail hammoudeh" userId="dcaf3914c8d376b0" providerId="LiveId" clId="{74176ABA-3E57-46B3-8515-5E77F4E7C31A}" dt="2021-03-06T12:10:32.133" v="6920"/>
          <ac:inkMkLst>
            <pc:docMk/>
            <pc:sldMk cId="776265580" sldId="289"/>
            <ac:inkMk id="122" creationId="{01FF9B1B-DEC4-4EEE-B502-047F26CA4D10}"/>
          </ac:inkMkLst>
        </pc:inkChg>
        <pc:inkChg chg="add mod">
          <ac:chgData name="ismail hammoudeh" userId="dcaf3914c8d376b0" providerId="LiveId" clId="{74176ABA-3E57-46B3-8515-5E77F4E7C31A}" dt="2021-03-06T12:10:32.133" v="6920"/>
          <ac:inkMkLst>
            <pc:docMk/>
            <pc:sldMk cId="776265580" sldId="289"/>
            <ac:inkMk id="123" creationId="{6A36081D-8628-4053-AEFA-7D1E3A66418B}"/>
          </ac:inkMkLst>
        </pc:inkChg>
        <pc:inkChg chg="add mod">
          <ac:chgData name="ismail hammoudeh" userId="dcaf3914c8d376b0" providerId="LiveId" clId="{74176ABA-3E57-46B3-8515-5E77F4E7C31A}" dt="2021-03-06T12:10:44.512" v="6939"/>
          <ac:inkMkLst>
            <pc:docMk/>
            <pc:sldMk cId="776265580" sldId="289"/>
            <ac:inkMk id="126" creationId="{9EE89EDE-6728-4138-AE3D-DAD3E7373C2C}"/>
          </ac:inkMkLst>
        </pc:inkChg>
        <pc:inkChg chg="add">
          <ac:chgData name="ismail hammoudeh" userId="dcaf3914c8d376b0" providerId="LiveId" clId="{74176ABA-3E57-46B3-8515-5E77F4E7C31A}" dt="2021-03-06T12:10:36.373" v="6922" actId="9405"/>
          <ac:inkMkLst>
            <pc:docMk/>
            <pc:sldMk cId="776265580" sldId="289"/>
            <ac:inkMk id="127" creationId="{1878DCCB-ED26-4BF5-96B4-1CB3BC2A7C1A}"/>
          </ac:inkMkLst>
        </pc:inkChg>
        <pc:inkChg chg="add mod">
          <ac:chgData name="ismail hammoudeh" userId="dcaf3914c8d376b0" providerId="LiveId" clId="{74176ABA-3E57-46B3-8515-5E77F4E7C31A}" dt="2021-03-06T12:10:44.512" v="6939"/>
          <ac:inkMkLst>
            <pc:docMk/>
            <pc:sldMk cId="776265580" sldId="289"/>
            <ac:inkMk id="128" creationId="{13160091-F6C5-4E2B-9769-F8D2AF16B404}"/>
          </ac:inkMkLst>
        </pc:inkChg>
        <pc:inkChg chg="add mod">
          <ac:chgData name="ismail hammoudeh" userId="dcaf3914c8d376b0" providerId="LiveId" clId="{74176ABA-3E57-46B3-8515-5E77F4E7C31A}" dt="2021-03-06T12:10:44.512" v="6939"/>
          <ac:inkMkLst>
            <pc:docMk/>
            <pc:sldMk cId="776265580" sldId="289"/>
            <ac:inkMk id="129" creationId="{46163BD7-9447-47A0-B653-BA77B90B9E36}"/>
          </ac:inkMkLst>
        </pc:inkChg>
        <pc:inkChg chg="add mod">
          <ac:chgData name="ismail hammoudeh" userId="dcaf3914c8d376b0" providerId="LiveId" clId="{74176ABA-3E57-46B3-8515-5E77F4E7C31A}" dt="2021-03-06T12:10:44.512" v="6939"/>
          <ac:inkMkLst>
            <pc:docMk/>
            <pc:sldMk cId="776265580" sldId="289"/>
            <ac:inkMk id="130" creationId="{EB207968-CD51-4709-8413-4CBC9D365BE4}"/>
          </ac:inkMkLst>
        </pc:inkChg>
        <pc:inkChg chg="add mod">
          <ac:chgData name="ismail hammoudeh" userId="dcaf3914c8d376b0" providerId="LiveId" clId="{74176ABA-3E57-46B3-8515-5E77F4E7C31A}" dt="2021-03-06T12:10:44.512" v="6939"/>
          <ac:inkMkLst>
            <pc:docMk/>
            <pc:sldMk cId="776265580" sldId="289"/>
            <ac:inkMk id="131" creationId="{6E77032F-ECE7-4BA1-8DF3-38CFCF3E3742}"/>
          </ac:inkMkLst>
        </pc:inkChg>
        <pc:inkChg chg="add mod">
          <ac:chgData name="ismail hammoudeh" userId="dcaf3914c8d376b0" providerId="LiveId" clId="{74176ABA-3E57-46B3-8515-5E77F4E7C31A}" dt="2021-03-06T12:10:44.512" v="6939"/>
          <ac:inkMkLst>
            <pc:docMk/>
            <pc:sldMk cId="776265580" sldId="289"/>
            <ac:inkMk id="132" creationId="{89F71E19-34DD-4374-BB7E-C81B129E4A93}"/>
          </ac:inkMkLst>
        </pc:inkChg>
        <pc:inkChg chg="add mod">
          <ac:chgData name="ismail hammoudeh" userId="dcaf3914c8d376b0" providerId="LiveId" clId="{74176ABA-3E57-46B3-8515-5E77F4E7C31A}" dt="2021-03-06T12:10:44.512" v="6939"/>
          <ac:inkMkLst>
            <pc:docMk/>
            <pc:sldMk cId="776265580" sldId="289"/>
            <ac:inkMk id="133" creationId="{39472EDE-DD06-4B0A-B117-E2DD489DB0AC}"/>
          </ac:inkMkLst>
        </pc:inkChg>
        <pc:inkChg chg="add mod">
          <ac:chgData name="ismail hammoudeh" userId="dcaf3914c8d376b0" providerId="LiveId" clId="{74176ABA-3E57-46B3-8515-5E77F4E7C31A}" dt="2021-03-06T12:10:44.512" v="6939"/>
          <ac:inkMkLst>
            <pc:docMk/>
            <pc:sldMk cId="776265580" sldId="289"/>
            <ac:inkMk id="134" creationId="{1AC70470-064D-400A-BAA8-F67DF7BDF07F}"/>
          </ac:inkMkLst>
        </pc:inkChg>
        <pc:inkChg chg="add mod">
          <ac:chgData name="ismail hammoudeh" userId="dcaf3914c8d376b0" providerId="LiveId" clId="{74176ABA-3E57-46B3-8515-5E77F4E7C31A}" dt="2021-03-06T12:10:44.512" v="6939"/>
          <ac:inkMkLst>
            <pc:docMk/>
            <pc:sldMk cId="776265580" sldId="289"/>
            <ac:inkMk id="135" creationId="{86BFBEF0-6C88-4BC9-8801-76F1EC342529}"/>
          </ac:inkMkLst>
        </pc:inkChg>
        <pc:inkChg chg="add mod">
          <ac:chgData name="ismail hammoudeh" userId="dcaf3914c8d376b0" providerId="LiveId" clId="{74176ABA-3E57-46B3-8515-5E77F4E7C31A}" dt="2021-03-06T12:10:44.512" v="6939"/>
          <ac:inkMkLst>
            <pc:docMk/>
            <pc:sldMk cId="776265580" sldId="289"/>
            <ac:inkMk id="136" creationId="{771DB11D-8980-402F-A31E-40D8C6259640}"/>
          </ac:inkMkLst>
        </pc:inkChg>
        <pc:inkChg chg="add mod">
          <ac:chgData name="ismail hammoudeh" userId="dcaf3914c8d376b0" providerId="LiveId" clId="{74176ABA-3E57-46B3-8515-5E77F4E7C31A}" dt="2021-03-06T12:10:44.512" v="6939"/>
          <ac:inkMkLst>
            <pc:docMk/>
            <pc:sldMk cId="776265580" sldId="289"/>
            <ac:inkMk id="137" creationId="{D685876D-EA9D-4693-9E93-9BE4D66669FB}"/>
          </ac:inkMkLst>
        </pc:inkChg>
        <pc:inkChg chg="add mod">
          <ac:chgData name="ismail hammoudeh" userId="dcaf3914c8d376b0" providerId="LiveId" clId="{74176ABA-3E57-46B3-8515-5E77F4E7C31A}" dt="2021-03-06T12:10:44.512" v="6939"/>
          <ac:inkMkLst>
            <pc:docMk/>
            <pc:sldMk cId="776265580" sldId="289"/>
            <ac:inkMk id="138" creationId="{0F7998C4-F80C-40AF-A8DF-273B264500B6}"/>
          </ac:inkMkLst>
        </pc:inkChg>
        <pc:inkChg chg="add mod">
          <ac:chgData name="ismail hammoudeh" userId="dcaf3914c8d376b0" providerId="LiveId" clId="{74176ABA-3E57-46B3-8515-5E77F4E7C31A}" dt="2021-03-06T12:10:44.512" v="6939"/>
          <ac:inkMkLst>
            <pc:docMk/>
            <pc:sldMk cId="776265580" sldId="289"/>
            <ac:inkMk id="139" creationId="{F154B2B2-5A0E-465D-9D33-9817E023CC31}"/>
          </ac:inkMkLst>
        </pc:inkChg>
        <pc:inkChg chg="add mod">
          <ac:chgData name="ismail hammoudeh" userId="dcaf3914c8d376b0" providerId="LiveId" clId="{74176ABA-3E57-46B3-8515-5E77F4E7C31A}" dt="2021-03-06T12:10:44.512" v="6939"/>
          <ac:inkMkLst>
            <pc:docMk/>
            <pc:sldMk cId="776265580" sldId="289"/>
            <ac:inkMk id="140" creationId="{7F1DAE1A-54AD-4067-9F15-70DCB24AF732}"/>
          </ac:inkMkLst>
        </pc:inkChg>
        <pc:inkChg chg="add mod">
          <ac:chgData name="ismail hammoudeh" userId="dcaf3914c8d376b0" providerId="LiveId" clId="{74176ABA-3E57-46B3-8515-5E77F4E7C31A}" dt="2021-03-06T12:10:44.512" v="6939"/>
          <ac:inkMkLst>
            <pc:docMk/>
            <pc:sldMk cId="776265580" sldId="289"/>
            <ac:inkMk id="141" creationId="{0F5883EC-DB2E-4EC5-9806-5E88AA0E416F}"/>
          </ac:inkMkLst>
        </pc:inkChg>
        <pc:inkChg chg="add mod">
          <ac:chgData name="ismail hammoudeh" userId="dcaf3914c8d376b0" providerId="LiveId" clId="{74176ABA-3E57-46B3-8515-5E77F4E7C31A}" dt="2021-03-06T12:10:44.512" v="6939"/>
          <ac:inkMkLst>
            <pc:docMk/>
            <pc:sldMk cId="776265580" sldId="289"/>
            <ac:inkMk id="142" creationId="{F99D457F-A369-43E8-BEB6-3D9389B38387}"/>
          </ac:inkMkLst>
        </pc:inkChg>
        <pc:inkChg chg="add mod">
          <ac:chgData name="ismail hammoudeh" userId="dcaf3914c8d376b0" providerId="LiveId" clId="{74176ABA-3E57-46B3-8515-5E77F4E7C31A}" dt="2021-03-06T12:10:44.512" v="6939"/>
          <ac:inkMkLst>
            <pc:docMk/>
            <pc:sldMk cId="776265580" sldId="289"/>
            <ac:inkMk id="143" creationId="{24AE92E5-35EE-41CC-A267-7E129342BC56}"/>
          </ac:inkMkLst>
        </pc:inkChg>
        <pc:inkChg chg="add mod">
          <ac:chgData name="ismail hammoudeh" userId="dcaf3914c8d376b0" providerId="LiveId" clId="{74176ABA-3E57-46B3-8515-5E77F4E7C31A}" dt="2021-03-06T12:10:50.940" v="6943"/>
          <ac:inkMkLst>
            <pc:docMk/>
            <pc:sldMk cId="776265580" sldId="289"/>
            <ac:inkMk id="147" creationId="{6EF5B6F6-1006-4C1D-94AA-212614C0086E}"/>
          </ac:inkMkLst>
        </pc:inkChg>
        <pc:inkChg chg="add mod">
          <ac:chgData name="ismail hammoudeh" userId="dcaf3914c8d376b0" providerId="LiveId" clId="{74176ABA-3E57-46B3-8515-5E77F4E7C31A}" dt="2021-03-06T12:10:50.940" v="6943"/>
          <ac:inkMkLst>
            <pc:docMk/>
            <pc:sldMk cId="776265580" sldId="289"/>
            <ac:inkMk id="148" creationId="{141B6F05-BB43-4F55-B5E0-724C20CF6988}"/>
          </ac:inkMkLst>
        </pc:inkChg>
        <pc:inkChg chg="add mod">
          <ac:chgData name="ismail hammoudeh" userId="dcaf3914c8d376b0" providerId="LiveId" clId="{74176ABA-3E57-46B3-8515-5E77F4E7C31A}" dt="2021-03-06T12:10:50.940" v="6943"/>
          <ac:inkMkLst>
            <pc:docMk/>
            <pc:sldMk cId="776265580" sldId="289"/>
            <ac:inkMk id="149" creationId="{C4128243-5A6F-4ACB-916E-D27974115CB4}"/>
          </ac:inkMkLst>
        </pc:inkChg>
        <pc:inkChg chg="add mod">
          <ac:chgData name="ismail hammoudeh" userId="dcaf3914c8d376b0" providerId="LiveId" clId="{74176ABA-3E57-46B3-8515-5E77F4E7C31A}" dt="2021-03-06T12:10:52.736" v="6946"/>
          <ac:inkMkLst>
            <pc:docMk/>
            <pc:sldMk cId="776265580" sldId="289"/>
            <ac:inkMk id="151" creationId="{0F202660-75DA-4AE5-8662-44572FD3D647}"/>
          </ac:inkMkLst>
        </pc:inkChg>
        <pc:inkChg chg="add mod">
          <ac:chgData name="ismail hammoudeh" userId="dcaf3914c8d376b0" providerId="LiveId" clId="{74176ABA-3E57-46B3-8515-5E77F4E7C31A}" dt="2021-03-06T12:10:52.736" v="6946"/>
          <ac:inkMkLst>
            <pc:docMk/>
            <pc:sldMk cId="776265580" sldId="289"/>
            <ac:inkMk id="152" creationId="{64CC5D64-4B50-4F39-B2FA-8793C63A9727}"/>
          </ac:inkMkLst>
        </pc:inkChg>
        <pc:inkChg chg="add">
          <ac:chgData name="ismail hammoudeh" userId="dcaf3914c8d376b0" providerId="LiveId" clId="{74176ABA-3E57-46B3-8515-5E77F4E7C31A}" dt="2021-03-06T12:10:54.839" v="6947" actId="9405"/>
          <ac:inkMkLst>
            <pc:docMk/>
            <pc:sldMk cId="776265580" sldId="289"/>
            <ac:inkMk id="154" creationId="{2796BE00-40B2-47BF-838F-8F5DBC5DEE5A}"/>
          </ac:inkMkLst>
        </pc:inkChg>
        <pc:inkChg chg="add">
          <ac:chgData name="ismail hammoudeh" userId="dcaf3914c8d376b0" providerId="LiveId" clId="{74176ABA-3E57-46B3-8515-5E77F4E7C31A}" dt="2021-03-06T12:10:55.361" v="6948" actId="9405"/>
          <ac:inkMkLst>
            <pc:docMk/>
            <pc:sldMk cId="776265580" sldId="289"/>
            <ac:inkMk id="155" creationId="{3A27CE3A-5FEF-4D80-B38A-01F5807ABF2F}"/>
          </ac:inkMkLst>
        </pc:inkChg>
        <pc:inkChg chg="add mod">
          <ac:chgData name="ismail hammoudeh" userId="dcaf3914c8d376b0" providerId="LiveId" clId="{74176ABA-3E57-46B3-8515-5E77F4E7C31A}" dt="2021-03-06T12:11:01.364" v="6956"/>
          <ac:inkMkLst>
            <pc:docMk/>
            <pc:sldMk cId="776265580" sldId="289"/>
            <ac:inkMk id="156" creationId="{DBF37296-B629-4515-A771-8419D89953EA}"/>
          </ac:inkMkLst>
        </pc:inkChg>
        <pc:inkChg chg="add mod">
          <ac:chgData name="ismail hammoudeh" userId="dcaf3914c8d376b0" providerId="LiveId" clId="{74176ABA-3E57-46B3-8515-5E77F4E7C31A}" dt="2021-03-06T12:11:01.364" v="6956"/>
          <ac:inkMkLst>
            <pc:docMk/>
            <pc:sldMk cId="776265580" sldId="289"/>
            <ac:inkMk id="157" creationId="{A080F8DC-E6E3-48A5-AB68-2D24BA8D51A9}"/>
          </ac:inkMkLst>
        </pc:inkChg>
        <pc:inkChg chg="add mod">
          <ac:chgData name="ismail hammoudeh" userId="dcaf3914c8d376b0" providerId="LiveId" clId="{74176ABA-3E57-46B3-8515-5E77F4E7C31A}" dt="2021-03-06T12:11:01.364" v="6956"/>
          <ac:inkMkLst>
            <pc:docMk/>
            <pc:sldMk cId="776265580" sldId="289"/>
            <ac:inkMk id="158" creationId="{33493F2C-ED6B-4089-838E-27EA8D60C499}"/>
          </ac:inkMkLst>
        </pc:inkChg>
        <pc:inkChg chg="add mod">
          <ac:chgData name="ismail hammoudeh" userId="dcaf3914c8d376b0" providerId="LiveId" clId="{74176ABA-3E57-46B3-8515-5E77F4E7C31A}" dt="2021-03-06T12:11:01.364" v="6956"/>
          <ac:inkMkLst>
            <pc:docMk/>
            <pc:sldMk cId="776265580" sldId="289"/>
            <ac:inkMk id="159" creationId="{0B299B0B-5318-498A-9889-B260809A8913}"/>
          </ac:inkMkLst>
        </pc:inkChg>
        <pc:inkChg chg="add mod">
          <ac:chgData name="ismail hammoudeh" userId="dcaf3914c8d376b0" providerId="LiveId" clId="{74176ABA-3E57-46B3-8515-5E77F4E7C31A}" dt="2021-03-06T12:11:01.364" v="6956"/>
          <ac:inkMkLst>
            <pc:docMk/>
            <pc:sldMk cId="776265580" sldId="289"/>
            <ac:inkMk id="160" creationId="{818DE692-82EA-419D-8607-4C0083661718}"/>
          </ac:inkMkLst>
        </pc:inkChg>
        <pc:inkChg chg="add mod">
          <ac:chgData name="ismail hammoudeh" userId="dcaf3914c8d376b0" providerId="LiveId" clId="{74176ABA-3E57-46B3-8515-5E77F4E7C31A}" dt="2021-03-06T12:11:01.364" v="6956"/>
          <ac:inkMkLst>
            <pc:docMk/>
            <pc:sldMk cId="776265580" sldId="289"/>
            <ac:inkMk id="161" creationId="{3E6E84B1-0C15-4DDD-8202-FBBE58B0CD54}"/>
          </ac:inkMkLst>
        </pc:inkChg>
        <pc:inkChg chg="add mod">
          <ac:chgData name="ismail hammoudeh" userId="dcaf3914c8d376b0" providerId="LiveId" clId="{74176ABA-3E57-46B3-8515-5E77F4E7C31A}" dt="2021-03-06T12:11:01.364" v="6956"/>
          <ac:inkMkLst>
            <pc:docMk/>
            <pc:sldMk cId="776265580" sldId="289"/>
            <ac:inkMk id="162" creationId="{A8FECE60-E452-4EFA-921E-D0F8F5B2C9CF}"/>
          </ac:inkMkLst>
        </pc:inkChg>
        <pc:inkChg chg="add">
          <ac:chgData name="ismail hammoudeh" userId="dcaf3914c8d376b0" providerId="LiveId" clId="{74176ABA-3E57-46B3-8515-5E77F4E7C31A}" dt="2021-03-06T12:11:05.650" v="6957" actId="9405"/>
          <ac:inkMkLst>
            <pc:docMk/>
            <pc:sldMk cId="776265580" sldId="289"/>
            <ac:inkMk id="164" creationId="{43BBF6F1-B53B-44BC-B29E-CD189119D292}"/>
          </ac:inkMkLst>
        </pc:inkChg>
        <pc:inkChg chg="add">
          <ac:chgData name="ismail hammoudeh" userId="dcaf3914c8d376b0" providerId="LiveId" clId="{74176ABA-3E57-46B3-8515-5E77F4E7C31A}" dt="2021-03-06T12:11:06.189" v="6958" actId="9405"/>
          <ac:inkMkLst>
            <pc:docMk/>
            <pc:sldMk cId="776265580" sldId="289"/>
            <ac:inkMk id="165" creationId="{D9207FB7-1422-4D31-B6D8-D83633A1B2D9}"/>
          </ac:inkMkLst>
        </pc:inkChg>
        <pc:inkChg chg="add mod">
          <ac:chgData name="ismail hammoudeh" userId="dcaf3914c8d376b0" providerId="LiveId" clId="{74176ABA-3E57-46B3-8515-5E77F4E7C31A}" dt="2021-03-06T12:11:27.302" v="6975"/>
          <ac:inkMkLst>
            <pc:docMk/>
            <pc:sldMk cId="776265580" sldId="289"/>
            <ac:inkMk id="166" creationId="{9CCC4766-6B23-4FAD-95BB-DC3589B08EF0}"/>
          </ac:inkMkLst>
        </pc:inkChg>
        <pc:inkChg chg="add del mod">
          <ac:chgData name="ismail hammoudeh" userId="dcaf3914c8d376b0" providerId="LiveId" clId="{74176ABA-3E57-46B3-8515-5E77F4E7C31A}" dt="2021-03-06T12:11:22.705" v="6971"/>
          <ac:inkMkLst>
            <pc:docMk/>
            <pc:sldMk cId="776265580" sldId="289"/>
            <ac:inkMk id="167" creationId="{4464A8A0-74D5-4469-B895-A96999B808B2}"/>
          </ac:inkMkLst>
        </pc:inkChg>
        <pc:inkChg chg="add del mod">
          <ac:chgData name="ismail hammoudeh" userId="dcaf3914c8d376b0" providerId="LiveId" clId="{74176ABA-3E57-46B3-8515-5E77F4E7C31A}" dt="2021-03-06T12:11:22.705" v="6972"/>
          <ac:inkMkLst>
            <pc:docMk/>
            <pc:sldMk cId="776265580" sldId="289"/>
            <ac:inkMk id="168" creationId="{A50EF95A-1276-4988-B187-352BD47C4659}"/>
          </ac:inkMkLst>
        </pc:inkChg>
        <pc:inkChg chg="add del mod">
          <ac:chgData name="ismail hammoudeh" userId="dcaf3914c8d376b0" providerId="LiveId" clId="{74176ABA-3E57-46B3-8515-5E77F4E7C31A}" dt="2021-03-06T12:11:22.704" v="6970"/>
          <ac:inkMkLst>
            <pc:docMk/>
            <pc:sldMk cId="776265580" sldId="289"/>
            <ac:inkMk id="169" creationId="{D8AD7E54-6478-44FD-BC8C-7537ECDEA8EF}"/>
          </ac:inkMkLst>
        </pc:inkChg>
        <pc:inkChg chg="add mod">
          <ac:chgData name="ismail hammoudeh" userId="dcaf3914c8d376b0" providerId="LiveId" clId="{74176ABA-3E57-46B3-8515-5E77F4E7C31A}" dt="2021-03-06T12:11:27.302" v="6975"/>
          <ac:inkMkLst>
            <pc:docMk/>
            <pc:sldMk cId="776265580" sldId="289"/>
            <ac:inkMk id="170" creationId="{C28D41CC-7E6B-4F76-97D2-04A50BF98787}"/>
          </ac:inkMkLst>
        </pc:inkChg>
        <pc:inkChg chg="add mod">
          <ac:chgData name="ismail hammoudeh" userId="dcaf3914c8d376b0" providerId="LiveId" clId="{74176ABA-3E57-46B3-8515-5E77F4E7C31A}" dt="2021-03-06T12:11:27.302" v="6975"/>
          <ac:inkMkLst>
            <pc:docMk/>
            <pc:sldMk cId="776265580" sldId="289"/>
            <ac:inkMk id="171" creationId="{875AEE69-9775-47AA-9F71-9FEE36EF8E42}"/>
          </ac:inkMkLst>
        </pc:inkChg>
        <pc:inkChg chg="add mod">
          <ac:chgData name="ismail hammoudeh" userId="dcaf3914c8d376b0" providerId="LiveId" clId="{74176ABA-3E57-46B3-8515-5E77F4E7C31A}" dt="2021-03-06T12:11:27.302" v="6975"/>
          <ac:inkMkLst>
            <pc:docMk/>
            <pc:sldMk cId="776265580" sldId="289"/>
            <ac:inkMk id="173" creationId="{81B69BCC-ED06-4871-9D23-AEE044566BBF}"/>
          </ac:inkMkLst>
        </pc:inkChg>
        <pc:inkChg chg="add mod">
          <ac:chgData name="ismail hammoudeh" userId="dcaf3914c8d376b0" providerId="LiveId" clId="{74176ABA-3E57-46B3-8515-5E77F4E7C31A}" dt="2021-03-06T12:11:27.302" v="6975"/>
          <ac:inkMkLst>
            <pc:docMk/>
            <pc:sldMk cId="776265580" sldId="289"/>
            <ac:inkMk id="174" creationId="{DB5DF063-D2C1-4818-8E07-16A248E3D3AC}"/>
          </ac:inkMkLst>
        </pc:inkChg>
        <pc:inkChg chg="add mod">
          <ac:chgData name="ismail hammoudeh" userId="dcaf3914c8d376b0" providerId="LiveId" clId="{74176ABA-3E57-46B3-8515-5E77F4E7C31A}" dt="2021-03-06T12:11:27.302" v="6975"/>
          <ac:inkMkLst>
            <pc:docMk/>
            <pc:sldMk cId="776265580" sldId="289"/>
            <ac:inkMk id="175" creationId="{7E0162D7-411C-42CF-8494-162D5C32D993}"/>
          </ac:inkMkLst>
        </pc:inkChg>
        <pc:inkChg chg="add mod">
          <ac:chgData name="ismail hammoudeh" userId="dcaf3914c8d376b0" providerId="LiveId" clId="{74176ABA-3E57-46B3-8515-5E77F4E7C31A}" dt="2021-03-06T12:11:27.302" v="6975"/>
          <ac:inkMkLst>
            <pc:docMk/>
            <pc:sldMk cId="776265580" sldId="289"/>
            <ac:inkMk id="177" creationId="{9362B1DA-002B-4EFE-9D41-BA49C00680F3}"/>
          </ac:inkMkLst>
        </pc:inkChg>
        <pc:inkChg chg="add mod">
          <ac:chgData name="ismail hammoudeh" userId="dcaf3914c8d376b0" providerId="LiveId" clId="{74176ABA-3E57-46B3-8515-5E77F4E7C31A}" dt="2021-03-06T12:11:27.302" v="6975"/>
          <ac:inkMkLst>
            <pc:docMk/>
            <pc:sldMk cId="776265580" sldId="289"/>
            <ac:inkMk id="178" creationId="{E5BF5106-1FDB-4ACF-A510-AF0307C6C0B0}"/>
          </ac:inkMkLst>
        </pc:inkChg>
        <pc:inkChg chg="add">
          <ac:chgData name="ismail hammoudeh" userId="dcaf3914c8d376b0" providerId="LiveId" clId="{74176ABA-3E57-46B3-8515-5E77F4E7C31A}" dt="2021-03-06T12:11:35.283" v="6976" actId="9405"/>
          <ac:inkMkLst>
            <pc:docMk/>
            <pc:sldMk cId="776265580" sldId="289"/>
            <ac:inkMk id="180" creationId="{BFD7AA1C-30F0-438D-835F-E50B5B0623B2}"/>
          </ac:inkMkLst>
        </pc:inkChg>
        <pc:inkChg chg="add mod">
          <ac:chgData name="ismail hammoudeh" userId="dcaf3914c8d376b0" providerId="LiveId" clId="{74176ABA-3E57-46B3-8515-5E77F4E7C31A}" dt="2021-03-06T12:24:22.980" v="7100"/>
          <ac:inkMkLst>
            <pc:docMk/>
            <pc:sldMk cId="776265580" sldId="289"/>
            <ac:inkMk id="181" creationId="{B610A585-17A5-4607-920A-619C6676451B}"/>
          </ac:inkMkLst>
        </pc:inkChg>
        <pc:inkChg chg="add mod">
          <ac:chgData name="ismail hammoudeh" userId="dcaf3914c8d376b0" providerId="LiveId" clId="{74176ABA-3E57-46B3-8515-5E77F4E7C31A}" dt="2021-03-06T12:24:22.980" v="7100"/>
          <ac:inkMkLst>
            <pc:docMk/>
            <pc:sldMk cId="776265580" sldId="289"/>
            <ac:inkMk id="182" creationId="{7EA94006-CB1A-4D05-AB22-B45998542FC6}"/>
          </ac:inkMkLst>
        </pc:inkChg>
        <pc:inkChg chg="add mod">
          <ac:chgData name="ismail hammoudeh" userId="dcaf3914c8d376b0" providerId="LiveId" clId="{74176ABA-3E57-46B3-8515-5E77F4E7C31A}" dt="2021-03-06T12:24:22.980" v="7100"/>
          <ac:inkMkLst>
            <pc:docMk/>
            <pc:sldMk cId="776265580" sldId="289"/>
            <ac:inkMk id="183" creationId="{0550AA9B-051E-4CC4-8739-CD81B76FDCCF}"/>
          </ac:inkMkLst>
        </pc:inkChg>
        <pc:inkChg chg="add mod">
          <ac:chgData name="ismail hammoudeh" userId="dcaf3914c8d376b0" providerId="LiveId" clId="{74176ABA-3E57-46B3-8515-5E77F4E7C31A}" dt="2021-03-06T12:24:22.980" v="7100"/>
          <ac:inkMkLst>
            <pc:docMk/>
            <pc:sldMk cId="776265580" sldId="289"/>
            <ac:inkMk id="184" creationId="{E090734D-3EE1-476D-A911-CDC10F70035D}"/>
          </ac:inkMkLst>
        </pc:inkChg>
        <pc:inkChg chg="add mod">
          <ac:chgData name="ismail hammoudeh" userId="dcaf3914c8d376b0" providerId="LiveId" clId="{74176ABA-3E57-46B3-8515-5E77F4E7C31A}" dt="2021-03-06T12:24:22.980" v="7100"/>
          <ac:inkMkLst>
            <pc:docMk/>
            <pc:sldMk cId="776265580" sldId="289"/>
            <ac:inkMk id="185" creationId="{A73D50F4-B6FF-4329-8474-EB72BDE3C782}"/>
          </ac:inkMkLst>
        </pc:inkChg>
        <pc:inkChg chg="add mod">
          <ac:chgData name="ismail hammoudeh" userId="dcaf3914c8d376b0" providerId="LiveId" clId="{74176ABA-3E57-46B3-8515-5E77F4E7C31A}" dt="2021-03-06T12:24:22.980" v="7100"/>
          <ac:inkMkLst>
            <pc:docMk/>
            <pc:sldMk cId="776265580" sldId="289"/>
            <ac:inkMk id="186" creationId="{292C869F-D6E3-41E4-AB5B-5898D0FF1EF1}"/>
          </ac:inkMkLst>
        </pc:inkChg>
        <pc:inkChg chg="add mod">
          <ac:chgData name="ismail hammoudeh" userId="dcaf3914c8d376b0" providerId="LiveId" clId="{74176ABA-3E57-46B3-8515-5E77F4E7C31A}" dt="2021-03-06T12:24:22.980" v="7100"/>
          <ac:inkMkLst>
            <pc:docMk/>
            <pc:sldMk cId="776265580" sldId="289"/>
            <ac:inkMk id="187" creationId="{958D43F3-0CF3-4015-BD6C-8B5822A7C384}"/>
          </ac:inkMkLst>
        </pc:inkChg>
        <pc:inkChg chg="add mod">
          <ac:chgData name="ismail hammoudeh" userId="dcaf3914c8d376b0" providerId="LiveId" clId="{74176ABA-3E57-46B3-8515-5E77F4E7C31A}" dt="2021-03-06T12:24:22.980" v="7100"/>
          <ac:inkMkLst>
            <pc:docMk/>
            <pc:sldMk cId="776265580" sldId="289"/>
            <ac:inkMk id="188" creationId="{7595F633-522E-4FB2-99D2-3B1954327CA8}"/>
          </ac:inkMkLst>
        </pc:inkChg>
        <pc:inkChg chg="add mod">
          <ac:chgData name="ismail hammoudeh" userId="dcaf3914c8d376b0" providerId="LiveId" clId="{74176ABA-3E57-46B3-8515-5E77F4E7C31A}" dt="2021-03-06T12:24:22.980" v="7100"/>
          <ac:inkMkLst>
            <pc:docMk/>
            <pc:sldMk cId="776265580" sldId="289"/>
            <ac:inkMk id="189" creationId="{6253723A-489B-4118-8943-B356C749779B}"/>
          </ac:inkMkLst>
        </pc:inkChg>
        <pc:inkChg chg="add mod">
          <ac:chgData name="ismail hammoudeh" userId="dcaf3914c8d376b0" providerId="LiveId" clId="{74176ABA-3E57-46B3-8515-5E77F4E7C31A}" dt="2021-03-06T12:24:22.980" v="7100"/>
          <ac:inkMkLst>
            <pc:docMk/>
            <pc:sldMk cId="776265580" sldId="289"/>
            <ac:inkMk id="190" creationId="{09981A0E-FE9A-4F84-9854-9CC03C8AB347}"/>
          </ac:inkMkLst>
        </pc:inkChg>
        <pc:inkChg chg="add mod">
          <ac:chgData name="ismail hammoudeh" userId="dcaf3914c8d376b0" providerId="LiveId" clId="{74176ABA-3E57-46B3-8515-5E77F4E7C31A}" dt="2021-03-06T12:24:22.980" v="7100"/>
          <ac:inkMkLst>
            <pc:docMk/>
            <pc:sldMk cId="776265580" sldId="289"/>
            <ac:inkMk id="191" creationId="{79433561-97D6-4A35-9DD6-F0CD342CFA81}"/>
          </ac:inkMkLst>
        </pc:inkChg>
        <pc:inkChg chg="add mod">
          <ac:chgData name="ismail hammoudeh" userId="dcaf3914c8d376b0" providerId="LiveId" clId="{74176ABA-3E57-46B3-8515-5E77F4E7C31A}" dt="2021-03-06T12:24:22.980" v="7100"/>
          <ac:inkMkLst>
            <pc:docMk/>
            <pc:sldMk cId="776265580" sldId="289"/>
            <ac:inkMk id="192" creationId="{29754AF6-AB54-4255-B119-4B4DBEF167CC}"/>
          </ac:inkMkLst>
        </pc:inkChg>
        <pc:inkChg chg="add mod">
          <ac:chgData name="ismail hammoudeh" userId="dcaf3914c8d376b0" providerId="LiveId" clId="{74176ABA-3E57-46B3-8515-5E77F4E7C31A}" dt="2021-03-06T12:24:22.980" v="7100"/>
          <ac:inkMkLst>
            <pc:docMk/>
            <pc:sldMk cId="776265580" sldId="289"/>
            <ac:inkMk id="194" creationId="{7BC12592-5158-4FED-A508-E53D54B857AF}"/>
          </ac:inkMkLst>
        </pc:inkChg>
        <pc:inkChg chg="add mod">
          <ac:chgData name="ismail hammoudeh" userId="dcaf3914c8d376b0" providerId="LiveId" clId="{74176ABA-3E57-46B3-8515-5E77F4E7C31A}" dt="2021-03-06T12:24:22.980" v="7100"/>
          <ac:inkMkLst>
            <pc:docMk/>
            <pc:sldMk cId="776265580" sldId="289"/>
            <ac:inkMk id="195" creationId="{A512D367-E07D-439B-9911-A8EF75A4F98E}"/>
          </ac:inkMkLst>
        </pc:inkChg>
        <pc:inkChg chg="add mod">
          <ac:chgData name="ismail hammoudeh" userId="dcaf3914c8d376b0" providerId="LiveId" clId="{74176ABA-3E57-46B3-8515-5E77F4E7C31A}" dt="2021-03-06T12:24:22.980" v="7100"/>
          <ac:inkMkLst>
            <pc:docMk/>
            <pc:sldMk cId="776265580" sldId="289"/>
            <ac:inkMk id="196" creationId="{E5FBAA03-706C-4633-908E-CE575CF56941}"/>
          </ac:inkMkLst>
        </pc:inkChg>
        <pc:inkChg chg="add mod">
          <ac:chgData name="ismail hammoudeh" userId="dcaf3914c8d376b0" providerId="LiveId" clId="{74176ABA-3E57-46B3-8515-5E77F4E7C31A}" dt="2021-03-06T12:24:22.980" v="7100"/>
          <ac:inkMkLst>
            <pc:docMk/>
            <pc:sldMk cId="776265580" sldId="289"/>
            <ac:inkMk id="197" creationId="{EB5436D5-39D8-4CF3-B2FB-21D4D66E3383}"/>
          </ac:inkMkLst>
        </pc:inkChg>
        <pc:inkChg chg="add mod">
          <ac:chgData name="ismail hammoudeh" userId="dcaf3914c8d376b0" providerId="LiveId" clId="{74176ABA-3E57-46B3-8515-5E77F4E7C31A}" dt="2021-03-06T12:24:22.980" v="7100"/>
          <ac:inkMkLst>
            <pc:docMk/>
            <pc:sldMk cId="776265580" sldId="289"/>
            <ac:inkMk id="198" creationId="{6929A50D-EFC0-447B-8F42-1BFC49A72F54}"/>
          </ac:inkMkLst>
        </pc:inkChg>
        <pc:inkChg chg="add mod">
          <ac:chgData name="ismail hammoudeh" userId="dcaf3914c8d376b0" providerId="LiveId" clId="{74176ABA-3E57-46B3-8515-5E77F4E7C31A}" dt="2021-03-06T12:24:22.980" v="7100"/>
          <ac:inkMkLst>
            <pc:docMk/>
            <pc:sldMk cId="776265580" sldId="289"/>
            <ac:inkMk id="199" creationId="{DF73AD92-2722-4965-B303-6182EB8BB66A}"/>
          </ac:inkMkLst>
        </pc:inkChg>
        <pc:inkChg chg="add mod">
          <ac:chgData name="ismail hammoudeh" userId="dcaf3914c8d376b0" providerId="LiveId" clId="{74176ABA-3E57-46B3-8515-5E77F4E7C31A}" dt="2021-03-06T12:24:22.980" v="7100"/>
          <ac:inkMkLst>
            <pc:docMk/>
            <pc:sldMk cId="776265580" sldId="289"/>
            <ac:inkMk id="200" creationId="{863D47F0-6733-42F5-AC31-804A509E9426}"/>
          </ac:inkMkLst>
        </pc:inkChg>
        <pc:inkChg chg="add mod">
          <ac:chgData name="ismail hammoudeh" userId="dcaf3914c8d376b0" providerId="LiveId" clId="{74176ABA-3E57-46B3-8515-5E77F4E7C31A}" dt="2021-03-06T12:24:22.980" v="7100"/>
          <ac:inkMkLst>
            <pc:docMk/>
            <pc:sldMk cId="776265580" sldId="289"/>
            <ac:inkMk id="201" creationId="{D9356565-D594-4384-9038-4E65FFB3EA8E}"/>
          </ac:inkMkLst>
        </pc:inkChg>
        <pc:inkChg chg="add mod">
          <ac:chgData name="ismail hammoudeh" userId="dcaf3914c8d376b0" providerId="LiveId" clId="{74176ABA-3E57-46B3-8515-5E77F4E7C31A}" dt="2021-03-06T12:24:22.980" v="7100"/>
          <ac:inkMkLst>
            <pc:docMk/>
            <pc:sldMk cId="776265580" sldId="289"/>
            <ac:inkMk id="202" creationId="{0E5D74F2-0F34-4215-86EF-51B553B834DF}"/>
          </ac:inkMkLst>
        </pc:inkChg>
        <pc:inkChg chg="add mod">
          <ac:chgData name="ismail hammoudeh" userId="dcaf3914c8d376b0" providerId="LiveId" clId="{74176ABA-3E57-46B3-8515-5E77F4E7C31A}" dt="2021-03-06T12:24:22.980" v="7100"/>
          <ac:inkMkLst>
            <pc:docMk/>
            <pc:sldMk cId="776265580" sldId="289"/>
            <ac:inkMk id="204" creationId="{D52593DF-0813-417F-B80B-5B2C61F04383}"/>
          </ac:inkMkLst>
        </pc:inkChg>
        <pc:inkChg chg="add mod">
          <ac:chgData name="ismail hammoudeh" userId="dcaf3914c8d376b0" providerId="LiveId" clId="{74176ABA-3E57-46B3-8515-5E77F4E7C31A}" dt="2021-03-06T12:24:22.980" v="7100"/>
          <ac:inkMkLst>
            <pc:docMk/>
            <pc:sldMk cId="776265580" sldId="289"/>
            <ac:inkMk id="205" creationId="{51489964-FF7E-41F2-BA63-C6BA2F64E5E2}"/>
          </ac:inkMkLst>
        </pc:inkChg>
        <pc:inkChg chg="add mod">
          <ac:chgData name="ismail hammoudeh" userId="dcaf3914c8d376b0" providerId="LiveId" clId="{74176ABA-3E57-46B3-8515-5E77F4E7C31A}" dt="2021-03-06T12:24:22.980" v="7100"/>
          <ac:inkMkLst>
            <pc:docMk/>
            <pc:sldMk cId="776265580" sldId="289"/>
            <ac:inkMk id="206" creationId="{2094D6A7-BF00-4207-9220-942E7629E986}"/>
          </ac:inkMkLst>
        </pc:inkChg>
        <pc:inkChg chg="add mod">
          <ac:chgData name="ismail hammoudeh" userId="dcaf3914c8d376b0" providerId="LiveId" clId="{74176ABA-3E57-46B3-8515-5E77F4E7C31A}" dt="2021-03-06T12:24:22.980" v="7100"/>
          <ac:inkMkLst>
            <pc:docMk/>
            <pc:sldMk cId="776265580" sldId="289"/>
            <ac:inkMk id="207" creationId="{7287D760-4290-4EE4-82A9-1FF01D81E64D}"/>
          </ac:inkMkLst>
        </pc:inkChg>
        <pc:inkChg chg="add mod">
          <ac:chgData name="ismail hammoudeh" userId="dcaf3914c8d376b0" providerId="LiveId" clId="{74176ABA-3E57-46B3-8515-5E77F4E7C31A}" dt="2021-03-06T12:24:22.980" v="7100"/>
          <ac:inkMkLst>
            <pc:docMk/>
            <pc:sldMk cId="776265580" sldId="289"/>
            <ac:inkMk id="208" creationId="{3984BA39-279C-4C3A-AE8D-9038CE8D64EC}"/>
          </ac:inkMkLst>
        </pc:inkChg>
        <pc:inkChg chg="add mod">
          <ac:chgData name="ismail hammoudeh" userId="dcaf3914c8d376b0" providerId="LiveId" clId="{74176ABA-3E57-46B3-8515-5E77F4E7C31A}" dt="2021-03-06T12:24:22.980" v="7100"/>
          <ac:inkMkLst>
            <pc:docMk/>
            <pc:sldMk cId="776265580" sldId="289"/>
            <ac:inkMk id="209" creationId="{B711CDF6-F770-4EE5-BAB8-66C41940FE68}"/>
          </ac:inkMkLst>
        </pc:inkChg>
        <pc:inkChg chg="add mod">
          <ac:chgData name="ismail hammoudeh" userId="dcaf3914c8d376b0" providerId="LiveId" clId="{74176ABA-3E57-46B3-8515-5E77F4E7C31A}" dt="2021-03-06T12:24:22.980" v="7100"/>
          <ac:inkMkLst>
            <pc:docMk/>
            <pc:sldMk cId="776265580" sldId="289"/>
            <ac:inkMk id="210" creationId="{D3CFCD52-E05A-471F-8B41-63FDCCECDC67}"/>
          </ac:inkMkLst>
        </pc:inkChg>
        <pc:inkChg chg="add mod">
          <ac:chgData name="ismail hammoudeh" userId="dcaf3914c8d376b0" providerId="LiveId" clId="{74176ABA-3E57-46B3-8515-5E77F4E7C31A}" dt="2021-03-06T12:24:22.980" v="7100"/>
          <ac:inkMkLst>
            <pc:docMk/>
            <pc:sldMk cId="776265580" sldId="289"/>
            <ac:inkMk id="211" creationId="{B3F8880D-D4D0-4A37-86C5-ED8707B0F494}"/>
          </ac:inkMkLst>
        </pc:inkChg>
        <pc:inkChg chg="add mod">
          <ac:chgData name="ismail hammoudeh" userId="dcaf3914c8d376b0" providerId="LiveId" clId="{74176ABA-3E57-46B3-8515-5E77F4E7C31A}" dt="2021-03-06T12:24:22.980" v="7100"/>
          <ac:inkMkLst>
            <pc:docMk/>
            <pc:sldMk cId="776265580" sldId="289"/>
            <ac:inkMk id="212" creationId="{B2F53357-642A-4488-B12A-CC7760355B4B}"/>
          </ac:inkMkLst>
        </pc:inkChg>
        <pc:inkChg chg="add mod">
          <ac:chgData name="ismail hammoudeh" userId="dcaf3914c8d376b0" providerId="LiveId" clId="{74176ABA-3E57-46B3-8515-5E77F4E7C31A}" dt="2021-03-06T12:24:22.980" v="7100"/>
          <ac:inkMkLst>
            <pc:docMk/>
            <pc:sldMk cId="776265580" sldId="289"/>
            <ac:inkMk id="213" creationId="{A8B52D99-ADE9-43E4-A626-F856422DFAAB}"/>
          </ac:inkMkLst>
        </pc:inkChg>
        <pc:inkChg chg="add mod">
          <ac:chgData name="ismail hammoudeh" userId="dcaf3914c8d376b0" providerId="LiveId" clId="{74176ABA-3E57-46B3-8515-5E77F4E7C31A}" dt="2021-03-06T12:24:22.980" v="7100"/>
          <ac:inkMkLst>
            <pc:docMk/>
            <pc:sldMk cId="776265580" sldId="289"/>
            <ac:inkMk id="214" creationId="{C3C110AE-F1E9-4432-9005-B64053E23DEA}"/>
          </ac:inkMkLst>
        </pc:inkChg>
        <pc:inkChg chg="add mod">
          <ac:chgData name="ismail hammoudeh" userId="dcaf3914c8d376b0" providerId="LiveId" clId="{74176ABA-3E57-46B3-8515-5E77F4E7C31A}" dt="2021-03-06T12:24:22.980" v="7100"/>
          <ac:inkMkLst>
            <pc:docMk/>
            <pc:sldMk cId="776265580" sldId="289"/>
            <ac:inkMk id="215" creationId="{FB96E1E6-165D-4C5B-8019-2474B17A6C71}"/>
          </ac:inkMkLst>
        </pc:inkChg>
        <pc:inkChg chg="add mod">
          <ac:chgData name="ismail hammoudeh" userId="dcaf3914c8d376b0" providerId="LiveId" clId="{74176ABA-3E57-46B3-8515-5E77F4E7C31A}" dt="2021-03-06T12:24:22.980" v="7100"/>
          <ac:inkMkLst>
            <pc:docMk/>
            <pc:sldMk cId="776265580" sldId="289"/>
            <ac:inkMk id="216" creationId="{894ED579-2042-447F-A119-B689E0CACDDE}"/>
          </ac:inkMkLst>
        </pc:inkChg>
        <pc:inkChg chg="add mod">
          <ac:chgData name="ismail hammoudeh" userId="dcaf3914c8d376b0" providerId="LiveId" clId="{74176ABA-3E57-46B3-8515-5E77F4E7C31A}" dt="2021-03-06T12:24:22.980" v="7100"/>
          <ac:inkMkLst>
            <pc:docMk/>
            <pc:sldMk cId="776265580" sldId="289"/>
            <ac:inkMk id="217" creationId="{6443B4E6-710E-4808-AC80-FE25C2F9B108}"/>
          </ac:inkMkLst>
        </pc:inkChg>
        <pc:inkChg chg="add mod">
          <ac:chgData name="ismail hammoudeh" userId="dcaf3914c8d376b0" providerId="LiveId" clId="{74176ABA-3E57-46B3-8515-5E77F4E7C31A}" dt="2021-03-06T12:24:22.980" v="7100"/>
          <ac:inkMkLst>
            <pc:docMk/>
            <pc:sldMk cId="776265580" sldId="289"/>
            <ac:inkMk id="218" creationId="{4938F6F7-1560-417E-92DC-B2D6C23937B7}"/>
          </ac:inkMkLst>
        </pc:inkChg>
        <pc:inkChg chg="add mod">
          <ac:chgData name="ismail hammoudeh" userId="dcaf3914c8d376b0" providerId="LiveId" clId="{74176ABA-3E57-46B3-8515-5E77F4E7C31A}" dt="2021-03-06T12:24:22.980" v="7100"/>
          <ac:inkMkLst>
            <pc:docMk/>
            <pc:sldMk cId="776265580" sldId="289"/>
            <ac:inkMk id="219" creationId="{B4C1BAD2-255C-4443-9DB5-8537386A4FD7}"/>
          </ac:inkMkLst>
        </pc:inkChg>
        <pc:inkChg chg="add mod">
          <ac:chgData name="ismail hammoudeh" userId="dcaf3914c8d376b0" providerId="LiveId" clId="{74176ABA-3E57-46B3-8515-5E77F4E7C31A}" dt="2021-03-06T12:24:22.980" v="7100"/>
          <ac:inkMkLst>
            <pc:docMk/>
            <pc:sldMk cId="776265580" sldId="289"/>
            <ac:inkMk id="221" creationId="{59C15CCD-8A20-4514-9422-99D41A9A3487}"/>
          </ac:inkMkLst>
        </pc:inkChg>
        <pc:inkChg chg="add mod">
          <ac:chgData name="ismail hammoudeh" userId="dcaf3914c8d376b0" providerId="LiveId" clId="{74176ABA-3E57-46B3-8515-5E77F4E7C31A}" dt="2021-03-06T12:24:22.980" v="7100"/>
          <ac:inkMkLst>
            <pc:docMk/>
            <pc:sldMk cId="776265580" sldId="289"/>
            <ac:inkMk id="222" creationId="{E234069D-6FE5-48F2-938C-799E0446B549}"/>
          </ac:inkMkLst>
        </pc:inkChg>
        <pc:inkChg chg="add mod">
          <ac:chgData name="ismail hammoudeh" userId="dcaf3914c8d376b0" providerId="LiveId" clId="{74176ABA-3E57-46B3-8515-5E77F4E7C31A}" dt="2021-03-06T12:24:22.980" v="7100"/>
          <ac:inkMkLst>
            <pc:docMk/>
            <pc:sldMk cId="776265580" sldId="289"/>
            <ac:inkMk id="223" creationId="{1F74324E-3A21-495F-87ED-905D15426D66}"/>
          </ac:inkMkLst>
        </pc:inkChg>
        <pc:inkChg chg="add mod">
          <ac:chgData name="ismail hammoudeh" userId="dcaf3914c8d376b0" providerId="LiveId" clId="{74176ABA-3E57-46B3-8515-5E77F4E7C31A}" dt="2021-03-06T12:24:22.980" v="7100"/>
          <ac:inkMkLst>
            <pc:docMk/>
            <pc:sldMk cId="776265580" sldId="289"/>
            <ac:inkMk id="225" creationId="{E44588DB-0C4E-47A6-802B-2A9B2F85CAB9}"/>
          </ac:inkMkLst>
        </pc:inkChg>
        <pc:inkChg chg="add mod">
          <ac:chgData name="ismail hammoudeh" userId="dcaf3914c8d376b0" providerId="LiveId" clId="{74176ABA-3E57-46B3-8515-5E77F4E7C31A}" dt="2021-03-06T12:24:22.980" v="7100"/>
          <ac:inkMkLst>
            <pc:docMk/>
            <pc:sldMk cId="776265580" sldId="289"/>
            <ac:inkMk id="226" creationId="{CCAF6595-D569-4091-AF9D-C7BABDFEBED8}"/>
          </ac:inkMkLst>
        </pc:inkChg>
        <pc:inkChg chg="add mod">
          <ac:chgData name="ismail hammoudeh" userId="dcaf3914c8d376b0" providerId="LiveId" clId="{74176ABA-3E57-46B3-8515-5E77F4E7C31A}" dt="2021-03-06T12:22:59.339" v="7032"/>
          <ac:inkMkLst>
            <pc:docMk/>
            <pc:sldMk cId="776265580" sldId="289"/>
            <ac:inkMk id="228" creationId="{203233D0-D157-476F-8C45-55983F29033C}"/>
          </ac:inkMkLst>
        </pc:inkChg>
        <pc:inkChg chg="add mod">
          <ac:chgData name="ismail hammoudeh" userId="dcaf3914c8d376b0" providerId="LiveId" clId="{74176ABA-3E57-46B3-8515-5E77F4E7C31A}" dt="2021-03-06T12:22:59.339" v="7032"/>
          <ac:inkMkLst>
            <pc:docMk/>
            <pc:sldMk cId="776265580" sldId="289"/>
            <ac:inkMk id="229" creationId="{0835FF03-1906-4572-80BA-BC8A67B9ACB0}"/>
          </ac:inkMkLst>
        </pc:inkChg>
        <pc:inkChg chg="add mod">
          <ac:chgData name="ismail hammoudeh" userId="dcaf3914c8d376b0" providerId="LiveId" clId="{74176ABA-3E57-46B3-8515-5E77F4E7C31A}" dt="2021-03-06T12:22:59.339" v="7032"/>
          <ac:inkMkLst>
            <pc:docMk/>
            <pc:sldMk cId="776265580" sldId="289"/>
            <ac:inkMk id="230" creationId="{49CCB6F6-D18C-497A-9F4C-76ED8B86A79B}"/>
          </ac:inkMkLst>
        </pc:inkChg>
        <pc:inkChg chg="add mod">
          <ac:chgData name="ismail hammoudeh" userId="dcaf3914c8d376b0" providerId="LiveId" clId="{74176ABA-3E57-46B3-8515-5E77F4E7C31A}" dt="2021-03-06T12:22:59.339" v="7032"/>
          <ac:inkMkLst>
            <pc:docMk/>
            <pc:sldMk cId="776265580" sldId="289"/>
            <ac:inkMk id="231" creationId="{7C6CE64C-AA41-476F-9435-E8A167550AB7}"/>
          </ac:inkMkLst>
        </pc:inkChg>
        <pc:inkChg chg="add mod">
          <ac:chgData name="ismail hammoudeh" userId="dcaf3914c8d376b0" providerId="LiveId" clId="{74176ABA-3E57-46B3-8515-5E77F4E7C31A}" dt="2021-03-06T12:22:59.339" v="7032"/>
          <ac:inkMkLst>
            <pc:docMk/>
            <pc:sldMk cId="776265580" sldId="289"/>
            <ac:inkMk id="232" creationId="{EDA274D8-AFDC-4B11-AA3E-2872032C4BEE}"/>
          </ac:inkMkLst>
        </pc:inkChg>
        <pc:inkChg chg="add mod">
          <ac:chgData name="ismail hammoudeh" userId="dcaf3914c8d376b0" providerId="LiveId" clId="{74176ABA-3E57-46B3-8515-5E77F4E7C31A}" dt="2021-03-06T12:22:59.339" v="7032"/>
          <ac:inkMkLst>
            <pc:docMk/>
            <pc:sldMk cId="776265580" sldId="289"/>
            <ac:inkMk id="233" creationId="{CCD32DA5-83CC-4A62-94EE-5310108DF0A8}"/>
          </ac:inkMkLst>
        </pc:inkChg>
        <pc:inkChg chg="add mod">
          <ac:chgData name="ismail hammoudeh" userId="dcaf3914c8d376b0" providerId="LiveId" clId="{74176ABA-3E57-46B3-8515-5E77F4E7C31A}" dt="2021-03-06T12:22:59.339" v="7032"/>
          <ac:inkMkLst>
            <pc:docMk/>
            <pc:sldMk cId="776265580" sldId="289"/>
            <ac:inkMk id="234" creationId="{36284696-EC38-4615-8EF2-100468FE53E3}"/>
          </ac:inkMkLst>
        </pc:inkChg>
        <pc:inkChg chg="add mod">
          <ac:chgData name="ismail hammoudeh" userId="dcaf3914c8d376b0" providerId="LiveId" clId="{74176ABA-3E57-46B3-8515-5E77F4E7C31A}" dt="2021-03-06T12:22:59.339" v="7032"/>
          <ac:inkMkLst>
            <pc:docMk/>
            <pc:sldMk cId="776265580" sldId="289"/>
            <ac:inkMk id="235" creationId="{17C89663-8CEB-4ED1-8929-37A48C02AD35}"/>
          </ac:inkMkLst>
        </pc:inkChg>
        <pc:inkChg chg="add mod">
          <ac:chgData name="ismail hammoudeh" userId="dcaf3914c8d376b0" providerId="LiveId" clId="{74176ABA-3E57-46B3-8515-5E77F4E7C31A}" dt="2021-03-06T12:23:24.539" v="7043"/>
          <ac:inkMkLst>
            <pc:docMk/>
            <pc:sldMk cId="776265580" sldId="289"/>
            <ac:inkMk id="237" creationId="{9506EF0A-E705-4D11-AF73-0D9B8E001D5C}"/>
          </ac:inkMkLst>
        </pc:inkChg>
        <pc:inkChg chg="add mod">
          <ac:chgData name="ismail hammoudeh" userId="dcaf3914c8d376b0" providerId="LiveId" clId="{74176ABA-3E57-46B3-8515-5E77F4E7C31A}" dt="2021-03-06T12:23:24.539" v="7043"/>
          <ac:inkMkLst>
            <pc:docMk/>
            <pc:sldMk cId="776265580" sldId="289"/>
            <ac:inkMk id="238" creationId="{762CAC3D-B18C-4E08-A3F7-1E295D7D72BC}"/>
          </ac:inkMkLst>
        </pc:inkChg>
        <pc:inkChg chg="add mod">
          <ac:chgData name="ismail hammoudeh" userId="dcaf3914c8d376b0" providerId="LiveId" clId="{74176ABA-3E57-46B3-8515-5E77F4E7C31A}" dt="2021-03-06T12:23:24.539" v="7043"/>
          <ac:inkMkLst>
            <pc:docMk/>
            <pc:sldMk cId="776265580" sldId="289"/>
            <ac:inkMk id="239" creationId="{9BAEA9D8-E126-413E-B3B0-95535924D419}"/>
          </ac:inkMkLst>
        </pc:inkChg>
        <pc:inkChg chg="add mod">
          <ac:chgData name="ismail hammoudeh" userId="dcaf3914c8d376b0" providerId="LiveId" clId="{74176ABA-3E57-46B3-8515-5E77F4E7C31A}" dt="2021-03-06T12:23:24.539" v="7043"/>
          <ac:inkMkLst>
            <pc:docMk/>
            <pc:sldMk cId="776265580" sldId="289"/>
            <ac:inkMk id="240" creationId="{467D2BD7-AFD0-4AE2-8AE8-2FF3D7927589}"/>
          </ac:inkMkLst>
        </pc:inkChg>
        <pc:inkChg chg="add mod">
          <ac:chgData name="ismail hammoudeh" userId="dcaf3914c8d376b0" providerId="LiveId" clId="{74176ABA-3E57-46B3-8515-5E77F4E7C31A}" dt="2021-03-06T12:23:24.539" v="7043"/>
          <ac:inkMkLst>
            <pc:docMk/>
            <pc:sldMk cId="776265580" sldId="289"/>
            <ac:inkMk id="242" creationId="{740ED0DF-FF80-4FB6-942A-4DCE8435821D}"/>
          </ac:inkMkLst>
        </pc:inkChg>
        <pc:inkChg chg="add mod">
          <ac:chgData name="ismail hammoudeh" userId="dcaf3914c8d376b0" providerId="LiveId" clId="{74176ABA-3E57-46B3-8515-5E77F4E7C31A}" dt="2021-03-06T12:23:24.539" v="7043"/>
          <ac:inkMkLst>
            <pc:docMk/>
            <pc:sldMk cId="776265580" sldId="289"/>
            <ac:inkMk id="243" creationId="{CAD38F79-71F6-42BC-91ED-C3A86036A4E6}"/>
          </ac:inkMkLst>
        </pc:inkChg>
        <pc:inkChg chg="add mod">
          <ac:chgData name="ismail hammoudeh" userId="dcaf3914c8d376b0" providerId="LiveId" clId="{74176ABA-3E57-46B3-8515-5E77F4E7C31A}" dt="2021-03-06T12:23:24.539" v="7043"/>
          <ac:inkMkLst>
            <pc:docMk/>
            <pc:sldMk cId="776265580" sldId="289"/>
            <ac:inkMk id="244" creationId="{7B816210-43EB-4823-B59C-938ADEC9179E}"/>
          </ac:inkMkLst>
        </pc:inkChg>
        <pc:inkChg chg="add mod">
          <ac:chgData name="ismail hammoudeh" userId="dcaf3914c8d376b0" providerId="LiveId" clId="{74176ABA-3E57-46B3-8515-5E77F4E7C31A}" dt="2021-03-06T12:23:24.539" v="7043"/>
          <ac:inkMkLst>
            <pc:docMk/>
            <pc:sldMk cId="776265580" sldId="289"/>
            <ac:inkMk id="245" creationId="{7294F0CD-DA6F-4737-B216-55076FE26C48}"/>
          </ac:inkMkLst>
        </pc:inkChg>
        <pc:inkChg chg="add mod">
          <ac:chgData name="ismail hammoudeh" userId="dcaf3914c8d376b0" providerId="LiveId" clId="{74176ABA-3E57-46B3-8515-5E77F4E7C31A}" dt="2021-03-06T12:23:24.539" v="7043"/>
          <ac:inkMkLst>
            <pc:docMk/>
            <pc:sldMk cId="776265580" sldId="289"/>
            <ac:inkMk id="246" creationId="{EF0BB5BF-2F58-4FCF-BF92-6819EE04435C}"/>
          </ac:inkMkLst>
        </pc:inkChg>
        <pc:inkChg chg="add mod">
          <ac:chgData name="ismail hammoudeh" userId="dcaf3914c8d376b0" providerId="LiveId" clId="{74176ABA-3E57-46B3-8515-5E77F4E7C31A}" dt="2021-03-06T12:24:22.980" v="7100"/>
          <ac:inkMkLst>
            <pc:docMk/>
            <pc:sldMk cId="776265580" sldId="289"/>
            <ac:inkMk id="248" creationId="{114CBD1D-6703-4AF5-964A-A817C5AF6A08}"/>
          </ac:inkMkLst>
        </pc:inkChg>
        <pc:inkChg chg="add mod">
          <ac:chgData name="ismail hammoudeh" userId="dcaf3914c8d376b0" providerId="LiveId" clId="{74176ABA-3E57-46B3-8515-5E77F4E7C31A}" dt="2021-03-06T12:24:22.980" v="7100"/>
          <ac:inkMkLst>
            <pc:docMk/>
            <pc:sldMk cId="776265580" sldId="289"/>
            <ac:inkMk id="249" creationId="{A5613517-C2D3-4E34-95AD-2166E10FD3AE}"/>
          </ac:inkMkLst>
        </pc:inkChg>
        <pc:inkChg chg="add mod">
          <ac:chgData name="ismail hammoudeh" userId="dcaf3914c8d376b0" providerId="LiveId" clId="{74176ABA-3E57-46B3-8515-5E77F4E7C31A}" dt="2021-03-06T12:24:22.980" v="7100"/>
          <ac:inkMkLst>
            <pc:docMk/>
            <pc:sldMk cId="776265580" sldId="289"/>
            <ac:inkMk id="250" creationId="{B1264CCE-0459-4631-B834-FBA8CCDD479B}"/>
          </ac:inkMkLst>
        </pc:inkChg>
        <pc:inkChg chg="add mod">
          <ac:chgData name="ismail hammoudeh" userId="dcaf3914c8d376b0" providerId="LiveId" clId="{74176ABA-3E57-46B3-8515-5E77F4E7C31A}" dt="2021-03-06T12:24:22.980" v="7100"/>
          <ac:inkMkLst>
            <pc:docMk/>
            <pc:sldMk cId="776265580" sldId="289"/>
            <ac:inkMk id="251" creationId="{197BF3C9-9F5E-4D4C-9CD8-721B2C12484F}"/>
          </ac:inkMkLst>
        </pc:inkChg>
        <pc:inkChg chg="add mod">
          <ac:chgData name="ismail hammoudeh" userId="dcaf3914c8d376b0" providerId="LiveId" clId="{74176ABA-3E57-46B3-8515-5E77F4E7C31A}" dt="2021-03-06T12:24:22.980" v="7100"/>
          <ac:inkMkLst>
            <pc:docMk/>
            <pc:sldMk cId="776265580" sldId="289"/>
            <ac:inkMk id="252" creationId="{F9B2ED1E-7BF9-45B2-A0E6-2F902CC2743E}"/>
          </ac:inkMkLst>
        </pc:inkChg>
        <pc:inkChg chg="add mod">
          <ac:chgData name="ismail hammoudeh" userId="dcaf3914c8d376b0" providerId="LiveId" clId="{74176ABA-3E57-46B3-8515-5E77F4E7C31A}" dt="2021-03-06T12:24:22.980" v="7100"/>
          <ac:inkMkLst>
            <pc:docMk/>
            <pc:sldMk cId="776265580" sldId="289"/>
            <ac:inkMk id="253" creationId="{4EA8F28B-DFBE-44DB-95FB-D93C2AAD0AF0}"/>
          </ac:inkMkLst>
        </pc:inkChg>
        <pc:inkChg chg="add mod">
          <ac:chgData name="ismail hammoudeh" userId="dcaf3914c8d376b0" providerId="LiveId" clId="{74176ABA-3E57-46B3-8515-5E77F4E7C31A}" dt="2021-03-06T12:24:22.980" v="7100"/>
          <ac:inkMkLst>
            <pc:docMk/>
            <pc:sldMk cId="776265580" sldId="289"/>
            <ac:inkMk id="254" creationId="{6B8E1C9E-1140-4294-A86F-0B4192457C1A}"/>
          </ac:inkMkLst>
        </pc:inkChg>
        <pc:inkChg chg="add mod">
          <ac:chgData name="ismail hammoudeh" userId="dcaf3914c8d376b0" providerId="LiveId" clId="{74176ABA-3E57-46B3-8515-5E77F4E7C31A}" dt="2021-03-06T12:24:22.980" v="7100"/>
          <ac:inkMkLst>
            <pc:docMk/>
            <pc:sldMk cId="776265580" sldId="289"/>
            <ac:inkMk id="255" creationId="{6F75B191-B69E-4788-BCC8-4BB3AD681C54}"/>
          </ac:inkMkLst>
        </pc:inkChg>
        <pc:inkChg chg="add mod">
          <ac:chgData name="ismail hammoudeh" userId="dcaf3914c8d376b0" providerId="LiveId" clId="{74176ABA-3E57-46B3-8515-5E77F4E7C31A}" dt="2021-03-06T12:24:22.980" v="7100"/>
          <ac:inkMkLst>
            <pc:docMk/>
            <pc:sldMk cId="776265580" sldId="289"/>
            <ac:inkMk id="256" creationId="{90B87B2A-A349-44DA-9BF8-2FB10B2F0342}"/>
          </ac:inkMkLst>
        </pc:inkChg>
        <pc:inkChg chg="add mod">
          <ac:chgData name="ismail hammoudeh" userId="dcaf3914c8d376b0" providerId="LiveId" clId="{74176ABA-3E57-46B3-8515-5E77F4E7C31A}" dt="2021-03-06T12:24:22.980" v="7100"/>
          <ac:inkMkLst>
            <pc:docMk/>
            <pc:sldMk cId="776265580" sldId="289"/>
            <ac:inkMk id="257" creationId="{5A7C26C8-F36E-4BC7-BDF8-DB66A71D687E}"/>
          </ac:inkMkLst>
        </pc:inkChg>
        <pc:inkChg chg="add mod">
          <ac:chgData name="ismail hammoudeh" userId="dcaf3914c8d376b0" providerId="LiveId" clId="{74176ABA-3E57-46B3-8515-5E77F4E7C31A}" dt="2021-03-06T12:24:22.980" v="7100"/>
          <ac:inkMkLst>
            <pc:docMk/>
            <pc:sldMk cId="776265580" sldId="289"/>
            <ac:inkMk id="258" creationId="{34FEA0D9-7D79-444D-9E70-F8C0312A09D5}"/>
          </ac:inkMkLst>
        </pc:inkChg>
        <pc:inkChg chg="add mod">
          <ac:chgData name="ismail hammoudeh" userId="dcaf3914c8d376b0" providerId="LiveId" clId="{74176ABA-3E57-46B3-8515-5E77F4E7C31A}" dt="2021-03-06T12:24:22.980" v="7100"/>
          <ac:inkMkLst>
            <pc:docMk/>
            <pc:sldMk cId="776265580" sldId="289"/>
            <ac:inkMk id="259" creationId="{7CED8539-39C7-47E3-982C-E26A6CCB0793}"/>
          </ac:inkMkLst>
        </pc:inkChg>
        <pc:inkChg chg="add mod">
          <ac:chgData name="ismail hammoudeh" userId="dcaf3914c8d376b0" providerId="LiveId" clId="{74176ABA-3E57-46B3-8515-5E77F4E7C31A}" dt="2021-03-06T12:24:22.980" v="7100"/>
          <ac:inkMkLst>
            <pc:docMk/>
            <pc:sldMk cId="776265580" sldId="289"/>
            <ac:inkMk id="260" creationId="{21F1E605-01CA-4E66-8F6D-A7EB9E980054}"/>
          </ac:inkMkLst>
        </pc:inkChg>
        <pc:inkChg chg="add mod">
          <ac:chgData name="ismail hammoudeh" userId="dcaf3914c8d376b0" providerId="LiveId" clId="{74176ABA-3E57-46B3-8515-5E77F4E7C31A}" dt="2021-03-06T12:24:22.980" v="7100"/>
          <ac:inkMkLst>
            <pc:docMk/>
            <pc:sldMk cId="776265580" sldId="289"/>
            <ac:inkMk id="261" creationId="{D58821D6-E319-4B1F-BD58-63BD2BA7A299}"/>
          </ac:inkMkLst>
        </pc:inkChg>
        <pc:inkChg chg="add mod">
          <ac:chgData name="ismail hammoudeh" userId="dcaf3914c8d376b0" providerId="LiveId" clId="{74176ABA-3E57-46B3-8515-5E77F4E7C31A}" dt="2021-03-06T12:24:22.980" v="7100"/>
          <ac:inkMkLst>
            <pc:docMk/>
            <pc:sldMk cId="776265580" sldId="289"/>
            <ac:inkMk id="262" creationId="{11FA75B7-7775-4157-BD08-7FE93D75D350}"/>
          </ac:inkMkLst>
        </pc:inkChg>
        <pc:inkChg chg="add mod">
          <ac:chgData name="ismail hammoudeh" userId="dcaf3914c8d376b0" providerId="LiveId" clId="{74176ABA-3E57-46B3-8515-5E77F4E7C31A}" dt="2021-03-06T12:24:22.980" v="7100"/>
          <ac:inkMkLst>
            <pc:docMk/>
            <pc:sldMk cId="776265580" sldId="289"/>
            <ac:inkMk id="263" creationId="{EE2066F6-6262-4CB5-A0C4-1F811F1E2A7A}"/>
          </ac:inkMkLst>
        </pc:inkChg>
        <pc:inkChg chg="add mod">
          <ac:chgData name="ismail hammoudeh" userId="dcaf3914c8d376b0" providerId="LiveId" clId="{74176ABA-3E57-46B3-8515-5E77F4E7C31A}" dt="2021-03-06T12:24:22.980" v="7100"/>
          <ac:inkMkLst>
            <pc:docMk/>
            <pc:sldMk cId="776265580" sldId="289"/>
            <ac:inkMk id="264" creationId="{6E7E733B-FAFA-4479-BC00-F09D3F9EA415}"/>
          </ac:inkMkLst>
        </pc:inkChg>
        <pc:inkChg chg="add mod">
          <ac:chgData name="ismail hammoudeh" userId="dcaf3914c8d376b0" providerId="LiveId" clId="{74176ABA-3E57-46B3-8515-5E77F4E7C31A}" dt="2021-03-06T12:24:22.980" v="7100"/>
          <ac:inkMkLst>
            <pc:docMk/>
            <pc:sldMk cId="776265580" sldId="289"/>
            <ac:inkMk id="265" creationId="{3F4A0692-2F49-455E-BD15-898F5AE2ECBD}"/>
          </ac:inkMkLst>
        </pc:inkChg>
        <pc:inkChg chg="add mod">
          <ac:chgData name="ismail hammoudeh" userId="dcaf3914c8d376b0" providerId="LiveId" clId="{74176ABA-3E57-46B3-8515-5E77F4E7C31A}" dt="2021-03-06T12:24:22.980" v="7100"/>
          <ac:inkMkLst>
            <pc:docMk/>
            <pc:sldMk cId="776265580" sldId="289"/>
            <ac:inkMk id="266" creationId="{780EE036-AA66-4FD4-B5BE-A0600C29786C}"/>
          </ac:inkMkLst>
        </pc:inkChg>
        <pc:inkChg chg="add mod">
          <ac:chgData name="ismail hammoudeh" userId="dcaf3914c8d376b0" providerId="LiveId" clId="{74176ABA-3E57-46B3-8515-5E77F4E7C31A}" dt="2021-03-06T12:24:22.980" v="7100"/>
          <ac:inkMkLst>
            <pc:docMk/>
            <pc:sldMk cId="776265580" sldId="289"/>
            <ac:inkMk id="268" creationId="{A6FEBEE5-536B-47A4-A2F5-9714B7C47028}"/>
          </ac:inkMkLst>
        </pc:inkChg>
        <pc:inkChg chg="add mod">
          <ac:chgData name="ismail hammoudeh" userId="dcaf3914c8d376b0" providerId="LiveId" clId="{74176ABA-3E57-46B3-8515-5E77F4E7C31A}" dt="2021-03-06T12:24:22.980" v="7100"/>
          <ac:inkMkLst>
            <pc:docMk/>
            <pc:sldMk cId="776265580" sldId="289"/>
            <ac:inkMk id="269" creationId="{949D9B4C-50EB-43AE-94FD-FEF338395C51}"/>
          </ac:inkMkLst>
        </pc:inkChg>
        <pc:inkChg chg="add mod">
          <ac:chgData name="ismail hammoudeh" userId="dcaf3914c8d376b0" providerId="LiveId" clId="{74176ABA-3E57-46B3-8515-5E77F4E7C31A}" dt="2021-03-06T12:24:22.980" v="7100"/>
          <ac:inkMkLst>
            <pc:docMk/>
            <pc:sldMk cId="776265580" sldId="289"/>
            <ac:inkMk id="271" creationId="{555E5770-0130-41CB-8D43-04EA6E724210}"/>
          </ac:inkMkLst>
        </pc:inkChg>
        <pc:inkChg chg="add mod">
          <ac:chgData name="ismail hammoudeh" userId="dcaf3914c8d376b0" providerId="LiveId" clId="{74176ABA-3E57-46B3-8515-5E77F4E7C31A}" dt="2021-03-06T12:24:22.980" v="7100"/>
          <ac:inkMkLst>
            <pc:docMk/>
            <pc:sldMk cId="776265580" sldId="289"/>
            <ac:inkMk id="272" creationId="{C3D033D6-065B-4854-B7B7-3EA287A70A78}"/>
          </ac:inkMkLst>
        </pc:inkChg>
        <pc:inkChg chg="add mod">
          <ac:chgData name="ismail hammoudeh" userId="dcaf3914c8d376b0" providerId="LiveId" clId="{74176ABA-3E57-46B3-8515-5E77F4E7C31A}" dt="2021-03-06T12:24:22.980" v="7100"/>
          <ac:inkMkLst>
            <pc:docMk/>
            <pc:sldMk cId="776265580" sldId="289"/>
            <ac:inkMk id="273" creationId="{120AFDE8-5474-4B78-8B2B-71AFB65D8E6D}"/>
          </ac:inkMkLst>
        </pc:inkChg>
        <pc:inkChg chg="add mod">
          <ac:chgData name="ismail hammoudeh" userId="dcaf3914c8d376b0" providerId="LiveId" clId="{74176ABA-3E57-46B3-8515-5E77F4E7C31A}" dt="2021-03-06T12:24:22.980" v="7100"/>
          <ac:inkMkLst>
            <pc:docMk/>
            <pc:sldMk cId="776265580" sldId="289"/>
            <ac:inkMk id="274" creationId="{E876A26B-BA8A-444D-B5E8-7FB8F607FE2C}"/>
          </ac:inkMkLst>
        </pc:inkChg>
        <pc:inkChg chg="add mod">
          <ac:chgData name="ismail hammoudeh" userId="dcaf3914c8d376b0" providerId="LiveId" clId="{74176ABA-3E57-46B3-8515-5E77F4E7C31A}" dt="2021-03-06T12:24:22.980" v="7100"/>
          <ac:inkMkLst>
            <pc:docMk/>
            <pc:sldMk cId="776265580" sldId="289"/>
            <ac:inkMk id="275" creationId="{2E3FF974-D444-4085-9CD1-BB8E07A9641C}"/>
          </ac:inkMkLst>
        </pc:inkChg>
        <pc:inkChg chg="add mod">
          <ac:chgData name="ismail hammoudeh" userId="dcaf3914c8d376b0" providerId="LiveId" clId="{74176ABA-3E57-46B3-8515-5E77F4E7C31A}" dt="2021-03-06T12:24:22.980" v="7100"/>
          <ac:inkMkLst>
            <pc:docMk/>
            <pc:sldMk cId="776265580" sldId="289"/>
            <ac:inkMk id="276" creationId="{CBDA6D6F-3341-4367-811F-0E4166D734ED}"/>
          </ac:inkMkLst>
        </pc:inkChg>
        <pc:inkChg chg="add mod">
          <ac:chgData name="ismail hammoudeh" userId="dcaf3914c8d376b0" providerId="LiveId" clId="{74176ABA-3E57-46B3-8515-5E77F4E7C31A}" dt="2021-03-06T12:24:22.980" v="7100"/>
          <ac:inkMkLst>
            <pc:docMk/>
            <pc:sldMk cId="776265580" sldId="289"/>
            <ac:inkMk id="277" creationId="{3FFD3900-D32F-426F-8327-C19E0B04A494}"/>
          </ac:inkMkLst>
        </pc:inkChg>
        <pc:inkChg chg="add mod">
          <ac:chgData name="ismail hammoudeh" userId="dcaf3914c8d376b0" providerId="LiveId" clId="{74176ABA-3E57-46B3-8515-5E77F4E7C31A}" dt="2021-03-06T12:24:22.980" v="7100"/>
          <ac:inkMkLst>
            <pc:docMk/>
            <pc:sldMk cId="776265580" sldId="289"/>
            <ac:inkMk id="278" creationId="{2F42FDD6-A8F4-4B1A-9B79-0EC8EC9FC7C5}"/>
          </ac:inkMkLst>
        </pc:inkChg>
        <pc:inkChg chg="add mod">
          <ac:chgData name="ismail hammoudeh" userId="dcaf3914c8d376b0" providerId="LiveId" clId="{74176ABA-3E57-46B3-8515-5E77F4E7C31A}" dt="2021-03-06T12:24:22.980" v="7100"/>
          <ac:inkMkLst>
            <pc:docMk/>
            <pc:sldMk cId="776265580" sldId="289"/>
            <ac:inkMk id="279" creationId="{483F3449-B7EE-4819-AC07-A5D05E56A147}"/>
          </ac:inkMkLst>
        </pc:inkChg>
        <pc:inkChg chg="add mod">
          <ac:chgData name="ismail hammoudeh" userId="dcaf3914c8d376b0" providerId="LiveId" clId="{74176ABA-3E57-46B3-8515-5E77F4E7C31A}" dt="2021-03-06T12:24:22.980" v="7100"/>
          <ac:inkMkLst>
            <pc:docMk/>
            <pc:sldMk cId="776265580" sldId="289"/>
            <ac:inkMk id="280" creationId="{A09D75C3-BE10-440B-BD26-A733369C8973}"/>
          </ac:inkMkLst>
        </pc:inkChg>
        <pc:inkChg chg="add mod">
          <ac:chgData name="ismail hammoudeh" userId="dcaf3914c8d376b0" providerId="LiveId" clId="{74176ABA-3E57-46B3-8515-5E77F4E7C31A}" dt="2021-03-06T12:24:22.980" v="7100"/>
          <ac:inkMkLst>
            <pc:docMk/>
            <pc:sldMk cId="776265580" sldId="289"/>
            <ac:inkMk id="282" creationId="{A1CD9AF3-EC51-4EBA-9124-AAD95B1C8B79}"/>
          </ac:inkMkLst>
        </pc:inkChg>
        <pc:inkChg chg="add mod">
          <ac:chgData name="ismail hammoudeh" userId="dcaf3914c8d376b0" providerId="LiveId" clId="{74176ABA-3E57-46B3-8515-5E77F4E7C31A}" dt="2021-03-06T12:24:22.980" v="7100"/>
          <ac:inkMkLst>
            <pc:docMk/>
            <pc:sldMk cId="776265580" sldId="289"/>
            <ac:inkMk id="283" creationId="{1A6A12DB-3007-4DA9-B8AE-A25A14811A70}"/>
          </ac:inkMkLst>
        </pc:inkChg>
        <pc:inkChg chg="add mod">
          <ac:chgData name="ismail hammoudeh" userId="dcaf3914c8d376b0" providerId="LiveId" clId="{74176ABA-3E57-46B3-8515-5E77F4E7C31A}" dt="2021-03-06T12:24:22.980" v="7100"/>
          <ac:inkMkLst>
            <pc:docMk/>
            <pc:sldMk cId="776265580" sldId="289"/>
            <ac:inkMk id="285" creationId="{AF602770-57D0-47CE-96DF-15257EA11B12}"/>
          </ac:inkMkLst>
        </pc:inkChg>
        <pc:inkChg chg="add mod">
          <ac:chgData name="ismail hammoudeh" userId="dcaf3914c8d376b0" providerId="LiveId" clId="{74176ABA-3E57-46B3-8515-5E77F4E7C31A}" dt="2021-03-06T12:24:22.980" v="7100"/>
          <ac:inkMkLst>
            <pc:docMk/>
            <pc:sldMk cId="776265580" sldId="289"/>
            <ac:inkMk id="286" creationId="{6B7A3286-D12E-4FC4-8210-B25B92B0489E}"/>
          </ac:inkMkLst>
        </pc:inkChg>
        <pc:inkChg chg="add mod">
          <ac:chgData name="ismail hammoudeh" userId="dcaf3914c8d376b0" providerId="LiveId" clId="{74176ABA-3E57-46B3-8515-5E77F4E7C31A}" dt="2021-03-06T12:24:22.980" v="7100"/>
          <ac:inkMkLst>
            <pc:docMk/>
            <pc:sldMk cId="776265580" sldId="289"/>
            <ac:inkMk id="287" creationId="{3395B43C-7CE8-43E4-82F3-013CDBB850EC}"/>
          </ac:inkMkLst>
        </pc:inkChg>
        <pc:inkChg chg="add mod">
          <ac:chgData name="ismail hammoudeh" userId="dcaf3914c8d376b0" providerId="LiveId" clId="{74176ABA-3E57-46B3-8515-5E77F4E7C31A}" dt="2021-03-06T12:24:22.980" v="7100"/>
          <ac:inkMkLst>
            <pc:docMk/>
            <pc:sldMk cId="776265580" sldId="289"/>
            <ac:inkMk id="289" creationId="{A21A1BD4-E172-4C81-874E-C55FB31D5626}"/>
          </ac:inkMkLst>
        </pc:inkChg>
        <pc:inkChg chg="add mod">
          <ac:chgData name="ismail hammoudeh" userId="dcaf3914c8d376b0" providerId="LiveId" clId="{74176ABA-3E57-46B3-8515-5E77F4E7C31A}" dt="2021-03-06T12:24:22.980" v="7100"/>
          <ac:inkMkLst>
            <pc:docMk/>
            <pc:sldMk cId="776265580" sldId="289"/>
            <ac:inkMk id="290" creationId="{B1C58353-0333-46D2-8F3E-B72BCAB541B5}"/>
          </ac:inkMkLst>
        </pc:inkChg>
        <pc:inkChg chg="add mod">
          <ac:chgData name="ismail hammoudeh" userId="dcaf3914c8d376b0" providerId="LiveId" clId="{74176ABA-3E57-46B3-8515-5E77F4E7C31A}" dt="2021-03-06T12:24:22.980" v="7100"/>
          <ac:inkMkLst>
            <pc:docMk/>
            <pc:sldMk cId="776265580" sldId="289"/>
            <ac:inkMk id="291" creationId="{B7A4329A-0AA1-4320-9D26-7D4D5A4AF4B0}"/>
          </ac:inkMkLst>
        </pc:inkChg>
        <pc:inkChg chg="add mod">
          <ac:chgData name="ismail hammoudeh" userId="dcaf3914c8d376b0" providerId="LiveId" clId="{74176ABA-3E57-46B3-8515-5E77F4E7C31A}" dt="2021-03-06T12:24:22.980" v="7100"/>
          <ac:inkMkLst>
            <pc:docMk/>
            <pc:sldMk cId="776265580" sldId="289"/>
            <ac:inkMk id="292" creationId="{99B0B9B5-B7A1-48E5-939A-115C1F64ED06}"/>
          </ac:inkMkLst>
        </pc:inkChg>
        <pc:inkChg chg="add mod">
          <ac:chgData name="ismail hammoudeh" userId="dcaf3914c8d376b0" providerId="LiveId" clId="{74176ABA-3E57-46B3-8515-5E77F4E7C31A}" dt="2021-03-06T12:24:22.980" v="7100"/>
          <ac:inkMkLst>
            <pc:docMk/>
            <pc:sldMk cId="776265580" sldId="289"/>
            <ac:inkMk id="293" creationId="{66F48DA6-4499-4D34-A647-9C0B2430FB4B}"/>
          </ac:inkMkLst>
        </pc:inkChg>
        <pc:inkChg chg="add mod">
          <ac:chgData name="ismail hammoudeh" userId="dcaf3914c8d376b0" providerId="LiveId" clId="{74176ABA-3E57-46B3-8515-5E77F4E7C31A}" dt="2021-03-06T12:24:22.980" v="7100"/>
          <ac:inkMkLst>
            <pc:docMk/>
            <pc:sldMk cId="776265580" sldId="289"/>
            <ac:inkMk id="294" creationId="{38BED968-C9A9-44BF-BF2D-8DBBB5790951}"/>
          </ac:inkMkLst>
        </pc:inkChg>
        <pc:inkChg chg="add mod">
          <ac:chgData name="ismail hammoudeh" userId="dcaf3914c8d376b0" providerId="LiveId" clId="{74176ABA-3E57-46B3-8515-5E77F4E7C31A}" dt="2021-03-06T12:24:22.980" v="7100"/>
          <ac:inkMkLst>
            <pc:docMk/>
            <pc:sldMk cId="776265580" sldId="289"/>
            <ac:inkMk id="295" creationId="{53F68865-6155-401B-9291-976928047E53}"/>
          </ac:inkMkLst>
        </pc:inkChg>
        <pc:inkChg chg="add mod">
          <ac:chgData name="ismail hammoudeh" userId="dcaf3914c8d376b0" providerId="LiveId" clId="{74176ABA-3E57-46B3-8515-5E77F4E7C31A}" dt="2021-03-06T12:24:22.980" v="7100"/>
          <ac:inkMkLst>
            <pc:docMk/>
            <pc:sldMk cId="776265580" sldId="289"/>
            <ac:inkMk id="296" creationId="{DAEAA27A-288B-488D-9F2D-1B1C3658B2E1}"/>
          </ac:inkMkLst>
        </pc:inkChg>
        <pc:inkChg chg="add mod">
          <ac:chgData name="ismail hammoudeh" userId="dcaf3914c8d376b0" providerId="LiveId" clId="{74176ABA-3E57-46B3-8515-5E77F4E7C31A}" dt="2021-03-06T12:24:22.980" v="7100"/>
          <ac:inkMkLst>
            <pc:docMk/>
            <pc:sldMk cId="776265580" sldId="289"/>
            <ac:inkMk id="297" creationId="{CAF867EF-6D61-4494-9E28-AADD07C34809}"/>
          </ac:inkMkLst>
        </pc:inkChg>
        <pc:inkChg chg="add mod">
          <ac:chgData name="ismail hammoudeh" userId="dcaf3914c8d376b0" providerId="LiveId" clId="{74176ABA-3E57-46B3-8515-5E77F4E7C31A}" dt="2021-03-06T12:24:22.980" v="7100"/>
          <ac:inkMkLst>
            <pc:docMk/>
            <pc:sldMk cId="776265580" sldId="289"/>
            <ac:inkMk id="298" creationId="{6C417920-0673-4921-B112-89DA4EC0282E}"/>
          </ac:inkMkLst>
        </pc:inkChg>
        <pc:inkChg chg="add mod">
          <ac:chgData name="ismail hammoudeh" userId="dcaf3914c8d376b0" providerId="LiveId" clId="{74176ABA-3E57-46B3-8515-5E77F4E7C31A}" dt="2021-03-06T12:24:22.980" v="7100"/>
          <ac:inkMkLst>
            <pc:docMk/>
            <pc:sldMk cId="776265580" sldId="289"/>
            <ac:inkMk id="299" creationId="{46D07BEA-0836-4D9A-93AF-428F2550E09F}"/>
          </ac:inkMkLst>
        </pc:inkChg>
        <pc:inkChg chg="add mod">
          <ac:chgData name="ismail hammoudeh" userId="dcaf3914c8d376b0" providerId="LiveId" clId="{74176ABA-3E57-46B3-8515-5E77F4E7C31A}" dt="2021-03-06T12:24:22.980" v="7100"/>
          <ac:inkMkLst>
            <pc:docMk/>
            <pc:sldMk cId="776265580" sldId="289"/>
            <ac:inkMk id="300" creationId="{59DDB56B-A06E-4539-A1BF-20A8A6FB83EE}"/>
          </ac:inkMkLst>
        </pc:inkChg>
        <pc:inkChg chg="add mod">
          <ac:chgData name="ismail hammoudeh" userId="dcaf3914c8d376b0" providerId="LiveId" clId="{74176ABA-3E57-46B3-8515-5E77F4E7C31A}" dt="2021-03-06T12:24:22.980" v="7100"/>
          <ac:inkMkLst>
            <pc:docMk/>
            <pc:sldMk cId="776265580" sldId="289"/>
            <ac:inkMk id="301" creationId="{0F5028AB-AB66-4E5D-B8BC-B7AADC7CCC29}"/>
          </ac:inkMkLst>
        </pc:inkChg>
        <pc:inkChg chg="add mod">
          <ac:chgData name="ismail hammoudeh" userId="dcaf3914c8d376b0" providerId="LiveId" clId="{74176ABA-3E57-46B3-8515-5E77F4E7C31A}" dt="2021-03-06T12:24:22.980" v="7100"/>
          <ac:inkMkLst>
            <pc:docMk/>
            <pc:sldMk cId="776265580" sldId="289"/>
            <ac:inkMk id="302" creationId="{509B431D-D771-4073-B827-FF0190906257}"/>
          </ac:inkMkLst>
        </pc:inkChg>
        <pc:inkChg chg="add mod">
          <ac:chgData name="ismail hammoudeh" userId="dcaf3914c8d376b0" providerId="LiveId" clId="{74176ABA-3E57-46B3-8515-5E77F4E7C31A}" dt="2021-03-06T12:24:22.980" v="7100"/>
          <ac:inkMkLst>
            <pc:docMk/>
            <pc:sldMk cId="776265580" sldId="289"/>
            <ac:inkMk id="303" creationId="{348D4E29-7DBB-48CB-A096-2E08C13C77A4}"/>
          </ac:inkMkLst>
        </pc:inkChg>
        <pc:inkChg chg="add">
          <ac:chgData name="ismail hammoudeh" userId="dcaf3914c8d376b0" providerId="LiveId" clId="{74176ABA-3E57-46B3-8515-5E77F4E7C31A}" dt="2021-03-06T12:24:25.168" v="7101" actId="9405"/>
          <ac:inkMkLst>
            <pc:docMk/>
            <pc:sldMk cId="776265580" sldId="289"/>
            <ac:inkMk id="305" creationId="{E4584C6F-C600-4A61-9B22-99660C8DD8E0}"/>
          </ac:inkMkLst>
        </pc:inkChg>
        <pc:inkChg chg="add">
          <ac:chgData name="ismail hammoudeh" userId="dcaf3914c8d376b0" providerId="LiveId" clId="{74176ABA-3E57-46B3-8515-5E77F4E7C31A}" dt="2021-03-06T12:24:26.708" v="7102" actId="9405"/>
          <ac:inkMkLst>
            <pc:docMk/>
            <pc:sldMk cId="776265580" sldId="289"/>
            <ac:inkMk id="306" creationId="{4E6B34B1-EB36-4E16-AB48-B13415569DAF}"/>
          </ac:inkMkLst>
        </pc:inkChg>
        <pc:inkChg chg="add mod">
          <ac:chgData name="ismail hammoudeh" userId="dcaf3914c8d376b0" providerId="LiveId" clId="{74176ABA-3E57-46B3-8515-5E77F4E7C31A}" dt="2021-03-06T12:24:30.212" v="7105"/>
          <ac:inkMkLst>
            <pc:docMk/>
            <pc:sldMk cId="776265580" sldId="289"/>
            <ac:inkMk id="307" creationId="{673C9D25-549C-4C86-80F8-7BB878E86C5E}"/>
          </ac:inkMkLst>
        </pc:inkChg>
        <pc:inkChg chg="add mod">
          <ac:chgData name="ismail hammoudeh" userId="dcaf3914c8d376b0" providerId="LiveId" clId="{74176ABA-3E57-46B3-8515-5E77F4E7C31A}" dt="2021-03-06T12:24:30.212" v="7105"/>
          <ac:inkMkLst>
            <pc:docMk/>
            <pc:sldMk cId="776265580" sldId="289"/>
            <ac:inkMk id="308" creationId="{A6780CE5-6396-415F-B7B2-35B6FFE5651C}"/>
          </ac:inkMkLst>
        </pc:inkChg>
        <pc:inkChg chg="add mod">
          <ac:chgData name="ismail hammoudeh" userId="dcaf3914c8d376b0" providerId="LiveId" clId="{74176ABA-3E57-46B3-8515-5E77F4E7C31A}" dt="2021-03-06T12:24:53.696" v="7111"/>
          <ac:inkMkLst>
            <pc:docMk/>
            <pc:sldMk cId="776265580" sldId="289"/>
            <ac:inkMk id="310" creationId="{6FD81505-B7A9-405A-95EA-05052E1AD509}"/>
          </ac:inkMkLst>
        </pc:inkChg>
        <pc:inkChg chg="add mod">
          <ac:chgData name="ismail hammoudeh" userId="dcaf3914c8d376b0" providerId="LiveId" clId="{74176ABA-3E57-46B3-8515-5E77F4E7C31A}" dt="2021-03-06T12:24:53.696" v="7111"/>
          <ac:inkMkLst>
            <pc:docMk/>
            <pc:sldMk cId="776265580" sldId="289"/>
            <ac:inkMk id="311" creationId="{AFCB8E17-CD53-4990-A43A-B1B00DF7377E}"/>
          </ac:inkMkLst>
        </pc:inkChg>
        <pc:inkChg chg="add mod">
          <ac:chgData name="ismail hammoudeh" userId="dcaf3914c8d376b0" providerId="LiveId" clId="{74176ABA-3E57-46B3-8515-5E77F4E7C31A}" dt="2021-03-06T12:24:53.696" v="7111"/>
          <ac:inkMkLst>
            <pc:docMk/>
            <pc:sldMk cId="776265580" sldId="289"/>
            <ac:inkMk id="312" creationId="{B6BF99B5-BBCA-4F00-8007-B57CD2D26318}"/>
          </ac:inkMkLst>
        </pc:inkChg>
        <pc:inkChg chg="add mod">
          <ac:chgData name="ismail hammoudeh" userId="dcaf3914c8d376b0" providerId="LiveId" clId="{74176ABA-3E57-46B3-8515-5E77F4E7C31A}" dt="2021-03-06T12:24:53.696" v="7111"/>
          <ac:inkMkLst>
            <pc:docMk/>
            <pc:sldMk cId="776265580" sldId="289"/>
            <ac:inkMk id="313" creationId="{37E874CD-C794-4D7B-BEF5-C3C8BD61EF5C}"/>
          </ac:inkMkLst>
        </pc:inkChg>
        <pc:inkChg chg="add mod">
          <ac:chgData name="ismail hammoudeh" userId="dcaf3914c8d376b0" providerId="LiveId" clId="{74176ABA-3E57-46B3-8515-5E77F4E7C31A}" dt="2021-03-06T12:24:53.696" v="7111"/>
          <ac:inkMkLst>
            <pc:docMk/>
            <pc:sldMk cId="776265580" sldId="289"/>
            <ac:inkMk id="314" creationId="{229AE990-A38F-40C5-9225-EC215268B5CF}"/>
          </ac:inkMkLst>
        </pc:inkChg>
        <pc:inkChg chg="add mod">
          <ac:chgData name="ismail hammoudeh" userId="dcaf3914c8d376b0" providerId="LiveId" clId="{74176ABA-3E57-46B3-8515-5E77F4E7C31A}" dt="2021-03-06T12:24:58.213" v="7114"/>
          <ac:inkMkLst>
            <pc:docMk/>
            <pc:sldMk cId="776265580" sldId="289"/>
            <ac:inkMk id="316" creationId="{77992BC1-E991-4769-97E0-23FD0D048E04}"/>
          </ac:inkMkLst>
        </pc:inkChg>
        <pc:inkChg chg="add mod">
          <ac:chgData name="ismail hammoudeh" userId="dcaf3914c8d376b0" providerId="LiveId" clId="{74176ABA-3E57-46B3-8515-5E77F4E7C31A}" dt="2021-03-06T12:24:58.213" v="7114"/>
          <ac:inkMkLst>
            <pc:docMk/>
            <pc:sldMk cId="776265580" sldId="289"/>
            <ac:inkMk id="317" creationId="{9102380E-93E6-4CF1-AD29-02B90988B40A}"/>
          </ac:inkMkLst>
        </pc:inkChg>
        <pc:inkChg chg="add del mod">
          <ac:chgData name="ismail hammoudeh" userId="dcaf3914c8d376b0" providerId="LiveId" clId="{74176ABA-3E57-46B3-8515-5E77F4E7C31A}" dt="2021-03-06T12:26:24.204" v="7158"/>
          <ac:inkMkLst>
            <pc:docMk/>
            <pc:sldMk cId="776265580" sldId="289"/>
            <ac:inkMk id="319" creationId="{B6A9C0E7-6AB6-4950-87CD-F4FB9464D44C}"/>
          </ac:inkMkLst>
        </pc:inkChg>
        <pc:inkChg chg="add del mod">
          <ac:chgData name="ismail hammoudeh" userId="dcaf3914c8d376b0" providerId="LiveId" clId="{74176ABA-3E57-46B3-8515-5E77F4E7C31A}" dt="2021-03-06T12:26:24.203" v="7151"/>
          <ac:inkMkLst>
            <pc:docMk/>
            <pc:sldMk cId="776265580" sldId="289"/>
            <ac:inkMk id="320" creationId="{4C94C99D-FBDA-4A08-A126-9C9377800060}"/>
          </ac:inkMkLst>
        </pc:inkChg>
        <pc:inkChg chg="add del mod">
          <ac:chgData name="ismail hammoudeh" userId="dcaf3914c8d376b0" providerId="LiveId" clId="{74176ABA-3E57-46B3-8515-5E77F4E7C31A}" dt="2021-03-06T12:26:24.204" v="7159"/>
          <ac:inkMkLst>
            <pc:docMk/>
            <pc:sldMk cId="776265580" sldId="289"/>
            <ac:inkMk id="322" creationId="{CD79791C-DBBF-47B0-952C-2235F59B6CCB}"/>
          </ac:inkMkLst>
        </pc:inkChg>
        <pc:inkChg chg="add del mod">
          <ac:chgData name="ismail hammoudeh" userId="dcaf3914c8d376b0" providerId="LiveId" clId="{74176ABA-3E57-46B3-8515-5E77F4E7C31A}" dt="2021-03-06T12:26:24.203" v="7152"/>
          <ac:inkMkLst>
            <pc:docMk/>
            <pc:sldMk cId="776265580" sldId="289"/>
            <ac:inkMk id="324" creationId="{D16A7825-5D18-4CAD-9615-89EC38C187B7}"/>
          </ac:inkMkLst>
        </pc:inkChg>
        <pc:inkChg chg="add del mod">
          <ac:chgData name="ismail hammoudeh" userId="dcaf3914c8d376b0" providerId="LiveId" clId="{74176ABA-3E57-46B3-8515-5E77F4E7C31A}" dt="2021-03-06T12:26:24.202" v="7145"/>
          <ac:inkMkLst>
            <pc:docMk/>
            <pc:sldMk cId="776265580" sldId="289"/>
            <ac:inkMk id="325" creationId="{613353B0-DCF4-4983-83AD-D23DC942EFA7}"/>
          </ac:inkMkLst>
        </pc:inkChg>
        <pc:inkChg chg="add del mod">
          <ac:chgData name="ismail hammoudeh" userId="dcaf3914c8d376b0" providerId="LiveId" clId="{74176ABA-3E57-46B3-8515-5E77F4E7C31A}" dt="2021-03-06T12:26:24.204" v="7155"/>
          <ac:inkMkLst>
            <pc:docMk/>
            <pc:sldMk cId="776265580" sldId="289"/>
            <ac:inkMk id="326" creationId="{D7887135-EC8D-4910-A8DE-768C7E905B19}"/>
          </ac:inkMkLst>
        </pc:inkChg>
        <pc:inkChg chg="add del mod">
          <ac:chgData name="ismail hammoudeh" userId="dcaf3914c8d376b0" providerId="LiveId" clId="{74176ABA-3E57-46B3-8515-5E77F4E7C31A}" dt="2021-03-06T12:26:24.204" v="7160"/>
          <ac:inkMkLst>
            <pc:docMk/>
            <pc:sldMk cId="776265580" sldId="289"/>
            <ac:inkMk id="328" creationId="{62021ECF-78F5-4937-A897-BB2F8321EF1E}"/>
          </ac:inkMkLst>
        </pc:inkChg>
        <pc:inkChg chg="add del mod">
          <ac:chgData name="ismail hammoudeh" userId="dcaf3914c8d376b0" providerId="LiveId" clId="{74176ABA-3E57-46B3-8515-5E77F4E7C31A}" dt="2021-03-06T12:26:24.203" v="7150"/>
          <ac:inkMkLst>
            <pc:docMk/>
            <pc:sldMk cId="776265580" sldId="289"/>
            <ac:inkMk id="329" creationId="{BFD42E28-2F9A-4034-BF70-8C49CAFB64AB}"/>
          </ac:inkMkLst>
        </pc:inkChg>
        <pc:inkChg chg="add del mod">
          <ac:chgData name="ismail hammoudeh" userId="dcaf3914c8d376b0" providerId="LiveId" clId="{74176ABA-3E57-46B3-8515-5E77F4E7C31A}" dt="2021-03-06T12:26:24.204" v="7154"/>
          <ac:inkMkLst>
            <pc:docMk/>
            <pc:sldMk cId="776265580" sldId="289"/>
            <ac:inkMk id="330" creationId="{5CA49CC9-D7A0-4C00-B2FB-989B8ECE4174}"/>
          </ac:inkMkLst>
        </pc:inkChg>
        <pc:inkChg chg="add del mod">
          <ac:chgData name="ismail hammoudeh" userId="dcaf3914c8d376b0" providerId="LiveId" clId="{74176ABA-3E57-46B3-8515-5E77F4E7C31A}" dt="2021-03-06T12:26:24.201" v="7142"/>
          <ac:inkMkLst>
            <pc:docMk/>
            <pc:sldMk cId="776265580" sldId="289"/>
            <ac:inkMk id="331" creationId="{A414DDBB-D46A-406F-9B56-68ED60183FE4}"/>
          </ac:inkMkLst>
        </pc:inkChg>
        <pc:inkChg chg="add mod">
          <ac:chgData name="ismail hammoudeh" userId="dcaf3914c8d376b0" providerId="LiveId" clId="{74176ABA-3E57-46B3-8515-5E77F4E7C31A}" dt="2021-03-06T12:26:24.205" v="7162"/>
          <ac:inkMkLst>
            <pc:docMk/>
            <pc:sldMk cId="776265580" sldId="289"/>
            <ac:inkMk id="332" creationId="{1950B3AF-C3EB-4E64-A0DA-76B275552B8D}"/>
          </ac:inkMkLst>
        </pc:inkChg>
        <pc:inkChg chg="add del mod">
          <ac:chgData name="ismail hammoudeh" userId="dcaf3914c8d376b0" providerId="LiveId" clId="{74176ABA-3E57-46B3-8515-5E77F4E7C31A}" dt="2021-03-06T12:26:24.202" v="7146"/>
          <ac:inkMkLst>
            <pc:docMk/>
            <pc:sldMk cId="776265580" sldId="289"/>
            <ac:inkMk id="333" creationId="{C0ACE522-5F12-44B8-9DF5-C55EFEEE9C3E}"/>
          </ac:inkMkLst>
        </pc:inkChg>
        <pc:inkChg chg="add del mod">
          <ac:chgData name="ismail hammoudeh" userId="dcaf3914c8d376b0" providerId="LiveId" clId="{74176ABA-3E57-46B3-8515-5E77F4E7C31A}" dt="2021-03-06T12:26:24.202" v="7143"/>
          <ac:inkMkLst>
            <pc:docMk/>
            <pc:sldMk cId="776265580" sldId="289"/>
            <ac:inkMk id="334" creationId="{2EA5A678-BA1B-481A-8D34-43A6A3113919}"/>
          </ac:inkMkLst>
        </pc:inkChg>
        <pc:inkChg chg="add del mod">
          <ac:chgData name="ismail hammoudeh" userId="dcaf3914c8d376b0" providerId="LiveId" clId="{74176ABA-3E57-46B3-8515-5E77F4E7C31A}" dt="2021-03-06T12:26:24.204" v="7156"/>
          <ac:inkMkLst>
            <pc:docMk/>
            <pc:sldMk cId="776265580" sldId="289"/>
            <ac:inkMk id="336" creationId="{4B0317C0-6B50-4325-991A-CDBB88CDE0F7}"/>
          </ac:inkMkLst>
        </pc:inkChg>
        <pc:inkChg chg="add del mod">
          <ac:chgData name="ismail hammoudeh" userId="dcaf3914c8d376b0" providerId="LiveId" clId="{74176ABA-3E57-46B3-8515-5E77F4E7C31A}" dt="2021-03-06T12:26:24.203" v="7153"/>
          <ac:inkMkLst>
            <pc:docMk/>
            <pc:sldMk cId="776265580" sldId="289"/>
            <ac:inkMk id="337" creationId="{637D8615-07EB-4925-A712-CC0BC2329A3E}"/>
          </ac:inkMkLst>
        </pc:inkChg>
        <pc:inkChg chg="add del mod">
          <ac:chgData name="ismail hammoudeh" userId="dcaf3914c8d376b0" providerId="LiveId" clId="{74176ABA-3E57-46B3-8515-5E77F4E7C31A}" dt="2021-03-06T12:26:24.202" v="7144"/>
          <ac:inkMkLst>
            <pc:docMk/>
            <pc:sldMk cId="776265580" sldId="289"/>
            <ac:inkMk id="338" creationId="{8EA84F40-9F6B-4105-A269-6012F2566DB4}"/>
          </ac:inkMkLst>
        </pc:inkChg>
        <pc:inkChg chg="add del mod">
          <ac:chgData name="ismail hammoudeh" userId="dcaf3914c8d376b0" providerId="LiveId" clId="{74176ABA-3E57-46B3-8515-5E77F4E7C31A}" dt="2021-03-06T12:26:24.203" v="7149"/>
          <ac:inkMkLst>
            <pc:docMk/>
            <pc:sldMk cId="776265580" sldId="289"/>
            <ac:inkMk id="339" creationId="{E07593B2-0EE4-4255-8216-B80D1DF7E120}"/>
          </ac:inkMkLst>
        </pc:inkChg>
        <pc:inkChg chg="add del mod">
          <ac:chgData name="ismail hammoudeh" userId="dcaf3914c8d376b0" providerId="LiveId" clId="{74176ABA-3E57-46B3-8515-5E77F4E7C31A}" dt="2021-03-06T12:26:24.202" v="7147"/>
          <ac:inkMkLst>
            <pc:docMk/>
            <pc:sldMk cId="776265580" sldId="289"/>
            <ac:inkMk id="340" creationId="{F40EFBDD-9BE1-4477-BCEB-A9DC402604C2}"/>
          </ac:inkMkLst>
        </pc:inkChg>
        <pc:inkChg chg="add del mod">
          <ac:chgData name="ismail hammoudeh" userId="dcaf3914c8d376b0" providerId="LiveId" clId="{74176ABA-3E57-46B3-8515-5E77F4E7C31A}" dt="2021-03-06T12:26:24.205" v="7161"/>
          <ac:inkMkLst>
            <pc:docMk/>
            <pc:sldMk cId="776265580" sldId="289"/>
            <ac:inkMk id="341" creationId="{75B52278-455A-49D7-9927-C16D0F2B41EF}"/>
          </ac:inkMkLst>
        </pc:inkChg>
        <pc:inkChg chg="add del mod">
          <ac:chgData name="ismail hammoudeh" userId="dcaf3914c8d376b0" providerId="LiveId" clId="{74176ABA-3E57-46B3-8515-5E77F4E7C31A}" dt="2021-03-06T12:26:24.204" v="7157"/>
          <ac:inkMkLst>
            <pc:docMk/>
            <pc:sldMk cId="776265580" sldId="289"/>
            <ac:inkMk id="342" creationId="{9826FE11-3B0D-469C-A990-B8A33F1CBB8D}"/>
          </ac:inkMkLst>
        </pc:inkChg>
        <pc:inkChg chg="add mod">
          <ac:chgData name="ismail hammoudeh" userId="dcaf3914c8d376b0" providerId="LiveId" clId="{74176ABA-3E57-46B3-8515-5E77F4E7C31A}" dt="2021-03-06T12:26:24.205" v="7162"/>
          <ac:inkMkLst>
            <pc:docMk/>
            <pc:sldMk cId="776265580" sldId="289"/>
            <ac:inkMk id="343" creationId="{149CAFF1-88FE-4B32-899A-0347049D2759}"/>
          </ac:inkMkLst>
        </pc:inkChg>
        <pc:inkChg chg="add del mod">
          <ac:chgData name="ismail hammoudeh" userId="dcaf3914c8d376b0" providerId="LiveId" clId="{74176ABA-3E57-46B3-8515-5E77F4E7C31A}" dt="2021-03-06T12:26:24.205" v="7162"/>
          <ac:inkMkLst>
            <pc:docMk/>
            <pc:sldMk cId="776265580" sldId="289"/>
            <ac:inkMk id="344" creationId="{48A52B7D-A22A-4E6E-9E1F-9EE43C39D678}"/>
          </ac:inkMkLst>
        </pc:inkChg>
        <pc:inkChg chg="add mod">
          <ac:chgData name="ismail hammoudeh" userId="dcaf3914c8d376b0" providerId="LiveId" clId="{74176ABA-3E57-46B3-8515-5E77F4E7C31A}" dt="2021-03-06T12:33:39.173" v="7257"/>
          <ac:inkMkLst>
            <pc:docMk/>
            <pc:sldMk cId="776265580" sldId="289"/>
            <ac:inkMk id="346" creationId="{B05AE665-C2B9-4506-B838-31CB95D83076}"/>
          </ac:inkMkLst>
        </pc:inkChg>
        <pc:inkChg chg="add mod">
          <ac:chgData name="ismail hammoudeh" userId="dcaf3914c8d376b0" providerId="LiveId" clId="{74176ABA-3E57-46B3-8515-5E77F4E7C31A}" dt="2021-03-06T12:33:39.173" v="7257"/>
          <ac:inkMkLst>
            <pc:docMk/>
            <pc:sldMk cId="776265580" sldId="289"/>
            <ac:inkMk id="347" creationId="{2F608A42-0E21-4735-B7BD-2ACEBA433F67}"/>
          </ac:inkMkLst>
        </pc:inkChg>
        <pc:inkChg chg="add mod">
          <ac:chgData name="ismail hammoudeh" userId="dcaf3914c8d376b0" providerId="LiveId" clId="{74176ABA-3E57-46B3-8515-5E77F4E7C31A}" dt="2021-03-06T12:33:39.173" v="7257"/>
          <ac:inkMkLst>
            <pc:docMk/>
            <pc:sldMk cId="776265580" sldId="289"/>
            <ac:inkMk id="348" creationId="{2E8E6E33-6C90-4AD3-B9B2-7ED28BD06577}"/>
          </ac:inkMkLst>
        </pc:inkChg>
        <pc:inkChg chg="add mod">
          <ac:chgData name="ismail hammoudeh" userId="dcaf3914c8d376b0" providerId="LiveId" clId="{74176ABA-3E57-46B3-8515-5E77F4E7C31A}" dt="2021-03-06T12:33:39.173" v="7257"/>
          <ac:inkMkLst>
            <pc:docMk/>
            <pc:sldMk cId="776265580" sldId="289"/>
            <ac:inkMk id="349" creationId="{C10D1BFA-D0C0-4358-935E-AD4D0C872508}"/>
          </ac:inkMkLst>
        </pc:inkChg>
        <pc:inkChg chg="add mod">
          <ac:chgData name="ismail hammoudeh" userId="dcaf3914c8d376b0" providerId="LiveId" clId="{74176ABA-3E57-46B3-8515-5E77F4E7C31A}" dt="2021-03-06T12:33:39.173" v="7257"/>
          <ac:inkMkLst>
            <pc:docMk/>
            <pc:sldMk cId="776265580" sldId="289"/>
            <ac:inkMk id="350" creationId="{64AAE8E5-90E6-4AD4-A048-1A4996989CFE}"/>
          </ac:inkMkLst>
        </pc:inkChg>
        <pc:inkChg chg="add mod">
          <ac:chgData name="ismail hammoudeh" userId="dcaf3914c8d376b0" providerId="LiveId" clId="{74176ABA-3E57-46B3-8515-5E77F4E7C31A}" dt="2021-03-06T12:33:36.167" v="7253"/>
          <ac:inkMkLst>
            <pc:docMk/>
            <pc:sldMk cId="776265580" sldId="289"/>
            <ac:inkMk id="352" creationId="{E9F49827-5582-4F36-B65C-95385F001413}"/>
          </ac:inkMkLst>
        </pc:inkChg>
        <pc:inkChg chg="add mod">
          <ac:chgData name="ismail hammoudeh" userId="dcaf3914c8d376b0" providerId="LiveId" clId="{74176ABA-3E57-46B3-8515-5E77F4E7C31A}" dt="2021-03-06T12:33:36.167" v="7253"/>
          <ac:inkMkLst>
            <pc:docMk/>
            <pc:sldMk cId="776265580" sldId="289"/>
            <ac:inkMk id="353" creationId="{A14A5009-E259-4A48-A5E2-4898F4782F38}"/>
          </ac:inkMkLst>
        </pc:inkChg>
        <pc:inkChg chg="add mod">
          <ac:chgData name="ismail hammoudeh" userId="dcaf3914c8d376b0" providerId="LiveId" clId="{74176ABA-3E57-46B3-8515-5E77F4E7C31A}" dt="2021-03-06T12:33:36.167" v="7253"/>
          <ac:inkMkLst>
            <pc:docMk/>
            <pc:sldMk cId="776265580" sldId="289"/>
            <ac:inkMk id="354" creationId="{661F71FF-7FDA-4BE0-B07B-A82366EAEF67}"/>
          </ac:inkMkLst>
        </pc:inkChg>
        <pc:inkChg chg="add mod">
          <ac:chgData name="ismail hammoudeh" userId="dcaf3914c8d376b0" providerId="LiveId" clId="{74176ABA-3E57-46B3-8515-5E77F4E7C31A}" dt="2021-03-06T12:33:36.167" v="7253"/>
          <ac:inkMkLst>
            <pc:docMk/>
            <pc:sldMk cId="776265580" sldId="289"/>
            <ac:inkMk id="355" creationId="{E8FE856B-3098-40EE-8C43-5087813AB1C6}"/>
          </ac:inkMkLst>
        </pc:inkChg>
        <pc:inkChg chg="add mod">
          <ac:chgData name="ismail hammoudeh" userId="dcaf3914c8d376b0" providerId="LiveId" clId="{74176ABA-3E57-46B3-8515-5E77F4E7C31A}" dt="2021-03-06T12:33:36.167" v="7253"/>
          <ac:inkMkLst>
            <pc:docMk/>
            <pc:sldMk cId="776265580" sldId="289"/>
            <ac:inkMk id="356" creationId="{3541A6ED-59F9-49F5-B61F-DC1C5CE0228F}"/>
          </ac:inkMkLst>
        </pc:inkChg>
        <pc:inkChg chg="add mod">
          <ac:chgData name="ismail hammoudeh" userId="dcaf3914c8d376b0" providerId="LiveId" clId="{74176ABA-3E57-46B3-8515-5E77F4E7C31A}" dt="2021-03-06T12:33:26.655" v="7248"/>
          <ac:inkMkLst>
            <pc:docMk/>
            <pc:sldMk cId="776265580" sldId="289"/>
            <ac:inkMk id="358" creationId="{C1363249-476A-4E6D-B5AE-CDB3CB5F2C3D}"/>
          </ac:inkMkLst>
        </pc:inkChg>
        <pc:inkChg chg="add mod">
          <ac:chgData name="ismail hammoudeh" userId="dcaf3914c8d376b0" providerId="LiveId" clId="{74176ABA-3E57-46B3-8515-5E77F4E7C31A}" dt="2021-03-06T12:33:26.655" v="7248"/>
          <ac:inkMkLst>
            <pc:docMk/>
            <pc:sldMk cId="776265580" sldId="289"/>
            <ac:inkMk id="359" creationId="{85CCA738-37FA-497A-BDA9-CE6D625E69FD}"/>
          </ac:inkMkLst>
        </pc:inkChg>
        <pc:inkChg chg="add mod">
          <ac:chgData name="ismail hammoudeh" userId="dcaf3914c8d376b0" providerId="LiveId" clId="{74176ABA-3E57-46B3-8515-5E77F4E7C31A}" dt="2021-03-06T12:33:26.655" v="7248"/>
          <ac:inkMkLst>
            <pc:docMk/>
            <pc:sldMk cId="776265580" sldId="289"/>
            <ac:inkMk id="360" creationId="{B12399C4-F140-4571-A8BA-74B47E793B33}"/>
          </ac:inkMkLst>
        </pc:inkChg>
        <pc:inkChg chg="add mod">
          <ac:chgData name="ismail hammoudeh" userId="dcaf3914c8d376b0" providerId="LiveId" clId="{74176ABA-3E57-46B3-8515-5E77F4E7C31A}" dt="2021-03-06T12:33:26.655" v="7248"/>
          <ac:inkMkLst>
            <pc:docMk/>
            <pc:sldMk cId="776265580" sldId="289"/>
            <ac:inkMk id="361" creationId="{51B55A83-64D6-4EE1-8139-7FF16F53E4B2}"/>
          </ac:inkMkLst>
        </pc:inkChg>
        <pc:inkChg chg="add mod">
          <ac:chgData name="ismail hammoudeh" userId="dcaf3914c8d376b0" providerId="LiveId" clId="{74176ABA-3E57-46B3-8515-5E77F4E7C31A}" dt="2021-03-06T12:33:26.655" v="7248"/>
          <ac:inkMkLst>
            <pc:docMk/>
            <pc:sldMk cId="776265580" sldId="289"/>
            <ac:inkMk id="362" creationId="{A5881EF3-2BF7-4E99-B31E-35164FAF3CFC}"/>
          </ac:inkMkLst>
        </pc:inkChg>
        <pc:inkChg chg="add mod">
          <ac:chgData name="ismail hammoudeh" userId="dcaf3914c8d376b0" providerId="LiveId" clId="{74176ABA-3E57-46B3-8515-5E77F4E7C31A}" dt="2021-03-06T12:33:26.655" v="7248"/>
          <ac:inkMkLst>
            <pc:docMk/>
            <pc:sldMk cId="776265580" sldId="289"/>
            <ac:inkMk id="363" creationId="{4B076810-80AB-449C-94F7-550EA71EC023}"/>
          </ac:inkMkLst>
        </pc:inkChg>
        <pc:inkChg chg="add mod">
          <ac:chgData name="ismail hammoudeh" userId="dcaf3914c8d376b0" providerId="LiveId" clId="{74176ABA-3E57-46B3-8515-5E77F4E7C31A}" dt="2021-03-06T12:33:26.655" v="7248"/>
          <ac:inkMkLst>
            <pc:docMk/>
            <pc:sldMk cId="776265580" sldId="289"/>
            <ac:inkMk id="364" creationId="{4129BCE9-7727-49BB-9823-161835DFC14E}"/>
          </ac:inkMkLst>
        </pc:inkChg>
        <pc:inkChg chg="add mod">
          <ac:chgData name="ismail hammoudeh" userId="dcaf3914c8d376b0" providerId="LiveId" clId="{74176ABA-3E57-46B3-8515-5E77F4E7C31A}" dt="2021-03-06T12:33:26.655" v="7248"/>
          <ac:inkMkLst>
            <pc:docMk/>
            <pc:sldMk cId="776265580" sldId="289"/>
            <ac:inkMk id="365" creationId="{AD1E514D-6B1B-45FB-A93B-F8E81E6EB826}"/>
          </ac:inkMkLst>
        </pc:inkChg>
        <pc:inkChg chg="add mod">
          <ac:chgData name="ismail hammoudeh" userId="dcaf3914c8d376b0" providerId="LiveId" clId="{74176ABA-3E57-46B3-8515-5E77F4E7C31A}" dt="2021-03-06T12:33:26.655" v="7248"/>
          <ac:inkMkLst>
            <pc:docMk/>
            <pc:sldMk cId="776265580" sldId="289"/>
            <ac:inkMk id="366" creationId="{FEE3BEF4-C560-499A-8F19-52641E47A0F4}"/>
          </ac:inkMkLst>
        </pc:inkChg>
        <pc:inkChg chg="add mod">
          <ac:chgData name="ismail hammoudeh" userId="dcaf3914c8d376b0" providerId="LiveId" clId="{74176ABA-3E57-46B3-8515-5E77F4E7C31A}" dt="2021-03-06T12:33:26.655" v="7248"/>
          <ac:inkMkLst>
            <pc:docMk/>
            <pc:sldMk cId="776265580" sldId="289"/>
            <ac:inkMk id="367" creationId="{12DD8B0F-A9EF-43CA-8C74-EE8A71DC28D7}"/>
          </ac:inkMkLst>
        </pc:inkChg>
        <pc:inkChg chg="add mod">
          <ac:chgData name="ismail hammoudeh" userId="dcaf3914c8d376b0" providerId="LiveId" clId="{74176ABA-3E57-46B3-8515-5E77F4E7C31A}" dt="2021-03-06T12:33:39.173" v="7257"/>
          <ac:inkMkLst>
            <pc:docMk/>
            <pc:sldMk cId="776265580" sldId="289"/>
            <ac:inkMk id="370" creationId="{43ED2EB8-1CD5-4123-86A0-7C136BB8CC66}"/>
          </ac:inkMkLst>
        </pc:inkChg>
        <pc:inkChg chg="add mod">
          <ac:chgData name="ismail hammoudeh" userId="dcaf3914c8d376b0" providerId="LiveId" clId="{74176ABA-3E57-46B3-8515-5E77F4E7C31A}" dt="2021-03-06T12:33:39.173" v="7257"/>
          <ac:inkMkLst>
            <pc:docMk/>
            <pc:sldMk cId="776265580" sldId="289"/>
            <ac:inkMk id="371" creationId="{AB8C07AA-63E4-4A7E-8064-757D95F7E02A}"/>
          </ac:inkMkLst>
        </pc:inkChg>
        <pc:inkChg chg="add mod">
          <ac:chgData name="ismail hammoudeh" userId="dcaf3914c8d376b0" providerId="LiveId" clId="{74176ABA-3E57-46B3-8515-5E77F4E7C31A}" dt="2021-03-06T12:33:39.173" v="7257"/>
          <ac:inkMkLst>
            <pc:docMk/>
            <pc:sldMk cId="776265580" sldId="289"/>
            <ac:inkMk id="373" creationId="{ED7734E9-3B9F-4BB0-9680-C93E848A6E2D}"/>
          </ac:inkMkLst>
        </pc:inkChg>
        <pc:inkChg chg="add mod">
          <ac:chgData name="ismail hammoudeh" userId="dcaf3914c8d376b0" providerId="LiveId" clId="{74176ABA-3E57-46B3-8515-5E77F4E7C31A}" dt="2021-03-06T12:33:39.173" v="7257"/>
          <ac:inkMkLst>
            <pc:docMk/>
            <pc:sldMk cId="776265580" sldId="289"/>
            <ac:inkMk id="375" creationId="{9ABF610D-204B-47BD-BF81-A84C9E9E0500}"/>
          </ac:inkMkLst>
        </pc:inkChg>
        <pc:inkChg chg="add mod">
          <ac:chgData name="ismail hammoudeh" userId="dcaf3914c8d376b0" providerId="LiveId" clId="{74176ABA-3E57-46B3-8515-5E77F4E7C31A}" dt="2021-03-06T12:33:39.173" v="7257"/>
          <ac:inkMkLst>
            <pc:docMk/>
            <pc:sldMk cId="776265580" sldId="289"/>
            <ac:inkMk id="376" creationId="{222E7161-CB34-4848-9126-36EA2D7FBD32}"/>
          </ac:inkMkLst>
        </pc:inkChg>
        <pc:inkChg chg="add mod">
          <ac:chgData name="ismail hammoudeh" userId="dcaf3914c8d376b0" providerId="LiveId" clId="{74176ABA-3E57-46B3-8515-5E77F4E7C31A}" dt="2021-03-06T12:33:39.173" v="7257"/>
          <ac:inkMkLst>
            <pc:docMk/>
            <pc:sldMk cId="776265580" sldId="289"/>
            <ac:inkMk id="377" creationId="{7D70A562-0CC6-4CD1-8E4B-B2F480A76CC5}"/>
          </ac:inkMkLst>
        </pc:inkChg>
        <pc:inkChg chg="add mod">
          <ac:chgData name="ismail hammoudeh" userId="dcaf3914c8d376b0" providerId="LiveId" clId="{74176ABA-3E57-46B3-8515-5E77F4E7C31A}" dt="2021-03-06T12:34:07.311" v="7263"/>
          <ac:inkMkLst>
            <pc:docMk/>
            <pc:sldMk cId="776265580" sldId="289"/>
            <ac:inkMk id="379" creationId="{89AA427E-39F7-40E0-A7E7-DCC168075EF1}"/>
          </ac:inkMkLst>
        </pc:inkChg>
        <pc:inkChg chg="add mod">
          <ac:chgData name="ismail hammoudeh" userId="dcaf3914c8d376b0" providerId="LiveId" clId="{74176ABA-3E57-46B3-8515-5E77F4E7C31A}" dt="2021-03-06T12:34:07.311" v="7263"/>
          <ac:inkMkLst>
            <pc:docMk/>
            <pc:sldMk cId="776265580" sldId="289"/>
            <ac:inkMk id="380" creationId="{1227DF8F-0B3E-411C-907F-90EC6F287456}"/>
          </ac:inkMkLst>
        </pc:inkChg>
        <pc:inkChg chg="add mod">
          <ac:chgData name="ismail hammoudeh" userId="dcaf3914c8d376b0" providerId="LiveId" clId="{74176ABA-3E57-46B3-8515-5E77F4E7C31A}" dt="2021-03-06T12:34:07.311" v="7263"/>
          <ac:inkMkLst>
            <pc:docMk/>
            <pc:sldMk cId="776265580" sldId="289"/>
            <ac:inkMk id="381" creationId="{8FB37633-CCAF-4317-BCB0-142EC1F6F003}"/>
          </ac:inkMkLst>
        </pc:inkChg>
        <pc:inkChg chg="add mod">
          <ac:chgData name="ismail hammoudeh" userId="dcaf3914c8d376b0" providerId="LiveId" clId="{74176ABA-3E57-46B3-8515-5E77F4E7C31A}" dt="2021-03-06T12:34:07.311" v="7263"/>
          <ac:inkMkLst>
            <pc:docMk/>
            <pc:sldMk cId="776265580" sldId="289"/>
            <ac:inkMk id="382" creationId="{A92EE6A9-D7CA-4355-8942-D46E2F69839B}"/>
          </ac:inkMkLst>
        </pc:inkChg>
        <pc:inkChg chg="add mod">
          <ac:chgData name="ismail hammoudeh" userId="dcaf3914c8d376b0" providerId="LiveId" clId="{74176ABA-3E57-46B3-8515-5E77F4E7C31A}" dt="2021-03-06T12:34:07.311" v="7263"/>
          <ac:inkMkLst>
            <pc:docMk/>
            <pc:sldMk cId="776265580" sldId="289"/>
            <ac:inkMk id="383" creationId="{E52888DB-E988-44A7-AEE0-C625D9B72784}"/>
          </ac:inkMkLst>
        </pc:inkChg>
        <pc:inkChg chg="add mod">
          <ac:chgData name="ismail hammoudeh" userId="dcaf3914c8d376b0" providerId="LiveId" clId="{74176ABA-3E57-46B3-8515-5E77F4E7C31A}" dt="2021-03-06T12:34:14.218" v="7273"/>
          <ac:inkMkLst>
            <pc:docMk/>
            <pc:sldMk cId="776265580" sldId="289"/>
            <ac:inkMk id="385" creationId="{DC0EFF25-EDC4-4650-9B4F-3862BA737822}"/>
          </ac:inkMkLst>
        </pc:inkChg>
        <pc:inkChg chg="add mod">
          <ac:chgData name="ismail hammoudeh" userId="dcaf3914c8d376b0" providerId="LiveId" clId="{74176ABA-3E57-46B3-8515-5E77F4E7C31A}" dt="2021-03-06T12:34:14.218" v="7273"/>
          <ac:inkMkLst>
            <pc:docMk/>
            <pc:sldMk cId="776265580" sldId="289"/>
            <ac:inkMk id="386" creationId="{3C37B3FE-DDE7-4D9F-BB20-E5C33FCE9102}"/>
          </ac:inkMkLst>
        </pc:inkChg>
        <pc:inkChg chg="add mod">
          <ac:chgData name="ismail hammoudeh" userId="dcaf3914c8d376b0" providerId="LiveId" clId="{74176ABA-3E57-46B3-8515-5E77F4E7C31A}" dt="2021-03-06T12:34:14.218" v="7273"/>
          <ac:inkMkLst>
            <pc:docMk/>
            <pc:sldMk cId="776265580" sldId="289"/>
            <ac:inkMk id="387" creationId="{6D034F19-CA4A-4A34-82DC-481E63984843}"/>
          </ac:inkMkLst>
        </pc:inkChg>
        <pc:inkChg chg="add mod">
          <ac:chgData name="ismail hammoudeh" userId="dcaf3914c8d376b0" providerId="LiveId" clId="{74176ABA-3E57-46B3-8515-5E77F4E7C31A}" dt="2021-03-06T12:34:14.218" v="7273"/>
          <ac:inkMkLst>
            <pc:docMk/>
            <pc:sldMk cId="776265580" sldId="289"/>
            <ac:inkMk id="388" creationId="{95C49F55-714F-44F3-BA0E-0678470EA115}"/>
          </ac:inkMkLst>
        </pc:inkChg>
        <pc:inkChg chg="add mod">
          <ac:chgData name="ismail hammoudeh" userId="dcaf3914c8d376b0" providerId="LiveId" clId="{74176ABA-3E57-46B3-8515-5E77F4E7C31A}" dt="2021-03-06T12:34:14.218" v="7273"/>
          <ac:inkMkLst>
            <pc:docMk/>
            <pc:sldMk cId="776265580" sldId="289"/>
            <ac:inkMk id="389" creationId="{30F3A943-27EF-494E-B9B5-0649B76FEB33}"/>
          </ac:inkMkLst>
        </pc:inkChg>
        <pc:inkChg chg="add mod">
          <ac:chgData name="ismail hammoudeh" userId="dcaf3914c8d376b0" providerId="LiveId" clId="{74176ABA-3E57-46B3-8515-5E77F4E7C31A}" dt="2021-03-06T12:34:14.218" v="7273"/>
          <ac:inkMkLst>
            <pc:docMk/>
            <pc:sldMk cId="776265580" sldId="289"/>
            <ac:inkMk id="390" creationId="{77B2A76F-DCC0-4584-B544-37E5F2E5DFA9}"/>
          </ac:inkMkLst>
        </pc:inkChg>
        <pc:inkChg chg="add mod">
          <ac:chgData name="ismail hammoudeh" userId="dcaf3914c8d376b0" providerId="LiveId" clId="{74176ABA-3E57-46B3-8515-5E77F4E7C31A}" dt="2021-03-06T12:34:14.218" v="7273"/>
          <ac:inkMkLst>
            <pc:docMk/>
            <pc:sldMk cId="776265580" sldId="289"/>
            <ac:inkMk id="391" creationId="{38CB2CB7-0C37-4E3A-9DDC-E93B5F3E3CCD}"/>
          </ac:inkMkLst>
        </pc:inkChg>
        <pc:inkChg chg="add mod">
          <ac:chgData name="ismail hammoudeh" userId="dcaf3914c8d376b0" providerId="LiveId" clId="{74176ABA-3E57-46B3-8515-5E77F4E7C31A}" dt="2021-03-06T12:34:14.218" v="7273"/>
          <ac:inkMkLst>
            <pc:docMk/>
            <pc:sldMk cId="776265580" sldId="289"/>
            <ac:inkMk id="392" creationId="{6B48EE31-AA15-45F3-8A8B-BCCD89BC7DCC}"/>
          </ac:inkMkLst>
        </pc:inkChg>
        <pc:inkChg chg="add mod">
          <ac:chgData name="ismail hammoudeh" userId="dcaf3914c8d376b0" providerId="LiveId" clId="{74176ABA-3E57-46B3-8515-5E77F4E7C31A}" dt="2021-03-06T12:34:14.218" v="7273"/>
          <ac:inkMkLst>
            <pc:docMk/>
            <pc:sldMk cId="776265580" sldId="289"/>
            <ac:inkMk id="393" creationId="{4368A40D-3A0C-4140-8D35-434F9CD917D4}"/>
          </ac:inkMkLst>
        </pc:inkChg>
        <pc:inkChg chg="add mod">
          <ac:chgData name="ismail hammoudeh" userId="dcaf3914c8d376b0" providerId="LiveId" clId="{74176ABA-3E57-46B3-8515-5E77F4E7C31A}" dt="2021-03-06T12:34:22.578" v="7287"/>
          <ac:inkMkLst>
            <pc:docMk/>
            <pc:sldMk cId="776265580" sldId="289"/>
            <ac:inkMk id="395" creationId="{6A93C6D8-3E85-43CF-9CA2-58371ABEDA00}"/>
          </ac:inkMkLst>
        </pc:inkChg>
        <pc:inkChg chg="add mod">
          <ac:chgData name="ismail hammoudeh" userId="dcaf3914c8d376b0" providerId="LiveId" clId="{74176ABA-3E57-46B3-8515-5E77F4E7C31A}" dt="2021-03-06T12:34:22.578" v="7287"/>
          <ac:inkMkLst>
            <pc:docMk/>
            <pc:sldMk cId="776265580" sldId="289"/>
            <ac:inkMk id="396" creationId="{ACDD0BF3-5936-4D49-9070-39C8B6C53B76}"/>
          </ac:inkMkLst>
        </pc:inkChg>
        <pc:inkChg chg="add mod">
          <ac:chgData name="ismail hammoudeh" userId="dcaf3914c8d376b0" providerId="LiveId" clId="{74176ABA-3E57-46B3-8515-5E77F4E7C31A}" dt="2021-03-06T12:34:22.578" v="7287"/>
          <ac:inkMkLst>
            <pc:docMk/>
            <pc:sldMk cId="776265580" sldId="289"/>
            <ac:inkMk id="397" creationId="{1E91A134-58AE-4CC0-9861-201DE0AF091B}"/>
          </ac:inkMkLst>
        </pc:inkChg>
        <pc:inkChg chg="add mod">
          <ac:chgData name="ismail hammoudeh" userId="dcaf3914c8d376b0" providerId="LiveId" clId="{74176ABA-3E57-46B3-8515-5E77F4E7C31A}" dt="2021-03-06T12:34:22.578" v="7287"/>
          <ac:inkMkLst>
            <pc:docMk/>
            <pc:sldMk cId="776265580" sldId="289"/>
            <ac:inkMk id="398" creationId="{5F11D76E-3F73-4520-8269-9E221C04A06A}"/>
          </ac:inkMkLst>
        </pc:inkChg>
        <pc:inkChg chg="add mod">
          <ac:chgData name="ismail hammoudeh" userId="dcaf3914c8d376b0" providerId="LiveId" clId="{74176ABA-3E57-46B3-8515-5E77F4E7C31A}" dt="2021-03-06T12:34:22.578" v="7287"/>
          <ac:inkMkLst>
            <pc:docMk/>
            <pc:sldMk cId="776265580" sldId="289"/>
            <ac:inkMk id="399" creationId="{540A346D-6B5C-42DB-9057-E7A2FD7562F8}"/>
          </ac:inkMkLst>
        </pc:inkChg>
        <pc:inkChg chg="add mod">
          <ac:chgData name="ismail hammoudeh" userId="dcaf3914c8d376b0" providerId="LiveId" clId="{74176ABA-3E57-46B3-8515-5E77F4E7C31A}" dt="2021-03-06T12:34:22.578" v="7287"/>
          <ac:inkMkLst>
            <pc:docMk/>
            <pc:sldMk cId="776265580" sldId="289"/>
            <ac:inkMk id="400" creationId="{6DAA3E3F-31D0-4F1D-B500-96C11E0DB918}"/>
          </ac:inkMkLst>
        </pc:inkChg>
        <pc:inkChg chg="add mod">
          <ac:chgData name="ismail hammoudeh" userId="dcaf3914c8d376b0" providerId="LiveId" clId="{74176ABA-3E57-46B3-8515-5E77F4E7C31A}" dt="2021-03-06T12:34:22.578" v="7287"/>
          <ac:inkMkLst>
            <pc:docMk/>
            <pc:sldMk cId="776265580" sldId="289"/>
            <ac:inkMk id="401" creationId="{5DCEE87C-1A07-49F0-9AE2-150BDD4A12C1}"/>
          </ac:inkMkLst>
        </pc:inkChg>
        <pc:inkChg chg="add mod">
          <ac:chgData name="ismail hammoudeh" userId="dcaf3914c8d376b0" providerId="LiveId" clId="{74176ABA-3E57-46B3-8515-5E77F4E7C31A}" dt="2021-03-06T12:34:22.578" v="7287"/>
          <ac:inkMkLst>
            <pc:docMk/>
            <pc:sldMk cId="776265580" sldId="289"/>
            <ac:inkMk id="402" creationId="{3028205F-4374-4930-950D-650E3DA10832}"/>
          </ac:inkMkLst>
        </pc:inkChg>
        <pc:inkChg chg="add mod">
          <ac:chgData name="ismail hammoudeh" userId="dcaf3914c8d376b0" providerId="LiveId" clId="{74176ABA-3E57-46B3-8515-5E77F4E7C31A}" dt="2021-03-06T12:34:22.578" v="7287"/>
          <ac:inkMkLst>
            <pc:docMk/>
            <pc:sldMk cId="776265580" sldId="289"/>
            <ac:inkMk id="403" creationId="{AC12358A-0161-4556-8CA9-F9670BD9E4E9}"/>
          </ac:inkMkLst>
        </pc:inkChg>
        <pc:inkChg chg="add mod">
          <ac:chgData name="ismail hammoudeh" userId="dcaf3914c8d376b0" providerId="LiveId" clId="{74176ABA-3E57-46B3-8515-5E77F4E7C31A}" dt="2021-03-06T12:34:22.578" v="7287"/>
          <ac:inkMkLst>
            <pc:docMk/>
            <pc:sldMk cId="776265580" sldId="289"/>
            <ac:inkMk id="404" creationId="{DA184687-C306-42DC-952F-480093F680C7}"/>
          </ac:inkMkLst>
        </pc:inkChg>
        <pc:inkChg chg="add mod">
          <ac:chgData name="ismail hammoudeh" userId="dcaf3914c8d376b0" providerId="LiveId" clId="{74176ABA-3E57-46B3-8515-5E77F4E7C31A}" dt="2021-03-06T12:34:22.578" v="7287"/>
          <ac:inkMkLst>
            <pc:docMk/>
            <pc:sldMk cId="776265580" sldId="289"/>
            <ac:inkMk id="405" creationId="{25FCF2EB-B1CC-498B-A35F-175580386D44}"/>
          </ac:inkMkLst>
        </pc:inkChg>
        <pc:inkChg chg="add mod">
          <ac:chgData name="ismail hammoudeh" userId="dcaf3914c8d376b0" providerId="LiveId" clId="{74176ABA-3E57-46B3-8515-5E77F4E7C31A}" dt="2021-03-06T12:34:22.578" v="7287"/>
          <ac:inkMkLst>
            <pc:docMk/>
            <pc:sldMk cId="776265580" sldId="289"/>
            <ac:inkMk id="406" creationId="{1C13759A-69D1-4E6B-B115-2AE02CF10E3A}"/>
          </ac:inkMkLst>
        </pc:inkChg>
        <pc:inkChg chg="add mod">
          <ac:chgData name="ismail hammoudeh" userId="dcaf3914c8d376b0" providerId="LiveId" clId="{74176ABA-3E57-46B3-8515-5E77F4E7C31A}" dt="2021-03-06T12:34:22.578" v="7287"/>
          <ac:inkMkLst>
            <pc:docMk/>
            <pc:sldMk cId="776265580" sldId="289"/>
            <ac:inkMk id="407" creationId="{940F23D2-8916-4C9D-93EB-D49537F16178}"/>
          </ac:inkMkLst>
        </pc:inkChg>
        <pc:inkChg chg="add mod">
          <ac:chgData name="ismail hammoudeh" userId="dcaf3914c8d376b0" providerId="LiveId" clId="{74176ABA-3E57-46B3-8515-5E77F4E7C31A}" dt="2021-03-06T12:34:26.842" v="7295"/>
          <ac:inkMkLst>
            <pc:docMk/>
            <pc:sldMk cId="776265580" sldId="289"/>
            <ac:inkMk id="409" creationId="{E8C813EF-14B4-4A85-B19F-A2F59BAF38BE}"/>
          </ac:inkMkLst>
        </pc:inkChg>
        <pc:inkChg chg="add mod">
          <ac:chgData name="ismail hammoudeh" userId="dcaf3914c8d376b0" providerId="LiveId" clId="{74176ABA-3E57-46B3-8515-5E77F4E7C31A}" dt="2021-03-06T12:34:26.842" v="7295"/>
          <ac:inkMkLst>
            <pc:docMk/>
            <pc:sldMk cId="776265580" sldId="289"/>
            <ac:inkMk id="410" creationId="{50502EBA-0191-47B1-957A-D2FDC5331270}"/>
          </ac:inkMkLst>
        </pc:inkChg>
        <pc:inkChg chg="add mod">
          <ac:chgData name="ismail hammoudeh" userId="dcaf3914c8d376b0" providerId="LiveId" clId="{74176ABA-3E57-46B3-8515-5E77F4E7C31A}" dt="2021-03-06T12:34:26.842" v="7295"/>
          <ac:inkMkLst>
            <pc:docMk/>
            <pc:sldMk cId="776265580" sldId="289"/>
            <ac:inkMk id="411" creationId="{7FE2659F-9CF8-442E-A7E1-FDF027E297BA}"/>
          </ac:inkMkLst>
        </pc:inkChg>
        <pc:inkChg chg="add mod">
          <ac:chgData name="ismail hammoudeh" userId="dcaf3914c8d376b0" providerId="LiveId" clId="{74176ABA-3E57-46B3-8515-5E77F4E7C31A}" dt="2021-03-06T12:34:26.842" v="7295"/>
          <ac:inkMkLst>
            <pc:docMk/>
            <pc:sldMk cId="776265580" sldId="289"/>
            <ac:inkMk id="412" creationId="{967856B7-5A01-4168-8ACB-92ECEAC12649}"/>
          </ac:inkMkLst>
        </pc:inkChg>
        <pc:inkChg chg="add mod">
          <ac:chgData name="ismail hammoudeh" userId="dcaf3914c8d376b0" providerId="LiveId" clId="{74176ABA-3E57-46B3-8515-5E77F4E7C31A}" dt="2021-03-06T12:34:26.842" v="7295"/>
          <ac:inkMkLst>
            <pc:docMk/>
            <pc:sldMk cId="776265580" sldId="289"/>
            <ac:inkMk id="413" creationId="{88FAEAF1-C479-47BC-993C-CCC74CBE8800}"/>
          </ac:inkMkLst>
        </pc:inkChg>
        <pc:inkChg chg="add mod">
          <ac:chgData name="ismail hammoudeh" userId="dcaf3914c8d376b0" providerId="LiveId" clId="{74176ABA-3E57-46B3-8515-5E77F4E7C31A}" dt="2021-03-06T12:34:26.842" v="7295"/>
          <ac:inkMkLst>
            <pc:docMk/>
            <pc:sldMk cId="776265580" sldId="289"/>
            <ac:inkMk id="414" creationId="{B83091D4-10CD-4D6C-AB41-E3B22C8137FF}"/>
          </ac:inkMkLst>
        </pc:inkChg>
        <pc:inkChg chg="add mod">
          <ac:chgData name="ismail hammoudeh" userId="dcaf3914c8d376b0" providerId="LiveId" clId="{74176ABA-3E57-46B3-8515-5E77F4E7C31A}" dt="2021-03-06T12:34:26.842" v="7295"/>
          <ac:inkMkLst>
            <pc:docMk/>
            <pc:sldMk cId="776265580" sldId="289"/>
            <ac:inkMk id="415" creationId="{D65154E8-AFD7-4CEF-9117-6B7EA82D7B0F}"/>
          </ac:inkMkLst>
        </pc:inkChg>
        <pc:inkChg chg="add mod">
          <ac:chgData name="ismail hammoudeh" userId="dcaf3914c8d376b0" providerId="LiveId" clId="{74176ABA-3E57-46B3-8515-5E77F4E7C31A}" dt="2021-03-06T12:34:33.345" v="7302"/>
          <ac:inkMkLst>
            <pc:docMk/>
            <pc:sldMk cId="776265580" sldId="289"/>
            <ac:inkMk id="417" creationId="{208D414F-6D55-43BA-82BA-89D55A7519DA}"/>
          </ac:inkMkLst>
        </pc:inkChg>
        <pc:inkChg chg="add mod">
          <ac:chgData name="ismail hammoudeh" userId="dcaf3914c8d376b0" providerId="LiveId" clId="{74176ABA-3E57-46B3-8515-5E77F4E7C31A}" dt="2021-03-06T12:34:33.345" v="7302"/>
          <ac:inkMkLst>
            <pc:docMk/>
            <pc:sldMk cId="776265580" sldId="289"/>
            <ac:inkMk id="418" creationId="{A3EE5C5C-C62E-4430-815C-13A0D9834954}"/>
          </ac:inkMkLst>
        </pc:inkChg>
        <pc:inkChg chg="add mod">
          <ac:chgData name="ismail hammoudeh" userId="dcaf3914c8d376b0" providerId="LiveId" clId="{74176ABA-3E57-46B3-8515-5E77F4E7C31A}" dt="2021-03-06T12:34:33.345" v="7302"/>
          <ac:inkMkLst>
            <pc:docMk/>
            <pc:sldMk cId="776265580" sldId="289"/>
            <ac:inkMk id="419" creationId="{903CF824-B298-4330-8F83-F58AAD3068F6}"/>
          </ac:inkMkLst>
        </pc:inkChg>
        <pc:inkChg chg="add mod">
          <ac:chgData name="ismail hammoudeh" userId="dcaf3914c8d376b0" providerId="LiveId" clId="{74176ABA-3E57-46B3-8515-5E77F4E7C31A}" dt="2021-03-06T12:34:33.345" v="7302"/>
          <ac:inkMkLst>
            <pc:docMk/>
            <pc:sldMk cId="776265580" sldId="289"/>
            <ac:inkMk id="420" creationId="{4C163D6F-61F4-4BD2-B239-B996AC7A6518}"/>
          </ac:inkMkLst>
        </pc:inkChg>
        <pc:inkChg chg="add mod">
          <ac:chgData name="ismail hammoudeh" userId="dcaf3914c8d376b0" providerId="LiveId" clId="{74176ABA-3E57-46B3-8515-5E77F4E7C31A}" dt="2021-03-06T12:34:33.345" v="7302"/>
          <ac:inkMkLst>
            <pc:docMk/>
            <pc:sldMk cId="776265580" sldId="289"/>
            <ac:inkMk id="421" creationId="{986FC3DA-6055-4F31-B180-96B29A776825}"/>
          </ac:inkMkLst>
        </pc:inkChg>
        <pc:inkChg chg="add mod">
          <ac:chgData name="ismail hammoudeh" userId="dcaf3914c8d376b0" providerId="LiveId" clId="{74176ABA-3E57-46B3-8515-5E77F4E7C31A}" dt="2021-03-06T12:34:33.345" v="7302"/>
          <ac:inkMkLst>
            <pc:docMk/>
            <pc:sldMk cId="776265580" sldId="289"/>
            <ac:inkMk id="422" creationId="{3FE9F6AC-FF5A-474D-9C5E-EEDD114AD2EF}"/>
          </ac:inkMkLst>
        </pc:inkChg>
        <pc:inkChg chg="add mod">
          <ac:chgData name="ismail hammoudeh" userId="dcaf3914c8d376b0" providerId="LiveId" clId="{74176ABA-3E57-46B3-8515-5E77F4E7C31A}" dt="2021-03-06T13:21:10.434" v="7689"/>
          <ac:inkMkLst>
            <pc:docMk/>
            <pc:sldMk cId="776265580" sldId="289"/>
            <ac:inkMk id="424" creationId="{728FE535-8469-4A40-B9FA-EAF303A63ED7}"/>
          </ac:inkMkLst>
        </pc:inkChg>
        <pc:inkChg chg="add mod">
          <ac:chgData name="ismail hammoudeh" userId="dcaf3914c8d376b0" providerId="LiveId" clId="{74176ABA-3E57-46B3-8515-5E77F4E7C31A}" dt="2021-03-06T13:21:10.434" v="7689"/>
          <ac:inkMkLst>
            <pc:docMk/>
            <pc:sldMk cId="776265580" sldId="289"/>
            <ac:inkMk id="425" creationId="{AD1FF616-27E1-4C9E-844E-36C10C20AA0B}"/>
          </ac:inkMkLst>
        </pc:inkChg>
        <pc:inkChg chg="add mod">
          <ac:chgData name="ismail hammoudeh" userId="dcaf3914c8d376b0" providerId="LiveId" clId="{74176ABA-3E57-46B3-8515-5E77F4E7C31A}" dt="2021-03-06T13:21:10.434" v="7689"/>
          <ac:inkMkLst>
            <pc:docMk/>
            <pc:sldMk cId="776265580" sldId="289"/>
            <ac:inkMk id="426" creationId="{15CE081E-9934-4EE0-AEB4-5DD2EC07F606}"/>
          </ac:inkMkLst>
        </pc:inkChg>
        <pc:inkChg chg="add mod">
          <ac:chgData name="ismail hammoudeh" userId="dcaf3914c8d376b0" providerId="LiveId" clId="{74176ABA-3E57-46B3-8515-5E77F4E7C31A}" dt="2021-03-06T13:21:10.434" v="7689"/>
          <ac:inkMkLst>
            <pc:docMk/>
            <pc:sldMk cId="776265580" sldId="289"/>
            <ac:inkMk id="427" creationId="{AED11DE4-D0E3-465D-8B9F-46AEC13CB1EF}"/>
          </ac:inkMkLst>
        </pc:inkChg>
        <pc:inkChg chg="add mod">
          <ac:chgData name="ismail hammoudeh" userId="dcaf3914c8d376b0" providerId="LiveId" clId="{74176ABA-3E57-46B3-8515-5E77F4E7C31A}" dt="2021-03-06T13:21:10.434" v="7689"/>
          <ac:inkMkLst>
            <pc:docMk/>
            <pc:sldMk cId="776265580" sldId="289"/>
            <ac:inkMk id="429" creationId="{78B00C99-2761-485A-A164-A4B29FD1F82F}"/>
          </ac:inkMkLst>
        </pc:inkChg>
        <pc:inkChg chg="add mod">
          <ac:chgData name="ismail hammoudeh" userId="dcaf3914c8d376b0" providerId="LiveId" clId="{74176ABA-3E57-46B3-8515-5E77F4E7C31A}" dt="2021-03-06T13:21:10.434" v="7689"/>
          <ac:inkMkLst>
            <pc:docMk/>
            <pc:sldMk cId="776265580" sldId="289"/>
            <ac:inkMk id="430" creationId="{761AE67D-F4EA-4D5D-A756-36AD69DF5022}"/>
          </ac:inkMkLst>
        </pc:inkChg>
        <pc:inkChg chg="add mod">
          <ac:chgData name="ismail hammoudeh" userId="dcaf3914c8d376b0" providerId="LiveId" clId="{74176ABA-3E57-46B3-8515-5E77F4E7C31A}" dt="2021-03-06T13:21:10.434" v="7689"/>
          <ac:inkMkLst>
            <pc:docMk/>
            <pc:sldMk cId="776265580" sldId="289"/>
            <ac:inkMk id="431" creationId="{672C63CE-C0E3-42C7-B4AB-A0A22E2EB1D8}"/>
          </ac:inkMkLst>
        </pc:inkChg>
        <pc:inkChg chg="add mod">
          <ac:chgData name="ismail hammoudeh" userId="dcaf3914c8d376b0" providerId="LiveId" clId="{74176ABA-3E57-46B3-8515-5E77F4E7C31A}" dt="2021-03-06T13:21:10.434" v="7689"/>
          <ac:inkMkLst>
            <pc:docMk/>
            <pc:sldMk cId="776265580" sldId="289"/>
            <ac:inkMk id="432" creationId="{D3E68436-EA28-4758-8AEB-81624FB224AB}"/>
          </ac:inkMkLst>
        </pc:inkChg>
        <pc:inkChg chg="add mod">
          <ac:chgData name="ismail hammoudeh" userId="dcaf3914c8d376b0" providerId="LiveId" clId="{74176ABA-3E57-46B3-8515-5E77F4E7C31A}" dt="2021-03-06T13:21:10.434" v="7689"/>
          <ac:inkMkLst>
            <pc:docMk/>
            <pc:sldMk cId="776265580" sldId="289"/>
            <ac:inkMk id="433" creationId="{34E71F44-4472-46B3-A77A-B351D6761A4F}"/>
          </ac:inkMkLst>
        </pc:inkChg>
        <pc:inkChg chg="add mod">
          <ac:chgData name="ismail hammoudeh" userId="dcaf3914c8d376b0" providerId="LiveId" clId="{74176ABA-3E57-46B3-8515-5E77F4E7C31A}" dt="2021-03-06T13:21:10.434" v="7689"/>
          <ac:inkMkLst>
            <pc:docMk/>
            <pc:sldMk cId="776265580" sldId="289"/>
            <ac:inkMk id="434" creationId="{053AA4C3-2748-43D0-82EB-10ECE0E47B5F}"/>
          </ac:inkMkLst>
        </pc:inkChg>
        <pc:inkChg chg="add mod">
          <ac:chgData name="ismail hammoudeh" userId="dcaf3914c8d376b0" providerId="LiveId" clId="{74176ABA-3E57-46B3-8515-5E77F4E7C31A}" dt="2021-03-06T13:21:10.434" v="7689"/>
          <ac:inkMkLst>
            <pc:docMk/>
            <pc:sldMk cId="776265580" sldId="289"/>
            <ac:inkMk id="435" creationId="{288E6598-486A-406B-AD4B-3E50BE73DA34}"/>
          </ac:inkMkLst>
        </pc:inkChg>
        <pc:inkChg chg="add mod">
          <ac:chgData name="ismail hammoudeh" userId="dcaf3914c8d376b0" providerId="LiveId" clId="{74176ABA-3E57-46B3-8515-5E77F4E7C31A}" dt="2021-03-06T13:21:10.434" v="7689"/>
          <ac:inkMkLst>
            <pc:docMk/>
            <pc:sldMk cId="776265580" sldId="289"/>
            <ac:inkMk id="436" creationId="{90622759-39FC-47D6-A10B-59E118063D66}"/>
          </ac:inkMkLst>
        </pc:inkChg>
        <pc:inkChg chg="add mod">
          <ac:chgData name="ismail hammoudeh" userId="dcaf3914c8d376b0" providerId="LiveId" clId="{74176ABA-3E57-46B3-8515-5E77F4E7C31A}" dt="2021-03-06T13:21:10.434" v="7689"/>
          <ac:inkMkLst>
            <pc:docMk/>
            <pc:sldMk cId="776265580" sldId="289"/>
            <ac:inkMk id="437" creationId="{949223AF-7433-4463-8083-CC6517800933}"/>
          </ac:inkMkLst>
        </pc:inkChg>
        <pc:inkChg chg="add mod">
          <ac:chgData name="ismail hammoudeh" userId="dcaf3914c8d376b0" providerId="LiveId" clId="{74176ABA-3E57-46B3-8515-5E77F4E7C31A}" dt="2021-03-06T13:21:10.434" v="7689"/>
          <ac:inkMkLst>
            <pc:docMk/>
            <pc:sldMk cId="776265580" sldId="289"/>
            <ac:inkMk id="438" creationId="{380770D2-6256-4BAC-A405-DC1F4D652034}"/>
          </ac:inkMkLst>
        </pc:inkChg>
        <pc:inkChg chg="add mod">
          <ac:chgData name="ismail hammoudeh" userId="dcaf3914c8d376b0" providerId="LiveId" clId="{74176ABA-3E57-46B3-8515-5E77F4E7C31A}" dt="2021-03-06T13:21:10.434" v="7689"/>
          <ac:inkMkLst>
            <pc:docMk/>
            <pc:sldMk cId="776265580" sldId="289"/>
            <ac:inkMk id="439" creationId="{06FB2C8E-DB91-4E5B-8E00-7FC74073D54B}"/>
          </ac:inkMkLst>
        </pc:inkChg>
        <pc:inkChg chg="add mod">
          <ac:chgData name="ismail hammoudeh" userId="dcaf3914c8d376b0" providerId="LiveId" clId="{74176ABA-3E57-46B3-8515-5E77F4E7C31A}" dt="2021-03-06T13:21:10.434" v="7689"/>
          <ac:inkMkLst>
            <pc:docMk/>
            <pc:sldMk cId="776265580" sldId="289"/>
            <ac:inkMk id="440" creationId="{5D1A21E6-7463-4681-A3E0-BC042F8446FA}"/>
          </ac:inkMkLst>
        </pc:inkChg>
        <pc:inkChg chg="add mod">
          <ac:chgData name="ismail hammoudeh" userId="dcaf3914c8d376b0" providerId="LiveId" clId="{74176ABA-3E57-46B3-8515-5E77F4E7C31A}" dt="2021-03-06T13:21:10.434" v="7689"/>
          <ac:inkMkLst>
            <pc:docMk/>
            <pc:sldMk cId="776265580" sldId="289"/>
            <ac:inkMk id="441" creationId="{45775BFD-16A5-4973-BBC4-70B6EEA6A67C}"/>
          </ac:inkMkLst>
        </pc:inkChg>
        <pc:inkChg chg="add mod">
          <ac:chgData name="ismail hammoudeh" userId="dcaf3914c8d376b0" providerId="LiveId" clId="{74176ABA-3E57-46B3-8515-5E77F4E7C31A}" dt="2021-03-06T13:21:10.434" v="7689"/>
          <ac:inkMkLst>
            <pc:docMk/>
            <pc:sldMk cId="776265580" sldId="289"/>
            <ac:inkMk id="442" creationId="{9B5743EF-9ABB-4612-81C6-D7D0DC4171AB}"/>
          </ac:inkMkLst>
        </pc:inkChg>
        <pc:inkChg chg="add mod">
          <ac:chgData name="ismail hammoudeh" userId="dcaf3914c8d376b0" providerId="LiveId" clId="{74176ABA-3E57-46B3-8515-5E77F4E7C31A}" dt="2021-03-06T13:21:10.434" v="7689"/>
          <ac:inkMkLst>
            <pc:docMk/>
            <pc:sldMk cId="776265580" sldId="289"/>
            <ac:inkMk id="443" creationId="{3BEB4571-62D3-4F51-836D-0594EEAF4498}"/>
          </ac:inkMkLst>
        </pc:inkChg>
        <pc:inkChg chg="add mod">
          <ac:chgData name="ismail hammoudeh" userId="dcaf3914c8d376b0" providerId="LiveId" clId="{74176ABA-3E57-46B3-8515-5E77F4E7C31A}" dt="2021-03-06T13:21:18.105" v="7702"/>
          <ac:inkMkLst>
            <pc:docMk/>
            <pc:sldMk cId="776265580" sldId="289"/>
            <ac:inkMk id="445" creationId="{D7DE0BFB-448E-4C52-BF3A-77B212956F19}"/>
          </ac:inkMkLst>
        </pc:inkChg>
        <pc:inkChg chg="add mod">
          <ac:chgData name="ismail hammoudeh" userId="dcaf3914c8d376b0" providerId="LiveId" clId="{74176ABA-3E57-46B3-8515-5E77F4E7C31A}" dt="2021-03-06T13:21:18.105" v="7702"/>
          <ac:inkMkLst>
            <pc:docMk/>
            <pc:sldMk cId="776265580" sldId="289"/>
            <ac:inkMk id="446" creationId="{A86482F3-DF26-4E10-8DEA-5A07C4133669}"/>
          </ac:inkMkLst>
        </pc:inkChg>
        <pc:inkChg chg="add mod">
          <ac:chgData name="ismail hammoudeh" userId="dcaf3914c8d376b0" providerId="LiveId" clId="{74176ABA-3E57-46B3-8515-5E77F4E7C31A}" dt="2021-03-06T13:21:18.105" v="7702"/>
          <ac:inkMkLst>
            <pc:docMk/>
            <pc:sldMk cId="776265580" sldId="289"/>
            <ac:inkMk id="447" creationId="{6BFADEF9-6DB3-40F4-A420-F67DE69414A3}"/>
          </ac:inkMkLst>
        </pc:inkChg>
        <pc:inkChg chg="add mod">
          <ac:chgData name="ismail hammoudeh" userId="dcaf3914c8d376b0" providerId="LiveId" clId="{74176ABA-3E57-46B3-8515-5E77F4E7C31A}" dt="2021-03-06T13:21:18.105" v="7702"/>
          <ac:inkMkLst>
            <pc:docMk/>
            <pc:sldMk cId="776265580" sldId="289"/>
            <ac:inkMk id="449" creationId="{4A9DE4AE-CB08-4C31-A863-A04585984CEB}"/>
          </ac:inkMkLst>
        </pc:inkChg>
        <pc:inkChg chg="add mod">
          <ac:chgData name="ismail hammoudeh" userId="dcaf3914c8d376b0" providerId="LiveId" clId="{74176ABA-3E57-46B3-8515-5E77F4E7C31A}" dt="2021-03-06T13:21:18.105" v="7702"/>
          <ac:inkMkLst>
            <pc:docMk/>
            <pc:sldMk cId="776265580" sldId="289"/>
            <ac:inkMk id="450" creationId="{E7C24119-30FF-4C80-AB23-B9A9CD5E4826}"/>
          </ac:inkMkLst>
        </pc:inkChg>
        <pc:inkChg chg="add mod">
          <ac:chgData name="ismail hammoudeh" userId="dcaf3914c8d376b0" providerId="LiveId" clId="{74176ABA-3E57-46B3-8515-5E77F4E7C31A}" dt="2021-03-06T13:21:18.105" v="7702"/>
          <ac:inkMkLst>
            <pc:docMk/>
            <pc:sldMk cId="776265580" sldId="289"/>
            <ac:inkMk id="452" creationId="{8271BE81-954D-41D6-A547-8131C6536F8E}"/>
          </ac:inkMkLst>
        </pc:inkChg>
        <pc:inkChg chg="add mod">
          <ac:chgData name="ismail hammoudeh" userId="dcaf3914c8d376b0" providerId="LiveId" clId="{74176ABA-3E57-46B3-8515-5E77F4E7C31A}" dt="2021-03-06T13:21:18.105" v="7702"/>
          <ac:inkMkLst>
            <pc:docMk/>
            <pc:sldMk cId="776265580" sldId="289"/>
            <ac:inkMk id="453" creationId="{30378AD6-25FA-45D1-A535-A646B8AACC7A}"/>
          </ac:inkMkLst>
        </pc:inkChg>
        <pc:inkChg chg="add mod">
          <ac:chgData name="ismail hammoudeh" userId="dcaf3914c8d376b0" providerId="LiveId" clId="{74176ABA-3E57-46B3-8515-5E77F4E7C31A}" dt="2021-03-06T13:21:18.105" v="7702"/>
          <ac:inkMkLst>
            <pc:docMk/>
            <pc:sldMk cId="776265580" sldId="289"/>
            <ac:inkMk id="454" creationId="{A7C76403-C66C-4F1C-87AF-11C3D716827B}"/>
          </ac:inkMkLst>
        </pc:inkChg>
        <pc:inkChg chg="add mod">
          <ac:chgData name="ismail hammoudeh" userId="dcaf3914c8d376b0" providerId="LiveId" clId="{74176ABA-3E57-46B3-8515-5E77F4E7C31A}" dt="2021-03-06T13:21:18.105" v="7702"/>
          <ac:inkMkLst>
            <pc:docMk/>
            <pc:sldMk cId="776265580" sldId="289"/>
            <ac:inkMk id="455" creationId="{455103B2-C621-4674-84AD-51857E2B056C}"/>
          </ac:inkMkLst>
        </pc:inkChg>
        <pc:inkChg chg="add mod">
          <ac:chgData name="ismail hammoudeh" userId="dcaf3914c8d376b0" providerId="LiveId" clId="{74176ABA-3E57-46B3-8515-5E77F4E7C31A}" dt="2021-03-06T13:21:18.105" v="7702"/>
          <ac:inkMkLst>
            <pc:docMk/>
            <pc:sldMk cId="776265580" sldId="289"/>
            <ac:inkMk id="456" creationId="{9AA35512-38C7-4C75-AAA7-CDA7523E7AE7}"/>
          </ac:inkMkLst>
        </pc:inkChg>
        <pc:inkChg chg="add mod">
          <ac:chgData name="ismail hammoudeh" userId="dcaf3914c8d376b0" providerId="LiveId" clId="{74176ABA-3E57-46B3-8515-5E77F4E7C31A}" dt="2021-03-06T13:21:26.573" v="7713"/>
          <ac:inkMkLst>
            <pc:docMk/>
            <pc:sldMk cId="776265580" sldId="289"/>
            <ac:inkMk id="458" creationId="{D55881B6-C5F9-46FE-91FD-50040CE1C6C1}"/>
          </ac:inkMkLst>
        </pc:inkChg>
        <pc:inkChg chg="add mod">
          <ac:chgData name="ismail hammoudeh" userId="dcaf3914c8d376b0" providerId="LiveId" clId="{74176ABA-3E57-46B3-8515-5E77F4E7C31A}" dt="2021-03-06T13:21:26.573" v="7713"/>
          <ac:inkMkLst>
            <pc:docMk/>
            <pc:sldMk cId="776265580" sldId="289"/>
            <ac:inkMk id="459" creationId="{81AF0FEA-C54E-4E5E-BC91-326772E921DE}"/>
          </ac:inkMkLst>
        </pc:inkChg>
        <pc:inkChg chg="add mod">
          <ac:chgData name="ismail hammoudeh" userId="dcaf3914c8d376b0" providerId="LiveId" clId="{74176ABA-3E57-46B3-8515-5E77F4E7C31A}" dt="2021-03-06T13:21:26.573" v="7713"/>
          <ac:inkMkLst>
            <pc:docMk/>
            <pc:sldMk cId="776265580" sldId="289"/>
            <ac:inkMk id="460" creationId="{C283617C-C209-4FAE-B59B-FFBB202A60F4}"/>
          </ac:inkMkLst>
        </pc:inkChg>
        <pc:inkChg chg="add mod">
          <ac:chgData name="ismail hammoudeh" userId="dcaf3914c8d376b0" providerId="LiveId" clId="{74176ABA-3E57-46B3-8515-5E77F4E7C31A}" dt="2021-03-06T13:21:26.573" v="7713"/>
          <ac:inkMkLst>
            <pc:docMk/>
            <pc:sldMk cId="776265580" sldId="289"/>
            <ac:inkMk id="461" creationId="{9F1B8F0F-F29B-4C10-B983-833DD9CD65C2}"/>
          </ac:inkMkLst>
        </pc:inkChg>
        <pc:inkChg chg="add mod">
          <ac:chgData name="ismail hammoudeh" userId="dcaf3914c8d376b0" providerId="LiveId" clId="{74176ABA-3E57-46B3-8515-5E77F4E7C31A}" dt="2021-03-06T13:21:26.573" v="7713"/>
          <ac:inkMkLst>
            <pc:docMk/>
            <pc:sldMk cId="776265580" sldId="289"/>
            <ac:inkMk id="462" creationId="{C7136B3A-9B6C-4B6C-B175-7C6277355115}"/>
          </ac:inkMkLst>
        </pc:inkChg>
        <pc:inkChg chg="add mod">
          <ac:chgData name="ismail hammoudeh" userId="dcaf3914c8d376b0" providerId="LiveId" clId="{74176ABA-3E57-46B3-8515-5E77F4E7C31A}" dt="2021-03-06T13:21:26.573" v="7713"/>
          <ac:inkMkLst>
            <pc:docMk/>
            <pc:sldMk cId="776265580" sldId="289"/>
            <ac:inkMk id="463" creationId="{D4D2397C-63D4-44EC-9423-838A94AC09E8}"/>
          </ac:inkMkLst>
        </pc:inkChg>
        <pc:inkChg chg="add mod">
          <ac:chgData name="ismail hammoudeh" userId="dcaf3914c8d376b0" providerId="LiveId" clId="{74176ABA-3E57-46B3-8515-5E77F4E7C31A}" dt="2021-03-06T13:21:26.573" v="7713"/>
          <ac:inkMkLst>
            <pc:docMk/>
            <pc:sldMk cId="776265580" sldId="289"/>
            <ac:inkMk id="464" creationId="{4EA52726-7D0B-484A-A99A-5B97C6777093}"/>
          </ac:inkMkLst>
        </pc:inkChg>
        <pc:inkChg chg="add mod">
          <ac:chgData name="ismail hammoudeh" userId="dcaf3914c8d376b0" providerId="LiveId" clId="{74176ABA-3E57-46B3-8515-5E77F4E7C31A}" dt="2021-03-06T13:21:26.573" v="7713"/>
          <ac:inkMkLst>
            <pc:docMk/>
            <pc:sldMk cId="776265580" sldId="289"/>
            <ac:inkMk id="465" creationId="{B63FBE96-031E-44D6-836D-FAE4EC6379C5}"/>
          </ac:inkMkLst>
        </pc:inkChg>
        <pc:inkChg chg="add mod">
          <ac:chgData name="ismail hammoudeh" userId="dcaf3914c8d376b0" providerId="LiveId" clId="{74176ABA-3E57-46B3-8515-5E77F4E7C31A}" dt="2021-03-06T13:21:26.573" v="7713"/>
          <ac:inkMkLst>
            <pc:docMk/>
            <pc:sldMk cId="776265580" sldId="289"/>
            <ac:inkMk id="467" creationId="{79C83AA9-2976-4D44-B57B-681DC68E3CA2}"/>
          </ac:inkMkLst>
        </pc:inkChg>
      </pc:sldChg>
      <pc:sldChg chg="addSp delSp modSp new mod">
        <pc:chgData name="ismail hammoudeh" userId="dcaf3914c8d376b0" providerId="LiveId" clId="{74176ABA-3E57-46B3-8515-5E77F4E7C31A}" dt="2021-03-06T14:53:04.424" v="7769"/>
        <pc:sldMkLst>
          <pc:docMk/>
          <pc:sldMk cId="3157173757" sldId="290"/>
        </pc:sldMkLst>
        <pc:spChg chg="del">
          <ac:chgData name="ismail hammoudeh" userId="dcaf3914c8d376b0" providerId="LiveId" clId="{74176ABA-3E57-46B3-8515-5E77F4E7C31A}" dt="2021-03-06T12:41:27.845" v="7314" actId="478"/>
          <ac:spMkLst>
            <pc:docMk/>
            <pc:sldMk cId="3157173757" sldId="290"/>
            <ac:spMk id="2" creationId="{010D45DB-81DA-436F-B396-F21E3DB7D8AA}"/>
          </ac:spMkLst>
        </pc:spChg>
        <pc:spChg chg="del">
          <ac:chgData name="ismail hammoudeh" userId="dcaf3914c8d376b0" providerId="LiveId" clId="{74176ABA-3E57-46B3-8515-5E77F4E7C31A}" dt="2021-03-06T12:41:30.721" v="7315" actId="478"/>
          <ac:spMkLst>
            <pc:docMk/>
            <pc:sldMk cId="3157173757" sldId="290"/>
            <ac:spMk id="3" creationId="{7AA34217-9C14-43AC-A8B1-A79C8C8822E8}"/>
          </ac:spMkLst>
        </pc:spChg>
        <pc:spChg chg="add mod">
          <ac:chgData name="ismail hammoudeh" userId="dcaf3914c8d376b0" providerId="LiveId" clId="{74176ABA-3E57-46B3-8515-5E77F4E7C31A}" dt="2021-03-06T12:41:37.694" v="7317" actId="1076"/>
          <ac:spMkLst>
            <pc:docMk/>
            <pc:sldMk cId="3157173757" sldId="290"/>
            <ac:spMk id="4" creationId="{1AC1BEFC-174D-4823-B51E-F529E4757FE8}"/>
          </ac:spMkLst>
        </pc:spChg>
        <pc:grpChg chg="del mod">
          <ac:chgData name="ismail hammoudeh" userId="dcaf3914c8d376b0" providerId="LiveId" clId="{74176ABA-3E57-46B3-8515-5E77F4E7C31A}" dt="2021-03-06T14:52:47.985" v="7746"/>
          <ac:grpSpMkLst>
            <pc:docMk/>
            <pc:sldMk cId="3157173757" sldId="290"/>
            <ac:grpSpMk id="19" creationId="{74EDAE1A-5451-4A19-A300-66E7A95D1BFD}"/>
          </ac:grpSpMkLst>
        </pc:grpChg>
        <pc:grpChg chg="del mod">
          <ac:chgData name="ismail hammoudeh" userId="dcaf3914c8d376b0" providerId="LiveId" clId="{74176ABA-3E57-46B3-8515-5E77F4E7C31A}" dt="2021-03-06T14:52:42.385" v="7737"/>
          <ac:grpSpMkLst>
            <pc:docMk/>
            <pc:sldMk cId="3157173757" sldId="290"/>
            <ac:grpSpMk id="24" creationId="{2C8C34B4-1A65-45FE-ACBA-DEB7239D0B2F}"/>
          </ac:grpSpMkLst>
        </pc:grpChg>
        <pc:grpChg chg="del mod">
          <ac:chgData name="ismail hammoudeh" userId="dcaf3914c8d376b0" providerId="LiveId" clId="{74176ABA-3E57-46B3-8515-5E77F4E7C31A}" dt="2021-03-06T14:52:47.985" v="7746"/>
          <ac:grpSpMkLst>
            <pc:docMk/>
            <pc:sldMk cId="3157173757" sldId="290"/>
            <ac:grpSpMk id="30" creationId="{5788DD4B-080C-4C0B-9357-61BEB7BE368D}"/>
          </ac:grpSpMkLst>
        </pc:grpChg>
        <pc:grpChg chg="del mod">
          <ac:chgData name="ismail hammoudeh" userId="dcaf3914c8d376b0" providerId="LiveId" clId="{74176ABA-3E57-46B3-8515-5E77F4E7C31A}" dt="2021-03-06T14:52:50.927" v="7751"/>
          <ac:grpSpMkLst>
            <pc:docMk/>
            <pc:sldMk cId="3157173757" sldId="290"/>
            <ac:grpSpMk id="39" creationId="{D785C875-04D2-4F54-8170-FFE272091F34}"/>
          </ac:grpSpMkLst>
        </pc:grpChg>
        <pc:grpChg chg="del mod">
          <ac:chgData name="ismail hammoudeh" userId="dcaf3914c8d376b0" providerId="LiveId" clId="{74176ABA-3E57-46B3-8515-5E77F4E7C31A}" dt="2021-03-06T14:52:53.438" v="7754"/>
          <ac:grpSpMkLst>
            <pc:docMk/>
            <pc:sldMk cId="3157173757" sldId="290"/>
            <ac:grpSpMk id="44" creationId="{0B1286DB-88C2-4B55-98C8-665E1187A3D4}"/>
          </ac:grpSpMkLst>
        </pc:grpChg>
        <pc:grpChg chg="mod">
          <ac:chgData name="ismail hammoudeh" userId="dcaf3914c8d376b0" providerId="LiveId" clId="{74176ABA-3E57-46B3-8515-5E77F4E7C31A}" dt="2021-03-06T14:52:53.438" v="7754"/>
          <ac:grpSpMkLst>
            <pc:docMk/>
            <pc:sldMk cId="3157173757" sldId="290"/>
            <ac:grpSpMk id="47" creationId="{704C635D-FD55-4656-9586-3C3C6BDCE749}"/>
          </ac:grpSpMkLst>
        </pc:grpChg>
        <pc:grpChg chg="del mod">
          <ac:chgData name="ismail hammoudeh" userId="dcaf3914c8d376b0" providerId="LiveId" clId="{74176ABA-3E57-46B3-8515-5E77F4E7C31A}" dt="2021-03-06T14:53:04.424" v="7769"/>
          <ac:grpSpMkLst>
            <pc:docMk/>
            <pc:sldMk cId="3157173757" sldId="290"/>
            <ac:grpSpMk id="60" creationId="{4D249B6A-08EA-42C4-B396-8549F2A9B2DF}"/>
          </ac:grpSpMkLst>
        </pc:grpChg>
        <pc:grpChg chg="mod">
          <ac:chgData name="ismail hammoudeh" userId="dcaf3914c8d376b0" providerId="LiveId" clId="{74176ABA-3E57-46B3-8515-5E77F4E7C31A}" dt="2021-03-06T14:53:04.424" v="7769"/>
          <ac:grpSpMkLst>
            <pc:docMk/>
            <pc:sldMk cId="3157173757" sldId="290"/>
            <ac:grpSpMk id="62" creationId="{81B534ED-D472-488F-82F9-42BDBC022D1B}"/>
          </ac:grpSpMkLst>
        </pc:grpChg>
        <pc:picChg chg="add mod">
          <ac:chgData name="ismail hammoudeh" userId="dcaf3914c8d376b0" providerId="LiveId" clId="{74176ABA-3E57-46B3-8515-5E77F4E7C31A}" dt="2021-03-06T12:42:47.133" v="7321" actId="14100"/>
          <ac:picMkLst>
            <pc:docMk/>
            <pc:sldMk cId="3157173757" sldId="290"/>
            <ac:picMk id="6" creationId="{DF847A75-ECA6-4528-B8BA-F58D9285F06A}"/>
          </ac:picMkLst>
        </pc:picChg>
        <pc:inkChg chg="add mod">
          <ac:chgData name="ismail hammoudeh" userId="dcaf3914c8d376b0" providerId="LiveId" clId="{74176ABA-3E57-46B3-8515-5E77F4E7C31A}" dt="2021-03-06T14:52:50.927" v="7751"/>
          <ac:inkMkLst>
            <pc:docMk/>
            <pc:sldMk cId="3157173757" sldId="290"/>
            <ac:inkMk id="7" creationId="{F387EBF3-5389-4764-8921-400B0B59FC0E}"/>
          </ac:inkMkLst>
        </pc:inkChg>
        <pc:inkChg chg="add mod">
          <ac:chgData name="ismail hammoudeh" userId="dcaf3914c8d376b0" providerId="LiveId" clId="{74176ABA-3E57-46B3-8515-5E77F4E7C31A}" dt="2021-03-06T14:52:50.927" v="7751"/>
          <ac:inkMkLst>
            <pc:docMk/>
            <pc:sldMk cId="3157173757" sldId="290"/>
            <ac:inkMk id="8" creationId="{FFE73FC3-1924-4C4E-83A7-2D06781712BB}"/>
          </ac:inkMkLst>
        </pc:inkChg>
        <pc:inkChg chg="add mod">
          <ac:chgData name="ismail hammoudeh" userId="dcaf3914c8d376b0" providerId="LiveId" clId="{74176ABA-3E57-46B3-8515-5E77F4E7C31A}" dt="2021-03-06T14:52:50.927" v="7751"/>
          <ac:inkMkLst>
            <pc:docMk/>
            <pc:sldMk cId="3157173757" sldId="290"/>
            <ac:inkMk id="9" creationId="{DE1A90F3-FDDB-44BA-B7A6-19E48789289F}"/>
          </ac:inkMkLst>
        </pc:inkChg>
        <pc:inkChg chg="add mod">
          <ac:chgData name="ismail hammoudeh" userId="dcaf3914c8d376b0" providerId="LiveId" clId="{74176ABA-3E57-46B3-8515-5E77F4E7C31A}" dt="2021-03-06T14:52:50.927" v="7751"/>
          <ac:inkMkLst>
            <pc:docMk/>
            <pc:sldMk cId="3157173757" sldId="290"/>
            <ac:inkMk id="10" creationId="{7A7CC07B-56CD-477D-A737-C8AF404BA769}"/>
          </ac:inkMkLst>
        </pc:inkChg>
        <pc:inkChg chg="add mod">
          <ac:chgData name="ismail hammoudeh" userId="dcaf3914c8d376b0" providerId="LiveId" clId="{74176ABA-3E57-46B3-8515-5E77F4E7C31A}" dt="2021-03-06T14:52:50.927" v="7751"/>
          <ac:inkMkLst>
            <pc:docMk/>
            <pc:sldMk cId="3157173757" sldId="290"/>
            <ac:inkMk id="11" creationId="{1FD3E19A-25C3-4BFA-A1A0-C89E33DF476B}"/>
          </ac:inkMkLst>
        </pc:inkChg>
        <pc:inkChg chg="add mod">
          <ac:chgData name="ismail hammoudeh" userId="dcaf3914c8d376b0" providerId="LiveId" clId="{74176ABA-3E57-46B3-8515-5E77F4E7C31A}" dt="2021-03-06T14:52:50.927" v="7751"/>
          <ac:inkMkLst>
            <pc:docMk/>
            <pc:sldMk cId="3157173757" sldId="290"/>
            <ac:inkMk id="12" creationId="{0597E919-4BB8-4C0E-A60A-5058ED669B46}"/>
          </ac:inkMkLst>
        </pc:inkChg>
        <pc:inkChg chg="add mod">
          <ac:chgData name="ismail hammoudeh" userId="dcaf3914c8d376b0" providerId="LiveId" clId="{74176ABA-3E57-46B3-8515-5E77F4E7C31A}" dt="2021-03-06T14:52:50.927" v="7751"/>
          <ac:inkMkLst>
            <pc:docMk/>
            <pc:sldMk cId="3157173757" sldId="290"/>
            <ac:inkMk id="13" creationId="{428A7490-4161-499E-85D9-4E2125AA6C21}"/>
          </ac:inkMkLst>
        </pc:inkChg>
        <pc:inkChg chg="add mod">
          <ac:chgData name="ismail hammoudeh" userId="dcaf3914c8d376b0" providerId="LiveId" clId="{74176ABA-3E57-46B3-8515-5E77F4E7C31A}" dt="2021-03-06T14:52:50.927" v="7751"/>
          <ac:inkMkLst>
            <pc:docMk/>
            <pc:sldMk cId="3157173757" sldId="290"/>
            <ac:inkMk id="14" creationId="{2E0D5C85-6756-494B-8650-58428D6DE308}"/>
          </ac:inkMkLst>
        </pc:inkChg>
        <pc:inkChg chg="add mod">
          <ac:chgData name="ismail hammoudeh" userId="dcaf3914c8d376b0" providerId="LiveId" clId="{74176ABA-3E57-46B3-8515-5E77F4E7C31A}" dt="2021-03-06T14:52:50.927" v="7751"/>
          <ac:inkMkLst>
            <pc:docMk/>
            <pc:sldMk cId="3157173757" sldId="290"/>
            <ac:inkMk id="15" creationId="{B64BD164-6058-49D3-BC05-D9DA99F23E8C}"/>
          </ac:inkMkLst>
        </pc:inkChg>
        <pc:inkChg chg="add mod">
          <ac:chgData name="ismail hammoudeh" userId="dcaf3914c8d376b0" providerId="LiveId" clId="{74176ABA-3E57-46B3-8515-5E77F4E7C31A}" dt="2021-03-06T14:52:50.927" v="7751"/>
          <ac:inkMkLst>
            <pc:docMk/>
            <pc:sldMk cId="3157173757" sldId="290"/>
            <ac:inkMk id="16" creationId="{9D6325D5-674C-47DF-99D4-54C51CB49FEC}"/>
          </ac:inkMkLst>
        </pc:inkChg>
        <pc:inkChg chg="add mod">
          <ac:chgData name="ismail hammoudeh" userId="dcaf3914c8d376b0" providerId="LiveId" clId="{74176ABA-3E57-46B3-8515-5E77F4E7C31A}" dt="2021-03-06T14:52:50.927" v="7751"/>
          <ac:inkMkLst>
            <pc:docMk/>
            <pc:sldMk cId="3157173757" sldId="290"/>
            <ac:inkMk id="17" creationId="{3B38B293-67D7-47B1-87A7-558F413433FE}"/>
          </ac:inkMkLst>
        </pc:inkChg>
        <pc:inkChg chg="add mod">
          <ac:chgData name="ismail hammoudeh" userId="dcaf3914c8d376b0" providerId="LiveId" clId="{74176ABA-3E57-46B3-8515-5E77F4E7C31A}" dt="2021-03-06T14:52:50.927" v="7751"/>
          <ac:inkMkLst>
            <pc:docMk/>
            <pc:sldMk cId="3157173757" sldId="290"/>
            <ac:inkMk id="18" creationId="{AB162D4B-885D-41D3-BECC-612A3B078EC4}"/>
          </ac:inkMkLst>
        </pc:inkChg>
        <pc:inkChg chg="add mod">
          <ac:chgData name="ismail hammoudeh" userId="dcaf3914c8d376b0" providerId="LiveId" clId="{74176ABA-3E57-46B3-8515-5E77F4E7C31A}" dt="2021-03-06T14:52:53.438" v="7754"/>
          <ac:inkMkLst>
            <pc:docMk/>
            <pc:sldMk cId="3157173757" sldId="290"/>
            <ac:inkMk id="20" creationId="{A76F89F3-77FA-4127-9320-9DA6E59297A9}"/>
          </ac:inkMkLst>
        </pc:inkChg>
        <pc:inkChg chg="add mod">
          <ac:chgData name="ismail hammoudeh" userId="dcaf3914c8d376b0" providerId="LiveId" clId="{74176ABA-3E57-46B3-8515-5E77F4E7C31A}" dt="2021-03-06T14:52:53.438" v="7754"/>
          <ac:inkMkLst>
            <pc:docMk/>
            <pc:sldMk cId="3157173757" sldId="290"/>
            <ac:inkMk id="21" creationId="{837D50DF-04E9-457B-A1EB-3122A6504421}"/>
          </ac:inkMkLst>
        </pc:inkChg>
        <pc:inkChg chg="add mod">
          <ac:chgData name="ismail hammoudeh" userId="dcaf3914c8d376b0" providerId="LiveId" clId="{74176ABA-3E57-46B3-8515-5E77F4E7C31A}" dt="2021-03-06T14:52:53.438" v="7754"/>
          <ac:inkMkLst>
            <pc:docMk/>
            <pc:sldMk cId="3157173757" sldId="290"/>
            <ac:inkMk id="22" creationId="{B2874C9F-8441-484F-A72C-2FC665770D9A}"/>
          </ac:inkMkLst>
        </pc:inkChg>
        <pc:inkChg chg="add mod">
          <ac:chgData name="ismail hammoudeh" userId="dcaf3914c8d376b0" providerId="LiveId" clId="{74176ABA-3E57-46B3-8515-5E77F4E7C31A}" dt="2021-03-06T14:52:53.438" v="7754"/>
          <ac:inkMkLst>
            <pc:docMk/>
            <pc:sldMk cId="3157173757" sldId="290"/>
            <ac:inkMk id="23" creationId="{5897EB93-63C9-4570-AEEA-3462CF9CF15C}"/>
          </ac:inkMkLst>
        </pc:inkChg>
        <pc:inkChg chg="add mod">
          <ac:chgData name="ismail hammoudeh" userId="dcaf3914c8d376b0" providerId="LiveId" clId="{74176ABA-3E57-46B3-8515-5E77F4E7C31A}" dt="2021-03-06T14:52:53.438" v="7754"/>
          <ac:inkMkLst>
            <pc:docMk/>
            <pc:sldMk cId="3157173757" sldId="290"/>
            <ac:inkMk id="25" creationId="{6CEF3267-2901-411C-A343-E56B2D1D763E}"/>
          </ac:inkMkLst>
        </pc:inkChg>
        <pc:inkChg chg="add mod">
          <ac:chgData name="ismail hammoudeh" userId="dcaf3914c8d376b0" providerId="LiveId" clId="{74176ABA-3E57-46B3-8515-5E77F4E7C31A}" dt="2021-03-06T14:52:53.438" v="7754"/>
          <ac:inkMkLst>
            <pc:docMk/>
            <pc:sldMk cId="3157173757" sldId="290"/>
            <ac:inkMk id="26" creationId="{18DA97D3-D888-4D8A-B5E1-D23CB51C7119}"/>
          </ac:inkMkLst>
        </pc:inkChg>
        <pc:inkChg chg="add mod">
          <ac:chgData name="ismail hammoudeh" userId="dcaf3914c8d376b0" providerId="LiveId" clId="{74176ABA-3E57-46B3-8515-5E77F4E7C31A}" dt="2021-03-06T14:52:53.438" v="7754"/>
          <ac:inkMkLst>
            <pc:docMk/>
            <pc:sldMk cId="3157173757" sldId="290"/>
            <ac:inkMk id="27" creationId="{52696162-C669-42A1-884A-82DAC21509DA}"/>
          </ac:inkMkLst>
        </pc:inkChg>
        <pc:inkChg chg="add mod">
          <ac:chgData name="ismail hammoudeh" userId="dcaf3914c8d376b0" providerId="LiveId" clId="{74176ABA-3E57-46B3-8515-5E77F4E7C31A}" dt="2021-03-06T14:52:53.438" v="7754"/>
          <ac:inkMkLst>
            <pc:docMk/>
            <pc:sldMk cId="3157173757" sldId="290"/>
            <ac:inkMk id="28" creationId="{0A77BDAF-4F75-4353-B2EE-52B5E7C96804}"/>
          </ac:inkMkLst>
        </pc:inkChg>
        <pc:inkChg chg="add mod">
          <ac:chgData name="ismail hammoudeh" userId="dcaf3914c8d376b0" providerId="LiveId" clId="{74176ABA-3E57-46B3-8515-5E77F4E7C31A}" dt="2021-03-06T14:52:53.438" v="7754"/>
          <ac:inkMkLst>
            <pc:docMk/>
            <pc:sldMk cId="3157173757" sldId="290"/>
            <ac:inkMk id="29" creationId="{2CDD11A9-8A34-4758-BFA9-69DE36013355}"/>
          </ac:inkMkLst>
        </pc:inkChg>
        <pc:inkChg chg="add mod">
          <ac:chgData name="ismail hammoudeh" userId="dcaf3914c8d376b0" providerId="LiveId" clId="{74176ABA-3E57-46B3-8515-5E77F4E7C31A}" dt="2021-03-06T14:52:53.438" v="7754"/>
          <ac:inkMkLst>
            <pc:docMk/>
            <pc:sldMk cId="3157173757" sldId="290"/>
            <ac:inkMk id="31" creationId="{A73D9504-C499-4D8E-8035-F4533075BBA5}"/>
          </ac:inkMkLst>
        </pc:inkChg>
        <pc:inkChg chg="add mod">
          <ac:chgData name="ismail hammoudeh" userId="dcaf3914c8d376b0" providerId="LiveId" clId="{74176ABA-3E57-46B3-8515-5E77F4E7C31A}" dt="2021-03-06T14:52:53.438" v="7754"/>
          <ac:inkMkLst>
            <pc:docMk/>
            <pc:sldMk cId="3157173757" sldId="290"/>
            <ac:inkMk id="32" creationId="{21559875-19A9-4FBD-BFEF-6E7036E23D8E}"/>
          </ac:inkMkLst>
        </pc:inkChg>
        <pc:inkChg chg="add mod">
          <ac:chgData name="ismail hammoudeh" userId="dcaf3914c8d376b0" providerId="LiveId" clId="{74176ABA-3E57-46B3-8515-5E77F4E7C31A}" dt="2021-03-06T14:52:53.438" v="7754"/>
          <ac:inkMkLst>
            <pc:docMk/>
            <pc:sldMk cId="3157173757" sldId="290"/>
            <ac:inkMk id="33" creationId="{F2F5D857-1588-48FC-B378-B7DC2E067F2D}"/>
          </ac:inkMkLst>
        </pc:inkChg>
        <pc:inkChg chg="add mod">
          <ac:chgData name="ismail hammoudeh" userId="dcaf3914c8d376b0" providerId="LiveId" clId="{74176ABA-3E57-46B3-8515-5E77F4E7C31A}" dt="2021-03-06T14:52:53.438" v="7754"/>
          <ac:inkMkLst>
            <pc:docMk/>
            <pc:sldMk cId="3157173757" sldId="290"/>
            <ac:inkMk id="34" creationId="{5C4C1C02-980D-4F22-9431-A6E5037285C6}"/>
          </ac:inkMkLst>
        </pc:inkChg>
        <pc:inkChg chg="add mod">
          <ac:chgData name="ismail hammoudeh" userId="dcaf3914c8d376b0" providerId="LiveId" clId="{74176ABA-3E57-46B3-8515-5E77F4E7C31A}" dt="2021-03-06T14:52:53.438" v="7754"/>
          <ac:inkMkLst>
            <pc:docMk/>
            <pc:sldMk cId="3157173757" sldId="290"/>
            <ac:inkMk id="35" creationId="{A9796167-41C9-49C8-82A5-1FD39BE51FC9}"/>
          </ac:inkMkLst>
        </pc:inkChg>
        <pc:inkChg chg="add mod">
          <ac:chgData name="ismail hammoudeh" userId="dcaf3914c8d376b0" providerId="LiveId" clId="{74176ABA-3E57-46B3-8515-5E77F4E7C31A}" dt="2021-03-06T14:52:53.438" v="7754"/>
          <ac:inkMkLst>
            <pc:docMk/>
            <pc:sldMk cId="3157173757" sldId="290"/>
            <ac:inkMk id="36" creationId="{3DF60B6D-F79A-4EBC-A516-31C74A8E8B41}"/>
          </ac:inkMkLst>
        </pc:inkChg>
        <pc:inkChg chg="add mod">
          <ac:chgData name="ismail hammoudeh" userId="dcaf3914c8d376b0" providerId="LiveId" clId="{74176ABA-3E57-46B3-8515-5E77F4E7C31A}" dt="2021-03-06T14:52:53.438" v="7754"/>
          <ac:inkMkLst>
            <pc:docMk/>
            <pc:sldMk cId="3157173757" sldId="290"/>
            <ac:inkMk id="37" creationId="{FC2359BC-75E8-4BDE-AB4E-ADA6CBA66D8B}"/>
          </ac:inkMkLst>
        </pc:inkChg>
        <pc:inkChg chg="add mod">
          <ac:chgData name="ismail hammoudeh" userId="dcaf3914c8d376b0" providerId="LiveId" clId="{74176ABA-3E57-46B3-8515-5E77F4E7C31A}" dt="2021-03-06T14:52:53.438" v="7754"/>
          <ac:inkMkLst>
            <pc:docMk/>
            <pc:sldMk cId="3157173757" sldId="290"/>
            <ac:inkMk id="38" creationId="{C6A29E33-05BB-43A7-8F91-851F677947BA}"/>
          </ac:inkMkLst>
        </pc:inkChg>
        <pc:inkChg chg="add mod">
          <ac:chgData name="ismail hammoudeh" userId="dcaf3914c8d376b0" providerId="LiveId" clId="{74176ABA-3E57-46B3-8515-5E77F4E7C31A}" dt="2021-03-06T14:52:53.438" v="7754"/>
          <ac:inkMkLst>
            <pc:docMk/>
            <pc:sldMk cId="3157173757" sldId="290"/>
            <ac:inkMk id="40" creationId="{59DEA39B-57AE-4647-8570-34D9709872CD}"/>
          </ac:inkMkLst>
        </pc:inkChg>
        <pc:inkChg chg="add mod">
          <ac:chgData name="ismail hammoudeh" userId="dcaf3914c8d376b0" providerId="LiveId" clId="{74176ABA-3E57-46B3-8515-5E77F4E7C31A}" dt="2021-03-06T14:52:53.438" v="7754"/>
          <ac:inkMkLst>
            <pc:docMk/>
            <pc:sldMk cId="3157173757" sldId="290"/>
            <ac:inkMk id="41" creationId="{9FED5F82-F43B-42B0-8D8A-1A19969E5C4E}"/>
          </ac:inkMkLst>
        </pc:inkChg>
        <pc:inkChg chg="add mod">
          <ac:chgData name="ismail hammoudeh" userId="dcaf3914c8d376b0" providerId="LiveId" clId="{74176ABA-3E57-46B3-8515-5E77F4E7C31A}" dt="2021-03-06T14:52:53.438" v="7754"/>
          <ac:inkMkLst>
            <pc:docMk/>
            <pc:sldMk cId="3157173757" sldId="290"/>
            <ac:inkMk id="42" creationId="{31DAB4DD-90E5-4FEC-A35C-BCC2FA2935FC}"/>
          </ac:inkMkLst>
        </pc:inkChg>
        <pc:inkChg chg="add mod">
          <ac:chgData name="ismail hammoudeh" userId="dcaf3914c8d376b0" providerId="LiveId" clId="{74176ABA-3E57-46B3-8515-5E77F4E7C31A}" dt="2021-03-06T14:52:53.438" v="7754"/>
          <ac:inkMkLst>
            <pc:docMk/>
            <pc:sldMk cId="3157173757" sldId="290"/>
            <ac:inkMk id="43" creationId="{273C5893-F61A-491B-9289-D8614D264E7D}"/>
          </ac:inkMkLst>
        </pc:inkChg>
        <pc:inkChg chg="add mod">
          <ac:chgData name="ismail hammoudeh" userId="dcaf3914c8d376b0" providerId="LiveId" clId="{74176ABA-3E57-46B3-8515-5E77F4E7C31A}" dt="2021-03-06T14:52:53.438" v="7754"/>
          <ac:inkMkLst>
            <pc:docMk/>
            <pc:sldMk cId="3157173757" sldId="290"/>
            <ac:inkMk id="45" creationId="{35F7E304-418E-43D7-92D2-46A8333C4B4C}"/>
          </ac:inkMkLst>
        </pc:inkChg>
        <pc:inkChg chg="add mod">
          <ac:chgData name="ismail hammoudeh" userId="dcaf3914c8d376b0" providerId="LiveId" clId="{74176ABA-3E57-46B3-8515-5E77F4E7C31A}" dt="2021-03-06T14:52:53.438" v="7754"/>
          <ac:inkMkLst>
            <pc:docMk/>
            <pc:sldMk cId="3157173757" sldId="290"/>
            <ac:inkMk id="46" creationId="{B410F34B-10B3-47BA-A7B4-FEE48CE36D9F}"/>
          </ac:inkMkLst>
        </pc:inkChg>
        <pc:inkChg chg="add mod">
          <ac:chgData name="ismail hammoudeh" userId="dcaf3914c8d376b0" providerId="LiveId" clId="{74176ABA-3E57-46B3-8515-5E77F4E7C31A}" dt="2021-03-06T14:53:04.424" v="7769"/>
          <ac:inkMkLst>
            <pc:docMk/>
            <pc:sldMk cId="3157173757" sldId="290"/>
            <ac:inkMk id="48" creationId="{6B4F4570-0D85-472E-863A-A02EE99BC62A}"/>
          </ac:inkMkLst>
        </pc:inkChg>
        <pc:inkChg chg="add mod">
          <ac:chgData name="ismail hammoudeh" userId="dcaf3914c8d376b0" providerId="LiveId" clId="{74176ABA-3E57-46B3-8515-5E77F4E7C31A}" dt="2021-03-06T14:53:04.424" v="7769"/>
          <ac:inkMkLst>
            <pc:docMk/>
            <pc:sldMk cId="3157173757" sldId="290"/>
            <ac:inkMk id="49" creationId="{48478569-E90B-4D83-AD19-99175091B8E9}"/>
          </ac:inkMkLst>
        </pc:inkChg>
        <pc:inkChg chg="add mod">
          <ac:chgData name="ismail hammoudeh" userId="dcaf3914c8d376b0" providerId="LiveId" clId="{74176ABA-3E57-46B3-8515-5E77F4E7C31A}" dt="2021-03-06T14:53:04.424" v="7769"/>
          <ac:inkMkLst>
            <pc:docMk/>
            <pc:sldMk cId="3157173757" sldId="290"/>
            <ac:inkMk id="50" creationId="{A68C133B-0C0F-4A72-B751-5F27B09DB1CD}"/>
          </ac:inkMkLst>
        </pc:inkChg>
        <pc:inkChg chg="add mod">
          <ac:chgData name="ismail hammoudeh" userId="dcaf3914c8d376b0" providerId="LiveId" clId="{74176ABA-3E57-46B3-8515-5E77F4E7C31A}" dt="2021-03-06T14:53:04.424" v="7769"/>
          <ac:inkMkLst>
            <pc:docMk/>
            <pc:sldMk cId="3157173757" sldId="290"/>
            <ac:inkMk id="51" creationId="{FD6F6326-71B1-46C0-AE0D-780813E9DB86}"/>
          </ac:inkMkLst>
        </pc:inkChg>
        <pc:inkChg chg="add mod">
          <ac:chgData name="ismail hammoudeh" userId="dcaf3914c8d376b0" providerId="LiveId" clId="{74176ABA-3E57-46B3-8515-5E77F4E7C31A}" dt="2021-03-06T14:53:04.424" v="7769"/>
          <ac:inkMkLst>
            <pc:docMk/>
            <pc:sldMk cId="3157173757" sldId="290"/>
            <ac:inkMk id="52" creationId="{ADFCA260-6E70-4EDF-BEA7-912C33AA28B7}"/>
          </ac:inkMkLst>
        </pc:inkChg>
        <pc:inkChg chg="add mod">
          <ac:chgData name="ismail hammoudeh" userId="dcaf3914c8d376b0" providerId="LiveId" clId="{74176ABA-3E57-46B3-8515-5E77F4E7C31A}" dt="2021-03-06T14:53:04.424" v="7769"/>
          <ac:inkMkLst>
            <pc:docMk/>
            <pc:sldMk cId="3157173757" sldId="290"/>
            <ac:inkMk id="53" creationId="{8CF3DDDC-CD0D-421D-B4C6-76AFFE8B1E54}"/>
          </ac:inkMkLst>
        </pc:inkChg>
        <pc:inkChg chg="add mod">
          <ac:chgData name="ismail hammoudeh" userId="dcaf3914c8d376b0" providerId="LiveId" clId="{74176ABA-3E57-46B3-8515-5E77F4E7C31A}" dt="2021-03-06T14:53:04.424" v="7769"/>
          <ac:inkMkLst>
            <pc:docMk/>
            <pc:sldMk cId="3157173757" sldId="290"/>
            <ac:inkMk id="54" creationId="{92E55B31-FF32-4D37-BD1B-77783E388CA6}"/>
          </ac:inkMkLst>
        </pc:inkChg>
        <pc:inkChg chg="add mod">
          <ac:chgData name="ismail hammoudeh" userId="dcaf3914c8d376b0" providerId="LiveId" clId="{74176ABA-3E57-46B3-8515-5E77F4E7C31A}" dt="2021-03-06T14:53:04.424" v="7769"/>
          <ac:inkMkLst>
            <pc:docMk/>
            <pc:sldMk cId="3157173757" sldId="290"/>
            <ac:inkMk id="55" creationId="{30EFE7F8-0D64-4554-9BA1-C3AD94886307}"/>
          </ac:inkMkLst>
        </pc:inkChg>
        <pc:inkChg chg="add mod">
          <ac:chgData name="ismail hammoudeh" userId="dcaf3914c8d376b0" providerId="LiveId" clId="{74176ABA-3E57-46B3-8515-5E77F4E7C31A}" dt="2021-03-06T14:53:04.424" v="7769"/>
          <ac:inkMkLst>
            <pc:docMk/>
            <pc:sldMk cId="3157173757" sldId="290"/>
            <ac:inkMk id="56" creationId="{95D11588-D7E7-4B8E-96D4-C85EB4B139C2}"/>
          </ac:inkMkLst>
        </pc:inkChg>
        <pc:inkChg chg="add mod">
          <ac:chgData name="ismail hammoudeh" userId="dcaf3914c8d376b0" providerId="LiveId" clId="{74176ABA-3E57-46B3-8515-5E77F4E7C31A}" dt="2021-03-06T14:53:04.424" v="7769"/>
          <ac:inkMkLst>
            <pc:docMk/>
            <pc:sldMk cId="3157173757" sldId="290"/>
            <ac:inkMk id="57" creationId="{FA7F1709-09F6-4282-BC8B-CE2526BF7C30}"/>
          </ac:inkMkLst>
        </pc:inkChg>
        <pc:inkChg chg="add mod">
          <ac:chgData name="ismail hammoudeh" userId="dcaf3914c8d376b0" providerId="LiveId" clId="{74176ABA-3E57-46B3-8515-5E77F4E7C31A}" dt="2021-03-06T14:53:04.424" v="7769"/>
          <ac:inkMkLst>
            <pc:docMk/>
            <pc:sldMk cId="3157173757" sldId="290"/>
            <ac:inkMk id="58" creationId="{8B71DA42-9918-415D-B5F7-75631CCC5A78}"/>
          </ac:inkMkLst>
        </pc:inkChg>
        <pc:inkChg chg="add mod">
          <ac:chgData name="ismail hammoudeh" userId="dcaf3914c8d376b0" providerId="LiveId" clId="{74176ABA-3E57-46B3-8515-5E77F4E7C31A}" dt="2021-03-06T14:53:04.424" v="7769"/>
          <ac:inkMkLst>
            <pc:docMk/>
            <pc:sldMk cId="3157173757" sldId="290"/>
            <ac:inkMk id="59" creationId="{3CDFA647-373F-433C-A124-F3D18CA22AF6}"/>
          </ac:inkMkLst>
        </pc:inkChg>
        <pc:inkChg chg="add mod">
          <ac:chgData name="ismail hammoudeh" userId="dcaf3914c8d376b0" providerId="LiveId" clId="{74176ABA-3E57-46B3-8515-5E77F4E7C31A}" dt="2021-03-06T14:53:04.424" v="7769"/>
          <ac:inkMkLst>
            <pc:docMk/>
            <pc:sldMk cId="3157173757" sldId="290"/>
            <ac:inkMk id="61" creationId="{75F085DE-E38E-4308-B51B-EB0C0883143E}"/>
          </ac:inkMkLst>
        </pc:inkChg>
      </pc:sldChg>
      <pc:sldChg chg="modSp new mod">
        <pc:chgData name="ismail hammoudeh" userId="dcaf3914c8d376b0" providerId="LiveId" clId="{74176ABA-3E57-46B3-8515-5E77F4E7C31A}" dt="2021-03-06T13:15:36.352" v="7668" actId="120"/>
        <pc:sldMkLst>
          <pc:docMk/>
          <pc:sldMk cId="3220632806" sldId="291"/>
        </pc:sldMkLst>
        <pc:spChg chg="mod">
          <ac:chgData name="ismail hammoudeh" userId="dcaf3914c8d376b0" providerId="LiveId" clId="{74176ABA-3E57-46B3-8515-5E77F4E7C31A}" dt="2021-03-06T13:14:44.081" v="7639" actId="255"/>
          <ac:spMkLst>
            <pc:docMk/>
            <pc:sldMk cId="3220632806" sldId="291"/>
            <ac:spMk id="2" creationId="{A7360717-23E7-444E-844A-1DAF58C2109A}"/>
          </ac:spMkLst>
        </pc:spChg>
        <pc:spChg chg="mod">
          <ac:chgData name="ismail hammoudeh" userId="dcaf3914c8d376b0" providerId="LiveId" clId="{74176ABA-3E57-46B3-8515-5E77F4E7C31A}" dt="2021-03-06T13:15:36.352" v="7668" actId="120"/>
          <ac:spMkLst>
            <pc:docMk/>
            <pc:sldMk cId="3220632806" sldId="291"/>
            <ac:spMk id="3" creationId="{73886137-CEC0-4232-9108-46A849A66692}"/>
          </ac:spMkLst>
        </pc:spChg>
      </pc:sldChg>
      <pc:sldChg chg="addSp delSp modSp new mod">
        <pc:chgData name="ismail hammoudeh" userId="dcaf3914c8d376b0" providerId="LiveId" clId="{74176ABA-3E57-46B3-8515-5E77F4E7C31A}" dt="2021-03-06T15:13:27.267" v="8666" actId="120"/>
        <pc:sldMkLst>
          <pc:docMk/>
          <pc:sldMk cId="2903635853" sldId="292"/>
        </pc:sldMkLst>
        <pc:spChg chg="mod">
          <ac:chgData name="ismail hammoudeh" userId="dcaf3914c8d376b0" providerId="LiveId" clId="{74176ABA-3E57-46B3-8515-5E77F4E7C31A}" dt="2021-03-06T15:10:46.015" v="8566" actId="115"/>
          <ac:spMkLst>
            <pc:docMk/>
            <pc:sldMk cId="2903635853" sldId="292"/>
            <ac:spMk id="2" creationId="{42AD3835-4986-492E-9CDB-EAC61B186968}"/>
          </ac:spMkLst>
        </pc:spChg>
        <pc:spChg chg="mod">
          <ac:chgData name="ismail hammoudeh" userId="dcaf3914c8d376b0" providerId="LiveId" clId="{74176ABA-3E57-46B3-8515-5E77F4E7C31A}" dt="2021-03-06T15:13:27.267" v="8666" actId="120"/>
          <ac:spMkLst>
            <pc:docMk/>
            <pc:sldMk cId="2903635853" sldId="292"/>
            <ac:spMk id="3" creationId="{EBEF795D-2437-4BE9-B715-16C9D25DABE6}"/>
          </ac:spMkLst>
        </pc:spChg>
        <pc:inkChg chg="add del">
          <ac:chgData name="ismail hammoudeh" userId="dcaf3914c8d376b0" providerId="LiveId" clId="{74176ABA-3E57-46B3-8515-5E77F4E7C31A}" dt="2021-03-06T14:54:05.135" v="7774"/>
          <ac:inkMkLst>
            <pc:docMk/>
            <pc:sldMk cId="2903635853" sldId="292"/>
            <ac:inkMk id="4" creationId="{846A0A86-4EC8-4843-8DE6-8FE83BE25A75}"/>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8:40.86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8:51.808"/>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1474 1205,'-98'10,"83"-7,-1-1,1 0,-1-1,0 0,0-2,1 0,-1 0,0-2,-15-3,14 0,0 0,0 0,1-2,-1 0,2-1,-20-14,29 18,-1-1,1 0,1 0,-1 0,1-1,0 0,0 0,1 0,0 0,1-1,-1 0,1 1,1-1,-1-1,-1-15,2 4,1-1,1 1,0-1,2 0,1 1,0 0,1-1,10-24,9-21,36-67,-41 95,141-265,-126 251,2 1,2 1,65-65,-207 174,-256 131,330-171,29-10,19-6,15-3,-22-1,0 1,1 0,-1 1,0 0,1 0,18 6,-66 0,-29-4,0-3,0-4,0-1,-83-20,142 24,0-1,0-1,1 1,-1-1,1 0,-9-6,14 8,0 1,0-1,0 0,-1 0,1 0,1 0,-1 1,0-1,0 0,0 0,0-1,1 1,-1 0,0 0,1 0,-1 0,1-1,0 1,-1 0,1 0,0-1,0 1,0 0,0-1,0 1,0 0,0-1,0 1,0 0,1 0,-1-1,0 1,1 0,-1 0,1-1,-1 1,1 0,0 0,0 0,-1 0,2-1,4-5,4-11,-10 17,-1 0,0 0,0 1,0-1,0 0,0 1,-1-1,1 0,0 1,0 0,0-1,0 1,-1 0,1-1,0 1,0 0,-1 0,1 0,0 0,-3 0,-52-3,-113 6,169-3,-1 0,0 0,1 0,-1 0,1 0,-1 0,1 0,-1 0,0 0,1 0,-1 0,1 1,-1-1,1 0,-1 0,0 0,1 1,-1-1,1 0,-1 1,1-1,0 0,-1 1,1-1,-1 1,1-1,0 1,-1-1,1 1,0-1,-1 1,1-1,0 1,0 0,12 16,31 11,-8-15,0-2,1-1,-1-2,46 4,-15-1,108 16,151 33,-324-60,0 0,0 0,0 0,0 0,-1 0,1 0,0 0,0 1,0-1,-1 0,1 1,0-1,0 1,-1-1,1 1,0-1,-1 1,1-1,-1 1,1 0,0-1,-1 1,0 0,1-1,-1 1,1 0,-1 0,0-1,1 2,-2 0,1-1,-1 0,1 1,-1-1,0 0,0 0,0 0,0 0,0 0,0 0,0 0,0 0,0 0,0 0,-3 1,-61 28,57-27,-161 56,157-52,21-4,30-1,-34-2,148-3,-78 0,132 12,-205-10,0 1,0 0,0 1,0-1,0 0,0 1,0-1,0 1,0-1,0 1,0 0,0 0,-1 0,1 0,0 0,-1 0,1 1,-1-1,1 1,1 1,-3-1,0-1,0 0,0 1,0-1,0 0,0 0,0 1,-1-1,1 0,-1 0,1 1,-1-1,1 0,-1 0,0 0,1 0,-1 0,0 0,0 0,0 0,0 0,0 0,-1 0,-13 12,0-2,-1 0,-20 9,28-15,-78 44,-178 98,191-111,-130 45,185-75,10-3,-1 0,1-1,-1 0,1 0,-13 0,20-2,1 1,0-1,-1 0,1 0,0 0,-1 0,1 0,0 0,-1 0,1 0,0 0,-1-1,1 1,0 0,0 0,-1 0,1 0,0 0,-1 0,1-1,0 1,0 0,-1 0,1-1,0 1,0 0,-1 0,1-1,0 1,0 0,0 0,0-1,0 1,-1 0,1-1,0 1,0 0,0-1,0 1,0 0,0-1,8-15,20-14,-27 29,29-26,31-32,-61 59,0 0,0 0,-1-1,1 1,0 0,0 0,0 0,0 0,0 0,0 0,0 0,-1 0,1 0,0 0,0 0,0 0,0 0,0 0,0 0,0-1,0 1,0 0,0 0,0 0,-1 0,1 0,0 0,0 0,0-1,0 1,0 0,0 0,0 0,0 0,0 0,0 0,0 0,0-1,0 1,0 0,0 0,0 0,0 0,1 0,-1 0,0 0,0-1,0 1,0 0,0 0,0 0,0 0,0 0,0 0,0 0,0 0,0 0,1 0,-1-1,0 1,0 0,0 0,0 0,0 0,-15 6,-19 14,-301 236,335-255,-1 0,1-1,0 1,-1-1,1 0,-1 1,1-1,-1 1,1-1,-1 0,1 1,-1-1,0 0,1 1,-1-1,1 0,-1 0,0 0,1 0,-1 1,0-1,1 0,-1 0,0 0,1 0,-1-1,1 1,-2 0,-1-18,17-40,-10 46,27-108,-5-1,11-133,-36 246,0-46,-1 53,0 1,1-1,-1 0,0 0,0 0,-1 1,1-1,0 0,0 0,0 1,0-1,-1 0,1 0,0 1,-1-1,1 0,-1 1,1-1,0 0,-1 1,1-1,-1 1,0-1,1 1,-1-1,1 1,-1-1,0 1,0 0,1-1,-1 1,0 0,1-1,-1 1,0 0,0 0,0 0,1 0,-1 0,0 0,0 0,1 0,-1 0,0 0,0 0,0 0,1 1,-1-1,0 0,1 1,-1-1,0 0,0 1,0 0,-16 11,0 1,1 1,1 0,0 2,1-1,-23 34,13-17,-72 91,-82 140,175-258,1-3,-1 1,1 1,0-1,1 0,-1 0,1 1,-1-1,1 1,0-1,0 1,0-1,1 1,0 0,-1 6,1-10,1 0,-1 0,0 1,0-1,1 0,-1 1,0-1,1 0,-1 0,0 0,1 0,-1 1,0-1,1 0,-1 0,0 0,1 0,-1 0,1 0,-1 0,0 0,1 0,-1 0,0 0,1 0,-1 0,0 0,1 0,-1 0,1 0,-1 0,0-1,1 1,-1 0,0 0,0 0,1-1,-1 1,0 0,1 0,-1-1,0 1,0 0,1-1,-1 1,16-17,-6 1,0 0,0-1,-2-1,0 1,-1-1,-1 0,5-24,18-134,-11-105,-18 280,0 0,0 0,0 0,-1 0,1 0,0 0,1 0,-1 0,0-1,0 1,0 0,1 0,-1 0,1 0,-1 0,1 0,-1 0,1 0,-1 0,1 1,0-1,0-1,7 30,3 54,-3 1,-5 107,-27 167,5-104,18-240,0-3,1-1,-1 0,2 0,-1 1,4 16,-3-24,-1-1,1 1,0 0,-1-1,1 1,0 0,0-1,0 0,0 1,0-1,1 1,-1-1,0 0,1 0,-1 0,1 0,-1 0,1 0,-1 0,1 0,0-1,-1 1,1-1,0 1,0-1,0 0,-1 1,1-1,0 0,0 0,0 0,-1 0,1-1,0 1,3-1,22-7,-1 0,0-1,-1-2,0-1,31-18,26-13,79-20,-159 64,-5 3,-18 13,-30 20,-26 15,-64 41,324-211,-23 13,-117 80,175-99,-216 123,52-21,-53 22,0 0,0 0,0-1,0 1,0 0,0 0,0 0,0 0,0 0,0 0,0 1,-1-1,1 0,0 0,0 1,0-1,0 1,0-1,0 0,0 2,0-1,-1 0,1 0,-1 0,1 0,-1 0,0 0,0 0,1 0,-1 1,0-1,0 0,0 0,0 0,0 0,0 0,-1 1,1-1,0 0,-1 0,1 0,-1 2,-13 29,-2 1,-1-2,-1 0,-34 43,6-7,19-27,3-4,-31 60,53-94,1 0,0 0,0 0,1 0,-1 0,0 0,1 0,-1 0,1 0,-1 0,1 0,0 0,0 1,0-1,0 0,1 0,-1 0,0 0,1 0,0 0,1 4,-1-5,1 1,0-1,0 1,-1-1,1 0,0 1,0-1,0 0,0-1,0 1,1 0,-1 0,0-1,0 0,1 1,-1-1,0 0,0 0,1 0,1-1,13 0,-1 0,1-2,-1 0,0-1,25-10,78-38,-91 39,52-26,96-42,-176 81,42-11,-41 11,0 0,-1 0,1 0,0 0,0 0,-1 0,1 0,0 0,0 0,-1 1,1-1,0 0,-1 1,1-1,0 0,-1 1,1-1,0 1,-1-1,1 1,-1-1,1 1,-1-1,1 1,-1 0,1-1,-1 1,0 0,1-1,-1 1,0 0,0 0,1-1,-1 1,0 0,0 0,0-1,0 1,0 0,0 0,0-1,0 1,0 0,-1 0,1-1,0 1,0 0,-1 0,1-1,-1 2,-4 13,0 0,-1 0,-1-1,0 0,-17 23,-55 68,58-79,-189 237,198-245,30-32,102-113,-32 31,313-282,-362 346,-29 27,-11 11,-13 15,-90 95,74-87,1 2,1 2,2 0,-25 44,42-50,9-27,0 0,0 1,0-1,0 1,0-1,1 0,-1 1,0-1,0 1,0-1,0 0,1 1,-1-1,0 0,0 1,1-1,-1 0,0 1,1-1,-1 0,0 0,1 1,-1-1,0 0,1 0,-1 0,0 1,1-1,-1 0,1 0,-1 0,1 0,2 0,0-1,0 1,0-1,-1 1,1-1,0 0,0 0,-1-1,1 1,-1 0,1-1,-1 0,0 1,3-4,16-14,-2-1,0-1,-1-1,-2-1,0 0,-1-1,-1-1,19-51,-12 20,-3-1,-2-1,9-70,-11 32,-4-1,-6-193,-4 287,0 0,0 1,0-1,0 0,0 1,-1-1,1 0,-1 0,0 1,0-1,0 1,0-1,0 1,-1-1,1 1,-1 0,-3-4,4 5,1 1,-1 0,0 0,0 0,1-1,-1 1,0 0,0 0,1 0,-1 0,0 0,0 1,0-1,1 0,-1 0,0 0,1 1,-1-1,0 0,0 1,1-1,-2 1,-22 23,-24 42,4 2,-38 76,32-53,-29 61,90-179,13-46,-9 24,13-46,-4-1,13-108,-1-201,-35 386,0 7,0 0,-1 0,-1 0,-2-17,1 27,-2 8,-1 12,-14 62,11-51,1 0,1 1,1 0,2 0,1 41,2-70,0 1,0 0,0-1,0 1,1-1,-1 1,1-1,-1 1,1-1,-1 1,1-1,0 1,1 1,-1-3,-1 1,1-1,-1 0,0 0,1 1,-1-1,1 0,-1 0,0 0,1 0,-1 0,1 0,-1 0,1 0,-1 0,1 0,-1 0,0 0,1 0,-1 0,1 0,-1 0,1 0,-1 0,0-1,1 1,-1 0,1 0,-1 0,1-1,2-1,-1-1,1 0,-1 1,1-1,-1 0,0 0,0 0,0-1,0 1,1-4,5-20,0 1,-2-1,-1 0,-1-1,1-35,7-54,-8 104,-1 17,0 25,-5 10,-2 0,-2 0,-1-1,-2 0,-26 71,-94 179,98-224,-278 487,301-536,-21 27,28-40,0-1,-1 1,1-1,-1 0,1 0,-1 1,0-1,1 0,-1 0,0 0,0-1,0 1,1 0,-1-1,0 1,0-1,0 0,0 0,0 1,0-1,-3-1,3 1,-1 0,0 0,0 1,1-1,-1 1,0-1,0 1,1 0,-1 0,1 0,-1 0,1 0,-1 1,1-1,0 1,-1 0,1-1,0 1,0 0,-3 4,-35 53,32-46,1-2,-327 489,267-415,66-85,1 1,-1-1,1 0,0 0,-1 1,1-1,0 0,-1 1,1-1,0 1,-1-1,1 0,0 1,0-1,0 1,-1-1,1 1,0-1,0 1,0-1,0 1,0-1,0 0,0 1,0-1,0 1,0-1,0 1,0-1,0 1,0-1,1 1,-1-1,0 1,0-1,0 0,1 1,-1-1,0 1,0-1,1 1,23-5,31-21,422-196,-252 127,264-93,-486 186,-1 0,1 0,0 0,0 1,0-1,-1 1,1 0,0-1,0 1,0 1,0-1,0 0,0 1,4 1,-6-1,0 0,0 0,0 0,0 0,-1 1,1-1,-1 0,1 1,-1-1,1 0,-1 1,0-1,1 0,-1 1,0-1,0 1,0-1,0 1,-1-1,1 0,0 1,0-1,-1 0,1 1,-1-1,1 0,-1 1,0-1,1 0,-3 2,-18 37,-2-2,-1 0,-2-2,-49 53,27-32,-25 27,39-46,-35 47,122-158,21-36,-73 108,-1 0,1 0,0 0,0 0,-1-1,1 1,-1 0,1 0,-1-1,1 1,-1-1,0 1,0 0,0-1,0 1,0 0,0-1,0 1,-1-3,1 3,-1 0,1 1,-1-1,0 1,1-1,-1 1,0-1,0 1,0 0,1-1,-1 1,0 0,0 0,0-1,0 1,1 0,-1 0,0 0,0 0,0 0,0 0,0 0,0 1,-12 1,1 1,1 0,-18 7,25-9,-285 120,155-61,-144 42,271-100,1 0,0 0,-1-1,1 0,-1 0,0 0,1-1,-1 0,0 0,1-1,-9-1,11 0,1 1,0-1,0 0,0 0,0 0,0 0,0 0,0-1,1 1,0-1,-1 0,1 0,0 0,0 0,0 0,1 0,-1 0,1-1,0 1,-1 0,0-7,-8-35,2-1,-5-68,9 61,-17-77,21 126,-1 1,0-1,0 1,0 0,-1-1,1 1,-1 0,1 0,-1 0,0 0,-1 0,1 1,0-1,-1 1,-3-4,3 5,1 0,0 0,-1 0,1 0,-1 1,1-1,-1 1,1 0,-1-1,1 1,-1 0,1 1,-1-1,1 0,-1 1,1-1,-1 1,1 0,0 0,-1 0,1 0,-3 1,-39 24,0 2,2 2,-60 54,17-13,9-12,75-58,0-1,1 1,-1 0,1-1,-1 1,0-1,1 1,-1-1,0 1,0-1,1 1,-1-1,0 0,0 1,0-1,1 0,-1 0,0 0,0 0,0 0,0 0,0 0,1 0,-1 0,0 0,0 0,0 0,0-1,0 1,1 0,-1 0,0-1,0 1,1-1,-1 1,0-1,1 1,-1-1,0 1,1-1,-1 0,1 1,-1-1,1 0,-1 0,1 1,-1-1,1 0,0 0,-1 1,1-1,0 0,0 0,0 0,0 0,-1 0,1 1,0-1,1 0,-1-1,-1-12,1 1,0-1,3-15,-1 16,23-441,-49 755,1 25,28-299,-4-27,-1 0,0 1,1-1,-1 0,0 0,1 0,-1 0,0 0,0 1,1-1,-1 0,1 0,-1 0,0 0,1 0,-1 0,0 0,1 0,-1 0,0-1,1 1,-1 0,0 0,0 0,1 0,-1 0,0-1,1 1,-1 0,0 0,0 0,1-1,-1 1,0 0,0 0,1-1,-1 1,0-1,5-5,-1 0,0 0,0 0,0-1,2-7,14-40,-1-1,-4-1,-1 0,9-92,-1-237,-21 365,-1-378,1-18,11 301,-6 75,0-44,-8 14,0 39,2 0,4-45,-4 75,1-1,-1 1,0 0,0 0,1 0,-1 0,1 0,-1 0,1 0,-1 0,1 0,0 0,-1 0,1 0,0 0,0 1,0-1,-1 0,1 0,0 1,0-1,0 1,0-1,0 1,0-1,1 1,-1-1,0 1,0 0,0 0,0 0,0 0,1 0,-1 0,0 0,2 0,46 13,-37-9,54 15,0-3,1-2,107 6,207-14,-333-8,-18 0,44 4,-65-1,-1 0,1 1,-1-1,1 2,-1 0,0 0,1 0,-2 1,12 7,-4-3,-1 1,1-2,0 0,1 0,0-2,0 0,0-1,1 0,-1-1,27 0,-36-3,-1 0,0 1,0 0,0 0,0 0,0 0,0 1,0 0,0 1,0-1,-1 1,1 0,-1 0,0 1,0-1,0 1,0 1,-1-1,0 0,0 1,0 0,0 0,-1 0,1 1,-1-1,-1 1,1-1,-1 1,0 0,0 0,0 7,10 45,-3 1,-2 0,-1 85,-4-52,20 191,-22-277,0 18,0-1,2 0,1 0,5 22,-7-45,-1 1,0-1,0 0,0 0,0 0,1 0,-1 0,0 1,0-1,0 0,1 0,-1 0,0 0,0 0,1 0,-1 0,0 0,0 0,0 0,1 0,-1 0,0 0,0 0,1 0,-1 0,0 0,0 0,0 0,1 0,-1 0,0 0,0-1,0 1,1 0,-1 0,0 0,0 0,0 0,0-1,1 1,-1 0,0 0,0 0,0-1,0 1,0 0,0 0,0 0,0-1,1 1,-1 0,0 0,0 0,0-1,0 1,9-16,1-9,0 0,-2-1,-1 0,-1-1,4-43,-1-140,-13 132,-17-96,10 99,-2-115,14 104,0 51,-1 28,0 10,-23 503,2-92,19 52,2-263,0-197,0 1,-1-1,0 1,-1-1,1 1,-1-1,-1 0,1 0,-1 0,0 0,0 0,-6 7,-5 5,-1-1,-22 20,21-22,1 1,-21 28,-201 309,233-346,0-1,-1 1,0-1,0 0,-1 0,1-1,-13 10,16-14,0 0,0 0,0 0,0-1,0 1,0 0,0-1,0 0,0 1,0-1,-1 0,1 0,0 0,0 0,0-1,0 1,0-1,0 1,0-1,0 1,0-1,0 0,0 0,0 0,0 0,0-1,1 1,-1 0,0-1,1 1,0-1,-3-3,-2-1,0 1,-1-1,1 1,-1 1,0-1,-1 1,1 1,-1-1,1 1,-1 0,0 1,0 0,0 0,-9 0,1-2,-181-32,-39-9,206 38,-1 2,-1 1,1 2,0 0,-1 3,1 0,-55 11,26-5,39-5,0 0,0 2,-27 8,132-3,62 14,162 17,-20-6,-235-27,-25-3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8:47.700"/>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1405,'5'-2,"0"0,-1 0,1-1,0 0,-1 0,1 0,-1 0,0-1,0 0,5-6,3-1,17-18,0-1,-2-1,-2-1,0-2,-3 0,-1-1,26-58,90-287,-35 84,-61 202,102-173,-143 267,0 1,0-1,1 0,-1 1,0-1,0 0,0 0,0 1,0-1,0 0,0 0,1 0,-1 1,0-1,0 0,0 0,1 0,-1 1,0-1,0 0,0 0,1 0,-1 0,0 0,0 1,1-1,-1 0,0 0,0 0,1 0,-1 0,0 0,1 0,-1 0,0 0,0 0,1 0,-1 0,0 0,0 0,1 0,-1-1,0 1,0 0,1 0,-1 0,0 0,0 0,1-1,-1 1,0 0,0 0,0 0,0-1,1 1,-1 0,0 0,0 0,0-1,2 31,-2-26,-19 1092,-36-2,14-406,39-624,1-43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8:49.56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1,'312'25,"-144"-6,10-19,3 2,-113 9,-48-7,0 0,31 0,17-4,-49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9:16.477"/>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1056 221,'1'0,"0"0,-1 0,1 0,-1 0,1 0,0 0,-1 0,1 0,-1 1,1-1,0 0,-1 0,1 1,-1-1,1 0,-1 1,1-1,-1 0,1 1,-1-1,1 1,-1-1,0 1,1-1,-1 1,0-1,1 1,-1-1,0 1,0 0,1-1,-1 1,0-1,0 1,0 0,0-1,0 1,0 0,0-1,0 1,0-1,0 1,0 0,0-1,-1 1,1-1,0 1,0 0,-1-1,1 1,0-1,-1 1,1-1,0 1,-2 0,-19 30,-42 26,111-73,10-3,-41 15,1-2,-1 0,-1-1,21-11,-36 18,-1 0,1-1,-1 1,1 0,-1 0,1 0,-1 0,1-1,-1 1,1 0,-1 0,1-1,-1 1,0 0,1-1,-1 1,1 0,-1-1,0 1,0-1,1 1,-1 0,0-1,0 1,1-1,-1 1,0-1,0 1,0-1,0 1,0-1,1 1,-1-1,0 1,0-1,-1 1,1-1,0 0,0 1,0-1,0 1,0-1,0 1,-1 0,1-1,0 1,0-1,-1 1,1-1,0 1,-1 0,1-1,0 1,-1-1,1 1,-1 0,1 0,-1-1,1 1,0 0,-1 0,1-1,-1 1,1 0,-2 0,-35-9,-315 4,297 6,175 0,-224 6,-346 31,1117-86,-1092 50,626-4,306 8,-448-1,-40 0,-31-2,-37 1,-574-2,613-4,0 1,0-1,1-1,-1 0,-13-6,-35-9,5 12,-97 4,23 1,126 1,0 0,-1 1,1-1,0 0,0 0,-1 0,1 0,0 0,0-1,0 1,-1 0,1-1,0 1,0 0,0-1,0 0,0 1,-1-1,1 0,0 1,0-1,1 0,-1 0,0 0,0 0,-1-1,3 0,0 1,0 0,0-1,0 1,0 0,0 0,0 0,0 0,1 0,-1 0,0 1,1-1,-1 0,1 1,-1-1,0 1,1-1,-1 1,1 0,0-1,-1 1,3 0,108-16,0 4,144 5,-165 6,-31-2,-37 1,1 1,-1 1,0 1,0 1,36 7,-58-9,0 0,0 0,0 0,0 0,0 1,0-1,0 0,0 0,0 1,0-1,0 0,0 1,-1-1,1 1,0-1,0 1,0 0,-1-1,1 1,0 0,0-1,-1 1,1 0,-1 0,1 0,-1 0,1 0,-1-1,0 1,1 0,-1 0,0 0,0 0,1 0,-1 0,0 0,0 0,0 0,0 0,-1 0,1 0,0 0,0 0,0 0,-1 0,1 0,-1 0,1 0,0 0,-1-1,0 1,1 0,-1 0,1-1,-1 1,0 0,0 0,-1 0,-7 8,0-2,-1 1,-17 10,22-14,-61 35,-31 21,95-58,-1-1,1 1,0-1,0 1,1-1,-1 1,0 0,1 0,-1 0,1 0,-1 0,1 0,0 1,0-1,0 0,0 1,-1 4,2-6,0 1,1 0,-1-1,0 1,1 0,-1-1,1 1,0-1,-1 1,1-1,0 1,0-1,0 1,0-1,0 0,0 0,0 1,1-1,1 2,9 4,-1 0,1-1,0 0,1-1,14 4,-26-9,128 38,224 34,-14-4,-330-66,4 0,0 2,0-1,0 2,-1 0,1 0,19 13,-31-18,-1 0,1 1,0 0,-1-1,1 1,0-1,-1 1,1 0,-1 0,1-1,-1 1,1 0,-1 0,1 0,-1-1,0 1,0 0,1 0,-1 0,0 0,0 0,0 0,0 0,0-1,0 1,0 0,-1 2,0-1,0-1,0 1,0 0,0 0,0 0,-1-1,1 1,0 0,-1-1,0 0,-2 3,-50 25,9-12,-1-2,-1-1,-79 11,-149 3,70-10,194-17,-1 0,1 1,0 1,-16 5,27-8,0 0,0 0,0 0,0 0,0 0,0 0,0 0,0 0,0 1,0-1,0 0,0 0,0 0,0 0,0 0,0 0,0 0,0 0,0 0,0 0,0 0,0 0,0 0,0 0,0 0,0 1,0-1,0 0,0 0,0 0,15-3,28-9,428-202,51-22,-245 119,-222 87,-55 30,0 0,-1 0,1-1,0 1,-1 0,1 0,0 0,0 0,-1 0,1 0,0 0,0 0,0-1,-1 1,1 0,0 0,0 0,-1 0,1-1,0 1,0 0,0 0,0-1,0 1,-1 0,1 0,0-1,0 1,0 0,0 0,0-1,0 1,0 0,0 0,0-1,0 1,0 0,0 0,0-1,0 1,0 0,0-1,0 1,0 0,0 0,1-1,-1 1,0 0,0 0,0 0,0-1,1 1,-1 0,0 0,0 0,0-1,1 1,-1 0,0 0,0 0,0 0,1 0,-1-1,-15 2,-1 0,1 1,0 1,0 0,-29 11,27-9,-109 34,3 5,-230 118,311-136,34-20,27-20,155-129,-172 141,0 1,0 0,0-1,0 0,0 1,-1-1,1 0,0 0,-1 0,0 0,1 0,-1 0,0 0,0 0,1-5,-2 7,0-1,-1 0,1 1,-1-1,1 0,-1 1,1-1,-1 1,1-1,-1 1,1-1,-1 1,0-1,1 1,-1 0,0-1,1 1,-1 0,0-1,0 1,1 0,-1 0,0 0,0 0,1 0,-1 0,0 0,0 0,1 0,-2 0,-10 1,0 0,1 0,-1 2,0-1,-11 5,-34 13,1 3,1 3,-70 44,102-53,39-20,46-26,398-224,-200 106,-233 133,-8 4,0 0,-1-1,24-20,-39 24,-12 7,-19 7,-140 56,-172 55,246-90,33-8,-110 19,170-39,1 1,-1-1,1 0,-1 0,0 1,1-1,-1 0,1 0,-1 0,0 0,1 0,-1 0,1 0,-1 0,0 0,1 0,-1 0,1 0,-1 0,0-1,1 1,-1 0,1 0,-1-1,1 1,-1 0,1-1,-1 1,1 0,-1-1,1 1,-1-1,1 1,0-1,-1 1,1-1,0 1,-1-1,1 1,0-2,0 0,1 0,0 0,-1-1,1 1,0 0,0 0,1 0,-1 0,0 1,1-1,1-2,47-46,1 11,-33 27,-2 0,0-1,0-1,-1-1,17-21,-32 36,1-1,-1 1,0 0,1 0,-1-1,0 1,1-1,-1 1,0 0,0-1,0 1,1 0,-1-1,0 1,0-1,0 1,0-1,0 1,0 0,0-1,0 1,0-1,0 1,0-1,0 1,0 0,0-1,0 1,0-1,0 1,-1-1,1 1,0 0,-1-1,-15 0,-23 15,-40 27,-94 67,95-56,-93 46,8-30,55-24,108-44,-1 0,1 0,0 0,0 0,-1 0,1 0,0 0,0 0,-1 0,1 1,0-1,0 0,0 0,-1 0,1 0,0 0,0 1,0-1,-1 0,1 0,0 0,0 1,0-1,0 0,0 0,0 1,-1-1,1 0,0 0,0 0,0 1,0-1,0 0,0 0,0 1,0-1,0 0,0 0,0 1,0-1,0 0,0 0,1 1,11 8,30 6,-34-12,6 1,113 44,-112-41,-1 0,-1 1,1 0,-1 1,-1 0,19 18,-29-24,1 0,0 0,-1 0,0 0,0 0,0 1,0-1,0 1,-1-1,0 1,1 0,-1 0,-1-1,1 1,0 0,-1 0,0 0,0 0,0 0,-1 0,1-1,-1 1,0 0,0 0,0 0,0-1,-1 1,1-1,-1 1,0-1,0 0,0 1,-1-1,1 0,-6 4,-8 9,0 0,-1-2,-1 0,-34 21,-19 8,-107 47,135-71,-1-3,0-1,-1-3,-48 7,66-18,58-12,497-79,-306 60,-192 23,-38 4,-48 0,-247 16,0 0,300-13,0 0,-1 0,1 0,0 0,0-1,0 1,-1-1,1 0,0 0,0 0,0 0,0-1,0 1,1-1,-1 0,-5-3,7 3,0 0,0 0,0 0,0 0,1-1,-1 1,0 0,1 0,0-1,-1 1,1 0,0 0,0-1,0 1,1 0,-1 0,1-1,-1 1,1 0,-1 0,1 0,0 0,0 0,2-4,6-11,0 1,1-1,1 2,0-1,24-23,76-62,1-2,-98 82,-14 21,0-1,0 1,0 0,0-1,0 1,0 0,0-1,0 1,0 0,0-1,0 1,0 0,0-1,0 1,-1 0,1-1,0 1,0 0,0-1,0 1,-1 0,1-1,0 1,0 0,0 0,-1-1,1 1,0 0,-1 0,1-1,0 1,-1 0,-2-1,0 1,-1-1,1 1,0 0,0 0,-1 0,1 0,0 1,0-1,-6 2,-219 60,-86 17,121-57,998-26,-791 4,-5-1,0 1,-1 0,1 1,-1 0,0 0,1 1,-1 0,0 0,16 7,-24-9,1 1,0-1,-1 0,1 0,-1 1,1-1,-1 1,0-1,1 0,-1 1,1-1,-1 1,0-1,1 1,-1-1,0 1,0 0,1-1,-1 1,0-1,0 1,0-1,0 1,0 0,0-1,0 1,0-1,0 1,0 0,0-1,0 1,0-1,0 1,0 0,-1-1,1 1,0-1,0 1,-1-1,1 1,0-1,-1 1,0 0,-23 17,-18 3,-1-2,-81 24,77-29,0 2,-63 33,109-49,0 1,0-1,-1 1,1-1,0 1,0 0,0-1,0 1,1 0,-1-1,0 1,0 0,0 0,1 0,-1 0,0 0,1 0,-1 0,1 0,-1 0,1 0,-1 2,1-2,1 0,-1-1,1 1,-1 0,1 0,-1-1,1 1,-1 0,1 0,0-1,-1 1,1-1,0 1,0-1,-1 1,1-1,0 1,0-1,0 0,0 1,1-1,62 13,195 12,-116-15,-1 7,206 51,-333-63,0-1,0 2,-1 0,26 14,-38-19,0 0,-1 0,1 0,0 0,0 1,-1-1,1 1,-1-1,1 1,-1-1,1 1,-1 0,0 0,0-1,0 1,0 0,0 0,0 0,-1 0,1 0,-1 0,1 0,-1 1,0-1,0 0,0 0,0 0,0 0,0 0,-1 1,1-1,-1 0,1 0,-1 0,0 0,0 0,0 0,0-1,0 1,0 0,0 0,-1-1,-2 4,-4 3,0-1,0 0,-1 0,0-1,0 0,0-1,-1 1,-10 3,-88 28,92-32,-25 8,-1-2,0-2,-1-2,0-2,0-1,-54-3,80-6,17-2,29-11,46-7,2 4,104-17,-121 27,-22 4,319-46,-297 52,-44 7,-17 3,-23 10,-19 3,-1-3,-1-1,0-2,-57 12,19-5,72-19,7-2,-1 0,1 0,-1-1,1 0,-1 1,0-2,1 1,-1 0,0-1,0 0,-9-1,15 0,-1 0,0 0,0 0,1 0,-1 1,1-1,-1 0,0 0,1 0,0 1,-1-1,1 0,-1 1,1-1,0 0,0 1,-1-1,1 1,0-1,0 1,0-1,0 1,87-58,2 4,121-54,-133 70,870-377,-919 406,-29 9,0 0,0 0,0 0,0 0,0 0,0 0,0 0,0 0,0 0,0 0,0 0,0 1,0-1,0 0,0 0,0 0,0 0,1 0,-1 0,0 0,0 0,0 0,0 0,0 0,0 0,0 0,0 0,0 0,0 0,0 0,1 0,-1 0,0 0,0 0,-42 21,-823 405,770-377,26-11,-30 13,95-52,9-6,15-14,184-144,248-154,-361 258,-76 52,-37 26,-660 418,509-332,259-176,518-333,-312 223,-279 174,-6 5,0 0,0-1,0 0,-1 0,1-1,-1 1,9-12,-15 16,0 1,0-1,1 1,-1 0,0-1,0 1,1-1,-1 1,0-1,0 1,0-1,0 1,0 0,0-1,0 1,0-1,0 1,0-1,0 1,0-1,0 1,0-1,0 1,-1 0,1-1,0 1,0-1,-1 1,1-1,0 1,0 0,-1-1,1 1,0 0,-1-1,1 1,0 0,-1 0,1-1,-1 1,1 0,0 0,-1 0,0-1,-23-3,-2 3,1 2,0 1,0 1,0 1,-34 10,-121 47,174-59,-28 10,-78 32,100-39,1 1,0 0,0 1,0 0,1 0,-16 16,26-23,-1 0,1 1,-1-1,1 0,0 0,-1 1,1-1,0 0,-1 1,1-1,0 0,0 1,-1-1,1 0,0 1,0-1,0 1,0-1,-1 1,1-1,0 0,0 1,0-1,0 1,0-1,0 1,0-1,0 0,0 1,0-1,0 1,1-1,-1 1,0-1,0 0,0 1,1 0,17 2,30-12,43-24,-1-4,131-76,-129 64,-49 27,-1 1,-1-1,-1-2,47-37,-66 36,-21 24,0 1,1-1,-1 1,0-1,0 1,0-1,0 0,0 1,0-1,0 1,0-1,0 1,0-1,0 0,0 1,0-1,-1 1,1-1,0 1,0-1,-1 1,1-1,0 1,0-1,-1 1,1-1,-1 1,0-1,-2 0,0-1,0 1,0 0,-1 0,1 0,0 0,-1 0,1 1,-1 0,1 0,-1 0,1 0,-5 1,-68 10,0 4,-141 47,155-43,9 0,36-12,-1-1,-1-1,1 0,-1-1,-21 1,39-5,0 1,1-1,-1 0,0 0,0 1,0-1,0 0,0 0,0 0,1 0,-1 0,0 0,0 0,0-1,0 1,0 0,1 0,-1-1,0 1,0 0,0-1,1 1,-1-1,0 1,1-1,-1 1,0-1,1 0,-1 1,0-1,1 0,-1 0,1 1,0-1,-1 0,1 0,0 0,-1 1,1-1,0 0,0 0,0 0,-1 0,1 0,0 1,0-1,1 0,-1 0,0 0,0 0,0 0,0 1,1-1,-1 0,0 0,1 0,0-1,4-7,0 1,0-1,1 1,7-8,-9 10,70-87,-701 638,550-487,38-31,1 2,2 1,0 2,3 2,-35 43,66-74,-1 0,1 1,-1-1,1 0,0 1,0 0,1-1,-1 1,1 0,0 0,0 0,0 0,0 0,1 0,-1 0,1 0,0 0,0 1,1-1,-1 0,1 0,0 0,0 0,1 0,-1-1,1 1,-1 0,1-1,1 1,-1-1,0 1,1-1,-1 0,1 0,0 0,0 0,0-1,1 1,-1-1,6 3,29 18,77 33,-77-40,-1 2,51 34,-86-51,1 1,-1 0,1-1,-1 1,0 0,0 0,0 1,0-1,0 0,-1 0,1 1,-1-1,1 1,-1 0,0-1,0 1,0 0,1 5,-2-6,-1 1,1 0,0-1,-1 1,0 0,1-1,-1 1,0-1,0 1,-1-1,1 0,0 1,-1-1,0 0,1 0,-4 3,-8 7,0-1,-2-1,1 0,-32 16,33-19,-216 108,11-7,217-108,0 1,0-1,-1 1,1-1,0 1,0-1,0 1,0 0,0 0,0-1,0 1,0 0,0 0,1 0,-1 0,0 0,0 0,1 0,-1 0,0 3,2-3,0-1,1 1,-1 0,1-1,-1 1,1-1,-1 0,1 1,-1-1,1 0,-1 0,1 0,-1 0,1 0,-1 0,1-1,-1 1,1 0,1-2,69-11,104-35,-70 17,564-132,-464 125,276-15,-423 51,-225 51,46-6,-216 108,317-140,15-8,-1 0,1 0,-1 0,0-1,0 0,0 0,-1 0,1-1,0 1,-11 0,16-2,-1 0,1-1,0 1,0 0,-1-1,1 1,0 0,0-1,0 1,0 0,-1-1,1 1,0 0,0-1,0 1,0-1,0 1,0 0,0-1,0 1,0 0,0-1,0 1,0-1,0 1,0 0,1-1,-1 1,0 0,0-1,0 1,0 0,1-1,-1 1,0 0,0-1,1 1,-1 0,0 0,1-1,-1 1,0 0,0 0,1 0,0-1,19-24,1 1,1 0,47-36,87-57,183-96,-319 199,-43 20,-424 192,210-87,-254 101,-12-30,498-180,-5 1,0 0,0-1,0 1,0-2,-15 1,23-2,-1 0,1 0,0-1,-1 1,1-1,0 1,0-1,-1 0,1 0,0 0,0 0,0-1,0 1,0 0,1-1,-1 1,0-1,1 0,-1 1,1-1,-1 0,1 0,0 0,0 0,0 0,0-1,0 1,-1-3,2 4,0 0,-1 0,0-1,1 1,-1 0,0 0,1 0,-1 0,0 0,0 0,0 1,0-1,0 0,0 0,0 1,0-1,0 0,-1 1,1-1,0 1,0 0,0-1,-1 1,1 0,0 0,0 0,-1-1,1 1,0 1,-1-1,1 0,0 0,0 0,0 1,-2 0,-50 20,36-13,-34 10,0-1,0-3,-2-2,-65 6,-212 1,322-20,24-2,31-3,450-9,-388 14,-212 3,-198-4,298 2,-1-1,1 1,0 0,-1-1,1 0,0 0,-1 0,1 0,0-1,-6-2,9 4,-1-1,1 1,0-1,-1 1,1-1,-1 1,1-1,0 1,0-1,-1 1,1-1,0 0,0 1,0-1,-1 1,1-1,0 0,0 1,0-1,0 1,0-1,0 0,0 1,1-2,14-20,8 0,1 2,1 1,1 1,0 1,33-15,151-63,-208 94,558-182,-548 179,25-9,-37 13,0 0,0 0,1 0,-1 0,0 0,0 0,0 0,0 0,1 0,-1 0,0-1,0 1,0 0,1 0,-1 0,0 0,0 0,0 0,0 0,0 0,1-1,-1 1,0 0,0 0,0 0,0 0,0-1,0 1,0 0,0 0,1 0,-1 0,0-1,0 1,0 0,0 0,0 0,0-1,0 1,0 0,0 0,0 0,0 0,0-1,0 1,-1 0,1 0,0 0,0-1,0 1,0 0,0 0,0 0,0 0,0 0,-1-1,1 1,0 0,0 0,0 0,0 0,0 0,-1 0,-7-2,-1 0,0 1,1 0,-17 1,-951 21,902-16,47-1,44-1,679-21,-893 17,52-2,-249 4,386-1,-41-2,36-7,13 9,0-1,0 0,0 0,0 0,0 1,1-1,-1 0,0 0,0 1,1-1,-1 0,1 0,-1 1,1-1,-1 1,1-1,-1 0,1 1,-1-1,1 1,0-1,-1 1,2-1,36-26,2 1,1 3,65-28,-37 17,-14 9,-28 13,-1-1,0-1,36-27,-61 41,-1 0,1-1,0 1,-1 0,1-1,-1 1,1-1,-1 1,1-1,-1 1,1-1,-1 1,1-1,-1 0,0 1,1-1,-1 1,0-1,0 0,1 1,-1-1,0 0,0 0,0 1,0-1,0 0,0 1,0-2,-17-7,-34 8,-141 24,125-13,0-2,-115-2,181-6,-1 0,0 0,1 0,-1 0,0 0,1-1,-1 1,1-1,-1 1,0-1,1 1,-1-1,1 0,0 0,-1 0,1 0,0 0,-1 0,1 0,0-1,0 1,0 0,0-1,0 1,0 0,1-1,-1 1,0-1,1 0,-1 1,1-1,-1 1,1-1,0 0,0 1,0-1,0 0,0 1,0-1,0 0,0 1,1-1,-1 0,1 1,-1-1,2-2,3-11,1 1,0 0,16-27,-18 34,18-28,-12 21,-1-1,-1 1,0-1,-1-1,-1 1,0-1,6-26,-12 40,0 1,0 0,0-1,0 1,0 0,0-1,0 1,0 0,-1-1,1 1,-1 0,1-1,-1 1,1 0,-1 0,0-1,1 1,-1 0,0 0,0 0,0 0,0 0,0 0,0 0,0 0,0 1,0-1,0 0,-1 1,1-1,0 1,0-1,-1 1,1-1,0 1,-1 0,1 0,0 0,-1 0,1 0,-1 0,1 0,0 0,-1 0,0 1,-8 0,0 1,1 0,-1 0,1 1,-10 4,6-1,0 0,1 1,0 1,-19 15,26-19,0 0,0 0,1 1,-1 0,1 0,0 0,0 1,1 0,0-1,0 1,0 0,-2 8,4-10,-8 21,8-25,0 1,0-1,0 1,0 0,0-1,-1 0,1 1,0-1,0 0,0 1,0-1,-1 0,1 0,0 0,0 0,0 0,-1 0,1-1,0 1,-2-1,-18-9,21 2,16-2,9 4,0 1,0 1,1 1,0 2,35 1,-31 0,656 21,-315-4,222-6,80 4,-584-9,-87-7,0 1,0 0,0 0,0 1,0-1,0 0,0 1,-1-1,1 1,0 0,0-1,0 1,3 2,-34 6,-277 33,169-26,1 5,-181 52,310-71,1 0,1-1,-1 1,1 0,-1 1,1-1,0 1,0 0,0 0,-4 4,9-7,-1 0,1 1,0-1,0 0,0 0,0 0,0 0,0 1,-1-1,1 0,0 0,0 1,0-1,0 0,0 0,0 0,0 1,0-1,0 0,0 0,0 0,0 1,0-1,0 0,0 0,0 1,0-1,0 0,0 0,0 0,0 1,1-1,-1 0,0 0,0 0,0 1,0-1,0 0,1 0,-1 0,0 0,0 0,0 1,0-1,1 0,-1 0,0 0,0 0,1 0,18 5,23-2,19-7,0-4,-1-1,66-21,179-65,-171 50,-70 23,-33 10,0 2,0 1,43-6,-73 15,0-1,0 1,1 0,-1 0,0 0,0 0,1-1,-1 2,0-1,1 0,-1 0,0 0,0 1,1-1,-1 0,0 1,0-1,0 1,0 0,0-1,0 1,0 0,0-1,2 3,-3-2,1 1,-1-1,0 0,0 1,0-1,0 0,0 1,0-1,0 0,0 1,-1-1,1 0,0 1,-1-1,1 0,-1 0,0 1,0 1,-6 7,1-1,-1 1,-15 15,-52 39,74-64,0 0,0 0,-1 1,1-1,0 0,0 0,0 1,-1-1,1 0,0 0,0 1,0-1,0 0,0 1,0-1,0 0,0 1,0-1,0 0,0 0,0 1,0-1,0 0,0 1,0-1,0 0,0 1,0-1,0 0,0 1,0-1,1 0,-1 0,0 1,0-1,0 0,1 0,-1 1,0-1,0 0,0 0,1 0,-1 0,0 1,1-1,-1 0,0 0,0 0,1 0,-1 0,0 0,1 0,-1 0,0 1,1-1,21 3,-22-3,29-1,0-1,1-1,-1-2,44-12,-43 9,0 2,0 0,50-1,-79 7,-1 0,1-1,-1 1,0 0,1 0,-1 0,1 0,-1 0,0 0,1 0,-1 0,1 0,-1 1,0-1,1 0,-1 0,0 0,1 0,-1 0,0 1,1-1,-1 0,0 0,1 1,-1-1,0 0,1 1,-1-1,0 0,0 0,0 1,1-1,-1 1,0-1,0 0,0 1,0-1,1 1,-11 15,-24 15,32-30,-38 30,-48 40,79-63,0 1,1 0,0 1,0 0,1 0,-10 18,17-27,-1 0,0-1,1 1,-1 0,1 0,-1 0,1-1,0 1,-1 0,1 0,0 0,-1 0,1 0,0 0,0 0,0 0,0 0,0 0,0 0,0 0,0 0,1-1,-1 1,0 0,0 0,1 0,-1 0,1 0,-1 0,0-1,1 1,0 0,-1 0,1 0,-1-1,2 2,0-2,0 0,0 0,-1 1,1-1,0 0,0-1,-1 1,1 0,0-1,0 1,-1 0,1-1,0 0,-1 0,1 1,0-1,-1 0,1 0,0-1,11-7,0-1,-1 0,0 0,-1-1,-1-1,1 0,-2 0,0-1,0 0,7-17,-15 30,-1 0,0-1,0 1,0 0,0 0,1-1,-1 1,0 0,0-1,0 1,0 0,0 0,0-1,0 1,0 0,0-1,0 1,0 0,0-1,0 1,0 0,0-1,0 1,-1 0,1 0,0-1,0 1,0 0,0-1,-1 1,1 0,0 0,0 0,0-1,-1 1,1 0,0 0,-1-1,-13 3,-22 16,33-16,-14 7,-143 81,-291 119,120-108,-34 14,357-110,10-2,21 1,39-2,278 9,-269-3,1 3,115 34,-179-43,3 1,-1 0,1 0,-1 1,0 0,0 1,-1 0,17 12,-26-16,1-1,-1 0,1 1,-1-1,0 1,1-1,-1 1,0-1,1 1,-1-1,0 1,0-1,0 1,1-1,-1 1,0 0,0-1,0 1,0-1,0 1,0 0,0-1,0 1,0-1,0 1,-1-1,1 1,0 0,0-1,0 1,-1-1,1 1,0-1,-1 1,1-1,0 1,-1-1,1 0,-1 1,1-1,-1 0,1 1,-1-1,1 0,-1 1,1-1,-1 0,1 0,-1 1,0-1,-35 12,35-12,-87 15,0-3,-105 0,92-7,-226 6,-36 3,268-4,196-3,-60-6,11-2,0 3,86 15,-137-17,0 0,0 0,0 0,0 0,0 0,0 0,0 1,-1-1,1 0,0 0,0 1,0-1,-1 1,1-1,0 1,0-1,-1 1,1-1,0 1,-1 0,1-1,-1 1,1 1,-15 7,-42 3,-97 9,0-6,-219-8,352-11,42-2,567-63,-470 58,854-34,-577 34,-341 10,61-4,-105 3,0 0,0 0,0-1,0-1,-1 1,1-2,18-10,1 4,-9 4,-39 5,-184 0,-284 10,469-6,-3-2,1 2,0 0,-1 2,1 0,-26 9,45-13,0 0,0 0,0 0,1 1,-1-1,0 0,0 0,0 0,1 0,-1 1,0-1,0 0,0 0,0 0,0 1,0-1,1 0,-1 0,0 1,0-1,0 0,0 0,0 0,0 1,0-1,0 0,0 0,0 1,0-1,0 0,0 0,0 1,0-1,0 0,-1 0,1 1,0-1,0 0,0 0,0 0,0 1,0-1,-1 0,1 0,0 0,0 0,0 1,-1-1,1 0,0 0,0 0,0 0,-1 0,1 0,0 1,23 2,-6-3,0 0,0-1,-1-1,1-1,0 0,18-7,99-40,-62 20,241-96,-225 86,121-75,-206 113,0 1,0-1,0 0,0 0,-1 0,1-1,-1 1,1 0,-1-1,0 0,0 1,0-1,0 0,1-4,-3 7,0-1,0 1,0-1,0 1,0-1,0 1,0-1,0 0,0 1,0-1,-1 1,1-1,0 1,0-1,-1 1,1 0,0-1,-1 1,1-1,0 1,-1-1,1 1,0 0,-1-1,1 1,-1 0,0-1,-28-6,8 6,1 1,-1 0,1 2,-1 0,1 1,0 1,0 1,0 1,-23 10,43-15,-1 0,0-1,0 1,0-1,0 1,1-1,-1 0,0 1,0-1,0 0,0 0,0 0,0 1,0-1,0 0,0 0,0 0,0-1,0 1,0 0,0 0,0 0,0-1,0 1,0 0,0-1,1 1,-1-1,0 1,0-1,0 0,1 1,-1-1,0 0,0 1,1-1,-1 0,1 0,-1 0,1 0,-1 1,1-1,0 0,-1 0,1 0,0 0,0 0,-1 0,1 0,0-2,-1-7,0-1,1 1,1-1,1-10,-2 12,21-181,8-204,-35 339,5 55,1-1,0 0,0 1,0-1,-1 0,1 1,0-1,-1 1,1-1,0 0,-1 1,1-1,-1 1,1-1,-1 1,1-1,-1 1,1 0,-1-1,0 1,1 0,-1-1,1 1,-1 0,0-1,-1 2,1-1,0 1,-1-1,1 1,0-1,-1 1,1-1,0 1,0 0,0 0,0 0,0 0,0 0,0 0,0 0,0 0,0 0,0 1,-21 32,1 0,2 1,2 1,-17 48,12-31,40-96,-3-2,-2 1,-1-2,8-71,-13 44,-3-1,-3 0,-10-76,0 113,4 33,0 23,1 46,6 101,5-137,-7-29,0 1,0-1,1 0,-1 0,0 0,0 1,1-1,-1 0,0 0,1 0,-1 0,0 1,0-1,1 0,-1 0,0 0,1 0,-1 0,0 0,1 0,-1 0,0 0,1 0,-1 0,0 0,1 0,-1 0,0 0,0-1,1 1,-1 0,0 0,1 0,-1 0,0-1,0 1,1 0,-1 0,0 0,0-1,0 1,1 0,2-5,0 1,0-1,0 0,0 0,-1 0,0 0,0 0,1-6,13-54,-3-1,-3-1,-3 1,-3-2,-5-73,-20 316,16-60,5 1,6-1,4 0,28 125,-29-186,-3 1,-3 1,-4 73,0-48,26-96,-24 14,-1 1,1-1,0 1,1-1,-1 1,0 0,0-1,0 1,0 0,0 0,0 0,0 0,0 0,1 0,-1 0,0 0,0 0,0 0,0 1,0-1,0 0,0 1,0-1,0 1,0-1,0 1,0-1,0 1,0 0,0 0,0-1,-1 1,2 2,1 4,-1 0,0 0,0 0,-1 0,0 0,0 10,0-14,-1 0,0 1,1-1,-1 0,-1 0,1 1,0-1,-1 0,0 0,0 0,0 0,0 0,0 0,-1 0,-1 4,6-36,21-58,-12 45,-1 0,-1 0,3-58,-12 99,-1-1,0 1,0-1,0 1,1-1,-2 0,1 1,0-1,0 1,0-1,-1 1,1-1,-1 1,1-1,-1 1,0-1,1 1,-1 0,0-1,0 1,0 0,-2-3,1 4,1 0,0 0,-1-1,1 1,0 0,-1 0,1 0,-1 0,1 1,0-1,-1 0,1 0,0 1,-1-1,1 1,0-1,0 1,-1 0,1 0,-1 0,-10 8,1-1,0 2,-15 16,-68 92,53-64,41-53,0-1,0 0,0 0,-1 1,1-1,0 0,0 1,0-1,0 0,0 0,-1 1,1-1,0 0,0 0,0 1,-1-1,1 0,0 0,0 0,-1 0,1 1,0-1,-1 0,1 0,0 0,-1 0,1 0,0 0,0 0,-1 0,1 0,0 0,-1 0,1 0,0 0,-1 0,1 0,0 0,0 0,-1 0,1 0,0 0,-1-1,1 1,0 0,0 0,-1 0,1-1,0 1,-1 0,-6-20,-4-8,7 26,0 0,0 0,-1 1,1-1,-1 1,1 0,-1 0,1 0,-1 0,0 1,1 0,-1 0,0 1,1-1,-1 1,0 0,-5 1,-3 0,-684 141,414-77,195-48,18-4,1 2,-75 29,139-42,0-1,1 1,-1 0,1 0,0 1,0-1,0 1,0 0,1 0,-1 0,1 1,0-1,0 1,1 0,-1 0,1 0,-2 6,1-3,0 0,-1-1,0 1,-1-1,0 0,-9 10,-17 12,-2-2,-1-1,-1-1,-58 29,-162 66,215-103,-75 33,-176 50,268-95,0-2,-23 2,-38 6,-43 6,11-2,114-15,0 0,0 0,1 1,-1-1,1 0,-1 1,0-1,1 1,-1 0,1-1,-1 1,1 0,-1 0,1 0,-2 2,3-2,0-1,0 1,0 0,0-1,1 1,-1-1,0 1,0-1,1 1,-1-1,0 1,1-1,-1 1,0-1,1 0,-1 1,1-1,-1 0,1 1,-1-1,1 0,-1 1,1-1,-1 0,1 0,-1 0,1 1,0-1,62 15,428 43,-211-28,84 14,-357-43,-1-1,1-1,0 1,-1-1,1 0,0-1,-1 0,1 0,6-3,59-31,-45 21,97-47,156-55,-128 61,253-78,-385 129,0 1,0 1,0 0,35 2,-46 1,0 0,0 1,-1 1,1 0,0 0,-1 0,1 1,-1 0,0 1,0 0,0 0,13 10,-21-14,1 1,0-1,-1 1,1-1,0 1,-1-1,1 1,-1 0,1-1,-1 1,1-1,-1 1,0 0,1 0,-1-1,0 1,0 0,1 0,-1-1,0 1,0 0,0 0,0-1,0 1,0 0,0 0,0 0,0-1,0 1,0 0,-1 0,1-1,0 1,-1 0,1-1,0 1,-1 0,0 1,-1 0,-1 0,1 0,-1 1,0-2,1 1,-1 0,0-1,0 1,-5 1,-43 11,0-2,0-3,-1-1,-68 0,60-4,-466 12,279-13,204 0,29 2,25 3,29 5,82 12,220 18,-217-31,1498 59,-2033-98,317 16,-145 2,232 9,0 0,0 0,0-1,0 0,0 0,-7-3,12 4,0 0,1 0,-1-1,0 1,0-1,1 1,-1-1,0 1,1-1,-1 1,1-1,-1 1,0-1,1 0,-1 1,1-1,0 0,-1 0,1 1,0-1,-1-1,1 1,0-1,0 1,0 0,1-1,-1 1,0-1,1 1,-1 0,1-1,-1 1,1 0,0 0,-1-1,1 1,0 0,0 0,1-1,12-13,0 1,1 1,25-18,6-4,2-5,-5 5,-2-1,55-63,-84 85,-1-1,0-1,-1 0,-1 0,-1-1,0 0,-1-1,-1 1,-1-1,0-1,3-25,-5-19,-2 0,-4 0,-1 0,-27-121,22 124,32 143,-9 46,-5 1,-11 176,2-283,-1-1,-1 1,-1 0,-1-1,-1 0,-1 0,-12 27,15-55,3-11,23-121,9-80,-23 89,-6 0,-5 0,-6 0,-6 0,-31-131,23 176,4 0,4-1,-4-115,17 273,5 0,2 0,16 73,-7-71,-7-93,0-19,-3-8,-1 0,-3 0,-1 0,-3 0,-2 0,-1 1,-2 0,-21-62,24 92,1 1,0-1,0 1,2-1,0 0,0 0,1 0,1-1,0 1,1 0,6-26,-7 39,0 0,0 1,0-1,0 0,0 0,1 1,-1-1,0 0,1 1,-1-1,0 1,1-1,-1 0,1 1,-1-1,1 1,-1-1,1 1,-1-1,1 1,-1 0,1-1,0 1,-1 0,1-1,0 1,-1 0,2-1,11 14,1 31,-12-4,-2-1,-8 66,0-7,7-36,3 1,3-1,14 72,55 178,-35-161,-24-82,-4 0,5 112,-17 144,-3-127,2-159,0 19,3-59,1 0,-1 1,0-1,1 0,-1 0,0 0,0 0,1 0,-1 0,0 0,0 0,0 0,1-3,38-48,-3-2,38-72,-60 96,-2 0,-1-1,-1-1,-2 0,-1-1,5-43,-6 2,-3 0,-3-1,-3 1,-4 0,-3 0,-3 1,-42-138,-21-14,69 198,1-1,2 0,0-1,2 1,1 0,4-32,-1-26,-3-9,0 73,0 67,3 105,36 255,35-3,33 237,-102-585,-2 1,-3 1,-2-1,-14 82,16-135,-8 44,-17 52,21-86,0 1,-1-1,-1 1,0-1,-1-1,0 1,0-1,-18 18,20-24,-1-1,1 0,-1 0,0-1,0 0,0 0,-1 0,1-1,-9 2,-68 13,47-11,-19 2,-86 2,-8 0,31 0,-174-9,130-3,39 3,-136-3,153-8,-57-3,-301 14,423-5,27-1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7:38.321"/>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1028,'1'-53,"2"1,3-1,2 2,2-1,3 1,1 1,3 0,2 1,2 1,55-90,-40 77,-8 13,1 2,37-43,-56 77,1 0,1 0,0 1,1 0,0 1,0 1,1 0,0 1,0 0,1 1,20-6,-7 7,1 2,0 1,0 2,-1 0,52 6,-54-3,8 2,1 1,-1 2,-1 1,0 2,43 18,153 83,-204-96,0 1,-2 1,0 1,0 2,-2 0,-1 1,0 1,-2 1,25 38,1 13,67 154,-86-165,-3 1,-3 1,-2 1,-4 0,7 79,-8 339,-12-384,1-22,-13 113,9-176,-1 0,-1 0,0 0,-1 0,0-1,-1 0,-1 0,-18 24,-10 8,-44 42,67-75,-61 57,-4-3,-2-4,-159 95,108-87,-3-5,-184 62,100-43,214-83,-30 13,33-15,0 0,0 1,0-1,0 0,0 1,0 0,0-1,0 1,0-1,0 1,1 0,-1 0,0-1,0 1,1 0,-1 0,0 0,1 0,-1 0,1 0,-1 0,1 0,-1 1,2-1,0 0,0 0,0 0,0 0,0 0,0-1,0 1,1 0,-1-1,0 1,0-1,0 0,1 1,-1-1,0 0,1 0,-1 0,0 1,3-2,33 2,-28-1,391 29,-352-24,337 5,-1-33,144-1,-507 24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6:45.44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732 773,'-22'1,"0"1,-1 1,2 1,-1 1,0 1,1 1,0 1,1 0,-1 2,2 0,-1 1,2 1,-1 1,2 1,0 0,0 1,2 1,0 1,0 0,2 1,-17 27,29-44,1 0,-1 0,0 0,1 0,-1-1,0 1,1 0,-1 0,1 0,0 0,-1 0,1 0,0 0,-1 1,1-1,0 0,0 0,0 0,0 0,0 0,0 0,1 0,-1 0,0 0,0 0,1 0,-1 0,0 0,1 0,-1 0,1 0,0 0,-1 0,1 0,0 0,-1 0,1-1,0 1,0 0,0-1,0 1,0 0,0-1,0 1,0-1,0 0,0 1,0-1,1 1,8 0,-1 0,1 0,-1-1,19-2,-15 2,39-5,0-3,-1-1,0-3,0-2,-1-2,-1-2,75-40,-113 52,1 1,-1 0,21-6,-31 11,0 0,1 0,-1-1,0 1,0 0,0 0,1 0,-1 0,0 0,0 0,0 0,1 1,-1-1,0 0,0 1,0-1,0 1,0-1,0 1,2 0,-2 1,-1-1,1 1,-1-1,1 0,-1 1,0-1,1 1,-1-1,0 1,0-1,0 1,0-1,0 1,-1-1,1 0,0 1,-1-1,1 1,-1-1,1 0,-1 1,0 1,-16 33,-2-1,-1 0,-2-1,-1-2,-40 45,57-70,-24 24,29-30,1-1,-1 1,1-1,-1 0,1 1,-1-1,1 0,-1 1,0-1,1 0,-1 0,1 1,-1-1,0 0,1 0,-1 0,0 0,1 0,-1 0,0 0,1 0,-1 0,0 0,1 0,-1 0,1-1,-1 1,0 0,1 0,-1-1,1 1,-1 0,0-1,1 1,-1-1,1 1,0-1,-1 1,1-1,-1 1,1-1,0 1,-1-1,1 1,0-1,-1 1,1-1,0 0,0 1,0-1,0 0,-1 0,-3-17,1 0,0 0,1 0,1-33,11-82,-3 53,0 1,-3 36,-1-1,-2 0,-7-73,5 115,1 0,0-1,-1 1,1 0,-1 0,1 0,-1 0,0 0,0 0,0 0,0 0,0 0,-1 0,1 0,-1 1,1-1,-1 0,1 1,-1 0,0-1,0 1,0 0,0 0,0 0,0 0,0 0,0 0,0 1,0-1,0 1,0-1,-1 1,1 0,0 0,0 0,-1 0,1 0,0 0,0 1,0-1,-4 2,-8 3,-1 0,2 0,-1 2,-23 14,34-20,-54 33,1 2,-88 74,135-96,25-21,0-8,0-1,-1 0,-1 0,-1-2,0 0,-1 0,-1-1,-1-1,-1 1,0-2,-1 1,-2-1,0 0,-1-1,-1 1,1-26,-4 43,-1 1,0-1,0 0,0 1,0-1,-1 1,0-1,1 0,-1 1,0-1,-1 1,1 0,0-1,-1 1,0 0,0 0,0 0,0 0,-1 0,-4-4,4 5,0 0,0 1,-1-1,1 1,-1 0,1 0,-1 0,1 0,-1 1,0-1,1 1,-1 0,0 0,1 1,-1-1,0 1,1-1,-1 1,1 0,-7 3,-19 8,1 2,-36 22,-31 14,95-49,-1-1,1 0,0 0,-1 1,1-1,0 0,-1 0,1 0,0 0,-1 0,1 1,-1-1,1 0,0 0,-1 0,1 0,0 0,-1 0,1 0,-1 0,1 0,0 0,-1-1,1 1,-1 0,1 0,0 0,-1 0,1 0,0-1,-1 1,1 0,0 0,-1-1,1 1,0 0,0-1,-1 1,1 0,0-1,0 1,0 0,-1-1,1 1,0 0,0-1,0 1,0 0,0-1,0 1,0-1,0 1,0 0,0-1,0 1,0-1,0 1,0 0,0-1,0 1,0-1,0 1,1 0,-1-1,0 1,0 0,1-1,12-34,-10 28,17-57,-20 68,0 1,0-1,1 1,0-1,0 1,0-1,0 0,1 1,-1-1,1 0,0 0,1 0,-1 0,1-1,-1 1,1-1,4 5,3-3,1 1,0-1,0-1,0 0,1 0,-1-1,1-1,12 2,102 3,-97-6,23 0,27 3,1-3,-1-5,110-17,-187 20,1 1,-1-1,0 1,0 0,0 0,0 0,0 0,1 0,-1 0,0 0,0 1,2 0,-3-1,-1 0,0 0,1 1,-1-1,1 0,-1 1,0-1,1 0,-1 1,0-1,0 1,1-1,-1 1,0-1,0 0,1 1,-1-1,0 1,0-1,0 1,0-1,0 1,0-1,0 1,0-1,0 1,0-1,0 1,0-1,0 2,-3 4,0 1,0-1,0 0,0 0,-8 9,3-3,-25 34,20-29,1 0,1 0,-15 31,26-48,0 0,0 0,0 1,0-1,-1 0,1 0,0 1,0-1,0 0,0 0,0 1,0-1,0 0,-1 1,1-1,0 0,0 1,0-1,0 0,0 0,1 1,-1-1,0 0,0 1,0-1,0 0,0 0,0 1,0-1,0 0,1 0,-1 1,0-1,0 0,0 0,1 1,-1-1,0 0,0 0,1 0,-1 0,1 1,15-4,18-15,44-38,86-79,-7 4,-156 131,-1-1,1 0,0 0,0 0,-1 0,1 1,0-1,0 0,0 1,0-1,0 1,0-1,0 1,0-1,0 1,0 0,0 0,0-1,0 1,0 0,2 0,-19 25,-235 246,56-66,231-261,-3-1,33-77,-62 127,67-156,-64 143,0-1,-1 1,-2-1,0 0,-1 0,1-24,-4 43,0 1,0-1,0 0,0 1,0-1,0 0,0 1,-1-1,1 1,0-1,-1 0,1 1,-1-1,0 1,0-1,1 1,-1 0,0-1,0 1,0 0,-1 0,1-1,0 1,0 0,-1 0,1 0,0 1,-1-1,1 0,-1 0,1 1,-1-1,1 1,-1-1,0 1,1 0,-1 0,0-1,1 1,-1 0,1 0,-1 1,0-1,1 0,-1 1,1-1,-1 1,0-1,1 1,-3 1,-11 4,1 0,-1 1,1 1,-13 9,23-14,-42 26,-30 22,-2-4,-95 41,172-87,-1 0,0 0,0 0,0 0,0 0,0-1,0 1,0-1,0 0,0 1,0-1,0 0,0 0,0 0,0 0,-3-1,5 0,-1 1,1-1,0 0,-1 1,1-1,0 0,0 0,-1 1,1-1,0 0,0 1,0-1,0 0,0 0,0 1,0-1,0 0,0 0,1 1,-1-1,0 0,0 1,1-1,-1 0,0 1,1-1,-1 0,1 0,41-58,-41 58,21-24,1 0,1 1,1 2,34-25,-59 47,1-1,0 1,-1-1,1 0,0 1,0-1,0 1,0 0,-1-1,1 1,0 0,0-1,0 1,0 0,0 0,0 0,0 0,0 0,0 0,0 0,0 0,0 0,-1 0,1 0,0 1,0-1,2 1,-2 0,0 1,0-1,0 0,0 1,0-1,0 1,-1-1,1 1,0-1,-1 1,1-1,-1 1,0 0,1 2,0 11,0 0,-4 28,3-35,-5 34,-1 0,-23 78,-41 79,23-66,31-91,10-26,0-1,0 1,1-1,1 2,1-1,1 0,0 1,0 17,3-33,-1 1,1 0,-1-1,1 1,0-1,0 0,0 1,0-1,0 0,0 1,0-1,1 0,-1 0,0 0,1 0,-1 0,0 0,1 0,-1-1,1 1,0 0,-1-1,1 1,-1-1,1 0,0 0,-1 1,1-1,2 0,60-1,-47 0,55-5,1-4,87-22,-77 14,92-9,-171 27,1-1,-1 1,1 0,-1 0,1 1,-1-1,0 1,1 0,-1 0,1 0,-1 1,0 0,0 0,6 3,-8-3,0 0,-1 0,1-1,-1 1,0 0,0 0,1 0,-1 0,0 1,-1-1,1 0,0 0,-1 1,1-1,-1 0,0 1,1-1,-1 0,0 1,-1-1,1 1,0-1,-1 0,1 0,-1 1,0-1,0 0,0 0,-1 3,-6 12,-1 1,0-2,-2 1,0-1,0-1,-23 23,-93 82,108-104,-160 134,142-121,-2-2,-80 42,118-68,-1 0,1-1,-1 1,0 0,1 0,-1-1,0 1,0-1,0 1,1-1,-1 0,0 0,0 0,0 0,0 0,1 0,-3-1,4 1,-1-1,1 1,-1-1,1 1,-1-1,1 0,0 1,-1-1,1 0,0 1,0-1,-1 0,1 1,0-1,0 0,0 0,0 1,0-1,0 0,0 0,0 1,0-1,0 0,1 1,-1-1,0 0,1-1,4-10,0 0,0 0,11-14,-14 23,30-49,-15 27,-1-1,-1 0,22-57,-37 82,0 1,1-1,-1 1,0-1,0 0,1 1,-1-1,0 0,0 1,0-1,0 0,0 1,0-1,0 0,0 1,0-1,0 0,-1 1,1-1,0 0,0 1,-1-1,1 0,0 1,-1-1,1 1,0-1,-1 1,1-1,-1 1,1-1,-1 1,1-1,-1 1,1 0,-1-1,0 1,1 0,-1-1,1 1,-1 0,0 0,1 0,-1-1,0 1,1 0,-1 0,0 0,1 0,-1 0,0 0,0 1,1-1,-1 0,1 0,-1 0,-1 1,-45 14,41-12,-13 4,-249 93,204-80,0-2,-87 11,142-28,-1 0,-1 1,1-2,0 1,-14-2,22 1,0-1,0 1,0 0,0-1,0 1,1-1,-1 0,0 1,0-1,0 0,1 0,-1 0,0 0,1-1,-1 1,1 0,-1-1,1 1,0-1,0 1,0-1,0 0,0 1,0-1,0 0,0 0,0 0,0-3,0-2,1 0,0 0,0-1,0 1,1 0,0 0,1 0,-1 0,1 0,1 1,2-8,40-71,-43 81,20-33,1 2,2 1,40-43,-35 55,-29 21,0 1,0 0,-1 0,1-1,0 1,0 0,-1 0,1 0,0 0,0 0,-1 0,1 0,0 0,0 0,0 0,-1 0,1 1,0-1,0 0,-1 0,1 1,0-1,-1 1,2 0,-1 1,0 0,0 0,-1 0,1 1,0-1,-1 0,1 1,-1-1,0 0,0 1,0-1,0 0,0 1,-1-1,1 0,-1 1,1-1,-1 0,0 0,0 1,0-1,-2 4,-17 34,-2-1,-39 54,37-59,1 0,2 2,-19 43,83-140,-17 13,-2-2,33-98,-48 117,-1 0,-2-1,-1 1,-2-1,-1 0,-3-45,1 67,-1 1,-1 0,0-1,0 1,-1 0,-6-14,8 21,1 0,-2 0,1 0,0 0,0 0,0 0,-1 1,1-1,-1 0,0 1,1-1,-1 1,0 0,0 0,0-1,0 1,0 0,0 1,0-1,0 0,0 1,0-1,-1 1,1-1,0 1,0 0,0 0,-1 0,1 0,0 1,0-1,-1 0,-2 2,-4 2,0 0,0 1,0 0,0 0,0 1,1 0,0 1,1 0,-1 0,1 0,1 1,-9 12,-8 15,-31 59,52-90,-8 14,0 0,2 0,0 1,2 0,0 0,1 0,0 1,2 0,-1 22,4-39,0 0,1 1,0-1,-1 0,1 0,0 0,0 0,1 0,-1 0,1-1,-1 1,1 0,0-1,0 1,0-1,0 1,0-1,1 0,-1 0,1 0,0 0,-1-1,1 1,0-1,0 1,0-1,0 0,0 0,0-1,0 1,0 0,5-1,8 2,0-1,0-1,0 0,-1-1,20-4,39-10,84-29,6-2,-107 31,1 4,0 1,1 3,74 2,-130 4,1 1,-1 1,1-1,0 0,-1 1,1 0,-1 0,1 0,-1 0,0 1,1-1,-1 1,0 0,0 0,0 0,0 0,0 0,-1 1,1-1,-1 1,1 0,1 3,-3-2,1-1,-1 1,-1 0,1 0,-1 0,1 0,-1 0,0 0,0 0,-1 0,1 0,-1 0,0 0,0 0,0-1,0 1,-1 0,0-1,0 1,-2 4,-14 20,0-1,-2 0,0-2,-2 0,-31 27,-136 99,53-63,98-65,90-58,99-60,-130 83,0 1,1 1,1 1,-1 1,40-8,-60 15,0 1,-1 0,1-1,0 1,0 0,0 0,0 0,0 0,0 1,0-1,0 0,-1 1,1-1,0 1,3 1,-5-1,1-1,-1 1,1 0,-1-1,1 1,-1 0,1-1,-1 1,0 0,1 0,-1-1,0 1,0 0,1 0,-1 0,0-1,0 1,0 0,0 0,0 0,0-1,0 1,0 0,-1 1,-1 3,0 1,0-1,0 0,-1 0,0-1,0 1,0 0,0-1,-5 5,-228 215,389-350,5 7,192-109,-234 163,3 5,2 6,2 5,151-39,-98 45,244-28,-360 67,-48 8,-19 4,-26 11,-637 271,483-212,137-58,-336 134,271-115,-166 37,275-75,0 0,1 0,-1 0,0 0,0-1,0 0,1-1,-1 1,-7-2,12 2,0-1,1 1,-1 0,0-1,0 1,1-1,-1 1,0-1,1 1,-1-1,1 1,-1-1,1 0,-1 1,1-1,-1 0,1 1,0-1,-1 0,1 0,0 1,0-1,-1 0,1 0,0 0,0-2,0 0,1 0,-1 0,1 0,0 0,-1 1,1-1,0 0,1 1,2-5,36-58,4 2,2 2,55-56,18-23,116-157,-225 284,22-31,-31 42,0-1,1 1,-1 0,0-1,0 1,-1 0,1-1,0 1,-1-1,1 1,-1-1,0 0,0 1,0-1,0 1,-1-4,0 4,0 1,0-1,1 1,-1-1,0 1,0 0,-1-1,1 1,0 0,0 0,-1 0,1 0,-1 0,1 0,-1 0,1 0,-1 1,1-1,-1 0,0 1,1-1,-1 1,-2 0,-44-3,48 3,-36 3,1 1,0 1,1 2,-47 16,-131 57,191-71,13-7,0 1,0 0,1 0,-1 1,1 0,0 1,0-1,-8 9,15-8,11-4,22-5,-1-1,1-2,-1-1,38-15,1 0,888-271,-427 147,-509 138,-55 14,-184 36,-699 106,881-147,34 0,-1 0,1-1,0 1,0 0,0 0,0 0,0-1,-1 1,1 0,0 0,0 0,0-1,0 1,0 0,0 0,0-1,0 1,0 0,0 0,0-1,0 1,0 0,0 0,0-1,0 1,0 0,0 0,0 0,0-1,1 1,-1 0,0 0,0-1,0 1,0 0,0 0,1 0,-1 0,0-1,0 1,0 0,0 0,1 0,-1 0,0 0,0 0,1-1,-1 1,0 0,0 0,1 0,-1 0,0 0,1 0,57-29,-44 23,84-39,680-327,-747 350,-31 21,0 1,1 0,-1 0,0-1,0 1,0 0,1-1,-1 1,0 0,0 0,0-1,0 1,0 0,0-1,0 1,0 0,0-1,0 1,0 0,0-1,0 1,0 0,0-1,0 1,0 0,0-1,0 1,0 0,0-1,-1 1,1 0,0 0,0-1,0 1,0 0,-1 0,1-1,0 1,0 0,-1 0,1-1,0 1,-1 0,1 0,-1 0,-5-2,-1 0,1 1,-1 0,0 0,0 1,1 0,-11 1,-467 47,-65 3,537-51,7 1,-1 0,0-1,0 0,0 0,0-1,1 0,-1 0,0 0,0-1,1 1,-7-4,11 5,1-1,0 1,0 0,-1-1,1 1,0 0,0-1,-1 1,1-1,0 1,0 0,0-1,-1 1,1-1,0 1,0 0,0-1,0 1,0-1,0 1,0-1,0 1,0 0,0-1,0 1,1-1,-1 1,0-1,0 1,0 0,0-1,1 1,-1 0,0-1,0 1,1-1,-1 1,0 0,1 0,-1-1,0 1,1 0,0-1,19-13,-17 12,22-13,0 2,1 1,0 1,1 1,0 1,1 1,0 2,44-5,-73 11,1 0,0 1,0-1,0 0,-1 0,1 0,0 0,0 1,0-1,0 0,0 0,0 1,0-1,-1 0,1 0,0 1,0-1,0 0,0 0,0 0,0 1,0-1,0 0,0 0,0 1,0-1,0 0,0 0,1 1,-1-1,0 0,0 0,0 1,0-1,0 0,0 0,1 0,-1 1,0-1,0 0,0 0,0 0,1 0,-1 1,0-1,0 0,0 0,1 0,-1 0,0 0,0 0,1 0,-1 0,0 0,-25 18,23-16,-210 128,-96 64,252-154,2 3,2 2,-57 61,99-95,0 0,1 1,0 0,0 1,2-1,0 1,0 1,1 0,0 0,2 0,-1 0,2 1,0-1,1 1,0 0,1 0,1 0,0 0,1 0,1 0,5 22,-2-16,-1 0,0 1,-2-1,0 1,-1 0,-2-1,0 1,-1-1,-1 1,-6 21,-8 3,-2 0,-3-1,-1 0,-36 51,-132 155,110-155,-107 99,186-193,0 0,0 0,0 0,0 0,0 0,-1-1,1 1,-1-1,0 1,1-1,-1 0,0 0,0 0,1-1,-1 1,-5 0,7-1,0-1,1 1,-1 0,1 0,-1-1,1 1,0 0,-1-1,1 1,-1 0,1-1,0 1,-1-1,1 1,0 0,-1-1,1 1,0-1,-1 1,1-1,0 1,0-1,0 0,0 1,0-1,0 1,-1-1,1 0,7-30,-3 19,1 0,1 1,0-1,1 1,0 1,0-1,1 1,1 0,-1 1,2 0,-1 1,1-1,0 2,1 0,0 0,0 1,16-7,-25 13,0-1,-1 1,1 0,0 0,0 0,0 0,0 0,0 0,0 0,0 0,0 1,-1-1,1 1,0 0,0-1,-1 1,1 0,0 0,-1 0,1 0,-1 0,1 1,-1-1,1 0,-1 1,0-1,0 1,0-1,0 1,0 0,0-1,1 3,-1-2,0 1,0-1,0 0,0 1,-1 0,1-1,-1 1,1-1,-1 1,0 0,0-1,0 1,0 0,-1-1,1 1,-1-1,0 1,1-1,-1 1,0-1,0 1,-2 1,3-3,-1-1,1 0,0 0,0 0,0 0,0 0,-1 0,1 0,0 0,0 0,-1 0,1 0,0 0,0 0,0 0,-1 0,1 0,0 0,0 0,0 0,-1 0,1 0,0 0,0 0,0 0,-1 0,1-1,0 1,0 0,0 0,-1 0,1 0,0 0,0-1,0 1,0 0,0 0,0 0,-1 0,1-1,0 1,0 0,0 0,0 0,0-1,0 1,0 0,0 0,0-1,0 1,0 0,0 0,0 0,0-1,0 1,0 0,0 0,0 0,0-1,1 1,-1 0,0-11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7:56.632"/>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1 989,'0'-11,"1"0,1 0,0 0,0 0,1 0,1 1,0-1,0 1,8-14,10-11,31-41,12-19,-22 7,-3-1,38-131,-12 32,-39 139,-11 23,-16 26,0 0,0 0,0 0,0 0,0 1,0-1,0 0,0 0,1 0,-1 0,0 0,0 0,0 1,0-1,0 0,0 0,0 0,0 0,1 0,-1 0,0 0,0 0,0 0,0 0,0 0,1 0,-1 0,0 0,0 0,0 0,0 0,0 0,1 0,-1 0,0 0,0 0,0 0,0 0,0 0,1 0,-1 0,0 0,0 0,0 0,0 0,0 0,0 0,0 0,1-1,-1 1,0 0,0 0,0 0,0 0,0 0,0 0,0 0,0-1,0 1,0 0,0 0,0 0,0 0,0 0,0-1,1 1,-1 0,-1 0,1 0,4 18,-3 26,-1-44,-1 134,-26 578,14-611,-2 18,0 125,14-166,0-21,2 0,10 65,-6-96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7:58.593"/>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1 2,'95'-2,"105"5,-181-1,0 2,-1 0,21 8,-24-6,1-2,0 0,0 0,30 1,113-6,-140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6:59.8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294 702,'17'0,"-6"1,0-1,1 0,-1 0,0-1,0-1,0 0,0 0,-1-1,1-1,-1 0,16-7,132-75,-135 76,0 2,0 0,1 1,0 1,33-3,48-6,31-2,-134 16,0 1,1 0,-1 0,0 0,1 1,-1-1,0 0,1 1,-1 0,0-1,0 1,0 0,0 0,0 0,0 0,0 1,0-1,0 0,0 1,-1 0,1-1,0 1,-1 0,0 0,1 0,-1 0,0 0,0 0,0 0,0 0,0 0,-1 0,1 1,-1-1,1 0,-1 0,0 3,1 8,-1-1,0 1,-1-1,-1 0,-4 21,-5 15,-2-1,-3 0,-1 0,-3-2,-1 0,-39 59,59-102,-1 1,1-1,-1 0,0 1,0-1,1 0,-1 0,-1-1,1 1,0 0,-4 1,6-3,-1 0,1 0,-1 0,1 0,0 0,-1-1,1 1,-1 0,1 0,0-1,-1 1,1 0,0 0,-1-1,1 1,0 0,-1-1,1 1,0-1,0 1,-1 0,1-1,0 1,0-1,0 1,0 0,0-1,0 1,-1-1,1 1,0-1,0 1,0-1,0 1,1-1,-1 1,0 0,0-1,10-75,-7 56,7-46,-3-1,-3 0,-3 1,-9-79,5 114,-2 1,-1 0,-1 1,-2-1,-1 2,-1-1,-1 1,-2 1,0 0,-2 1,-30-37,39 55,0 0,-1 0,0 1,0 0,-1 1,0-1,0 2,-1-1,-15-6,21 11,-1-1,1 1,-1 0,0 0,1 0,-1 1,0 0,0 0,0 0,1 0,-1 1,0 0,0 0,1 0,-1 0,1 1,-1 0,1 0,0 0,-1 0,1 1,0-1,-7 8,-11 13,1 0,0 2,2 1,1 0,1 2,1 0,2 0,-18 51,23-45,9-34,0 0,0 0,0 0,0 0,0 0,0 0,0 1,0-1,0 0,0 0,0 0,0 0,0 0,0 1,0-1,0 0,0 0,0 0,0 0,0 0,0 1,0-1,0 0,0 0,0 0,0 0,0 0,0 0,0 1,0-1,0 0,0 0,0 0,1 0,-1 0,0 0,0 0,0 1,0-1,0 0,0 0,0 0,1 0,-1 0,0 0,0 0,0 0,0 0,0 0,1 0,-1 0,0 0,0 0,0 0,0 0,0 0,1 0,-1 0,0 0,0 0,0 0,0 0,0 0,1 0,-1 0,0-1,0 1,13-12,9-19,16-48,-30 59,1 0,21-34,-30 54,0 1,0-1,0 0,1 0,-1 0,0 0,0 0,0 0,0 0,0 0,0 0,0 0,0 1,1-1,-1 0,0 0,0 0,0 0,0 0,0 0,0 0,0 0,1 0,-1 0,0 0,0 0,0 0,0 0,0 0,0 0,1 0,-1 0,0 0,0 0,0 0,0-1,0 1,0 0,0 0,0 0,1 0,-1 0,0 0,0 0,0 0,0 0,0 0,0-1,0 1,0 0,0 0,0 0,0 0,0 0,0 0,0 0,0-1,0 1,-2 17,-10 26,-17 20,-60 100,0 0,86-158,-14 35,16-39,1 1,-1-1,1 0,-1 0,1 1,0-1,-1 1,1-1,0 0,0 1,0-1,0 0,0 1,0-1,1 1,-1-1,0 0,1 1,-1-1,1 0,-1 1,1-1,0 1,1-2,-1 1,0-1,0 0,0 0,0 0,0 0,1 0,-1 0,0 0,0 0,0 0,0-1,0 1,0-1,0 1,0 0,0-1,0 0,0 1,0-1,0 1,0-1,0 0,0 0,0 0,-1 0,2-1,26-28,-25 26,18-22,-2-1,-1-1,-1-1,-2 0,-1-1,-1-1,-1 0,-2-1,10-49,-19 78,-1 1,1 0,-1-1,1 1,-1-1,0 1,0 0,0-1,0 1,0-1,-1 1,1 0,-1-1,0 1,1 0,-1-1,0 1,0 0,0 0,-1 0,1 0,-1 0,1 0,-1 0,1 0,-1 1,0-1,0 1,0-1,-3-1,-1 1,0 0,0 1,1 0,-1 0,0 1,0-1,0 1,0 0,0 1,0 0,-9 1,-60 22,74-24,0 0,0 0,1 0,-1 0,0 0,0 0,0 0,1 0,-1 0,0 0,0-1,1 1,-1 0,0 0,0-1,1 1,-1-1,0 1,1-1,-1 1,1-1,-1 1,1-1,-1 1,1-1,-1 0,1 1,-1-1,1 0,0 0,-1 1,1-1,0 0,0 0,-1 1,1-1,0 0,0 0,0 0,0 1,0-1,0-1,3-41,-3 38,8-56,-1 11,1-52,-8 101,1-1,-1 1,0 0,0 0,0 0,0-1,0 1,0 0,0 0,-1-1,1 1,0 0,-1 0,1 0,-1-1,1 1,-1 0,0 0,1 0,-1 0,0 0,0 0,-1-1,1 2,0 0,0 0,0 0,0 0,0 1,0-1,-1 0,1 1,0-1,0 1,0-1,1 1,-1-1,0 1,0 0,0-1,0 1,0 0,1 0,-2 1,-41 55,40-52,-5 9,0 0,1 0,0 1,2 0,0 0,0 0,1 1,1 0,1 0,0 0,1 0,1 0,1 0,0 0,0 0,2-1,0 1,9 26,-7-29,0 0,0-1,1 0,1 0,0 0,0-1,1 0,1 0,0-1,0 0,1-1,1 0,-1 0,1-1,0-1,1 0,0 0,0-1,1-1,-1 0,1 0,19 3,27-1,0-3,0-2,0-3,92-12,81-2,-228 15,1 0,0 0,-1 0,1 1,0 0,-1 0,1 0,-1 0,1 1,-1-1,7 5,-8-4,-1 0,0 0,-1 0,1 0,0 1,0-1,-1 0,0 1,1-1,-1 1,0 0,0-1,0 1,-1 0,1 0,-1-1,1 1,-1 0,0 0,-1 5,0 12,-1 0,-1 0,0 0,-2 0,-1 0,-10 24,-59 115,-169 254,146-255,167-295,-49 93,6-12,-3 0,-2-2,-3 0,-2-2,7-61,-22 117,0 1,0-1,-1 1,0 0,0-1,0 1,0-1,0 1,-1-1,0 1,1 0,-1-1,0 1,-1 0,1 0,-1 0,1-1,-1 2,-4-7,3 8,0-1,1 1,-1 0,0 0,0 0,0 1,0-1,-1 1,1 0,0-1,0 1,0 1,0-1,0 0,0 1,0-1,0 1,0 0,0 0,0 0,0 1,-4 2,-87 41,-117 76,-19 10,229-130,-7 3,0 0,0-1,0 0,0 0,-10 1,17-3,0-1,0 0,0 0,0 0,0 0,0 0,-1 0,1 0,0 0,0-1,0 1,0 0,0-1,0 1,0-1,0 1,0-1,0 1,0-1,0 1,0-1,1 0,-1 0,0 0,0 1,1-1,-1 0,1 0,-1 0,0 0,1 0,0 0,-1 0,1 0,0 0,-1 0,1 0,0-1,0 1,0 0,0 0,0 0,0 0,0 0,0 0,1 0,-1 0,0-1,1 0,5-25,0 0,2 0,1 1,17-35,-2 1,85-253,-95 281,-14 32,0 0,0 0,0 0,0 0,0 0,0-1,0 1,0 0,0 0,0 0,0 0,0-1,0 1,0 0,0 0,0 0,0 0,0 0,0-1,0 1,0 0,1 0,-1 0,0 0,0 0,0 0,0-1,0 1,0 0,0 0,1 0,-1 0,0 0,0 0,0 0,0 0,0 0,1 0,-1 0,0 0,0 0,0 0,0 0,1 0,-1 0,0 0,0 0,0 0,0 0,0 0,1 0,-1 0,0 0,0 0,0 0,0 0,0 0,1 0,-1 0,0 0,0 1,0-1,1 15,-7 21,-47 105,52-140,0 0,1 1,-1-1,1 1,0-1,-1 1,1-1,0 0,0 1,0-1,0 1,0-1,0 1,1 2,0-4,-1 1,0-1,0 0,1 1,-1-1,1 0,-1 0,0 1,1-1,-1 0,1 0,-1 0,0 0,1 1,-1-1,1 0,-1 0,1 0,-1 0,1 0,-1 0,0 0,1 0,-1 0,1 0,-1-1,1 1,-1 0,1 0,-1 0,42-26,310-225,-252 187,180-84,40 26,-258 103,1 4,0 2,84-5,-142 17,1 0,0 1,0 0,-1 1,1-1,0 1,10 3,-15-4,0 0,0 1,-1-1,1 1,0-1,0 1,-1-1,1 1,0 0,-1-1,1 1,-1 0,1-1,-1 1,1 0,-1 0,1 0,-1-1,0 1,0 0,1 1,-1 1,0-1,0 0,0 1,0-1,-1 0,1 1,-1-1,0 0,1 0,-1 0,-2 4,-20 34,-2-1,-2-2,-41 46,-10 15,-88 150,145-215,1-5,15-26,5-11,6-21,-4 24,4-21,-1 0,-1 0,-1-1,-1 1,-1-1,-2 0,-1 1,-11-55,13 79,-1 0,0 0,0 0,0 0,0 0,0 0,-1 0,1 1,-1-1,0 1,0-1,0 1,0-1,0 1,0 0,-1 0,1 0,-1 0,-5-2,5 3,0 0,-1 1,1-1,0 1,-1 0,1 0,0 0,0 0,-1 0,1 1,0 0,0 0,-1 0,1 0,-5 2,-7 6,0 0,0 1,0 0,2 1,-21 20,-166 192,108-116,86-100,-21 26,26-32,0 0,0 0,1 0,-1 0,0 0,1 0,-1 0,0 0,1 0,0 1,-1-1,1 0,0 0,-1 1,1-1,0 0,0 1,0-1,0 0,0 0,1 1,-1-1,1 2,-1-3,1 1,-1-1,1 0,-1 1,1-1,-1 0,1 1,0-1,-1 0,1 0,0 1,-1-1,1 0,0 0,-1 0,1 0,0 0,-1 0,1 0,0 0,-1 0,1 0,0-1,-1 1,1 0,-1 0,1-1,1 1,20-12,11-13,0-1,-2-2,-2-1,49-60,1 1,-48 52,-23 26,0 0,0 1,1 0,0 0,0 1,1 1,12-8,-22 15,1-1,-1 1,1 0,-1 0,1 0,0 0,-1-1,1 1,-1 0,1 0,-1 0,1 0,0 0,-1 1,1-1,-1 0,1 0,-1 0,1 0,-1 1,1-1,-1 0,1 0,-1 1,1-1,-1 0,1 1,-1-1,0 1,1-1,-1 0,1 1,-1-1,0 1,0-1,1 1,-1-1,0 1,0-1,0 1,1-1,-1 1,0 0,0-1,0 1,0-1,0 1,0-1,0 2,0 32,0-33,-8 48,-2 0,-2 0,-32 82,10-29,20-56,-19 52,33-97,0 0,0 0,-1 0,1 0,0 0,-1 0,1-1,-1 1,1 0,-1 0,1-1,-1 1,0 0,1-1,-1 1,0 0,0-1,1 1,-1-1,0 1,0-1,0 0,-1 1,1-1,0 0,1-1,-1 1,0-1,0 1,1 0,-1-1,0 0,1 1,-1-1,1 1,-1-1,1 0,-1 1,1-1,-1 0,1 0,-1 1,1-1,-1-1,-14-51,14 49,-45-247,-15-290,59 510,2 17,0 0,-2 0,1 0,-2 0,0 0,-9-25,11 38,1 0,-1 0,0 0,0 0,1 1,-1-1,0 0,0 1,0-1,0 1,0-1,0 1,0-1,0 1,0 0,0-1,0 1,0 0,0 0,0 0,-1 0,1 0,0 0,0 0,0 0,0 0,0 1,0-1,0 0,0 1,0-1,0 1,0-1,0 1,0-1,0 1,0 0,1-1,-1 1,0 0,-1 1,-44 40,36-32,-507 550,379-402,100-115,3 3,-39 61,58-78,0 0,2 1,2 0,0 1,-9 45,19-65,1 1,0-1,1 1,0-1,1 1,0-1,1 1,0-1,1 0,0 0,1 0,0 0,1-1,10 18,2-1,0-2,2 0,0-1,29 27,-39-41,-1 0,-1 0,1 1,-2 0,0 1,0 0,-1-1,4 14,16 33,-24-55,-1-1,1 0,0 0,0 0,1 0,-1 0,0 0,1 0,-1 0,1-1,-1 1,1-1,0 1,0-1,0 1,0-1,0 0,0 0,0 0,0 0,0 0,0-1,1 1,-1 0,0-1,1 0,-1 0,0 1,1-1,-1-1,0 1,1 0,-1-1,0 1,0-1,1 1,-1-1,0 0,0 0,0 0,0 0,2-2,4-3,0 0,-1 0,0 0,0-1,-1 0,0-1,0 1,-1-1,5-9,-3 3,-5 9,0 0,1 1,-1 0,1-1,0 1,0 0,6-5,-8 13,0 0,-1 0,1-1,-1 1,1 0,-1 0,-1 0,1 0,-1 5,-5 21,4-24,1-1,-1 1,1 0,1 0,-1 1,1-1,0 0,2 10,-2-16,0 1,0-1,0 1,1-1,-1 1,0-1,1 1,-1-1,1 1,-1-1,1 1,-1-1,1 0,-1 1,1-1,-1 0,1 1,-1-1,1 0,-1 0,1 0,-1 1,1-1,0 0,-1 0,1 0,-1 0,1 0,0 0,-1 0,1 0,-1 0,1 0,0-1,-1 1,1 0,-1 0,1 0,-1-1,1 1,0 0,-1-1,0 1,1-1,-1 1,1 0,-1-1,1 1,-1-1,1 0,25-24,-6-3,-1 0,18-35,-26 41,1 1,0 0,2 1,0 1,2 0,25-25,-38 42,0 0,0 0,0 0,0 0,0 1,0 0,0-1,0 1,0 0,1 0,-1 1,0-1,1 1,-1 0,1-1,-1 2,0-1,1 0,4 1,3 3,1-1,-1 2,1-1,11 9,32 10,-5-12,0-2,1-2,1-2,-1-3,0-2,78-10,-71 1,0-2,107-36,-76 19,-87 27,0 1,0-1,0 0,0 1,0 0,0 0,1 0,-1 0,0 0,0 0,0 0,0 0,0 1,4 1,-5-2,0 1,0-1,0 1,0 0,-1 0,1-1,0 1,0 0,-1 0,1 0,0 0,-1 0,1 0,-1 0,1 0,-1 0,1 0,-1 0,0 0,0 2,1 2,-1 0,0 0,-1 0,1 0,-1-1,0 1,-1 0,1 0,-1 0,0-1,-3 8,-11 13,0 0,-2 0,0-2,-2 0,-1-1,-26 21,-149 106,175-133,-1-2,-1-1,0 0,-32 11,52-23,1 0,-1 0,1 0,-1-1,0 1,1-1,-1 0,0 1,0-1,1 0,-1-1,0 1,1 0,-1-1,0 0,1 1,-1-1,0 0,1 0,-1-1,1 1,-4-3,4 2,-1-1,1 0,0-1,0 1,0 0,0 0,0-1,1 1,0-1,0 0,0 1,0-1,0 0,0-4,0-12,1-1,0 0,2 1,6-33,2 3,2 0,2 1,3 1,1 0,3 2,1 0,3 1,1 2,2 0,2 2,2 1,43-41,-72 78,1-1,0 1,-1 0,1 0,0 1,0-1,1 1,6-3,-11 5,1-1,-1 1,1 0,0 0,-1 0,1 0,-1 0,1 0,-1 0,1 1,0-1,-1 0,1 0,-1 0,1 0,-1 1,1-1,-1 0,1 1,-1-1,1 0,-1 1,1-1,-1 0,0 1,1-1,0 1,0 2,0-1,-1 0,1 0,0 0,-1 1,1-1,-1 0,0 1,0-1,0 5,-2 14,-1 1,-1-1,-1 0,-1-1,-15 37,-11 38,32-94,-1 0,0 0,1 1,-1-1,1 0,0 0,-1 1,1-1,0 0,0 1,0-1,0 1,0-1,0 0,0 1,1-1,-1 0,0 0,1 1,-1-1,1 0,-1 0,1 1,0-1,-1 0,1 0,0 0,0 0,0 0,0 0,1 1,1-2,-1 0,1 0,-1 0,1 0,-1 0,1-1,-1 1,0-1,1 0,-1 1,0-1,1 0,-1 0,0-1,0 1,0 0,0-1,2-1,31-25,-2-1,-1-2,-1-1,28-39,-26 32,78-96,-6-5,-7-4,120-232,-199 336,28-79,-46 118,-1-1,1 0,-1 0,1 0,-1 0,0 0,0 0,1 0,-2 0,1 0,0 0,-1-3,1 5,0-1,0 1,-1 0,1-1,0 1,0 0,-1 0,1-1,0 1,-1 0,1 0,0 0,-1-1,1 1,0 0,-1 0,1 0,-1 0,1 0,0 0,-1 0,1 0,-1 0,1 0,0 0,-1 0,1 0,-1 0,1 0,0 0,-1 0,1 1,0-1,-1 0,0 1,-4 2,-1 0,0 1,1 0,0 0,-8 8,-72 80,-88 122,72-85,-145 183,245-309,-1-1,0 0,0 0,0 0,0 0,0 0,0 0,0-1,0 1,-1-1,-3 2,6-3,0 0,-1 0,1 0,-1 0,1 0,-1 0,1 0,-1 0,1 0,0 0,-1 0,1-1,-1 1,1 0,-1 0,1 0,0-1,-1 1,1 0,0-1,-1 1,1 0,0-1,0 1,-1 0,1-1,0 1,0-1,-1 1,1 0,0-1,0 1,0-1,0 1,0-1,0 1,0-1,-1-8,0 1,1 0,0 0,1-1,3-13,14-77,33-260,-53 331,2 28,0 0,0 0,-1 0,1 0,0 0,0-1,0 1,-1 0,1 0,0 0,0 0,0 0,-1 0,1 0,0 0,0 0,-1 0,1 0,0 0,0 0,0 0,-1 0,1 0,0 0,0 0,-1 0,1 0,0 0,0 0,0 1,0-1,-1 0,1 0,0 0,0 0,0 0,-1 1,1-1,0 0,0 0,0 0,0 0,0 1,0-1,0 0,-1 0,1 0,0 1,0-1,0 0,-25 49,16-29,-18 25,17-27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8:07.626"/>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0 279,'16'-46,"-7"24,0-8,-7 22,0 1,0-1,1 0,-1 1,2 0,-1 0,1 0,0 0,1 0,0 1,0 0,0 0,10-9,-7 8,0 0,1 0,0 0,0 1,1 1,0 0,0 0,0 1,0 0,1 0,0 1,-1 1,1 0,0 1,0 0,12 0,34 0,-24-1,1 2,0 1,48 8,-70-6,0 1,-1 1,1 0,-1 0,0 1,-1 1,1 0,-1 0,0 1,15 16,7 11,42 56,-62-75,-5-5,-1 0,1 0,-2 0,0 1,0-1,-1 1,0 1,-1-1,-1 0,2 25,-2 2,-2 0,-6 48,4-76,0-1,-1 1,0-1,0 0,-1 0,0 0,-1-1,0 1,-10 12,-9 10,-34 35,19-23,6-9,-2-2,-1-1,-2-1,-47 28,34-22,1-2,0-2,-57 27,94-53,0 0,1 0,-15 13,24-18,0 0,0 1,0 0,0-1,0 1,1 0,-1 0,1 1,0-1,0 0,0 1,1 0,-1-1,1 1,-1 0,0 6,2-9,1 0,-1 0,0 0,1-1,-1 1,0 0,1 0,-1-1,1 1,0-1,-1 1,1 0,-1-1,1 1,0-1,-1 1,1-1,0 0,0 1,-1-1,1 0,0 1,0-1,0 0,-1 0,1 0,0 0,0 1,0-1,1-1,33 3,-29-3,825-2,-812 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7:14.06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431 732,'12'-13,"0"-1,-1 0,-1-1,0 0,-1-1,-1 0,0 0,-1-1,6-21,4-27,12-76,-16 69,34-207,-47 279,0 0,0 0,0 0,0 0,0 0,0 1,0-1,0 0,0 0,0 0,0 0,0 0,0 0,0 0,0 0,1 0,-1 1,0-1,0 0,0 0,0 0,0 0,0 0,0 0,0 0,1 0,-1 0,0 0,0 0,0 0,0 0,0 0,0 0,1 0,-1 0,0 0,0 0,0 0,0 0,0 0,0 0,0 0,1 0,-1 0,0 0,0 0,0 0,0-1,0 1,0 0,0 0,0 0,0 0,1 0,-1 0,0 0,0 0,0 0,0-1,0 1,0 0,0 0,0 0,0 0,0 0,9 17,4 25,0 17,-2 0,-4 1,-2 0,-2 0,-3 1,-3-1,-2 0,-3 0,-3-1,-23 76,7-64,27-71,0 1,0-1,0 0,0 1,0-1,0 0,0 1,0-1,0 0,-1 0,1 1,0-1,0 0,0 0,0 1,-1-1,1 0,0 0,0 1,-1-1,1 0,0 0,-1 0,1 0,0 1,0-1,-1 0,1 0,0 0,-1 0,1 0,0 0,-1 0,1 0,0 0,-1 0,1 0,0 0,-1 0,1 0,0 0,-1-1,-6-15,0-27,4-139,2 59,1 118,0-1,-1 1,0-1,0 1,0 0,0-1,-1 1,0 0,-3-6,5 10,-1 0,1 0,-1 0,0 1,1-1,-1 0,0 0,0 1,0-1,1 1,-1-1,0 1,0-1,0 1,0-1,0 1,0 0,0-1,0 1,-2 0,1 0,0 0,0 1,0-1,0 1,0-1,1 1,-1 0,0 0,0 0,1 0,-1 0,0 0,1 0,-4 3,-9 11,1 1,1 0,0 0,0 2,2-1,-13 30,12-24,-1-1,0-1,-23 29,34-49,1 0,-1 0,0 0,1 0,-1-1,0 1,1 0,-1-1,0 1,0 0,0-1,0 1,1-1,-1 1,0-1,0 0,0 1,0-1,0 0,0 0,0 0,0 0,0 1,-1-2,1 1,0-1,0 1,0-1,0 0,0 1,1-1,-1 0,0 0,0 1,1-1,-1 0,1 0,-1 0,1 0,-1 0,1 0,0 0,-1-2,-7-53,8 54,-18-166,14 148,-1 1,0 0,-1 0,-1 1,0 0,-16-27,22 43,0 0,-1 0,1 0,0 0,-1 0,1 0,-1 0,1 1,-1-1,0 0,0 1,0 0,0-1,0 1,0 0,0 0,0 0,0 0,0 0,-1 1,1-1,0 1,-1-1,-3 1,3 1,0 0,0 0,0 0,0 1,0-1,0 1,1 0,-1 0,1 0,-1 0,1 1,0-1,0 0,0 1,0 0,0-1,-2 5,-11 20,2 1,-16 44,20-45,-2 0,-26 46,37-72,0-1,0 0,0 1,0-1,-1 1,1-1,0 1,0-1,0 0,0 1,-1-1,1 0,0 1,0-1,-1 1,1-1,0 0,0 0,-1 1,1-1,0 0,-1 1,1-1,-1 0,1 0,0 0,-1 1,1-1,-1 0,1 0,0 0,-1 0,1 0,-1 0,1 0,-1 0,1 0,0 0,-1 0,1 0,-1 0,1 0,0 0,-1-1,1 1,-1 0,1 0,0 0,-1-1,1 1,-1 0,1 0,0-1,0 1,-1 0,1-1,0 1,-1 0,1-1,0 1,0 0,0-1,0 1,-1-1,1 0,-6-30,7-21,2 0,2 0,19-76,-21 110,9-21,-12 39,0 0,0-1,0 1,0 0,0 0,0-1,1 1,-1 0,0 0,0-1,0 1,0 0,0 0,0 0,1 0,-1-1,0 1,0 0,0 0,1 0,-1 0,0-1,0 1,0 0,1 0,-1 0,0 0,0 0,1 0,-1 0,0 0,0 0,1 0,-1 0,0 0,0 0,1 0,-1 0,0 0,1 0,6 21,12 90,5-1,5-2,44 110,-46-154,2 0,2-2,4-1,2-2,2-2,55 61,-78-100,1-1,1-1,0 0,1-1,0-1,22 11,-30-19,0-1,-1-1,2 0,-1 0,0-1,1 0,-1-1,1-1,0 0,0 0,-1-1,1-1,0 0,14-3,0-3,-1-1,0-1,0-1,-1-1,0-2,-1 0,-1-1,0-2,31-28,-31 25,-1-2,-2 0,0-1,-1-1,-1-1,-1 0,-1-1,17-42,-31 65,0 1,0 0,-1-1,1 1,0-1,-1 1,0-1,1 1,-1-1,0 1,0-1,1 1,-1-1,0 1,-1-1,1-2,-16 14,-25 41,-159 266,174-282,35-67,12-24,32-94,-6-3,45-264,-87 393,-2 15,-1 0,-1-1,0 1,0-1,-1-18,0 27,0 1,0 0,0 0,0-1,0 1,0 0,0-1,0 1,0 0,0 0,0-1,0 1,0 0,0 0,-1-1,1 1,0 0,0 0,0-1,0 1,-1 0,1 0,0 0,0-1,0 1,-1 0,1 0,0 0,0 0,0 0,-1 0,1-1,0 1,0 0,-1 0,1 0,0 0,-1 0,1 0,0 0,0 0,-1 0,1 0,0 0,0 0,-1 0,1 0,0 0,0 1,-1-1,1 0,0 0,0 0,-1 0,1 0,0 0,-1 1,-6 6,0 0,1 0,0 0,0 1,0 0,-6 13,-1 0,-356 624,391-697,-2-1,-2-1,18-98,-22 71,-3-1,2-122,-18 180,4 24,1 0,0 0,-1 0,1 0,0-1,0 1,-1 0,1 0,0 0,-1 0,1 0,-1 0,1 0,0 0,-1 0,1 0,0 0,-1 0,1 0,0 1,-1-1,1 0,0 0,0 0,-1 0,1 0,0 1,-1-1,1 0,0 0,0 1,-1-1,1 0,0 0,0 1,-26 36,-396 704,496-865,39-92,169-242,-275 447,-3 4,1 0,-1 1,1-1,0 1,1 1,0-1,-1 1,10-7,-15 12,1 0,-1 0,0 0,0 0,0 0,1 0,-1 0,0-1,0 1,0 0,1 0,-1 0,0 0,0 0,1 0,-1 0,0 0,0 0,1 0,-1 0,0 0,0 1,0-1,1 0,-1 0,0 0,0 0,1 0,-1 0,0 0,0 1,0-1,0 0,1 0,-1 0,0 0,0 1,0-1,0 0,0 0,1 0,-1 1,0-1,0 0,0 0,0 1,0-1,0 0,0 0,0 1,0-1,0 0,0 0,0 0,0 1,0-1,0 0,0 0,0 1,0-1,-1 0,-2 16,0 0,-1 0,-1-1,-1 1,0-2,-16 28,2-1,-86 174,-37 83,127-255,16-33,12-22,14-28,3-15,-2-1,-3-2,-2 0,-3-2,-2 0,-4-1,11-100,-22 127,-7 30,-2 12,-9 15,-166 328,12-20,-169 353,339-683,-10 20,0-1,-18 29,28-49,0 1,-1 0,1 0,0 0,-1-1,1 1,-1 0,0 0,1-1,-1 1,1 0,-1-1,0 1,0-1,1 1,-1-1,0 1,0-1,0 0,1 1,-1-1,0 0,0 0,0 0,0 1,0-1,0 0,1 0,-1 0,0 0,0 0,0-1,-1 1,1-1,-1-1,1 1,-1-1,1 0,0 1,0-1,-1 0,1 0,0 1,1-1,-1 0,0 0,0-3,-12-71,12 73,-3-28,4 56,0 20,2-37,6-23,9-32,19-70,-5-2,16-128,11-247,-57 487,4-41,-5 35,-4 22,-8 32,11-35,-225 944,200-821,59-292,-7-1,-7-1,-4-201,-18 326,1 33,-1 8,-1 16,-3 30,-1 117,14 178,-4-312,2-1,0-1,2 1,1-1,18 46,-21-64,1 0,0-1,0 0,1 0,0 0,0 0,1-1,0-1,1 1,0-1,0 0,1-1,-1 0,1 0,1-1,-1 0,1 0,17 4,-6-4,-1-1,1-1,0-1,1-1,-1-1,0-1,0-1,0-1,0 0,-1-2,31-10,7-6,0-3,85-49,-63 24,119-92,-198 139,1 1,0-1,0 1,0-1,0 1,0 0,1 0,-1 0,0 0,0 0,1 0,2 0,-5 1,1 0,-1 0,1 1,-1-1,0 0,1 0,-1 0,1 1,-1-1,0 0,1 0,-1 1,0-1,1 0,-1 1,0-1,1 0,-1 1,0-1,0 1,1-1,-1 0,0 1,0-1,0 1,0-1,0 1,0-1,0 1,0-1,0 1,0-1,0 0,0 1,0-1,0 1,-1 8,-1 0,0 0,0 0,-7 16,-116 243,121-262,2-7,3-17,9-28,-10 46,26-138,-5 0,3-235,-25 345,-4 34,-5 42,-18 100,90-274,12-69,88-357,-60 192,-98 335,-4 25,0 0,0 0,1 0,-1 0,0-1,0 1,0 0,0 0,0 0,0 0,0-1,0 1,0 0,0 0,0 0,0 0,-1 0,1-1,0 1,0 0,0 0,0 0,0 0,0 0,0-1,0 1,0 0,0 0,-1 0,1 0,0 0,0 0,0 0,0-1,0 1,0 0,-1 0,1 0,0 0,0 0,0 0,0 0,0 0,-1 0,1 0,0 0,0 0,0 0,0 0,-1 0,1 0,0 0,0 0,-4 3,1 1,0-1,-1 0,1 1,1 0,-1 0,-2 5,-304 584,254-470,6 2,5 2,-29 141,52-162,5 0,4 1,5 0,9 146,-2-239,0-10,0 0,0 1,1-1,-1 0,1 1,0-1,2 5,-2-8,-1 0,1 0,-1-1,1 1,0 0,0-1,-1 1,1-1,0 1,0-1,0 1,-1-1,1 1,0-1,0 0,0 1,0-1,0 0,0 0,0 0,0 0,0 0,0 0,0 0,0 0,-1 0,1-1,0 1,0 0,0 0,0-1,0 1,0-1,0 1,-1-1,1 1,0-1,0 1,0-2,87-48,-36 20,1 1,92-34,-84 44,0 2,1 4,1 2,0 3,94 0,-155 7,1 1,0 0,-1 0,1 1,0-1,-1 0,1 1,-1 0,1-1,-1 1,1 0,-1 0,4 3,-5-4,-1 1,0 0,0-1,1 1,-1-1,0 1,0 0,0-1,1 1,-1-1,0 1,0 0,0-1,0 1,0 0,0-1,0 1,-1 0,1-1,0 1,0 0,0-1,-1 1,1-1,0 1,-1-1,1 1,0 0,-1-1,1 1,-1-1,0 1,-7 7,-1 0,0 0,-1-1,-17 10,-123 63,-310 117,218-109,220-83,17-9,32-18,11 3,1 2,1 1,81-20,4-2,-123 36,-9 0,-17 0,-666 17,383-4,284-10,17 0,0-1,0 1,0-1,-1 0,1-1,0 1,0-1,0 0,0-1,-8-2,13 3,1 1,0 0,-1 0,1-1,0 1,0 0,-1-1,1 1,0 0,0-1,0 1,-1 0,1-1,0 1,0 0,0-1,0 1,0-1,0 1,0 0,0-1,0 1,0 0,0-1,0 1,0-1,0 1,0 0,0-1,0 1,1 0,-1-1,0 1,0 0,0-1,1 1,-1 0,0-1,0 1,1 0,-1 0,0-1,0 1,1 0,-1 0,0-1,1 1,-1 0,0 0,1 0,-1 0,1 0,-1-1,24-10,23-6,0 2,2 2,0 2,54-5,-62 15,-41 1,1 0,-1 0,1 0,-1 0,1 0,-1 0,1 0,-1 0,1 0,-1 1,1-1,-1 0,1 0,-1 0,1 0,-1 1,1-1,-1 0,1 1,-1-1,1 0,-1 1,0-1,1 0,-1 1,0-1,1 1,-1-1,0 1,1-1,-1 1,0-1,0 1,0-1,0 1,1-1,-1 1,0-1,0 1,0-1,0 1,0-1,0 1,0 0,0-1,-1 1,1-1,0 1,0-1,0 1,-1-1,1 1,0-1,0 1,-1-1,1 0,0 1,-1-1,1 1,-1-1,1 0,0 1,-2-1,-11 13,-1-1,0 0,-1-1,0-1,-1 0,-19 8,-19 13,53-30,-96 64,86-56,0 0,0 1,1 0,1 1,-1 0,-8 14,17-23,0-1,0 1,0 0,0 0,0 0,0-1,0 1,1 0,-1 0,1 0,-1 0,1 0,0 1,0-1,0 0,0 0,0 0,0 0,0 0,1 0,-1 0,1 0,0 0,0 0,-1 0,1 0,0 0,0-1,1 1,-1 0,0-1,1 1,-1-1,1 1,-1-1,1 0,-1 1,1-1,0 0,0 0,0 0,3 1,10 4,0-1,0 0,1-1,24 4,-29-6,531 82,-286-48,-49-5,691 115,-828-130,-58-9,-15-1,-7-2,0-1,-1 0,1-1,-1 0,0 0,1-1,-1-1,-14-1,-8 2,-297 7,0-14,-395-59,534 30,160 22,30 13,1-1,-1 1,1 0,0 0,-1-1,1 1,-1-1,1 1,0 0,-1-1,1 1,0-1,0 1,-1-1,1 1,0-1,0 1,0-1,-1 1,1-1,0 1,0-1,0 1,0-1,0 1,0-1,0 1,0-1,1 0,1-2,0 1,0-1,1 1,-1 0,1 0,0 0,0 0,0 0,0 1,0-1,0 1,0-1,6 0,97-34,132-27,115-5,-349 68,238-39,377-13,-745 48,0-5,-145-30,-280-76,511 106,-83-22,108 23,17 4,28 0,73 6,165 26,-156-14,379 35,68 8,-524-53,-17-3,0 1,-1 1,1 0,32 12,-49-15,-1 0,0 0,1 0,-1 0,0 0,1 1,-1-1,0 0,1 0,-1 0,0 0,1 0,-1 1,0-1,1 0,-1 0,0 0,1 1,-1-1,0 0,0 0,0 1,1-1,-1 0,0 1,0-1,0 0,1 1,-1-1,0 0,0 1,0-1,0 0,0 1,0-1,0 1,0-1,0 0,0 1,0-1,0 0,0 1,0-1,0 0,0 1,-1-1,1 0,0 1,0-1,0 0,0 1,-1-1,1 0,0 1,0-1,-1 0,1 0,0 0,-1 1,0-1,-10 6,0-2,-1 1,1-1,-1-1,0 0,0-1,-23 1,11 1,-640 52,-4-42,645-14,-584 1,591 1,14 3,2-4,0-1,1 1,-1-1,-1 1,1-1,0 1,0-1,0 0,0 1,0-1,0 1,0-1,-1 1,1-1,0 0,0 1,-1-1,1 1,0-1,0 0,-1 1,1-1,0 0,-1 0,1 1,-1-1,1 0,0 0,-1 1,1-1,-1 0,1 0,0 0,-1 0,1 0,-1 0,1 0,-1 0,1 0,-1 0,1 0,-1 0,1 0,0 0,-1 0,1 0,-1-1,-9 2,0 0,0 1,0-1,1 2,-1 0,1 0,-1 0,1 1,0 1,0-1,1 1,0 1,0 0,0 0,0 0,1 1,-12 14,2 3,-27 46,-2 5,38-65,3-4,0 0,1 1,0 0,0 0,-6 14,10-21,0 1,0-1,0 0,0 0,0 1,0-1,0 0,0 0,0 1,0-1,0 0,0 1,0-1,0 0,0 0,0 1,0-1,0 0,0 0,0 1,1-1,-1 0,0 0,0 0,0 1,0-1,1 0,-1 0,0 0,0 1,1-1,-1 0,0 0,0 0,0 0,1 0,-1 0,0 0,0 1,1-1,-1 0,0 0,1 0,17-2,19-11,715-239,-579 201,60-28,-31 9,-164 59,1 2,0 1,59-3,116 9,-156 3,-55-1,0 0,0 0,0 0,-1 0,1-1,0 1,0-1,-1 1,1-1,0 0,-1 0,1-1,-1 1,5-3,-6 3,0-1,-1 1,1 0,-1 0,1 0,-1-1,1 1,-1 0,0-1,0 1,0 0,1 0,-1-1,0 1,-1 0,1-1,0 1,0 0,-1-1,1 1,0 0,-1 0,1-1,-1 1,0 0,1 0,-1 0,0 0,0 0,0 0,0 0,1 0,-2 0,0-1,-16-16,-1 1,-1 1,-1 1,0 1,-1 0,-37-15,16 6,-357-177,95 52,282 133,23 15,0 0,0 0,0 0,0 0,0-1,0 1,0 0,0 0,0 0,0 0,-1 0,1-1,0 1,0 0,0 0,0 0,0 0,0 0,0-1,0 1,0 0,0 0,0 0,0 0,1-1,-1 1,0 0,0 0,0 0,0 0,0 0,0 0,0-1,0 1,0 0,0 0,1 0,-1 0,0 0,0 0,0 0,0 0,0-1,0 1,1 0,-1 0,0 0,0 0,0 0,0 0,0 0,1 0,-1 0,0 0,0 0,0 0,0 0,1 0,-1 0,0 0,0 0,50 5,521 115,-18-4,-373-82,-160-32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8:17.571"/>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24 94,'7'-1,"-1"0,0 0,1-1,-1 0,0 0,8-4,18-6,39-7,-33 7,0 2,1 1,0 3,65-4,14 10,117 3,-229-3,-1 1,1 0,-1 0,0 1,1 0,-1 0,0 0,0 0,0 1,0 0,0 0,-1 0,1 0,-1 1,0 0,0 0,0 0,-1 0,1 0,2 6,5 9,-2 0,0 0,12 39,-20-55,4 12,-1 1,0 0,-2 0,0-1,0 1,-2 0,0 0,-1 1,0-2,-1 1,-1 0,-1 0,0-1,-1 1,-1-1,0-1,-15 26,-55 75,46-66,-2-2,-2-1,-3-1,-46 44,64-74,-1 0,0-2,-23 11,-38 26,74-45,-28 26,35-31,-1 1,1-1,-1 1,1 0,0-1,0 1,-1 0,1-1,0 1,0 0,-1-1,1 1,0 0,0 0,0-1,0 1,0 0,0-1,0 1,1 0,-1 1,1-1,0 0,-1 0,1 0,0 0,0-1,0 1,0 0,0 0,0-1,0 1,0 0,0-1,1 1,-1-1,0 1,0-1,2 0,17 5,1-2,-1-1,41 0,28 3,-67-2,0 1,-1 1,1 1,-1 1,0 0,0 2,-1 1,-1 0,1 2,-2 0,0 1,32 29,-6-2,-36-33,1 0,-1 0,0 1,-1 0,1 1,-2 0,1 0,-1 0,-1 0,8 17,-8-13,-1 0,1 0,-2 0,0 1,-1-1,0 1,-1 0,-1-1,0 1,0 0,-2-1,0 1,0 0,-1-1,-1 0,0 0,-1 0,0 0,-1-1,0 0,-1 0,-1 0,0-1,-13 14,8-10,-5 8,-2-1,0-1,-1-1,-1-1,-1-1,-32 20,31-25,11-4,0-2,-1 1,0-2,0 0,-1 0,1-1,-1-1,0-1,-28 3,-53 6,65-7,-46 1,14-4,37 0,-1-1,0-1,1-2,-38-6,-16-22,14 3,50 23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7:28.115"/>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7:35.900"/>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2605 978,'-338'2,"-353"-5,647 2,0-2,-57-11,99 14,1 0,-1 0,1-1,0 1,-1 0,1-1,0 1,-1-1,1 0,0 1,0-1,-1 0,1 0,0 0,0 0,0 0,0 0,0 0,0 0,1 0,-1 0,0-1,0 1,1 0,-1-1,1 1,-1 0,1-1,0 1,-1-1,1 1,0 0,0-1,0 1,0-1,0 1,0-1,1 1,-1 0,0-1,1 1,-1 0,1-1,-1 1,1 0,1-3,4-7,1-1,0 1,1 0,9-11,-11 15,39-45,3 2,2 1,3 4,1 1,76-47,311-156,-377 216,-40 20,0 0,-1-1,38-28,-62 40,1 0,0 0,0 0,-1 0,1 0,0 0,0 0,-1 0,1 0,0 0,0 0,-1 0,1 0,0 0,0 0,-1 0,1 0,0 0,0 0,-1 0,1-1,0 1,0 0,0 0,-1 0,1 0,0-1,0 1,0 0,0 0,-1 0,1-1,0 1,0 0,0 0,0-1,0 1,0 0,0 0,0-1,0 1,0 0,0 0,0-1,0 1,0 0,0 0,0-1,0 1,0 0,0 0,0-1,0 1,0 0,0 0,0 0,1-1,-1 1,0 0,0 0,0-1,0 1,1 0,-1 0,0 0,1-1,-27 1,-381 66,106-12,251-47,13-1,-46 2,142-9,-26-1,0 3,56 6,-88-7,0 0,0 0,-1 0,1 0,0 0,0 0,0 0,-1 0,1 0,0 0,0 0,-1 1,1-1,0 0,-1 1,1-1,0 0,-1 1,1-1,0 1,-1-1,1 1,-1-1,1 1,-1-1,1 1,-1 0,1-1,0 2,-22 8,-41 3,-58 1,-200-1,287-18,31-2,13-6,-11 13,0 0,0 0,1 0,-1 0,0-1,0 1,0 0,1 0,-1-1,0 1,0 0,0 0,1-1,-1 1,0 0,0 0,0-1,0 1,0 0,0 0,0-1,0 1,0 0,0-1,0 1,0 0,0-1,0 1,0 0,0 0,0-1,0 1,0 0,0-1,0 1,-1 0,1 0,0-1,0 1,0 0,0 0,-1 0,1-1,0 1,-20-9,-30-2,45 10,-155-25,-86-16,241 41,0 0,-1-1,1 1,0-1,0-1,0 1,0-1,-7-5,11 8,1-1,-1 1,1-1,-1 0,1 1,-1-1,1 1,-1-1,1 0,0 1,-1-1,1 0,0 0,-1 1,1-1,0 0,0 0,0 1,0-1,0 0,0 0,0 1,0-1,0-1,1 0,0 0,0 1,0-1,0 1,1-1,-1 1,0-1,1 1,-1 0,1 0,-1 0,1-1,0 2,2-3,71-29,-177 69,88-29,1 1,-1 0,2 1,-1 1,2 0,-1 0,1 1,1 1,0-1,1 2,-14 27,-3 12,-34 106,50-128,-2 2,2-7,1 1,1-1,-6 47,13-66,0-1,1 1,0 0,0 0,1-1,0 1,0 0,0-1,1 1,0-1,0 1,1-1,0 0,0 0,0 0,1 0,-1-1,2 1,-1-1,7 6,1 0,2-1,-1-1,1-1,1 1,-1-2,29 10,101 24,-104-31,133 33,273 81,-432-119,0 0,-1 1,0 0,0 1,20 14,-31-19,0 0,0 0,0 0,0 0,0 0,0 0,0 0,-1 1,1-1,-1 1,0-1,0 1,0 0,0-1,0 1,0 0,-1 0,1-1,-1 1,0 0,0 0,0 0,0 0,0-1,-1 1,1 0,-1 0,0-1,0 1,0 0,0-1,0 1,-1-1,1 1,-3 2,-11 14,-1 0,-1 0,0-2,-2 0,0-1,-32 21,12-9,-43 31,-36 30,113-84,8-4,15-5,29-13,66-26,2 5,1 5,144-21,-202 43,-42 5,-16 1,-27-2,-274-32,73 12,150 17,39 7,0-2,1-2,0-2,0-1,-45-18,81 28,1-1,-1 0,0 1,1-1,-1 0,1 1,-1-1,1 0,0 0,-1 0,1-1,0 1,0 0,-1 0,1-1,0 1,0 0,1-1,-1 1,0-1,0 0,1 1,-1-1,1 0,-1 1,1-1,0 0,-1 1,1-1,0 0,0 1,0-1,1 0,-1 0,0 1,1-1,-1 0,1 1,-1-1,1 1,0-1,0 1,0-1,0 1,0-1,0 1,0 0,0-1,0 1,3-2,8-8,1-1,0 2,1 0,17-10,-20 13,96-56,27-17,-132 79,-1 0,1 0,0-1,-1 1,1 0,-1-1,1 1,-1-1,1 1,-1-1,0 1,0-1,0 0,0 0,0 0,0-2,-1 3,0 0,0 0,0 1,0-1,-1 0,1 0,0 1,0-1,-1 0,1 0,-1 1,1-1,-1 0,1 1,-1-1,1 1,-1-1,0 1,1-1,-1 1,0-1,1 1,-1-1,0 1,0 0,-1-1,-7-2,-1 0,0 1,0 1,0-1,-11 1,-100 0,84 2,-1-1,1-1,0-3,0-1,-51-13,86 18,-1-1,1 1,0-1,-1 0,1 0,0 0,0 0,-1 0,1 0,0-1,0 1,0-1,1 0,-1 1,0-1,1 0,-1 0,-1-3,3 4,0 0,0-1,0 1,0 0,0 0,0 0,1-1,-1 1,0 0,1 0,-1 0,1 0,-1-1,1 1,0 0,-1 0,1 0,0 0,0 0,0 1,0-1,-1 0,1 0,3-1,8-6,0 1,1 0,1 1,22-8,60-14,173-28,-116 28,-136 22,-43 7,-704 125,721-124,-55 10,1 4,1 2,-98 43,158-61,0 1,1 0,-1 0,0-1,1 1,-1 0,0 1,1-1,-1 0,1 0,0 1,-1-1,1 0,0 1,0-1,0 1,0 0,0-1,0 1,1 0,-1 0,0-1,1 1,-1 0,1 0,0 0,0 0,0 0,0 0,0 0,0-1,0 1,0 0,1 0,-1 0,1 0,0 0,-1-1,1 1,0 0,0-1,0 1,0-1,0 1,3 2,7 9,1-1,1 0,-1-1,21 14,-9-7,-18-13,42 33,-2 3,-1 1,-2 3,40 53,-73-84,-1-1,0 1,-1 1,-1-1,0 1,-1 0,-1 1,0 0,-1 0,-1 0,0 0,-1 0,-1 1,-1-1,0 0,-1 1,-1-1,0 0,-1 1,-9 26,4-20,-1-1,-1-1,-1 1,0-1,-2-1,0 0,-2-1,0-1,-33 31,47-47,-1 0,0-1,0 1,0-1,0 1,0-1,0 0,0 0,0 0,0 0,-1 0,1 0,0-1,-1 1,1-1,-1 0,1 0,0 0,-1 0,-2 0,4 0,0-1,1 1,-1 0,1-1,-1 1,1-1,-1 1,0-1,1 1,0-1,-1 0,1 1,-1-1,1 1,0-1,-1 0,1 1,0-1,0 0,-1 0,1 1,0-1,0 0,0-1,8-32,2 15,0 0,2 0,0 2,1-1,1 2,0-1,31-24,5-1,75-47,-53 44,1 3,3 4,1 3,1 3,1 3,97-20,-142 46,-34 3,0 1,0-1,0 1,0-1,0 1,0-1,0 0,0 1,0-1,0 1,0-1,0 0,0 1,0-1,-1 1,1-1,0 0,0 1,0-1,-1 0,1 1,0-1,-1 0,1 1,0-1,0 0,-1 0,1 1,-1-1,1 0,0 0,-1 0,1 0,0 1,-1-1,0 0,-57 33,-227 101,-203 109,442-214,36-17,14-8,26-8,188-64,-88 24,680-197,9 71,-745 163,-62 9,-16 3,-14 4,-1-1,0-1,-23 6,-1 0,-802 275,800-274,33-12,19-8,27-15,-27 16,561-317,-312 181,-207 109,-39 19,-16 5,-23 2,29 6,-45-3,-73 5,12 1,101-3,-1 0,0 0,0-1,1 0,-1 0,-6-2,11 2,1 1,-1 0,0-1,0 1,1-1,-1 1,0-1,1 1,-1-1,0 0,1 1,-1-1,1 0,-1 0,1 1,-1-1,1 0,-1 0,1 0,0 1,0-1,-1 0,1 0,0 0,0 0,0 0,0 1,0-1,0 0,0 0,0 0,0 0,1 0,-1 0,0 1,0-1,1 0,-1 0,1 0,-1 1,1-1,-1 0,1 1,-1-1,1 0,1 0,13-18,2 1,0 1,1 0,1 2,0 0,27-15,2-4,49-34,-39 29,76-67,-131 104,3-4,1 0,-1-1,-1 1,9-13,-14 19,1-1,0-1,-1 1,1 0,0 0,-1 0,1 0,-1 0,0 0,1 0,-1-1,0 1,0 0,0 0,0-1,0 1,0 0,0 0,0 0,-1-1,1 1,0 0,-1 0,1 0,-1 0,1 0,-1 0,1-1,-1 1,0 0,1 1,-1-1,0 0,0 0,0 0,0 0,0 1,0-1,0 0,0 1,-2-2,-13-4,-1 1,0 0,0 2,0-1,0 2,0 0,-1 2,-17 0,-3-1,-336-1,97 3,224-4,39 1,13-2,25-3,-22 6,1029-217,-979 207,-52 11,0 0,-1 0,1 0,0-1,0 1,0 0,-1 0,1 0,0 0,0 0,0 0,0-1,-1 1,1 0,0 0,0 0,0 0,0-1,0 1,0 0,0 0,0 0,-1 0,1-1,0 1,0 0,0 0,0 0,0-1,0 1,0 0,0 0,0-1,0 1,0 0,0 0,1 0,-1-1,0 1,0 0,0 0,0 0,0 0,0-1,0 1,0 0,1 0,-1 0,0 0,0-1,0 1,0 0,1 0,-1 0,0 0,0 0,1 0,-22-5,1 1,-1 0,1 2,-37 0,-2 0,-34-3,-104-11,168 8,29 8,0-1,0 1,-1 0,1 0,0 0,0 0,0 0,-1 0,1 0,0-1,0 1,0 0,0 0,0 0,-1 0,1-1,0 1,0 0,0 0,0 0,0-1,0 1,0 0,0 0,0 0,0-1,0 1,0 0,0 0,0 0,0-1,0 1,0 0,0 0,0-1,0 1,0 0,0 0,0 0,0-1,0 1,0 0,0 0,1 0,-1 0,0-1,0 1,0 0,0 0,1 0,3-3,1 1,-1 0,1 0,0 0,0 1,0-1,9 0,117-15,225 0,-419 13,-1-3,-109-25,-159-56,302 79,17 6,1 0,0-1,0 0,0-1,1 0,0-1,-14-9,25 15,0 0,-1 0,1 0,0-1,0 1,-1 0,1 0,0 0,0-1,0 1,-1 0,1 0,0 0,0-1,0 1,0 0,-1-1,1 1,0 0,0 0,0-1,0 1,0 0,0 0,0-1,0 1,0 0,0-1,0 1,0 0,0-1,0 1,0 0,0 0,0-1,0 1,1 0,-1-1,13-5,18 2,-31 4,130 1,-1108 3,514-7,451 3,-27 0,38 0,0 0,1 0,-1 0,1 0,-1 0,0 1,1-1,-1 0,1 1,-1 0,1-1,-1 1,1 0,0-1,-1 1,-1 2,33 15,32 6,-43-17,0 0,27 15,-45-22,0 1,-1-1,1 0,-1 1,1-1,0 0,-1 1,1-1,-1 1,1-1,-1 1,1-1,-1 1,1-1,-1 1,0 0,1-1,-1 1,0 0,1-1,-1 1,0 0,0-1,0 1,1 0,-1-1,0 1,0 0,0 0,0-1,0 1,-1 0,1-1,0 1,0 0,-1 1,0 0,-1 0,0 0,0 0,0 0,0 0,0 0,0-1,0 1,-1 0,-2 0,-63 26,17-14,-1-2,-1-3,-86 5,-160-15,365 0,-5 0,-53 0,-26 1,-6 0,10-1,0 0,1 2,-1 0,-18 3,30-4,-1 1,1-1,-1 1,1 0,0 0,0 0,-1 0,1 0,0 0,0 0,0 1,0-1,0 1,1 0,-1-1,0 1,1 0,-1 0,1 0,0 0,-1 0,1 0,0 1,0-1,1 0,-1 1,0-1,1 0,-1 1,1 4,0 7,1 0,1 0,0 0,1 0,1 0,6 15,38 86,-29-74,81 167,45 110,-128-273,-3 0,-1 1,-2 1,-2 0,3 58,-12-83,-1 1,-1-1,-1 0,-1 1,-1-1,-1-1,-1 1,-1-1,-1 0,0-1,-2 0,0-1,-19 25,-19 19,-3-2,-83 74,94-95,-43 39,-34 33,115-109,0 0,1 0,-1 0,1 0,-1 1,1-1,0 1,1-1,-1 1,-2 7,4-10,0 0,0 1,1-1,-1 0,0 1,0-1,1 0,-1 1,1-1,-1 0,1 0,0 0,0 1,-1-1,1 0,0 0,0 0,0 0,0 0,0 0,0-1,0 1,0 0,1 0,-1-1,0 1,0-1,1 1,-1-1,0 0,1 1,-1-1,0 0,3 0,20 5,1 0,0-2,1-1,37-2,105-14,-161 13,531-107,-534 107,-31 11,0 1,1 2,0 0,-32 22,20-11,15-11,6-4,1 1,0 0,0 2,-20 18,36-27,9-4,17-9,378-199,213-99,-506 261,1 4,2 6,200-38,-290 71,-10 1,1 0,0 1,0 1,0 0,0 1,25 3,-40-3,1 0,-1 0,1 0,0 0,-1 0,1 0,-1 1,1-1,-1 0,1 0,-1 1,1-1,-1 0,1 0,-1 1,1-1,-1 1,1-1,-1 0,0 1,1-1,-1 1,0-1,1 1,-1-1,0 1,0 0,1-1,-1 1,0-1,0 1,0-1,0 1,0 0,0-1,0 1,0-1,0 1,0 0,0-1,0 1,0-1,0 1,-1-1,1 1,0-1,0 1,-1 0,1-1,0 1,-1-1,0 1,-25 27,24-26,-74 58,-138 82,111-76,38-24,-223 161,254-172,34-31,-1 0,1 1,-1-1,1 0,0 0,-1 1,1-1,-1 0,1 0,0 1,-1-1,1 0,0 1,0-1,-1 1,1-1,0 0,0 1,-1-1,1 1,0-1,0 1,0-1,0 0,0 1,0-1,0 1,0-1,0 1,0-1,0 1,0-1,0 1,0-1,0 1,0-1,0 0,1 1,20-7,286-162,-146 74,27-9,260-153,-421 235,-17 9,-46 26,1 1,0 2,1 2,1 1,-30 24,-4 0,4 3,39-29,58-52,-3 4,-1-2,-1-1,-1-2,-3 0,0-1,-3-2,-1 0,-2-2,-1 0,-2-1,-2 0,-2-2,-2 1,6-56,-9 1,-11-172,3 243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6:50.344"/>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0 567,'163'-66,"-44"15,96-46,-182 80,0-3,-2 0,0-2,35-33,63-85,-69 71,-59 69,-1-1,0 1,0-1,1 0,-1 1,0-1,1 1,-1-1,0 1,1 0,-1-1,1 1,-1-1,0 1,1 0,-1-1,1 1,0 0,-1-1,1 1,-1 0,1 0,-1 0,1 0,0-1,-1 1,1 0,-1 0,1 0,0 0,-1 0,1 0,-1 0,1 1,-1-1,1 0,0 0,-1 0,1 1,-1-1,1 0,-1 1,1-1,-1 0,1 1,-1-1,1 0,-1 1,0-1,1 1,-1-1,0 1,1-1,-1 1,0-1,1 1,-1 0,0-1,0 1,0-1,0 1,0-1,0 1,0 0,0 0,3 44,-45 163,-4 37,9-45,10-70,-59 260,29-150,8-20,44-198,1 0,-1 40,-4 22,6-56,4-24,-1 0,0-1,0 1,-1 0,1 0,-1-1,1 1,-1 0,-1 0,1-1,0 1,-1-1,1 0,-1 1,0-1,-1 0,1 0,0 0,-1 0,1 0,-5 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6:52.681"/>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0,'39'2,"1"2,-1 1,0 2,54 16,39 11,40 13,-151-40,-5-1,0-1,0 0,0-1,1-1,0 0,24 0,181-5,-203 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7:49.923"/>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863 161,'0'6,"1"0,0 0,1 0,-1 0,1 0,1-1,3 8,4 13,66 276,-1-6,-73-289,0 0,1-1,0 1,0-1,5 8,-8-14,0 1,1-1,-1 1,1-1,-1 1,1-1,-1 0,0 1,1-1,-1 1,1-1,0 0,-1 1,1-1,-1 0,1 0,-1 0,1 1,0-1,-1 0,1 0,0 0,-1 0,1 0,0 0,1-1,-1 0,0 1,0-1,0 0,0 0,0 0,0 0,0 0,-1 0,1 0,0-1,0 1,-1 0,1 0,-1 0,1-1,0-1,13-45,-2-1,-3-1,7-95,-12 104,10-241,7 650,-21-368,0 0,0 0,0 0,0 0,0 0,0-1,0 1,0 0,0 0,0 0,0 0,0 0,0 0,0 0,0 0,1 0,-1 0,0 0,0 0,0 0,0-1,0 1,0 0,0 0,0 0,1 0,-1 0,0 0,0 0,0 0,0 0,0 0,0 0,0 0,0 0,1 0,-1 0,0 1,0-1,0 0,0 0,0 0,0 0,0 0,0 0,0 0,1 0,8-20,9-31,18-140,-6 29,-30 158,1 0,0 0,0 1,1-1,-1 0,1 1,0-1,-1 1,2 0,-1 0,4-5,-5 8,-1-1,0 1,1 0,-1-1,1 1,-1 0,1 0,-1 0,1 0,-1 0,0-1,1 1,-1 0,1 0,-1 0,1 0,-1 0,1 0,-1 0,1 1,-1-1,1 0,-1 0,1 0,-1 0,1 1,-1-1,0 0,1 0,-1 1,1-1,15 28,1 32,-3 1,14 125,-13-71,-15-112,0-1,0 0,1 0,-1 0,1 0,-1 0,1 0,0 0,0 0,0 0,0 0,0 0,0 0,2 2,-2-4,-1 0,1 0,0 0,-1 1,1-1,-1 0,1 0,0 0,-1 0,1 0,-1 0,1 0,-1-1,1 1,0 0,-1 0,1 0,-1-1,1 1,-1 0,1 0,-1-1,1 1,-1-1,0 1,1 0,-1-1,1 1,-1-1,0 1,1-2,5-6,-1 0,0-1,0 0,6-17,8-39,-2 0,14-118,-20 106,-13 163,1-17,-103 974,87-964,17-78,0-1,0 1,0 0,0 0,0 0,0-1,1 1,-1 0,0-1,0 1,0 0,1 0,-1-1,0 1,1 0,-1-1,1 1,-1-1,1 1,-1 0,1-1,-1 1,1-1,-1 1,1-1,0 0,-1 1,1-1,0 0,-1 1,1-1,1 0,28 5,-26-5,240 4,18 0,469 88,-12 58,-656-136,-41-6,-41-5,-43-7,0-2,-65-16,39 6,-1916-407,1989 420,3 0,1 0,0-1,-1 0,-10-6,22 10,1 0,-1 0,0 0,0 0,0 0,0 0,1 0,-1 0,0 0,0 0,0 0,0 0,1 0,-1 0,0-1,0 1,0 0,0 0,0 0,0 0,1 0,-1 0,0-1,0 1,0 0,0 0,0 0,0 0,0-1,0 1,0 0,0 0,0 0,0-1,0 1,0 0,0 0,0 0,0 0,0-1,0 1,0 0,0 0,0 0,0-1,0 1,0 0,0 0,0 0,-1 0,1 0,0-1,0 1,0 0,0 0,0 0,-1 0,1 0,0 0,0 0,0-1,21-1,96 2,0 5,212 38,-289-37,881 171,-845-153,-64-16,-17-2,-11-2,0-1,0 0,0-2,0 0,0-1,-25-2,-4 0,-1396-123,1405 120,-206-39,227 37,27 3,33 1,-43 3,534 4,-528-3,6-2,0 2,-1 0,1 1,-1 0,18 5,-31-7,0 0,-1 1,1-1,-1 0,1 0,0 0,0 0,-1 1,1-1,0 0,-1 0,1 1,0-1,0 0,-1 0,1 1,0-1,0 0,0 1,-1-1,1 0,0 1,0-1,0 1,0-1,0 0,0 1,0-1,0 0,0 1,0-1,0 0,0 1,0-1,0 1,0-1,0 0,0 1,0-1,1 0,-1 1,0-1,0 0,0 1,1-1,-1 0,0 0,0 1,1-1,-1 0,0 0,1 1,-1-1,0 0,1 0,-1 0,0 1,1-1,-1 0,1 0,-33 8,11-4,0-2,0 0,0-1,-26-3,42 2,1 0,-1-1,0 0,0 0,0 0,1 0,-1-1,1 0,-1 0,1 0,-1 0,1-1,0 1,0-1,0 0,1-1,-1 1,1-1,0 1,0-1,0 0,0 0,1 0,-4-8,-3-17,1 0,2-1,-5-57,6-93,6 113,-14-113,10 157,-1 1,0-1,-2 1,-1 0,-1 1,-15-31,23 51,-1 0,0 0,1 0,-1 0,0 0,1 0,-1 0,0 0,0 1,0-1,0 0,0 1,0-1,0 1,0-1,0 1,0-1,0 1,-1 0,1-1,0 1,0 0,0 0,0 0,0 0,-1 0,1 0,0 0,0 0,0 1,0-1,-1 0,1 1,0-1,0 1,0-1,0 1,0-1,0 1,0 0,0 0,1-1,-1 1,0 0,0 0,0 0,1 0,-2 1,-6 8,1-1,0 1,-9 17,13-22,-35 62,-3-2,-64 78,104-142,0 0,0 1,0-1,-1 1,1-1,0 0,-1 0,1 0,-1 0,1 0,-1 0,1 0,-1 0,1-1,-1 1,0-1,-2 1,3-1,0 0,1 0,-1-1,0 1,0 0,1-1,-1 1,0-1,1 1,-1-1,0 1,1-1,-1 0,1 1,-1-1,1 0,-1 1,1-1,0 0,-1 1,1-1,0 0,-1 0,1 0,0-1,-2-10,0-1,1 1,0-25,1 18,-5-51,-3 1,-4-1,-26-92,-89-191,125 347,-15-29,17 34,0 1,-1-1,1 1,0-1,0 1,0 0,-1-1,1 1,0-1,0 1,-1 0,1-1,0 1,0 0,-1-1,1 1,-1 0,1 0,0-1,-1 1,1 0,0 0,-1 0,1 0,-1-1,1 1,-1 0,1 0,0 0,-1 0,1 0,-1 0,1 0,-1 0,1 0,-1 0,1 0,0 1,-1-1,1 0,-1 0,1 0,0 0,-1 1,1-1,-1 0,1 0,0 1,-1-1,1 0,0 1,-1-1,1 0,0 1,0-1,0 1,-1-1,1 0,0 1,0-1,0 1,0-1,-1 1,-12 36,-19 72,7-15,-95 250,114-323,11-34,11-37,-5-3,-3 0,-2-1,-3 1,-2-1,-2 0,-9-55,10 109,0-1,0 0,0 0,0 1,0-1,0 0,0 1,0-1,0 0,0 1,0-1,-1 0,1 1,0-1,-1 0,1 1,0-1,-1 0,1 1,-1-1,1 1,-1-1,1 1,-1-1,1 1,-1-1,1 1,-1 0,0-1,1 1,-2-1,1 2,-1 0,1 0,0-1,0 1,0 0,0 0,0 0,0 0,0 0,0 0,0 1,0-1,1 0,-2 2,-28 66,25-57,-147 379,157-422,-1-1,0-57,-3 46,3-213,-5 1177,1-907,0 0,1 1,1-1,0 0,1 0,0 0,10 24,-12-35,1 1,0 0,1 0,-1-1,0 1,1-1,0 0,0 0,0 0,0 0,1-1,-1 1,1-1,-1 0,1 0,0 0,0 0,0-1,0 1,0-1,0 0,0 0,0-1,1 1,-1-1,0 0,0 0,1-1,6 0,-8 0,0 0,1 1,-1-1,1 1,0 0,-1 0,1 0,-1 0,1 1,6 1,-9-1,1 0,-1 0,1 0,-1 1,0-1,1 1,-1-1,0 1,0 0,0-1,0 1,0 0,0 0,-1-1,1 1,-1 0,1 0,-1 0,0 0,1 4,4 41,-1 2,-5 74,0 6,3-112,2-18,7-30,14-82,-5 0,-4-2,-1-128,-11 209,-1 23,-3 16,-3 171,2-49,-25 179,22-282,5-31,12-47,121-461,-131 493,-6 18,-13 30,11-18,-185 310,-38 67,207-337,16-44,2-16,2-20,5-405,-1 412,3 38,6 44,-12-55,16 113,6 33,-18-129,1-1,0 0,2-1,0 1,18 29,-22-42,1-1,-1 0,1 1,0-1,0-1,1 1,-1 0,1-1,0 0,-1 0,1-1,1 1,-1-1,0 0,1-1,-1 1,8 0,10 1,0-1,-1-1,25-2,-14 1,821-15,178-1,-917 15,0 5,-1 5,146 31,-258-40,7 2,-1-1,1 1,-1 1,1 0,-1 0,0 0,0 1,-1 1,15 9,-21-13,0-1,-1 1,1 0,-1-1,1 1,-1 0,1 0,-1 0,1 0,-1-1,0 1,1 0,-1 0,0 0,0 0,0 0,0 0,0 0,0 0,0 0,0 0,0-1,0 1,0 0,0 0,-1 0,1 0,0 0,-1 0,1 0,-1-1,1 1,-1 0,1 0,-1-1,0 1,1 0,-1-1,0 1,1 0,-1-1,0 1,0-1,0 0,1 1,-3 0,-45 19,-25-1,-1-2,-150 12,-159-19,171-16,-362-59,-198-101,747 157,25 9,0 0,0 0,0 0,0 0,0 0,1 0,-1 0,0 0,0 0,0 0,0 0,0 0,0 0,0 0,1 0,-1 0,0 0,0 0,0 0,0-1,0 1,0 0,0 0,0 0,0 0,0 0,0 0,1 0,-1 0,0 0,0-1,0 1,0 0,0 0,0 0,0 0,0 0,0 0,0 0,0-1,0 1,0 0,0 0,0 0,0 0,0 0,0 0,0 0,0-1,0 1,-1 0,1 0,0 0,0 0,0 0,0 0,0 0,0 0,0 0,0-1,0 1,0 0,-1 0,1 0,0 0,0 0,48-3,1636 88,-12 126,-1640-207,160 29,-150-20,-42-13,1 0,-1 0,0 0,0 1,1-1,-1 0,0 0,0 0,0 0,1 1,-1-1,0 0,0 0,0 0,0 1,1-1,-1 0,0 0,0 1,0-1,0 0,0 0,0 1,0-1,0 0,0 1,0-1,0 0,0 0,0 1,0-1,0 0,0 0,0 1,0-1,0 0,0 1,0-1,0 0,-1 0,1 1,0-1,0 0,0 0,0 0,-1 1,1-1,0 0,0 0,0 0,-1 0,1 1,0-1,0 0,-1 0,1 0,0 0,0 0,-1 0,1 0,0 0,-1 0,1 0,0 0,0 0,-1 0,1 0,0 0,-1 0,-23 6,-74 1,-149-7,185-1,-107-5,1-8,0-6,2-8,1-8,-167-58,312 87,-70-28,84 32,1 0,-1 0,1-1,0 1,0-1,0 0,1 0,-1-1,1 0,0 1,0-1,-4-8,7 11,0 0,0-1,1 1,-1-1,0 1,1 0,0-1,0 1,-1-1,1 0,1 1,-1-1,0 1,1-1,-1 1,1 0,0-1,1-2,1-1,0 0,0 1,1 0,-1 0,1 0,0 0,6-5,5-2,0 0,1 0,31-16,-9 10,1 1,0 2,61-14,126-17,-198 41,5-2,-30 2,-12-1,-17-4,-582-146,-203-120,764 256,46 20,0-1,0 1,1 0,-1 0,0-1,1 1,-1 0,0-1,1 1,-1-1,1 1,-1-1,0 1,1-1,-1 1,1-1,0 1,-1-1,1 0,-1 1,1-1,0 0,0 0,-1-1,15-5,35 3,45 7,0 4,116 24,178 60,-342-80,-2 3,65 28,-107-41,1 0,-1 0,0 0,0 0,0 1,0-1,0 1,0-1,0 1,0 0,-1 0,4 4,-5-6,0 1,0-1,0 1,0-1,0 1,0 0,0-1,0 1,0-1,0 1,0-1,-1 1,1-1,0 1,0-1,0 1,-1-1,1 1,0-1,-1 1,1-1,0 1,-1-1,1 1,-1-1,1 0,0 1,-1-1,1 0,-1 1,1-1,-1 0,0 0,-7 4,0-2,0 1,-1-1,1 0,-17 1,-541 5,353-13,49 2,-329 14,477-10,0 1,1 0,0 1,-1 1,2 1,-1 0,-14 8,24-11,1 1,0-1,0 1,1 0,-1 0,1 1,-1-1,1 1,0 0,0 0,1 0,-1 0,1 0,0 1,0-1,0 1,1-1,0 1,0-1,0 1,0 0,1 0,-1 0,1-1,0 1,2 7,0 0,2-1,0 0,0 0,1 0,0-1,1 0,0 0,0 0,1-1,1 1,13 13,29 41,-47-59,1 1,-1-1,-1 1,1 0,-1 0,0 0,0 0,-1 0,1 0,-2 1,1-1,-1 0,1 1,-2-1,0 10,-1-10,0 1,-1-1,0 0,0 0,0 0,-1 0,1 0,-1-1,-1 0,1 0,-1 0,0 0,0 0,-8 4,-30 21,0-2,-2-2,-70 30,-153 46,196-77,23-8,25-10,1 1,1 1,-36 20,56-29,1 1,0 0,0-1,0 1,0 0,0 0,0 0,0 0,0 0,0 0,0 0,1 0,-1 0,0 0,1 0,-1 0,1 0,-1 1,1 0,0-1,0 0,0 0,0 0,0 0,1 0,-1-1,0 1,1 0,-1 0,0 0,1 0,-1-1,1 1,0 0,-1-1,1 1,-1 0,1-1,0 1,1 0,4 3,1-1,-1 1,1-1,0-1,13 4,263 53,-179-40,0 3,135 50,-216-61,-31-8,-39-8,-264-78,85 19,189 55,8 3,1-1,-1-1,1-2,1 0,-47-26,16-8,48 35,-1 0,0 0,-1 2,1-1,-2 1,-24-10,32 16,-1 1,1-1,-1 1,1 1,-1-1,1 1,0-1,-1 2,1-1,0 1,-1-1,1 1,0 1,-9 5,-1 1,0 1,0 0,-17 16,29-23,0-1,0 1,0 0,0 0,0 0,1 0,-1 1,1-1,0 1,0-1,0 1,1 0,-1 0,1 0,0 0,0 0,0 0,1 0,-1 0,1 0,0 0,0 0,0 0,1 0,0 0,-1 0,1 0,1 0,1 4,1 0,1 0,0-1,0 0,0 0,1 0,0-1,1 0,0 0,0-1,0 1,0-1,13 6,28 9,0-1,1-3,1-1,86 12,-66-13,64 16,-51-10,1-3,0-4,106 4,-142-20,0-2,83-19,33-5,75 18,-125 8,-73-3,-41 6,0 0,0 0,0 0,0 0,0 0,1 0,-1 0,0 0,0 0,0 0,0-1,0 1,0 0,1 0,-1 0,0 0,0 0,0 0,0 0,0 0,0 0,0 0,0-1,1 1,-1 0,0 0,0 0,0 0,0 0,0 0,0-1,0 1,0 0,0 0,0 0,0 0,0 0,0-1,0 1,0 0,0 0,0 0,0 0,0 0,0 0,0-1,0 1,0 0,0 0,0 0,-1 0,1 0,0 0,0 0,0-1,0 1,0 0,0 0,-1 0,-21-8,-32-2,-1 3,-86-1,74 6,-80-13,111 9,5 2,0-2,-40-14,55 14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7:01.593"/>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0 539,'1'-18,"1"0,0 1,1-1,1 1,1-1,11-26,53-98,-37 81,-28 53,0 1,0 0,1 0,0 0,0 1,1-1,0 1,0 0,0 1,1 0,10-7,-1 4,0 0,1 1,0 1,23-5,16-5,1 2,1 2,-1 4,85-3,-134 10,1 1,-1 0,0 1,0 0,1 0,-1 0,0 1,0 1,-1-1,1 1,0 1,-1-1,0 1,0 1,0-1,0 1,-1 0,0 1,0-1,9 11,48 67,81 138,-46-65,-79-126,0 1,-2 1,-2 1,-1 0,-1 1,-2 0,-1 1,-2 0,-2 0,-1 1,-1 0,-2 0,-2 0,-7 59,2-68,0-1,-2 0,-1 0,-22 46,-61 95,18-34,55-100,-1-1,-1-1,-2-1,-1-1,-1-1,-2-1,-1-1,-42 31,1-8,-2-4,-124 59,147-80,-284 127,328-150,0 0,1 0,-1 1,0-1,0 1,1 0,-1 0,1 0,-1 0,1 0,-3 5,4-7,1 1,0-1,0 0,-1 1,1-1,0 1,0-1,0 1,0-1,0 1,0-1,0 1,-1-1,2 1,-1-1,0 1,0-1,0 1,0-1,0 1,0-1,0 0,1 1,-1-1,0 1,0-1,1 1,21 9,28-4,0-1,1-3,64-6,-8 0,762 4,-839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7:59.274"/>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08:11.588"/>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2692 1694,'-353'309,"213"-193,65-50,41-34,-2-1,-1-2,-64 38,99-65,0-1,0 0,0 1,0-1,-1-1,1 1,0 0,-1 0,1-1,0 1,-1-1,1 0,0 0,-1 0,1 0,-1 0,1 0,0-1,-1 1,1-1,0 1,-1-1,-2-1,3 0,0-1,-1 1,1 0,0-1,0 1,0-1,1 0,-1 1,1-1,-1 0,1 0,0 0,0 0,0 0,0-4,-2-15,1 1,1-1,0 1,4-23,-3 40,53-416,4-79,-56 467,0 18,0 0,-1 0,-1 0,0 0,-5-21,6 33,-1 1,1 0,0 0,-1 0,1 0,-1 0,1 0,-1 0,1 0,-1 0,0 0,0 0,1 0,-1 0,0 0,0 0,0 1,0-1,0 0,0 1,0-1,0 1,0-1,-1 1,1 0,0-1,0 1,0 0,0 0,-1 0,1 0,0 0,0 0,0 0,-1 0,1 0,0 0,0 1,0-1,0 1,0-1,0 0,-1 1,1 0,0-1,0 1,1 0,-2 0,-10 7,2-1,-1 2,-14 14,13-12,-75 71,5 4,3 4,-74 109,144-186,3-6,1 0,0 0,0 0,1 1,0 0,-6 16,10-24,0 0,0 1,0-1,0 1,0-1,0 1,0-1,0 1,0-1,0 1,0-1,0 1,1-1,-1 0,0 1,0-1,0 1,1-1,-1 0,0 1,1-1,-1 1,0-1,1 0,-1 1,0-1,1 0,-1 0,0 1,1-1,-1 0,1 0,-1 0,1 0,-1 1,1-1,-1 0,0 0,1 0,-1 0,1 0,-1 0,1 0,-1 0,1 0,-1 0,1-1,-1 1,1 0,-1 0,1-1,31-9,-31 10,85-40,123-77,-53 27,553-274,-477 259,276-83,-473 180,-35 8,0 0,0 0,0 0,0 0,0 0,0 0,0 1,0-1,-1 0,1 0,0 0,0 0,0 0,0 0,0 1,0-1,0 0,0 0,0 0,1 0,-1 0,0 0,0 1,0-1,0 0,0 0,0 0,0 0,0 0,0 0,0 0,0 0,0 1,0-1,1 0,-1 0,0 0,0 0,0 0,0 0,0 0,0 0,0 0,1 0,-1 0,0 0,0 0,0 0,0 0,0 0,0 0,1 0,-1 0,0 0,0 0,0 0,0 0,0 0,1 0,-46 31,19-15,-247 169,-411 248,595-391,72-41,15-12,19-24,-13 27,393-604,-2 5,-388 594,-4 8,1-1,-1 1,0-1,0 0,-1 0,0 0,0-1,0 1,-1 0,0-1,1-8,-3 13,1 1,0 0,-1 0,1 0,-1-1,0 1,1 0,-1 0,0 0,0 0,1 0,-1 0,0 0,0 1,0-1,0 0,0 0,0 1,-1-1,1 0,0 1,0-1,0 1,-1 0,1-1,0 1,0 0,-1 0,1 0,0 0,0 0,-1 0,1 0,0 0,-1 0,1 1,0-1,0 0,-2 2,-58 19,54-18,-428 210,273-129,-47 23,-257 127,435-220,31-14,0 0,0 0,0 0,0 0,0 0,0 0,0 1,0-1,-1 0,1 0,0 0,0 0,0 0,0 0,0 0,-1 0,1 0,0 0,0 0,0 0,0 0,0 0,0 0,-1 0,1 0,0 0,0 0,0 0,0 0,0 0,-1 0,1 0,0 0,0 0,0 0,0 0,0 0,0 0,-1-1,1 1,0 0,0 0,0 0,0 0,0 0,0 0,0 0,0-1,0 1,-1 0,1 0,0 0,0 0,0 0,0-1,0 1,0 0,0 0,0 0,0 0,0-1,7-11,15-13,63-54,162-117,-88 75,-146 109,-16 9,-29 17,-411 243,4-1,379-229,59-26,0-1,0 1,0-1,0 1,0-1,0 0,-1 1,1-1,0 0,0 0,0 0,0 0,-1 0,1 0,0 0,0-1,0 1,0 0,0 0,-2-2,2 2,1-1,0 0,-1 1,1-1,0 0,-1 1,1-1,0 0,0 0,0 1,0-1,0 0,0 0,0 1,0-1,0 0,0 0,0 1,0-1,1 0,-1 1,1-3,25-45,-24 45,35-52,2 1,3 2,2 2,66-58,-79 80,2 2,1 2,1 0,1 3,1 1,1 1,1 3,41-13,-66 23,-22 5,-32 5,-812 44,813-50,37 0,9-1,67-12,-42 10,272-44,2 14,521 7,-821 29,0-1,0 0,1 1,-1-2,0 1,0-1,1 0,-1 0,0-1,0 0,0 0,0 0,-1 0,1-1,-1 0,1-1,-1 1,0-1,7-7,6-4,-1 0,2 2,29-18,-48 31,-1 0,1 0,-1 0,1 0,0 0,-1 0,1 0,-1-1,1 1,0 0,-1 0,1-1,0 1,-1 0,1 0,0-1,0 1,-1 0,1-1,0 1,0 0,-1-1,1 1,0 0,0-1,0 1,0-1,0 1,0 0,0-1,-1 1,1-1,0 1,0 0,0-1,0 1,1-1,-1 1,0 0,0-1,0 1,0-1,0 1,0 0,1-1,-1 1,0 0,0-1,1 1,-1 0,0-1,0 1,1 0,-1 0,0-1,1 1,-1 0,0 0,1 0,-1-1,1 1,-1 0,0 0,1 0,-1 0,1 0,-41-8,-119-4,-169 8,133 5,-434-24,176 4,430 19,0 1,0 1,0 1,-32 8,32-7,1-2,0 0,-1-2,-36-3,37 1,0 1,0 1,0 1,-37 6,44-2,-1 1,1 1,1 1,-1 0,1 1,1 0,-21 19,-21 13,34-22,20-18,1-1,0 1,-1-1,1 1,0 0,-1-1,1 1,0-1,0 1,0 0,0-1,0 1,-1 0,1-1,0 1,0-1,1 1,-1 0,0-1,0 1,0 0,0-1,1 2,1 1,1-1,0 1,0-1,0 0,0 1,0-1,0-1,1 1,-1 0,0-1,1 0,6 2,326 95,-49-16,-156-40,-1 6,145 76,-259-116,0 1,-1 1,24 20,-36-27,0-1,-1 0,1 1,-1 0,0-1,0 1,0 0,0 0,0 0,0 0,-1 1,0-1,1 0,-1 1,-1-1,1 0,0 1,-1-1,0 1,1 0,-2-1,1 1,0-1,-1 1,-1 5,-4 5,0 0,-1-1,-1 1,0-1,-1-1,-15 17,-71 69,68-72,-51 43,53-48,1 1,0 0,2 2,-21 27,42-51,1 1,-1 0,1-1,-1 1,1-1,-1 1,1 0,-1-1,1 1,0 0,-1-1,1 1,0 0,-1 0,1-1,0 1,0 0,0 0,0-1,0 1,0 0,0 0,0 0,0-1,0 1,0 0,1 0,-1-1,0 1,0 0,1 0,-1-1,1 1,-1 0,0-1,1 1,-1 0,1-1,0 1,-1-1,1 1,-1-1,1 1,0-1,-1 0,1 1,0-1,0 0,-1 1,1-1,0 0,0 0,-1 0,1 1,0-1,0 0,1 0,55-2,-52 2,198-22,557-42,-617 61,-221 27,-97 30,-200 90,265-98,217-97,-67 30,1 2,45-15,-80 32,0 1,0-1,0 1,1 0,-1 1,7 0,-12 0,0 0,-1 0,1 0,0 0,0 0,0 1,0-1,0 0,-1 1,1-1,0 0,0 1,-1-1,1 1,0-1,-1 1,1 0,0-1,-1 1,1 0,-1-1,1 1,-1 0,1-1,-1 1,0 0,1 0,-1 0,0 0,0-1,1 1,-1 0,0 0,0 0,0 0,0 0,0 0,0-1,-1 1,1 0,0 0,0 0,0 0,-1-1,1 1,-1 0,1 0,0 0,-1-1,1 1,-2 1,-5 12,-1 0,0 0,-1-1,-1 0,0 0,-15 13,-81 70,61-58,37-30,-232 211,180-159,-95 125,150-179,0 0,1 0,0 1,1-1,-1 1,-3 11,7-17,-1 0,1 0,0 0,0 0,0 0,0 0,0 0,0 0,0 0,1 0,-1 0,0 0,1 0,-1 0,0-1,1 1,-1 0,1 0,-1 0,1 0,0 0,1 1,0-1,0 0,0 1,0-1,0 0,1 0,-1 0,0-1,0 1,1-1,-1 1,4 0,70 6,85-3,-32-2,-126-2,-1-1,1 1,0 1,-1-1,1 0,-1 0,1 1,0 0,-1-1,1 1,-1 0,0 0,1 0,-1 1,4 2,-5-3,-1-1,0 1,0 0,0 0,0 0,0 0,0 0,0-1,0 1,0 0,0 0,0 0,0 0,-1-1,1 1,0 0,-1 0,1 0,0-1,-1 1,1 0,-1-1,0 1,1 0,-1-1,1 1,-1-1,0 1,1 0,-2-1,-11 11,0-2,-1 0,-24 12,-883 392,737-336,145-62,30-15,11-5,15-12,64-47,1 4,134-73,197-76,-340 173,352-142,-584 263,-157 71,-331 161,646-316,0 0,0 0,-1-1,1 1,0-1,-1 1,1-1,0 0,-1 1,1-1,0 0,-1 0,1 0,-1 0,1 0,-3 0,4-1,-1 1,1-1,0 1,-1 0,1-1,0 1,-1-1,1 1,0-1,0 1,0-1,-1 1,1-1,0 0,0 1,0-1,0 1,0-1,0 1,0-1,0 1,0-1,0 0,0 1,1-1,-1 1,0-2,25-49,-18 40,157-314,13-23,-114 236,79-105,-135 208,0-1,0 2,1-1,0 1,0 0,1 1,17-12,-151 105,-167 83,-83 53,338-195,29-19,10-6,18-8,37-25,101-73,-85 53,-3 4,-2-2,-2-4,-3-2,-2-3,75-93,-113 115,-17 18,-6 18,0 0,0-1,0 1,0 0,-1 0,1-1,0 1,0 0,0 0,0-1,0 1,-1 0,1 0,0 0,0-1,0 1,-1 0,1 0,0 0,0 0,-1 0,1-1,0 1,0 0,-1 0,1 0,0 0,-1 0,1 0,0 0,0 0,-1 0,1 0,0 0,0 0,-1 0,1 0,0 0,0 0,-1 1,1-1,0 0,0 0,-1 0,1 0,0 0,0 1,-1-1,-18 9,0 2,0 0,1 0,1 2,0 0,-17 18,3-4,-563 535,585-553,5-6,0 0,1 0,-1 1,1-1,0 1,0 0,0 0,1 0,-1 0,1 0,0 1,0-1,1 1,-2 4,3-8,0-1,0 0,0 1,0-1,0 0,0 1,0-1,0 1,0-1,0 0,1 1,-1-1,0 0,0 1,0-1,1 0,-1 1,0-1,0 0,1 0,-1 1,0-1,1 0,-1 0,0 0,1 1,-1-1,0 0,1 0,-1 0,0 0,1 0,-1 0,0 1,1-1,-1 0,1 0,-1 0,0 0,1-1,-1 1,0 0,1 0,-1 0,1 0,-1 0,0 0,1 0,-1-1,0 1,1 0,-1 0,0-1,0 1,1 0,-1 0,0-1,0 1,1 0,-1-1,0 1,0 0,0-1,1 0,20-19,3-11,35-60,-51 76,0-1,0 0,-1 0,-1-1,-1 0,4-21,-9 37,1-1,-1 1,0 0,0 0,1 0,-1 0,0-1,0 1,0 0,0 0,-1 0,1 0,0-1,0 1,-1 0,1 0,-1 0,1 0,-1 0,1 0,-1 0,0 0,1 0,-1 0,-1-1,1 2,0 0,-1-1,1 1,0 0,0 0,-1 0,1 0,0 0,-1 1,1-1,0 0,0 1,0-1,-1 0,1 1,0-1,0 1,-2 1,-7 4,1 1,0 0,1 0,-10 10,-162 206,59-67,106-137,-9 8,2 0,1 2,1 1,-19 36,38-64,0 0,0 0,1 0,-1 0,0 0,1 0,0 0,-1 0,1 1,0-1,0 0,0 0,0 4,1-6,-1 1,0 0,1-1,-1 1,0-1,1 1,-1-1,1 1,-1-1,1 1,-1-1,1 1,-1-1,1 0,-1 1,1-1,-1 0,1 1,0-1,-1 0,1 0,0 1,-1-1,1 0,0 0,-1 0,2 0,3-1,0 1,-1-1,1 0,-1 0,1-1,-1 1,1-1,-1 0,0-1,8-4,16-14,-1-1,-1-1,0-2,-2 0,-1-2,-1-1,27-44,1-15,54-128,-41 63,46-173,12-166,-114 456,41-157,-41 171,0 1,1 0,2 0,0 1,0 0,25-31,-2 22,-18 25,-14 3,-1 1,1 0,-1 0,0-1,1 1,-1 0,0 0,0 0,1 0,-1-1,0 1,0 0,0 0,0 0,0 0,0 0,0 0,-1-1,1 1,0 0,0 0,-1 1,-7 22,0-1,-1 0,-22 37,4-6,-151 296,-93 209,260-537,6-18,5-36,1 13,-1 14,1-577,-5 534,-3-1,-2 1,-2 1,-3 0,-24-62,36 106,1 0,0 0,-1 1,1-1,-1 0,0 0,0 1,0-1,0 1,0 0,-1-1,-4-2,6 4,1 1,-1 0,0 0,1-1,-1 1,0 0,1 0,-1 0,0 0,0 0,1 0,-1 0,0 0,1 0,-1 0,0 1,1-1,-1 0,0 0,1 1,-1-1,0 1,-16 21,-11 50,3 1,4 1,-14 85,32-145,-2 8,-1 0,2 1,0-1,2 1,0 0,2 29,0-51,0 1,-1-1,1 1,1-1,-1 1,0-1,0 1,1-1,-1 1,0-1,1 1,-1-1,1 0,0 1,0-1,-1 0,1 1,0-1,0 0,0 0,0 0,0 0,1 0,-1 0,0 0,0 0,1-1,-1 1,0 0,1-1,-1 1,1-1,-1 1,1-1,-1 0,1 0,-1 1,1-1,1-1,1 0,0 0,1 0,-1-1,0 1,0-1,0 0,0-1,-1 1,1-1,-1 1,1-1,4-5,12-15,-1 0,-2-1,0-1,21-42,44-116,-51 109,56-143,-85 212,17-34,-19 38,0 0,1 1,-1-1,1 1,-1-1,0 1,1-1,-1 1,1-1,-1 1,1-1,0 1,-1 0,1-1,-1 1,1 0,0 0,-1-1,1 1,0 0,-1 0,1 0,0 0,-1 0,1 0,0 0,-1 0,1 0,0 0,-1 0,1 0,0 1,-1-1,1 0,-1 0,1 1,0-1,-1 0,1 1,-1-1,1 0,-1 1,1-1,-1 1,1-1,-1 1,0-1,1 1,-1 0,0-1,1 1,-1-1,0 1,1 1,5 10,0 0,-1 0,0 1,-1 0,0 0,-1 0,2 17,6 104,-9-98,1 44,-4 1,-3-1,-3 0,-4 0,-37 134,40-188,-30 125,38-148,-1-1,0 1,1-1,0 1,0-1,0 1,0-1,0 1,0-1,0 1,1-1,1 5,-2-7,0 1,1-1,-1 0,1 0,-1 1,1-1,-1 0,1 0,-1 0,1 0,-1 0,1 0,-1 0,1 0,-1 0,1 0,-1 0,1 0,-1 0,1 0,-1 0,1 0,-1 0,0-1,1 1,-1 0,1 0,-1-1,1 1,-1 0,0 0,1-1,-1 1,0-1,1 0,9-8,-2 0,1 0,9-15,52-84,-4-3,61-143,-32 62,-56 121,-21 40,23-52,-183 417,-29-7,85-166,30-56,0-4,4 3,-45 131,96-231,0-1,-1 1,1-1,0 1,1-1,-1 1,1 0,-1 0,1-1,0 1,0 0,1-1,-1 1,3 6,-2-8,1-1,-1 1,1 0,0-1,0 1,0-1,0 0,0 0,0 0,0 0,0 0,0 0,0 0,1-1,-1 1,0-1,1 1,-1-1,0 0,1 0,-1 0,0 0,4-1,131-6,-1-6,0-5,-1-7,133-42,507-209,-511 154,-225 105,-39 17,1 0,-1 0,0 0,0 0,1 0,-1 0,0 0,1 0,-1-1,0 1,0 0,1 0,-1 0,0 0,1 0,-1 1,0-1,1 0,-1 0,0 0,0 0,1 0,-1 0,0 0,0 1,1-1,-1 0,0 0,0 0,1 0,-1 1,0-1,0 0,0 0,1 1,-1-1,0 0,0 0,0 1,0-1,0 0,0 1,0-1,1 0,-1 0,0 1,0-1,0 0,0 1,0-1,0 0,0 0,-1 1,1-1,0 0,0 1,0-1,-4 10,-1 0,0-1,0 0,-1 0,0-1,0 1,-9 7,-3 6,-313 374,188-229,53-66,-29 35,104-111,15-12,2-12,0-1,0 0,0 0,0 1,0-1,0-1,0 1,0 0,0 0,0-1,0 1,0-1,0 0,-1 1,1-1,0 0,0 0,-1 0,3-2,28-16,-2-1,-1-1,31-28,78-83,188-248,-219 249,22-41,-89 117,-21 32,-19 23,0 0,0 0,0 1,0-1,0 0,0 0,0 0,0 0,0 0,0 1,0-1,0 0,0 0,0 0,0 0,1 0,-1 0,0 0,0 0,0 1,0-1,0 0,0 0,0 0,0 0,1 0,-1 0,0 0,0 0,0 0,0 0,0 0,0 0,1 0,-1 0,0 0,0 0,0 0,0 0,0 0,1 0,-1 0,0 0,0 0,0 0,0 0,0 0,0 0,0 0,1 0,-1 0,0 0,0-1,0 1,0 0,0 0,0 0,0 0,0 0,0 0,1 0,-1 0,0-1,0 1,0 0,0 0,0 0,0 0,0-1,-3 18,-10 22,-127 256,88-197,-68 185,119-281,-3 11,0 1,0-1,2 1,-2 19,3-32,1 1,0-1,0 1,0-1,0 1,0-1,0 1,0-1,0 1,1-1,-1 1,1-1,-1 1,1-1,-1 0,1 1,0-1,0 0,0 1,0-1,0 0,0 0,0 0,0 0,0 0,0 0,1 0,-1 0,0 0,1-1,-1 1,0-1,1 1,-1-1,1 1,-1-1,1 0,-1 1,1-1,-1 0,1 0,-1 0,1-1,0 1,-1 0,1 0,-1-1,0 1,1-1,-1 1,3-2,22-9,0-1,-1-1,-1-1,0-1,0-1,29-27,-27 23,40-35,-2-3,-3-3,-3-2,84-118,162-304,-238 371,-53 95,-9 17,-16 36,-77 126,-143 194,217-332,-218 299,-169 261,401-580,-21 34,1 0,2 1,1 1,-17 56,34-90,0 1,0 0,0 1,1-1,-1 0,1 0,0 0,2 9,-2-13,1 0,-1 0,0 0,1 0,-1 0,1 0,-1 0,1-1,-1 1,1 0,0 0,-1 0,1-1,0 1,0 0,-1-1,1 1,0-1,0 1,0-1,0 1,0-1,0 0,0 1,0-1,0 0,0 0,0 0,0 0,0 0,0 0,0 0,0 0,0 0,0 0,0 0,0-1,0 1,-1 0,1-1,0 1,0-1,0 1,0-1,0 1,0-1,0-1,13-6,-2 0,1-1,-1-1,0 0,-1 0,-1-1,17-22,63-101,-57 80,21-33,75-168,-99 172,-27 75,-1 1,-1-1,1 0,-1 0,-1 0,1 1,-2-1,-1-16,2 23,0-1,-1 1,0-1,1 1,-1-1,0 1,1-1,-1 1,0-1,0 1,0 0,0 0,-1 0,1-1,0 1,0 0,-1 0,1 1,0-1,-1 0,1 0,-1 1,1-1,-1 1,1-1,-1 1,0 0,1-1,-1 1,0 0,1 0,-1 0,1 0,-1 1,0-1,1 0,-1 1,1-1,-1 1,-1 0,-9 3,0 1,1 0,-23 13,33-18,-39 26,0 1,-56 52,-66 78,91-87,71-70,-246 233,171-167,-115 75,175-131,0-1,0-1,-18 7,29-14,0 1,0-1,-1 0,1 0,-1-1,1 1,-9-1,12 0,-1 0,0-1,1 1,-1 0,1-1,-1 1,0-1,1 0,0 1,-1-1,1 0,-1 0,1 0,0 0,0 0,-1 0,1-1,0 1,0 0,0 0,-1-3,1 2,0-1,1 1,-1 0,1-1,-1 0,1 1,0-1,0 1,0-1,0 1,0-1,0 0,1 1,-1-1,1 1,0-1,0 1,1-3,26-46,-21 40,61-101,172-318,-227 402,-8 19,0 0,-1 0,0 0,-1-1,5-17,-8 26,0-1,0 1,0-1,0 1,-1 0,1-1,0 1,-1 0,1-1,-1 1,1 0,-1-1,1 1,-1 0,0 0,0 0,0 0,0 0,0 0,0 0,0 0,0 0,0 0,0 0,0 1,-1-1,1 0,0 1,0-1,-1 1,-2-1,-49-8,47 9,-87-2,1 4,-149 23,182-18,-861 178,878-175,38-9,-6 2,-1 0,1-1,-1-1,1 0,-19 0,26-1,0-1,1 1,-1-1,0 0,1 0,-1 0,1 0,-1 0,1-1,0 1,-1-1,1 1,0-1,0 0,0 0,0 0,0 0,1 0,-1 0,1-1,-1 1,1 0,0-1,0 1,0-1,-1-4,-8-36,1 0,3-1,1 0,2-50,-1 4,-1 23,-7-203,12 259,1 1,0-1,0 0,2 1,-1-1,1 1,1 0,-1 0,7-11,4-2,1 0,21-25,10-15,-39 53,-5 6,0 1,0-1,0 0,1 0,-1 1,1 0,0-1,0 1,1 0,-1 1,1-1,-1 0,1 1,0 0,0 0,0 0,0 0,0 1,0 0,0-1,8 0,51-3,73 4,-15 1,47-8,-1-8,-1-7,-1-7,-2-7,232-85,-238 66,1 7,224-39,-320 75,-1-2,0-2,-1-4,-1-2,83-44,-93 39,76-55,-101 65,-2-2,0 0,-1-1,34-45,-51 59,0 0,-1 0,0 0,0 0,-1 0,1-1,-2 1,1-1,-1 1,0-11,-3-84,-1 51,3 38,0 0,1-1,0 1,0 1,2-1,0 0,0 0,1 1,6-14,18-47,-22 59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3-06T02:47:10.024"/>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1 224,'0'-4,"1"1,0-1,0 1,0-1,1 1,-1 0,1-1,0 1,-1 0,2 0,-1 0,0 1,0-1,1 0,0 1,-1 0,7-4,53-33,-29 24,0 1,1 2,1 1,0 2,0 1,1 1,64-2,99-11,33-2,-225 22,0 0,-1 0,1 1,0 0,-1 0,1 1,-1-1,1 2,-1-1,0 1,0-1,0 2,0-1,-1 1,7 4,-3 0,-1 0,0 1,-1 0,0 0,0 0,-1 1,0 0,5 13,2 7,-2 2,-2 0,0 0,-3 1,4 39,-1 45,-11 191,-1-271,-2 0,-2-1,-1 1,-2-1,-1-1,-2 0,-1-1,-2 0,-1-1,-31 45,20-40,-1-1,-1-2,-2-1,-2-1,-1-2,-1-1,-77 47,103-71,-20 12,29-12,20-5,93-10,15-3,160 7,-270 6,1 2,-1 0,0 1,0 0,-1 2,1 0,-1 1,0 0,-1 1,0 1,0 1,22 18,-26-18,1 0,-1 1,-1 1,0 0,-1 0,0 1,0 0,-2 1,0-1,0 1,-1 1,-1-1,0 1,3 20,-4-9,0 0,-2 0,-1 1,-1-1,-1 1,-2-1,-8 41,6-54,-1 0,0 0,-1-1,0 1,0-2,-2 1,-13 14,-78 72,63-65,-24 21,-3-4,-112 69,152-106,0-1,-1-1,0-2,-1 0,0-1,0-2,-52 6,-195-4,212-8,30-1,0-1,0-1,0-2,0 0,1-3,0 0,1-2,-33-16,46 18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2.592"/>
    </inkml:context>
    <inkml:brush xml:id="br0">
      <inkml:brushProperty name="width" value="0.05" units="cm"/>
      <inkml:brushProperty name="height" value="0.05" units="cm"/>
      <inkml:brushProperty name="color" value="#008C3A"/>
    </inkml:brush>
  </inkml:definitions>
  <inkml:trace contextRef="#ctx0" brushRef="#br0">35 0 5096 0 0,'0'0'15395'0'0,"-2"4"-14801"0"0,-2 15-13 0 0,0-1 0 0 0,1 1 0 0 0,0 0 0 0 0,2 0 0 0 0,1 19 0 0 0,-6 51 277 0 0,0-40-1614 0 0,1 49 0 0 0,5-49-2704 0 0,0 0-3362 0 0,0-5-3381 0 0,0-32 7659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3.066"/>
    </inkml:context>
    <inkml:brush xml:id="br0">
      <inkml:brushProperty name="width" value="0.05" units="cm"/>
      <inkml:brushProperty name="height" value="0.05" units="cm"/>
      <inkml:brushProperty name="color" value="#008C3A"/>
    </inkml:brush>
  </inkml:definitions>
  <inkml:trace contextRef="#ctx0" brushRef="#br0">440 1 5096 0 0,'-1'19'6453'0'0,"-11"25"-4061"0"0,-5-2-342 0 0,-1 0 0 0 0,-2-2 1 0 0,-41 63-1 0 0,25-50-940 0 0,-87 94 1 0 0,112-135-1571 0 0,-50 47-3526 0 0,26-36-2056 0 0,32-22 4826 0 0,-1 1 0 0 0,1-1 0 0 0,-1 0 0 0 0,1 0 0 0 0,-1 0 0 0 0,1 0-1 0 0,-1-1 1 0 0,-4 1 0 0 0,-1-2-1134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3.394"/>
    </inkml:context>
    <inkml:brush xml:id="br0">
      <inkml:brushProperty name="width" value="0.05" units="cm"/>
      <inkml:brushProperty name="height" value="0.05" units="cm"/>
      <inkml:brushProperty name="color" value="#008C3A"/>
    </inkml:brush>
  </inkml:definitions>
  <inkml:trace contextRef="#ctx0" brushRef="#br0">1 0 4708 0 0,'6'2'9285'0'0,"0"3"-8508"0"0,-1 6 158 0 0,-1-1 1 0 0,0 1-1 0 0,0 0 0 0 0,-1 0 1 0 0,3 21-1 0 0,3 7 26 0 0,7 5-1696 0 0,3 0-6819 0 0,-4-13-2674 0 0,-13-24 7954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3.848"/>
    </inkml:context>
    <inkml:brush xml:id="br0">
      <inkml:brushProperty name="width" value="0.05" units="cm"/>
      <inkml:brushProperty name="height" value="0.05" units="cm"/>
      <inkml:brushProperty name="color" value="#008C3A"/>
    </inkml:brush>
  </inkml:definitions>
  <inkml:trace contextRef="#ctx0" brushRef="#br0">16 1 4472 0 0,'-10'28'9935'0'0,"10"-28"-9809"0"0,-1 1 0 0 0,1-1-1 0 0,-1 1 1 0 0,1 0 0 0 0,-1-1 0 0 0,1 1 0 0 0,0 0 0 0 0,-1-1 0 0 0,1 1 0 0 0,0 0 0 0 0,-1 0 0 0 0,1-1 0 0 0,0 1 0 0 0,0 0 0 0 0,0 0 0 0 0,0 0 0 0 0,0-1-1 0 0,0 1 1 0 0,0 0 0 0 0,0 0 0 0 0,0 0 0 0 0,0-1 0 0 0,0 1 0 0 0,0 0 0 0 0,0 0 0 0 0,1 0 0 0 0,-1-1 0 0 0,0 1 0 0 0,1 0 0 0 0,-1 0 0 0 0,1 0 0 0 0,1 0-89 0 0,-1 0 1 0 0,1-1 0 0 0,-1 1 0 0 0,1 0 0 0 0,0-1 0 0 0,-1 1 0 0 0,1-1 0 0 0,-1 0 0 0 0,1 0 0 0 0,0 0 0 0 0,-1 0 0 0 0,1 0 0 0 0,0 0 0 0 0,1 0-1 0 0,56-13-2236 0 0,-4-6 104 0 0,-21 7 1487 0 0,-13 5 906 0 0,-53 31 6392 0 0,-32 35-4398 0 0,26-10-6568 0 0,10 6-11281 0 0,24-46 13143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4.508"/>
    </inkml:context>
    <inkml:brush xml:id="br0">
      <inkml:brushProperty name="width" value="0.05" units="cm"/>
      <inkml:brushProperty name="height" value="0.05" units="cm"/>
      <inkml:brushProperty name="color" value="#008C3A"/>
    </inkml:brush>
  </inkml:definitions>
  <inkml:trace contextRef="#ctx0" brushRef="#br0">577 19 3408 0 0,'-5'7'1321'0'0,"0"0"-1"0"0,0 1 1 0 0,1 0-1 0 0,-5 13 1 0 0,-15 23 3411 0 0,24-44-4706 0 0,0 0 1 0 0,-1 1-1 0 0,1-1 0 0 0,0 0 0 0 0,-1 0 0 0 0,1 0 0 0 0,0 1 0 0 0,-1-1 1 0 0,1 0-1 0 0,0 1 0 0 0,-1-1 0 0 0,1 0 0 0 0,0 1 0 0 0,0-1 0 0 0,-1 0 1 0 0,1 1-1 0 0,0-1 0 0 0,0 0 0 0 0,0 1 0 0 0,0-1 0 0 0,0 1 0 0 0,-1-1 1 0 0,1 0-1 0 0,0 1 0 0 0,0-1 0 0 0,0 1 0 0 0,0-1 0 0 0,0 0 0 0 0,0 1 0 0 0,0-1 1 0 0,0 1-1 0 0,0-1 0 0 0,1 0 0 0 0,-1 1 0 0 0,0-1 0 0 0,0 1 0 0 0,0-1 1 0 0,0 0-1 0 0,0 1 0 0 0,1-1 0 0 0,-1 0 0 0 0,0 1 0 0 0,0-1 0 0 0,1 0 1 0 0,-1 1-1 0 0,0-1 0 0 0,1 0 0 0 0,-1 0 0 0 0,0 1 0 0 0,1-1 0 0 0,-1 0 1 0 0,0 0-1 0 0,1 0 0 0 0,-1 1 0 0 0,0-1 0 0 0,1 0 0 0 0,-1 0 0 0 0,1 0 0 0 0,-1 0 1 0 0,0 0-1 0 0,1 0 0 0 0,1 0-105 0 0,0 0 1 0 0,0 0-1 0 0,-1 0 0 0 0,1 0 1 0 0,0 0-1 0 0,-1-1 1 0 0,1 1-1 0 0,0-1 0 0 0,-1 1 1 0 0,1-1-1 0 0,0 0 1 0 0,-1 1-1 0 0,1-1 0 0 0,1-2 1 0 0,4-3-301 0 0,0 0 0 0 0,0-1 0 0 0,-1 0-1 0 0,9-13 1 0 0,-14 18 375 0 0,0 0 0 0 0,1 1 0 0 0,-1-1 0 0 0,0 0 0 0 0,0 0 0 0 0,0 0 0 0 0,-1 0 0 0 0,1 0-1 0 0,0 0 1 0 0,-1 0 0 0 0,1 0 0 0 0,-1 0 0 0 0,1 0 0 0 0,-1 0 0 0 0,0 0 0 0 0,0 0 0 0 0,0-1 0 0 0,0 1-1 0 0,-1 0 1 0 0,1 0 0 0 0,-1 0 0 0 0,1 0 0 0 0,-1 0 0 0 0,0 0 0 0 0,1 0 0 0 0,-3-3 0 0 0,1 3 95 0 0,-1 0 1 0 0,1 0-1 0 0,-1 0 1 0 0,1 0 0 0 0,-1 1-1 0 0,0-1 1 0 0,1 1 0 0 0,-1-1-1 0 0,0 1 1 0 0,0 0-1 0 0,0 1 1 0 0,0-1 0 0 0,0 0-1 0 0,-1 1 1 0 0,1-1 0 0 0,0 1-1 0 0,0 0 1 0 0,0 0-1 0 0,0 1 1 0 0,0-1 0 0 0,0 0-1 0 0,0 1 1 0 0,-1 0-1 0 0,1 0 1 0 0,1 0 0 0 0,-6 2-1 0 0,-5 2 338 0 0,0 1 0 0 0,0 0 0 0 0,1 0 0 0 0,-18 13 0 0 0,5 3 587 0 0,1 0-1 0 0,0 1 1 0 0,2 2 0 0 0,-37 51-1 0 0,28-35-894 0 0,-36 37-1 0 0,10-28-4178 0 0,46-43 1988 0 0,-1 1 0 0 0,0-1 0 0 0,-19 7 0 0 0,-12-3-4046 0 0,24-10 3458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4.872"/>
    </inkml:context>
    <inkml:brush xml:id="br0">
      <inkml:brushProperty name="width" value="0.05" units="cm"/>
      <inkml:brushProperty name="height" value="0.05" units="cm"/>
      <inkml:brushProperty name="color" value="#008C3A"/>
    </inkml:brush>
  </inkml:definitions>
  <inkml:trace contextRef="#ctx0" brushRef="#br0">23 1 5372 0 0,'0'0'10641'0'0,"0"4"-9639"0"0,-11 137 3164 0 0,3-66-8559 0 0,4-1-9075 0 0,4-60 10924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5.237"/>
    </inkml:context>
    <inkml:brush xml:id="br0">
      <inkml:brushProperty name="width" value="0.05" units="cm"/>
      <inkml:brushProperty name="height" value="0.05" units="cm"/>
      <inkml:brushProperty name="color" value="#008C3A"/>
    </inkml:brush>
  </inkml:definitions>
  <inkml:trace contextRef="#ctx0" brushRef="#br0">358 7 5344 0 0,'3'-7'8858'0'0,"4"15"-6648"0"0,5 18-1084 0 0,-11-6-525 0 0,0 0 1 0 0,-1 0-1 0 0,-1 0 1 0 0,-1-1-1 0 0,-1 1 0 0 0,0 0 1 0 0,-2-1-1 0 0,0 1 1 0 0,-2-1-1 0 0,0-1 1 0 0,-17 33-1 0 0,0-5 385 0 0,-40 55 0 0 0,-1-10-776 0 0,26-37-565 0 0,32-44-459 0 0,-1 0 1 0 0,0-1 0 0 0,-17 16 0 0 0,-7-6-5036 0 0,30-19 4886 0 0,-1 1 1 0 0,1 0-1 0 0,0-1 0 0 0,0 0 0 0 0,0 0 1 0 0,-1 1-1 0 0,1-1 0 0 0,0-1 0 0 0,0 1 1 0 0,-1 0-1 0 0,1 0 0 0 0,0-1 0 0 0,-4-1 1 0 0,-11-4-1484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5.571"/>
    </inkml:context>
    <inkml:brush xml:id="br0">
      <inkml:brushProperty name="width" value="0.05" units="cm"/>
      <inkml:brushProperty name="height" value="0.05" units="cm"/>
      <inkml:brushProperty name="color" value="#008C3A"/>
    </inkml:brush>
  </inkml:definitions>
  <inkml:trace contextRef="#ctx0" brushRef="#br0">1 4 5641 0 0,'3'-1'657'0'0,"1"0"0"0"0,-1 1 0 0 0,1-1 1 0 0,0 1-1 0 0,-1-1 0 0 0,1 1 0 0 0,-1 1 1 0 0,1-1-1 0 0,0 0 0 0 0,-1 1 0 0 0,1-1 1 0 0,-1 1-1 0 0,1 0 0 0 0,-1 1 0 0 0,1-1 1 0 0,-1 0-1 0 0,0 1 0 0 0,4 2 1 0 0,-1 0-149 0 0,-1 0 1 0 0,0 1 0 0 0,0-1 0 0 0,-1 1 0 0 0,0 0 0 0 0,1 1 0 0 0,-2-1 0 0 0,1 1 0 0 0,4 8 0 0 0,-1-1-1561 0 0,-2 0-1 0 0,1 1 1 0 0,5 25 0 0 0,-8-25-2805 0 0,-1 0 0 0 0,0 0 0 0 0,0 16 1 0 0,-2-20 1439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5.903"/>
    </inkml:context>
    <inkml:brush xml:id="br0">
      <inkml:brushProperty name="width" value="0.05" units="cm"/>
      <inkml:brushProperty name="height" value="0.05" units="cm"/>
      <inkml:brushProperty name="color" value="#008C3A"/>
    </inkml:brush>
  </inkml:definitions>
  <inkml:trace contextRef="#ctx0" brushRef="#br0">10 1 5917 0 0,'5'0'9145'0'0,"-1"6"-4205"0"0,6 16-3272 0 0,1 3-3421 0 0,-6-23 1388 0 0,0-1 1 0 0,-1 1-1 0 0,1-1 1 0 0,0-1 0 0 0,-1 1-1 0 0,1-1 1 0 0,0 0-1 0 0,0 0 1 0 0,0 0 0 0 0,-1 0-1 0 0,1-1 1 0 0,0 0-1 0 0,0 0 1 0 0,-1 0 0 0 0,9-4-1 0 0,32-4 5787 0 0,-45 16-2403 0 0,-53 40-2807 0 0,-28 30-15069 0 0,60-57 10181 0 0,8-8 2306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6.690"/>
    </inkml:context>
    <inkml:brush xml:id="br0">
      <inkml:brushProperty name="width" value="0.05" units="cm"/>
      <inkml:brushProperty name="height" value="0.05" units="cm"/>
      <inkml:brushProperty name="color" value="#008C3A"/>
    </inkml:brush>
  </inkml:definitions>
  <inkml:trace contextRef="#ctx0" brushRef="#br0">764 1 5885 0 0,'1'3'8698'0'0,"4"10"-7939"0"0,25 141 3126 0 0,-30-147-3860 0 0,-1 0 0 0 0,1 0 0 0 0,-1 0 0 0 0,0 0 0 0 0,-1 0 0 0 0,1 0 0 0 0,-2 0 0 0 0,1 0 1 0 0,-1-1-1 0 0,0 1 0 0 0,0-1 0 0 0,0 0 0 0 0,-1 0 0 0 0,0 0 0 0 0,-1 0 0 0 0,1 0 0 0 0,-1-1 0 0 0,0 0 0 0 0,0 0 0 0 0,-1-1 0 0 0,1 1 0 0 0,-1-1 0 0 0,0 0 0 0 0,0-1 0 0 0,-1 1 0 0 0,1-1 0 0 0,-8 2 0 0 0,11-4-173 0 0,1-1 0 0 0,-1 0 0 0 0,1 0 0 0 0,-1 0 0 0 0,1 0 0 0 0,-1-1-1 0 0,1 1 1 0 0,-1-1 0 0 0,1 1 0 0 0,0-1 0 0 0,-1 0 0 0 0,1 0-1 0 0,0 0 1 0 0,-1 0 0 0 0,1 0 0 0 0,0-1 0 0 0,0 1 0 0 0,0 0-1 0 0,0-1 1 0 0,-3-3 0 0 0,-35-45-2342 0 0,13 15 1356 0 0,14 22 1031 0 0,8 8 179 0 0,1 0 0 0 0,-1 1 0 0 0,-1-1 0 0 0,1 1 0 0 0,-1 0 0 0 0,-6-4 0 0 0,10 7-32 0 0,0 0 0 0 0,0 1 0 0 0,0-1 1 0 0,0 1-1 0 0,0-1 0 0 0,0 1 1 0 0,0 0-1 0 0,0 0 0 0 0,0 0 0 0 0,0 0 1 0 0,0 0-1 0 0,0 0 0 0 0,0 0 0 0 0,0 1 1 0 0,0-1-1 0 0,0 1 0 0 0,1 0 0 0 0,-1-1 1 0 0,0 1-1 0 0,0 0 0 0 0,0 0 0 0 0,1 0 1 0 0,-1 0-1 0 0,0 0 0 0 0,1 1 0 0 0,-2 1 1 0 0,-13 13 654 0 0,1 1 1 0 0,1 0-1 0 0,1 1 1 0 0,0 1-1 0 0,1 0 1 0 0,1 1 0 0 0,-15 38-1 0 0,13-29 317 0 0,-1 0 1 0 0,-2-1-1 0 0,-23 33 0 0 0,23-41-467 0 0,-1-1 0 0 0,-19 19 0 0 0,29-33-947 0 0,1 0 0 0 0,0 0 0 0 0,-1 0 0 0 0,0-1 0 0 0,0 0 0 0 0,0 0 0 0 0,-1 0 0 0 0,1-1 0 0 0,-1-1 0 0 0,-13 4 0 0 0,17-6-233 0 0,-1 1-1 0 0,1-1 0 0 0,0-1 0 0 0,-1 1 1 0 0,1 0-1 0 0,0-1 0 0 0,-1 0 0 0 0,-5-2 1 0 0,-34-15-12057 0 0,34 15 10174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7.363"/>
    </inkml:context>
    <inkml:brush xml:id="br0">
      <inkml:brushProperty name="width" value="0.05" units="cm"/>
      <inkml:brushProperty name="height" value="0.05" units="cm"/>
      <inkml:brushProperty name="color" value="#008C3A"/>
    </inkml:brush>
  </inkml:definitions>
  <inkml:trace contextRef="#ctx0" brushRef="#br0">1 179 4624 0 0,'0'0'4717'0'0,"23"-22"-2365"0"0,-18 14-2114 0 0,-1 1 0 0 0,0 0 0 0 0,0-1 0 0 0,-1 0-1 0 0,0 0 1 0 0,0 0 0 0 0,-1 0 0 0 0,3-16 0 0 0,-3 12 34 0 0,1 0 1 0 0,1 0-1 0 0,7-17 1 0 0,-11 28-254 0 0,0 1 0 0 0,0 0-1 0 0,0 0 1 0 0,0-1 0 0 0,0 1 0 0 0,0 0-1 0 0,1-1 1 0 0,-1 1 0 0 0,0 0 0 0 0,0 0 0 0 0,0 0-1 0 0,0-1 1 0 0,1 1 0 0 0,-1 0 0 0 0,0 0-1 0 0,0 0 1 0 0,0-1 0 0 0,1 1 0 0 0,-1 0 0 0 0,0 0-1 0 0,0 0 1 0 0,1 0 0 0 0,-1 0 0 0 0,0 0-1 0 0,0-1 1 0 0,1 1 0 0 0,-1 0 0 0 0,0 0 0 0 0,0 0-1 0 0,1 0 1 0 0,-1 0 0 0 0,0 0 0 0 0,1 0 0 0 0,-1 0-1 0 0,0 0 1 0 0,0 0 0 0 0,1 0 0 0 0,-1 0-1 0 0,0 0 1 0 0,0 1 0 0 0,1-1 0 0 0,-1 0 0 0 0,0 0-1 0 0,0 0 1 0 0,1 0 0 0 0,-1 0 0 0 0,0 1-1 0 0,0-1 1 0 0,0 0 0 0 0,1 0 0 0 0,-1 0 0 0 0,0 0-1 0 0,0 1 1 0 0,1-1 0 0 0,13 22 747 0 0,1 2-3721 0 0,2-11-6654 0 0,-13-11 6962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27.709"/>
    </inkml:context>
    <inkml:brush xml:id="br0">
      <inkml:brushProperty name="width" value="0.05" units="cm"/>
      <inkml:brushProperty name="height" value="0.05" units="cm"/>
      <inkml:brushProperty name="color" value="#008C3A"/>
    </inkml:brush>
  </inkml:definitions>
  <inkml:trace contextRef="#ctx0" brushRef="#br0">198 1 6809 0 0,'-9'29'8072'0'0,"-3"-4"-4971"0"0,-2-1 1 0 0,-25 36 0 0 0,-12 20-1023 0 0,13 3-5768 0 0,30-60-1122 0 0,1 1-1 0 0,1 0 1 0 0,-5 38-1 0 0,8-45 2310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5.443"/>
    </inkml:context>
    <inkml:brush xml:id="br0">
      <inkml:brushProperty name="width" value="0.05" units="cm"/>
      <inkml:brushProperty name="height" value="0.05" units="cm"/>
      <inkml:brushProperty name="color" value="#008C3A"/>
    </inkml:brush>
  </inkml:definitions>
  <inkml:trace contextRef="#ctx0" brushRef="#br0">1101 612 6725 0 0,'-2'3'10886'0'0,"43"-61"-7233"0"0,10-46-2904 0 0,-12 22-1301 0 0,23-38-551 0 0,54-95-243 0 0,-114 213 1332 0 0,16-24-54 0 0,-17 25 40 0 0,-1 0 0 0 0,1 1 0 0 0,0-1 1 0 0,-1 1-1 0 0,1-1 0 0 0,0 1 0 0 0,-1-1 1 0 0,1 1-1 0 0,0-1 0 0 0,-1 1 0 0 0,1 0 0 0 0,0 0 1 0 0,0-1-1 0 0,0 1 0 0 0,-1 0 0 0 0,1 0 1 0 0,0 0-1 0 0,0 0 0 0 0,0-1 0 0 0,0 1 1 0 0,-1 1-1 0 0,1-1 0 0 0,0 0 0 0 0,0 0 0 0 0,0 0 1 0 0,0 0-1 0 0,-1 0 0 0 0,1 1 0 0 0,0-1 1 0 0,0 0-1 0 0,1 2 0 0 0,3 5-194 0 0,1 1-1 0 0,-1 1 1 0 0,-1-1 0 0 0,0 1-1 0 0,0-1 1 0 0,5 18 0 0 0,9 11-259 0 0,-15-32 492 0 0,0 1-1 0 0,0-1 0 0 0,0 1 1 0 0,-1-1-1 0 0,0 1 1 0 0,2 9-1 0 0,-4-12 58 0 0,0-1-1 0 0,0 1 0 0 0,0 0 1 0 0,0 0-1 0 0,0 0 0 0 0,-1 0 1 0 0,1 0-1 0 0,-1 0 0 0 0,0-1 1 0 0,0 1-1 0 0,0 0 0 0 0,0-1 1 0 0,-1 1-1 0 0,1 0 1 0 0,-1-1-1 0 0,1 0 0 0 0,-1 1 1 0 0,-2 1-1 0 0,-10 11 433 0 0,0-1 0 0 0,0-1 0 0 0,-2 0 0 0 0,1-1 0 0 0,-2-1 0 0 0,1-1 1 0 0,-35 17-1 0 0,22-15-566 0 0,0-1 0 0 0,0-1 0 0 0,-1-1 0 0 0,-43 6 0 0 0,68-15-206 0 0,0 0 0 0 0,-1 0 0 0 0,1 0 0 0 0,0-1 0 0 0,0 0 0 0 0,-1 0 0 0 0,1-1 0 0 0,0 1 0 0 0,0-1 0 0 0,0 0 0 0 0,0 0 0 0 0,1-1 0 0 0,-1 0 0 0 0,0 0 0 0 0,1 0 0 0 0,-6-5 0 0 0,8 7 172 0 0,0 0 112 0 0,0 0 0 0 0,1 0 0 0 0,-1 0 0 0 0,0 0 0 0 0,0 0 0 0 0,0 1 0 0 0,0-1 0 0 0,0 1 0 0 0,0 0 0 0 0,0-1 0 0 0,0 1 0 0 0,0 0 1 0 0,0 0-1 0 0,0 0 0 0 0,0 1 0 0 0,0-1 0 0 0,0 0 0 0 0,0 1 0 0 0,1-1 0 0 0,-1 1 0 0 0,0 0 0 0 0,0-1 0 0 0,0 1 0 0 0,-2 2 0 0 0,-46 35 1517 0 0,24-17-934 0 0,-23 19 584 0 0,34-28-711 0 0,0 1 0 0 0,0-2 0 0 0,-1 0 0 0 0,-29 14 0 0 0,44-24-479 0 0,-1-1-1 0 0,0 0 1 0 0,1 1 0 0 0,-1-1-1 0 0,0 0 1 0 0,1 0-1 0 0,-1 0 1 0 0,0 0 0 0 0,1 0-1 0 0,-1-1 1 0 0,1 1-1 0 0,-1 0 1 0 0,0-1 0 0 0,1 1-1 0 0,-1-1 1 0 0,1 0 0 0 0,-1 1-1 0 0,1-1 1 0 0,-1 0-1 0 0,1 0 1 0 0,0 0 0 0 0,-1 0-1 0 0,1 0 1 0 0,0 0-1 0 0,0 0 1 0 0,0-1 0 0 0,0 1-1 0 0,0 0 1 0 0,-1-2 0 0 0,-31-53-814 0 0,20 32 420 0 0,7 15 356 0 0,-1 0 0 0 0,1 1 0 0 0,-2 0 1 0 0,1 0-1 0 0,-1 1 0 0 0,0 0 0 0 0,-1 0 1 0 0,1 1-1 0 0,-2 0 0 0 0,1 0 1 0 0,0 1-1 0 0,-19-7 0 0 0,10 6 418 0 0,0 1 0 0 0,-1 0 0 0 0,0 1 0 0 0,0 2 0 0 0,0-1 0 0 0,-27 2 0 0 0,62-1-864 0 0,0 0-1 0 0,0-1 1 0 0,0 0 0 0 0,-1-2-1 0 0,0 0 1 0 0,24-10 0 0 0,39-13-1558 0 0,24-3 1052 0 0,-101 30 1019 0 0,0 1 0 0 0,1-1 0 0 0,-1 1 0 0 0,0-1 0 0 0,1 1 0 0 0,-1 0 0 0 0,1-1 0 0 0,-1 1 0 0 0,0 0 0 0 0,1 0 0 0 0,-1 0 0 0 0,1 0 0 0 0,-1 1 0 0 0,1-1 0 0 0,-1 0 0 0 0,0 0 0 0 0,3 2 0 0 0,-4-2 2 0 0,1 0 0 0 0,-1 1 0 0 0,1-1 0 0 0,-1 1 0 0 0,0 0 0 0 0,1-1 0 0 0,-1 1 1 0 0,1-1-1 0 0,-1 1 0 0 0,0-1 0 0 0,1 1 0 0 0,-1 0 0 0 0,0-1 0 0 0,0 1 0 0 0,0 0 1 0 0,0-1-1 0 0,1 1 0 0 0,-1 0 0 0 0,0 0 0 0 0,0-1 0 0 0,0 1 0 0 0,0 0 0 0 0,0-1 1 0 0,-1 2-1 0 0,1 1 53 0 0,-1 1 1 0 0,0-1-1 0 0,0 0 0 0 0,-1 1 1 0 0,1-1-1 0 0,-1 0 1 0 0,1 0-1 0 0,-1 0 1 0 0,0 0-1 0 0,0 0 0 0 0,0-1 1 0 0,-3 4-1 0 0,-333 280 5198 0 0,320-272-5992 0 0,0-1 1 0 0,0-1 0 0 0,-30 14-1 0 0,47-25 649 0 0,0-1 0 0 0,0 1 0 0 0,1-1 1 0 0,-1 1-1 0 0,0-1 0 0 0,0 0 0 0 0,0 1 0 0 0,0-1 0 0 0,0 0 0 0 0,1 0 0 0 0,-1 0 0 0 0,0 0 0 0 0,0 0 0 0 0,0 0 0 0 0,0 0 1 0 0,0 0-1 0 0,0 0 0 0 0,0 0 0 0 0,0 0 0 0 0,0-1 0 0 0,1 1 0 0 0,-1 0 0 0 0,0-1 0 0 0,0 1 0 0 0,0 0 0 0 0,0-1 0 0 0,1 1 0 0 0,-1-1 1 0 0,0 1-1 0 0,1-1 0 0 0,-1 0 0 0 0,0 1 0 0 0,1-1 0 0 0,-1 0 0 0 0,1 1 0 0 0,-1-1 0 0 0,1 0 0 0 0,-2-1 0 0 0,2 0-83 0 0,-1 0-1 0 0,1 0 0 0 0,-1 0 1 0 0,1 0-1 0 0,0 0 0 0 0,-1 0 0 0 0,1-1 1 0 0,0 1-1 0 0,1 0 0 0 0,-1 0 1 0 0,0 0-1 0 0,0 0 0 0 0,1 0 0 0 0,1-3 1 0 0,19-30 310 0 0,-20 33 18 0 0,1 0 0 0 0,-1 1 0 0 0,1-1 1 0 0,-1 1-1 0 0,1-1 0 0 0,0 1 1 0 0,-1-1-1 0 0,1 1 0 0 0,0 0 1 0 0,0 0-1 0 0,0 0 0 0 0,0 0 1 0 0,0 0-1 0 0,0 0 0 0 0,1 1 0 0 0,-1-1 1 0 0,2 0-1 0 0,-2 1-76 0 0,0 1 1 0 0,0-1-1 0 0,0 0 0 0 0,-1 1 1 0 0,1-1-1 0 0,0 1 0 0 0,0 0 1 0 0,-1-1-1 0 0,1 1 0 0 0,0 0 1 0 0,-1 0-1 0 0,1 0 0 0 0,-1 0 1 0 0,1 1-1 0 0,-1-1 0 0 0,0 0 1 0 0,1 0-1 0 0,-1 1 0 0 0,0-1 0 0 0,0 1 1 0 0,0-1-1 0 0,0 1 0 0 0,0 0 1 0 0,0-1-1 0 0,-1 1 0 0 0,1 0 1 0 0,0 0-1 0 0,-1-1 0 0 0,0 1 1 0 0,1 0-1 0 0,-1 0 0 0 0,0 0 1 0 0,0 0-1 0 0,0 2 0 0 0,1 2 93 0 0,-1 0-1 0 0,0 0 0 0 0,-1 0 0 0 0,1 0 0 0 0,-1 0 1 0 0,0 0-1 0 0,-1 0 0 0 0,1 0 0 0 0,-4 8 1 0 0,0-5-264 0 0,0-1 0 0 0,-1 1 0 0 0,0-1 0 0 0,0-1 0 0 0,-1 1 0 0 0,0-1 0 0 0,-9 8 0 0 0,3-5-1212 0 0,0 0-1 0 0,-1-1 1 0 0,-27 13 0 0 0,10-9-2634 0 0,-1-1 0 0 0,0-2 0 0 0,-54 11 1 0 0,49-14 1655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6.102"/>
    </inkml:context>
    <inkml:brush xml:id="br0">
      <inkml:brushProperty name="width" value="0.05" units="cm"/>
      <inkml:brushProperty name="height" value="0.05" units="cm"/>
      <inkml:brushProperty name="color" value="#008C3A"/>
    </inkml:brush>
  </inkml:definitions>
  <inkml:trace contextRef="#ctx0" brushRef="#br0">674 0 3816 0 0,'0'0'1088'0'0,"-6"29"3268"0"0,-30 32-580 0 0,-46 59 0 0 0,32-48-1887 0 0,49-71-1889 0 0,1 0 1 0 0,-1 0-1 0 0,1-1 0 0 0,-1 1 0 0 0,1 0 1 0 0,-1-1-1 0 0,0 1 0 0 0,1 0 1 0 0,-1-1-1 0 0,0 1 0 0 0,0-1 0 0 0,1 1 1 0 0,-1-1-1 0 0,0 1 0 0 0,0-1 1 0 0,0 0-1 0 0,0 1 0 0 0,0-1 0 0 0,1 0 1 0 0,-1 0-1 0 0,0 1 0 0 0,0-1 1 0 0,0 0-1 0 0,0 0 0 0 0,0 0 0 0 0,0 0 1 0 0,0 0-1 0 0,0-1 0 0 0,0 1 1 0 0,0 0-1 0 0,0 0 0 0 0,1-1 0 0 0,-1 1 1 0 0,0 0-1 0 0,0-1 0 0 0,0 1 1 0 0,0-1-1 0 0,1 1 0 0 0,-1-1 0 0 0,0 1 1 0 0,0-1-1 0 0,1 0 0 0 0,-1 1 1 0 0,1-1-1 0 0,-2-1 0 0 0,-33-45-161 0 0,17 22 135 0 0,8 17 128 0 0,0 1 1 0 0,0 1-1 0 0,0-1 0 0 0,0 2 1 0 0,-1-1-1 0 0,0 2 0 0 0,-1-1 1 0 0,1 1-1 0 0,-1 1 1 0 0,1 0-1 0 0,-1 1 0 0 0,0 0 1 0 0,0 1-1 0 0,0 0 0 0 0,0 1 1 0 0,-21 2-1 0 0,23-2 51 0 0,1 1 0 0 0,-1 1 0 0 0,1 0 0 0 0,-1 0 0 0 0,1 1-1 0 0,0 0 1 0 0,0 0 0 0 0,0 1 0 0 0,0 0 0 0 0,1 1 0 0 0,-1 0 0 0 0,1 0 0 0 0,0 1 0 0 0,1 0 0 0 0,-1 0-1 0 0,1 1 1 0 0,1 0 0 0 0,-1 0 0 0 0,1 1 0 0 0,0-1 0 0 0,-6 13 0 0 0,10-15-88 0 0,-1 1 0 0 0,1 0 0 0 0,1 1 0 0 0,-1-1 0 0 0,1 0 0 0 0,0 0 0 0 0,0 1 0 0 0,1-1-1 0 0,0 0 1 0 0,0 11 0 0 0,1-16-82 0 0,-1 0 0 0 0,0 1 0 0 0,0-1 0 0 0,1 1 0 0 0,-1-1 0 0 0,1 0 0 0 0,-1 1 0 0 0,1-1 0 0 0,0 0-1 0 0,-1 1 1 0 0,1-1 0 0 0,0 0 0 0 0,0 0 0 0 0,0 0 0 0 0,0 0 0 0 0,0 0 0 0 0,0 0 0 0 0,0 0-1 0 0,2 2 1 0 0,-1-3-73 0 0,0 1-1 0 0,0-1 0 0 0,0 0 0 0 0,0 0 0 0 0,-1 1 1 0 0,1-1-1 0 0,0 0 0 0 0,0 0 0 0 0,0-1 0 0 0,0 1 1 0 0,0 0-1 0 0,0-1 0 0 0,-1 1 0 0 0,1-1 0 0 0,0 0 1 0 0,0 1-1 0 0,-1-1 0 0 0,1 0 0 0 0,2-2 0 0 0,12-6-1146 0 0,-1 0 0 0 0,-1-1-1 0 0,17-16 1 0 0,-14 11-1411 0 0,-1-1 1 0 0,-1-1 0 0 0,-1-1-1 0 0,15-23 1 0 0,-10 11 190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6.480"/>
    </inkml:context>
    <inkml:brush xml:id="br0">
      <inkml:brushProperty name="width" value="0.05" units="cm"/>
      <inkml:brushProperty name="height" value="0.05" units="cm"/>
      <inkml:brushProperty name="color" value="#008C3A"/>
    </inkml:brush>
  </inkml:definitions>
  <inkml:trace contextRef="#ctx0" brushRef="#br0">0 78 5885 0 0,'0'0'8232'0'0,"4"-2"-6968"0"0,54-21 2783 0 0,8 2-4269 0 0,2 3-4735 0 0,-2 6-5202 0 0,-49 10 7737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6.828"/>
    </inkml:context>
    <inkml:brush xml:id="br0">
      <inkml:brushProperty name="width" value="0.05" units="cm"/>
      <inkml:brushProperty name="height" value="0.05" units="cm"/>
      <inkml:brushProperty name="color" value="#008C3A"/>
    </inkml:brush>
  </inkml:definitions>
  <inkml:trace contextRef="#ctx0" brushRef="#br0">0 0 8169 0 0,'1'12'11103'0'0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8.932"/>
    </inkml:context>
    <inkml:brush xml:id="br0">
      <inkml:brushProperty name="width" value="0.05" units="cm"/>
      <inkml:brushProperty name="height" value="0.05" units="cm"/>
      <inkml:brushProperty name="color" value="#008C3A"/>
    </inkml:brush>
  </inkml:definitions>
  <inkml:trace contextRef="#ctx0" brushRef="#br0">894 67 6553 0 0,'-7'-7'11131'0'0,"6"7"-10925"0"0,-18 14 2554 0 0,-13 21-1856 0 0,14-6-1 0 0,-22 39 39 0 0,38-64-1069 0 0,0 0 0 0 0,1 0 0 0 0,-1 0 0 0 0,1 1 1 0 0,0-1-1 0 0,0 1 0 0 0,1-1 0 0 0,-1 1 0 0 0,1-1 1 0 0,0 1-1 0 0,0-1 0 0 0,0 1 0 0 0,1-1 0 0 0,0 5 1 0 0,0-7-49 0 0,0-1 0 0 0,0 1 0 0 0,1-1 0 0 0,-1 1 0 0 0,0-1 0 0 0,0 1 0 0 0,1-1 0 0 0,-1 0 0 0 0,1 0 0 0 0,-1 1 0 0 0,1-1 0 0 0,0 0 0 0 0,-1-1 0 0 0,1 1 0 0 0,0 0 0 0 0,-1 0 0 0 0,1-1 0 0 0,0 1 0 0 0,0-1 0 0 0,0 1 0 0 0,0-1 0 0 0,0 0 0 0 0,-1 0 0 0 0,1 0 0 0 0,0 0 0 0 0,3 0 0 0 0,56-7-3081 0 0,-53 6 2777 0 0,16 0 74 0 0,-24 1 419 0 0,1 0 1 0 0,-1 0-1 0 0,0 0 1 0 0,0 0-1 0 0,0 0 1 0 0,0 0-1 0 0,1 0 0 0 0,-1 1 1 0 0,0-1-1 0 0,0 0 1 0 0,0 0-1 0 0,0 0 1 0 0,0 0-1 0 0,0 0 0 0 0,1 0 1 0 0,-1 0-1 0 0,0 1 1 0 0,0-1-1 0 0,0 0 0 0 0,0 0 1 0 0,0 0-1 0 0,0 0 1 0 0,0 0-1 0 0,0 1 1 0 0,0-1-1 0 0,0 0 0 0 0,0 0 1 0 0,0 0-1 0 0,0 0 1 0 0,0 1-1 0 0,0-1 1 0 0,0 0-1 0 0,0 0 0 0 0,0 0 1 0 0,0 0-1 0 0,0 1 1 0 0,0-1-1 0 0,0 0 1 0 0,0 0-1 0 0,0 0 0 0 0,0 0 1 0 0,0 1-1 0 0,0-1 1 0 0,0 0-1 0 0,0 0 0 0 0,0 0 1 0 0,-1 0-1 0 0,1 0 1 0 0,0 0-1 0 0,0 1 1 0 0,0-1-1 0 0,0 0 0 0 0,-1 0 1 0 0,-31 25 2388 0 0,15-14-2149 0 0,-22 20 1385 0 0,-1-2 0 0 0,-64 34 0 0 0,102-62-1693 0 0,0-1-1 0 0,0 1 1 0 0,0-1 0 0 0,-1 1 0 0 0,1-1 0 0 0,0 0 0 0 0,0 0 0 0 0,0 0 0 0 0,0 0 0 0 0,0-1 0 0 0,0 1 0 0 0,0 0 0 0 0,-1-1 0 0 0,1 1 0 0 0,0-1 0 0 0,0 0 0 0 0,0 0 0 0 0,1 0 0 0 0,-1 0 0 0 0,0 0-1 0 0,0 0 1 0 0,0 0 0 0 0,1-1 0 0 0,-1 1 0 0 0,1-1 0 0 0,-1 1 0 0 0,1-1 0 0 0,-1 1 0 0 0,1-1 0 0 0,-1-2 0 0 0,-7-8-357 0 0,1 0 0 0 0,0-1 0 0 0,-6-15 0 0 0,10 21 301 0 0,-58-141-1506 0 0,41 92 2177 0 0,-29-54 0 0 0,29 63 301 0 0,20 46-801 0 0,18 47-770 0 0,-13-41 714 0 0,0 0 0 0 0,0 1 0 0 0,-1 0 0 0 0,1 0 0 0 0,-2 0 0 0 0,1 0 0 0 0,-1 0 0 0 0,0 1 0 0 0,0-1 0 0 0,0 1 0 0 0,-1 0 0 0 0,0-1 0 0 0,-1 1 0 0 0,1 0 0 0 0,-1 0 0 0 0,-1-1 0 0 0,1 1 0 0 0,-1 0 1 0 0,0-1-1 0 0,-1 1 0 0 0,-1 6 0 0 0,-7 7 154 0 0,1-1 19 0 0,-1 1 1 0 0,-1-2 0 0 0,0 1 0 0 0,-15 17-1 0 0,-74 93-24 0 0,83-96-1053 0 0,16-32 868 0 0,1 0 0 0 0,0 0 1 0 0,-1 0-1 0 0,1-1 0 0 0,0 1 0 0 0,0 0 0 0 0,0 0 0 0 0,-1 0 0 0 0,1 0 1 0 0,0 0-1 0 0,0 0 0 0 0,0-1 0 0 0,1 1 0 0 0,-1 0 0 0 0,0 0 0 0 0,0 0 1 0 0,0 0-1 0 0,1 0 0 0 0,-1-1 0 0 0,0 1 0 0 0,1 0 0 0 0,-1 0 0 0 0,1-1 1 0 0,-1 1-1 0 0,1 0 0 0 0,-1 0 0 0 0,1-1 0 0 0,-1 1 0 0 0,1 0 0 0 0,0-1 1 0 0,-1 1-1 0 0,1-1 0 0 0,0 1 0 0 0,-1-1 0 0 0,1 1 0 0 0,0-1 0 0 0,0 0 1 0 0,0 1-1 0 0,1-1 0 0 0,13 3-132 0 0,1 0 0 0 0,0-1 0 0 0,-1-1 1 0 0,18-1-1 0 0,-20 0 180 0 0,0 0 0 0 0,0 0 1 0 0,-1 1-1 0 0,1 1 0 0 0,0 0 1 0 0,23 8-1 0 0,-35-9 0 0 0,1-1 1 0 0,-1 1-1 0 0,0-1 0 0 0,0 1 1 0 0,0 0-1 0 0,0 0 0 0 0,0-1 0 0 0,0 1 1 0 0,0 0-1 0 0,-1 0 0 0 0,1 0 1 0 0,0 0-1 0 0,0 0 0 0 0,-1 0 0 0 0,1 0 1 0 0,-1 0-1 0 0,1 0 0 0 0,-1 0 1 0 0,1 1-1 0 0,-1-1 0 0 0,1 0 0 0 0,-1 0 1 0 0,0 0-1 0 0,0 1 0 0 0,0-1 1 0 0,0 0-1 0 0,0 0 0 0 0,0 1 0 0 0,0-1 1 0 0,0 0-1 0 0,0 0 0 0 0,0 1 1 0 0,-1-1-1 0 0,1 0 0 0 0,-1 0 0 0 0,1 0 1 0 0,-1 0-1 0 0,1 0 0 0 0,-1 1 1 0 0,1-1-1 0 0,-1 0 0 0 0,0 0 0 0 0,0 0 1 0 0,0-1-1 0 0,0 2 0 0 0,-5 6 257 0 0,0-1 0 0 0,0 0 1 0 0,-1 0-1 0 0,-9 8 0 0 0,-6 3 670 0 0,-2 0 1 0 0,-1-1-1 0 0,-47 23 0 0 0,57-33-549 0 0,1-1 0 0 0,-1 0 0 0 0,0-1 0 0 0,0-1-1 0 0,0 0 1 0 0,-1-1 0 0 0,0-1 0 0 0,-30 1-1 0 0,41-4-624 0 0,-1 1 0 0 0,0-1-1 0 0,1 0 1 0 0,-1 0 0 0 0,0-1-1 0 0,1 0 1 0 0,-1 0 0 0 0,-7-4-1 0 0,7 3-439 0 0,1-1-1 0 0,0 0 1 0 0,0 0-1 0 0,0 0 0 0 0,0 0 1 0 0,1-1-1 0 0,0 0 1 0 0,0 0-1 0 0,0 0 0 0 0,0 0 1 0 0,-3-7-1 0 0,2 1-750 0 0,0 0-1 0 0,1 1 1 0 0,0-2 0 0 0,1 1-1 0 0,-3-19 1 0 0,1-27-1508 0 0,5 31 336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39.294"/>
    </inkml:context>
    <inkml:brush xml:id="br0">
      <inkml:brushProperty name="width" value="0.05" units="cm"/>
      <inkml:brushProperty name="height" value="0.05" units="cm"/>
      <inkml:brushProperty name="color" value="#008C3A"/>
    </inkml:brush>
  </inkml:definitions>
  <inkml:trace contextRef="#ctx0" brushRef="#br0">10 1 7301 0 0,'-4'4'5802'0'0,"-1"8"-1764"0"0,6 14-212 0 0,10 48 1 0 0,-1 0-3053 0 0,7 42-5256 0 0,1 15-12604 0 0,-18-114 14662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0.673"/>
    </inkml:context>
    <inkml:brush xml:id="br0">
      <inkml:brushProperty name="width" value="0.05" units="cm"/>
      <inkml:brushProperty name="height" value="0.05" units="cm"/>
      <inkml:brushProperty name="color" value="#008C3A"/>
    </inkml:brush>
  </inkml:definitions>
  <inkml:trace contextRef="#ctx0" brushRef="#br0">876 11 5813 0 0,'1'-11'11463'0'0,"6"33"-10414"0"0,-1-1 1 0 0,-1 1-1 0 0,-1 0 0 0 0,0 1 0 0 0,0 40 0 0 0,-2-32-709 0 0,1 1-1 0 0,9 40 1 0 0,-10-65-372 0 0,0 0 1 0 0,-1 0-1 0 0,0 1 1 0 0,0-1 0 0 0,-1 1-1 0 0,0-1 1 0 0,0 1 0 0 0,-1-1-1 0 0,0 0 1 0 0,0 1-1 0 0,-1-1 1 0 0,1 0 0 0 0,-2 0-1 0 0,1 0 1 0 0,-1 0-1 0 0,0 0 1 0 0,-1 0 0 0 0,1-1-1 0 0,-1 1 1 0 0,-1-1-1 0 0,1 0 1 0 0,-1-1 0 0 0,0 1-1 0 0,0-1 1 0 0,-1 0 0 0 0,1 0-1 0 0,-1 0 1 0 0,0-1-1 0 0,-1 0 1 0 0,1 0 0 0 0,-1-1-1 0 0,1 0 1 0 0,-1 0-1 0 0,0 0 1 0 0,0-1 0 0 0,-1 0-1 0 0,1 0 1 0 0,0-1 0 0 0,-1 0-1 0 0,-10 0 1 0 0,13-1-244 0 0,0 0-1 0 0,1-1 1 0 0,-1 1 0 0 0,0-1 0 0 0,0 0 0 0 0,0 0 0 0 0,1-1-1 0 0,-1 0 1 0 0,1 0 0 0 0,-1 0 0 0 0,1 0 0 0 0,0 0 0 0 0,-6-5-1 0 0,9 6 188 0 0,1 0-1 0 0,-1 0 0 0 0,1 0 0 0 0,-1 0 1 0 0,1 0-1 0 0,0 0 0 0 0,-1 0 0 0 0,1 0 1 0 0,0 0-1 0 0,0 0 0 0 0,0 0 0 0 0,0 0 0 0 0,0 0 1 0 0,0 0-1 0 0,0 0 0 0 0,0 0 0 0 0,0 0 1 0 0,0 0-1 0 0,0 0 0 0 0,1 0 0 0 0,-1 0 1 0 0,0 0-1 0 0,1 0 0 0 0,-1 0 0 0 0,1 0 1 0 0,-1 0-1 0 0,1 0 0 0 0,0 0 0 0 0,-1 1 0 0 0,1-1 1 0 0,0 0-1 0 0,-1 0 0 0 0,1 1 0 0 0,0-1 1 0 0,0 0-1 0 0,1 0 0 0 0,32-25-1611 0 0,-9 13 1134 0 0,-21 11 998 0 0,-8 7 175 0 0,-11 12-11 0 0,-52 71 1619 0 0,4 3 1 0 0,-84 162-1 0 0,131-218-1849 0 0,-14 23-851 0 0,29-58 278 0 0,4-39-1357 0 0,9-49 202 0 0,-4 1 1 0 0,-5-137-1 0 0,-3 219 1477 0 0,0 1 0 0 0,-1 0-1 0 0,1 0 1 0 0,-1 0 0 0 0,0 0-1 0 0,0 0 1 0 0,0 0 0 0 0,0 1 0 0 0,-1-1-1 0 0,0 0 1 0 0,0 0 0 0 0,0 1-1 0 0,0-1 1 0 0,0 1 0 0 0,-1 0 0 0 0,1 0-1 0 0,-1 0 1 0 0,0 0 0 0 0,0 0-1 0 0,-4-3 1 0 0,3 4 21 0 0,0 1-1 0 0,0-1 0 0 0,0 1 1 0 0,0 0-1 0 0,0 0 1 0 0,0 0-1 0 0,0 1 1 0 0,0-1-1 0 0,0 1 1 0 0,-1 0-1 0 0,1 0 1 0 0,0 0-1 0 0,0 1 1 0 0,0 0-1 0 0,0-1 1 0 0,0 1-1 0 0,0 1 1 0 0,0-1-1 0 0,-8 4 1 0 0,-2 2 57 0 0,0 0 1 0 0,1 1-1 0 0,0 0 1 0 0,0 2-1 0 0,1-1 1 0 0,0 1 0 0 0,0 1-1 0 0,1 0 1 0 0,1 0-1 0 0,0 2 1 0 0,0-1-1 0 0,-7 15 1 0 0,16-26-240 0 0,0 0 0 0 0,0 0 0 0 0,0 1 1 0 0,0-1-1 0 0,0 1 0 0 0,0-1 0 0 0,0 1 0 0 0,1-1 1 0 0,-1 1-1 0 0,1-1 0 0 0,-1 1 0 0 0,1 0 0 0 0,0-1 1 0 0,0 1-1 0 0,-1-1 0 0 0,1 1 0 0 0,0 0 0 0 0,0-1 1 0 0,1 1-1 0 0,-1 0 0 0 0,0-1 0 0 0,0 1 0 0 0,1 0 1 0 0,-1-1-1 0 0,1 1 0 0 0,0-1 0 0 0,-1 1 0 0 0,1-1 1 0 0,0 1-1 0 0,0-1 0 0 0,0 0 0 0 0,1 2 0 0 0,0-2-63 0 0,0 1 0 0 0,-1-1-1 0 0,1 0 1 0 0,0-1 0 0 0,0 1-1 0 0,0 0 1 0 0,0-1 0 0 0,0 1-1 0 0,0-1 1 0 0,0 1 0 0 0,0-1-1 0 0,1 0 1 0 0,-1 0 0 0 0,0 0-1 0 0,0 0 1 0 0,0 0 0 0 0,0 0-1 0 0,0-1 1 0 0,0 1 0 0 0,0-1-1 0 0,0 1 1 0 0,0-1-1 0 0,0 0 1 0 0,3-1 0 0 0,-2 0-19 0 0,5-1-108 0 0,-1-1-1 0 0,1-1 1 0 0,-1 1 0 0 0,10-9 0 0 0,-16 13 254 0 0,0-1 0 0 0,0 0 1 0 0,0 0-1 0 0,0 0 0 0 0,0 0 1 0 0,0 0-1 0 0,0 0 0 0 0,-1 0 1 0 0,1 0-1 0 0,0 0 0 0 0,-1 0 1 0 0,1 0-1 0 0,0-1 1 0 0,-1 1-1 0 0,0 0 0 0 0,1 0 1 0 0,-1-1-1 0 0,0 1 0 0 0,0 0 1 0 0,1 0-1 0 0,-1-1 0 0 0,0 1 1 0 0,0 0-1 0 0,0-1 0 0 0,-1 1 1 0 0,1 0-1 0 0,0-1 0 0 0,0 1 1 0 0,-1 0-1 0 0,1 0 0 0 0,-1 0 1 0 0,1-1-1 0 0,-1 1 0 0 0,1 0 1 0 0,-1 0-1 0 0,0 0 0 0 0,-1-1 1 0 0,0-1 43 0 0,0 2 0 0 0,0-1 0 0 0,0 0 0 0 0,-1 0 0 0 0,1 1 0 0 0,-1-1 0 0 0,1 1 0 0 0,-1 0 0 0 0,0 0 0 0 0,1 0 0 0 0,-1 0 0 0 0,0 0 1 0 0,0 0-1 0 0,0 1 0 0 0,0-1 0 0 0,1 1 0 0 0,-1 0 0 0 0,0 0 0 0 0,0 0 0 0 0,0 0 0 0 0,0 1 0 0 0,0-1 0 0 0,0 1 0 0 0,1 0 0 0 0,-1 0 0 0 0,0 0 0 0 0,-3 1 0 0 0,-5 2 171 0 0,1 1-1 0 0,-1 0 1 0 0,1 1-1 0 0,0 0 1 0 0,-12 9-1 0 0,12-6-84 0 0,1 1-1 0 0,0 0 1 0 0,0 0-1 0 0,1 0 1 0 0,1 1-1 0 0,-1 0 1 0 0,2 1-1 0 0,0 0 1 0 0,0 0-1 0 0,1 0 1 0 0,0 0-1 0 0,1 1 1 0 0,1 0-1 0 0,-4 21 1 0 0,3 0 176 0 0,1-1 1 0 0,1 1 0 0 0,2-1 0 0 0,6 56-1 0 0,-1-59-956 0 0,1-1-1 0 0,1 0 0 0 0,13 33 0 0 0,-1-14-5487 0 0,3-3-7103 0 0,-18-39 10721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1.068"/>
    </inkml:context>
    <inkml:brush xml:id="br0">
      <inkml:brushProperty name="width" value="0.05" units="cm"/>
      <inkml:brushProperty name="height" value="0.05" units="cm"/>
      <inkml:brushProperty name="color" value="#008C3A"/>
    </inkml:brush>
  </inkml:definitions>
  <inkml:trace contextRef="#ctx0" brushRef="#br0">1 23 7525 0 0,'0'0'4916'0'0,"0"-13"1841"0"0,0 7-5561 0 0,5 3-4524 0 0,-1 22-9942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1.844"/>
    </inkml:context>
    <inkml:brush xml:id="br0">
      <inkml:brushProperty name="width" value="0.05" units="cm"/>
      <inkml:brushProperty name="height" value="0.05" units="cm"/>
      <inkml:brushProperty name="color" value="#008C3A"/>
    </inkml:brush>
  </inkml:definitions>
  <inkml:trace contextRef="#ctx0" brushRef="#br0">35 20 2620 0 0,'0'0'8121'0'0,"-14"-14"-7873"0"0,4 8 3076 0 0,9 7-3300 0 0,0-1 0 0 0,1 1-1 0 0,-1 0 1 0 0,0-1 0 0 0,1 1 0 0 0,-1 0-1 0 0,0-1 1 0 0,1 1 0 0 0,-1 0-1 0 0,1-1 1 0 0,-1 1 0 0 0,1 0-1 0 0,0 0 1 0 0,-1 0 0 0 0,1 0 0 0 0,0 0-1 0 0,-1-1 1 0 0,1 1 0 0 0,0 0-1 0 0,0 0 1 0 0,0 0 0 0 0,0 0 0 0 0,0 0-1 0 0,0 0 1 0 0,0 0 0 0 0,0 0-1 0 0,0 0 1 0 0,1 1 0 0 0,4 5-3189 0 0,5-2-4983 0 0,-5-3 5552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3.523"/>
    </inkml:context>
    <inkml:brush xml:id="br0">
      <inkml:brushProperty name="width" value="0.05" units="cm"/>
      <inkml:brushProperty name="height" value="0.05" units="cm"/>
      <inkml:brushProperty name="color" value="#008C3A"/>
    </inkml:brush>
  </inkml:definitions>
  <inkml:trace contextRef="#ctx0" brushRef="#br0">872 225 3848 0 0,'-43'-5'5743'0'0,"39"3"-5544"0"0,0 1-1 0 0,0-1 1 0 0,1 0-1 0 0,-1-1 1 0 0,0 1 0 0 0,1 0-1 0 0,0-1 1 0 0,-1 0 0 0 0,1 0-1 0 0,0 0 1 0 0,1 0 0 0 0,-1 0-1 0 0,1-1 1 0 0,-1 1 0 0 0,1-1-1 0 0,0 0 1 0 0,0 0-1 0 0,0 1 1 0 0,1-1 0 0 0,-1 0-1 0 0,0-7 1 0 0,-2-4 18 0 0,0 1 1 0 0,2-1-1 0 0,0 0 0 0 0,0-26 0 0 0,1 39-197 0 0,1 0 0 0 0,0 1 0 0 0,0-1-1 0 0,0 0 1 0 0,1 0 0 0 0,-1 0 0 0 0,0 1-1 0 0,1-1 1 0 0,-1 0 0 0 0,1 1-1 0 0,-1-1 1 0 0,1 0 0 0 0,0 1 0 0 0,0-1-1 0 0,0 0 1 0 0,0 1 0 0 0,0 0 0 0 0,0-1-1 0 0,0 1 1 0 0,0 0 0 0 0,1-1 0 0 0,-1 1-1 0 0,0 0 1 0 0,1 0 0 0 0,-1 0-1 0 0,3-1 1 0 0,0 1-2 0 0,-1 0-1 0 0,1 0 1 0 0,0 0-1 0 0,0 1 0 0 0,0-1 1 0 0,0 1-1 0 0,-1 0 1 0 0,1 0-1 0 0,0 1 1 0 0,0-1-1 0 0,7 3 0 0 0,5 1-83 0 0,0 2-1 0 0,0 0 0 0 0,0 0 0 0 0,24 15 0 0 0,-32-16 39 0 0,-1-1 0 0 0,0 1 0 0 0,0 1 0 0 0,-1-1 0 0 0,0 1-1 0 0,0 0 1 0 0,0 1 0 0 0,0 0 0 0 0,-1-1 0 0 0,0 2 0 0 0,4 8 0 0 0,-7-12 62 0 0,0 0 0 0 0,-1 1 0 0 0,1-1 0 0 0,-1 1 0 0 0,0-1 1 0 0,0 1-1 0 0,-1-1 0 0 0,1 1 0 0 0,-1 0 0 0 0,0-1 0 0 0,0 1 0 0 0,-1-1 0 0 0,0 1 0 0 0,1 0 0 0 0,-1-1 0 0 0,-1 0 0 0 0,1 1 0 0 0,-1-1 0 0 0,1 0 0 0 0,-1 1 0 0 0,-1-1 0 0 0,-4 7 0 0 0,-4 6 157 0 0,0-1 0 0 0,-2 0 0 0 0,0-1-1 0 0,-1 0 1 0 0,-1-1 0 0 0,0-1 0 0 0,0 0-1 0 0,-2-1 1 0 0,-20 12 0 0 0,36-23-308 0 0,0-1 1 0 0,0 1-1 0 0,0 0 0 0 0,-1-1 1 0 0,1 1-1 0 0,0-1 0 0 0,0 1 1 0 0,0-1-1 0 0,-1 0 0 0 0,1 1 1 0 0,0-1-1 0 0,0 0 0 0 0,-1 0 1 0 0,1 0-1 0 0,0 0 0 0 0,-1 0 1 0 0,1 0-1 0 0,0 0 0 0 0,0-1 1 0 0,-1 1-1 0 0,1 0 0 0 0,0-1 1 0 0,0 1-1 0 0,-1-1 0 0 0,-1 0 1 0 0,2-1-115 0 0,0 1 1 0 0,0-1-1 0 0,1 1 1 0 0,-1 0-1 0 0,0-1 1 0 0,0 0-1 0 0,1 1 1 0 0,-1-1-1 0 0,1 1 1 0 0,0-1 0 0 0,-1 0-1 0 0,1 1 1 0 0,0-1-1 0 0,0 0 1 0 0,0 1-1 0 0,0-4 1 0 0,1-4-569 0 0,1 0 1 0 0,-1 0 0 0 0,1 1-1 0 0,1-1 1 0 0,-1 1 0 0 0,6-11-1 0 0,-3 10 595 0 0,0 1 0 0 0,1 0 1 0 0,0 0-1 0 0,0 1 0 0 0,1 0 0 0 0,0 0 0 0 0,0 1 0 0 0,0-1 0 0 0,1 1 0 0 0,15-8 1 0 0,-17 10 626 0 0,0 1 0 0 0,1 1 0 0 0,-1-1 0 0 0,1 1 1 0 0,-1 0-1 0 0,1 0 0 0 0,0 1 0 0 0,0-1 0 0 0,10 1 1 0 0,-16 1-345 0 0,0 0 1 0 0,-1 0 0 0 0,1-1 0 0 0,0 1-1 0 0,-1 0 1 0 0,1 0 0 0 0,0 0 0 0 0,-1 0-1 0 0,1 1 1 0 0,0-1 0 0 0,-1 0 0 0 0,1 0-1 0 0,0 0 1 0 0,-1 0 0 0 0,1 1 0 0 0,0-1 0 0 0,-1 0-1 0 0,1 1 1 0 0,-1-1 0 0 0,1 0 0 0 0,-1 1-1 0 0,1-1 1 0 0,-1 1 0 0 0,1-1 0 0 0,-1 1-1 0 0,1-1 1 0 0,-1 1 0 0 0,1-1 0 0 0,-1 1-1 0 0,0-1 1 0 0,1 1 0 0 0,-1 0 0 0 0,0-1-1 0 0,1 2 1 0 0,-1 0 40 0 0,-1-1 0 0 0,1 1 0 0 0,0 0 0 0 0,-1 0-1 0 0,1-1 1 0 0,-1 1 0 0 0,1 0 0 0 0,-1-1 0 0 0,0 1 0 0 0,0 0 0 0 0,0-1 0 0 0,-2 3-1 0 0,-36 39 1763 0 0,-2-16-653 0 0,-1-1 0 0 0,-1-2 1 0 0,-54 22-1 0 0,-144 44 1624 0 0,145-56-1720 0 0,81-28-970 0 0,-45 13-118 0 0,57-18-249 0 0,-1 0 1 0 0,0 0-1 0 0,0-1 1 0 0,0 1-1 0 0,1-1 0 0 0,-1 0 1 0 0,0 0-1 0 0,0 0 0 0 0,0-1 1 0 0,0 1-1 0 0,1-1 0 0 0,-8-2 1 0 0,11 3 113 0 0,-1-1 0 0 0,0 1 0 0 0,0-1 0 0 0,0 1 1 0 0,1-1-1 0 0,-1 1 0 0 0,0-1 0 0 0,0 1 0 0 0,1-1 0 0 0,-1 0 1 0 0,1 1-1 0 0,-1-1 0 0 0,1 0 0 0 0,-1 1 0 0 0,1-1 0 0 0,-1 0 1 0 0,1 0-1 0 0,-1 0 0 0 0,1 1 0 0 0,0-1 0 0 0,-1 0 0 0 0,1 0 1 0 0,0 0-1 0 0,0 0 0 0 0,0 0 0 0 0,0 0 0 0 0,0 0 0 0 0,0-1 1 0 0,13-26-1369 0 0,29-16-48 0 0,-38 40 1602 0 0,1 1 1 0 0,-1 0 0 0 0,1 0-1 0 0,-1 0 1 0 0,1 0 0 0 0,0 1-1 0 0,0 0 1 0 0,0 0 0 0 0,0 0-1 0 0,1 0 1 0 0,-1 1 0 0 0,10-1-1 0 0,-13 2 29 0 0,0 0-1 0 0,-1 0 1 0 0,1 0-1 0 0,-1 0 1 0 0,1 1-1 0 0,0-1 1 0 0,-1 0-1 0 0,1 1 1 0 0,-1-1-1 0 0,1 1 1 0 0,-1 0-1 0 0,0 0 1 0 0,1-1-1 0 0,-1 1 0 0 0,0 0 1 0 0,1 0-1 0 0,-1 0 1 0 0,2 2-1 0 0,-2 0-1 0 0,1-1 1 0 0,-1 1-1 0 0,1 0 0 0 0,-1-1 0 0 0,0 1 0 0 0,0 0 0 0 0,0-1 0 0 0,-1 1 0 0 0,1 0 0 0 0,-1 0 0 0 0,1 0 1 0 0,-1 0-1 0 0,0 5 0 0 0,-1 4 26 0 0,-1 0 0 0 0,0-1 1 0 0,-1 1-1 0 0,0-1 1 0 0,-1 1-1 0 0,0-1 0 0 0,-1 0 1 0 0,0 0-1 0 0,-1-1 0 0 0,0 0 1 0 0,0 0-1 0 0,-1 0 0 0 0,-1-1 1 0 0,-10 11-1 0 0,-3 3-1123 0 0,-2-1-1 0 0,-1-1 1 0 0,0-1 0 0 0,-34 20-1 0 0,38-28-1542 0 0,1-1 0 0 0,-2-1 1 0 0,1-1-1 0 0,-43 13 0 0 0,20-11 19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3.963"/>
    </inkml:context>
    <inkml:brush xml:id="br0">
      <inkml:brushProperty name="width" value="0.05" units="cm"/>
      <inkml:brushProperty name="height" value="0.05" units="cm"/>
      <inkml:brushProperty name="color" value="#008C3A"/>
    </inkml:brush>
  </inkml:definitions>
  <inkml:trace contextRef="#ctx0" brushRef="#br0">0 0 4840 0 0,'4'11'8497'0'0,"13"43"-4754"0"0,17 102-296 0 0,-16-51-4696 0 0,-4-17-3804 0 0,-2-1-4987 0 0,-8-62 7387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4.376"/>
    </inkml:context>
    <inkml:brush xml:id="br0">
      <inkml:brushProperty name="width" value="0.05" units="cm"/>
      <inkml:brushProperty name="height" value="0.05" units="cm"/>
      <inkml:brushProperty name="color" value="#008C3A"/>
    </inkml:brush>
  </inkml:definitions>
  <inkml:trace contextRef="#ctx0" brushRef="#br0">70 1 4032 0 0,'0'0'6093'0'0,"-3"3"-4909"0"0,-33 45 3915 0 0,34-45-4968 0 0,0 0 0 0 0,1 0-1 0 0,-1-1 1 0 0,1 1 0 0 0,-1 0-1 0 0,1 0 1 0 0,0 0 0 0 0,1 1 0 0 0,-1-1-1 0 0,0 0 1 0 0,1 0 0 0 0,0 0-1 0 0,-1 1 1 0 0,1-1 0 0 0,0 0 0 0 0,1 0-1 0 0,0 6 1 0 0,0-9-159 0 0,-1 1 0 0 0,1 0 0 0 0,0-1 0 0 0,0 1 0 0 0,-1-1 0 0 0,1 1 0 0 0,0-1 0 0 0,0 1 0 0 0,0-1 0 0 0,0 0 0 0 0,-1 1 0 0 0,1-1 0 0 0,0 0 0 0 0,0 0 0 0 0,0 1 0 0 0,0-1 0 0 0,0 0 0 0 0,0 0 1 0 0,0 0-1 0 0,0 0 0 0 0,0 0 0 0 0,-1-1 0 0 0,1 1 0 0 0,0 0 0 0 0,0 0 0 0 0,0-1 0 0 0,0 1 0 0 0,1-1 0 0 0,34-13-467 0 0,-21 9 313 0 0,-13 4 355 0 0,0 0 0 0 0,0 0-1 0 0,1 0 1 0 0,-1 1 0 0 0,1-1 0 0 0,-1 1 0 0 0,0 0 0 0 0,1 0 0 0 0,-1 0-1 0 0,1 0 1 0 0,-1 0 0 0 0,0 0 0 0 0,5 2 0 0 0,-5 8 1501 0 0,-15 12-1476 0 0,-38 53-1 0 0,21-22-3005 0 0,9-7-2522 0 0,6 1-3588 0 0,12-34 6280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4.835"/>
    </inkml:context>
    <inkml:brush xml:id="br0">
      <inkml:brushProperty name="width" value="0.05" units="cm"/>
      <inkml:brushProperty name="height" value="0.05" units="cm"/>
      <inkml:brushProperty name="color" value="#008C3A"/>
    </inkml:brush>
  </inkml:definitions>
  <inkml:trace contextRef="#ctx0" brushRef="#br0">392 94 4676 0 0,'5'24'11424'0'0,"4"-2"-7135"0"0,-7-19-4214 0 0,0 1 0 0 0,0-1 0 0 0,0 1 0 0 0,-1-1 0 0 0,0 1 0 0 0,0 0-1 0 0,0 0 1 0 0,0 0 0 0 0,0 0 0 0 0,-1-1 0 0 0,0 1 0 0 0,0 0 0 0 0,0 0 0 0 0,0 0-1 0 0,-1 4 1 0 0,-2 3-12 0 0,-1 0 0 0 0,-1-1 0 0 0,1 0-1 0 0,-2 0 1 0 0,1 0 0 0 0,-2 0 0 0 0,1-1 0 0 0,-1 0-1 0 0,0 0 1 0 0,-1-1 0 0 0,0 0 0 0 0,-12 9-1 0 0,9-8 232 0 0,0 0-1 0 0,0-1 0 0 0,-1-1 0 0 0,0 0 1 0 0,0 0-1 0 0,0-1 0 0 0,-1-1 0 0 0,0 0 0 0 0,-25 5 1 0 0,32-9-216 0 0,0 0 0 0 0,0-1 0 0 0,0 0 0 0 0,0 0 0 0 0,0-1 0 0 0,0 0 1 0 0,0 0-1 0 0,0 0 0 0 0,0-1 0 0 0,0 0 0 0 0,1 0 0 0 0,-1 0 0 0 0,1-1 0 0 0,-1 0 0 0 0,1 0 1 0 0,0 0-1 0 0,0-1 0 0 0,0 1 0 0 0,1-1 0 0 0,-1 0 0 0 0,1-1 0 0 0,0 1 0 0 0,0-1 1 0 0,0 0-1 0 0,1 0 0 0 0,0 0 0 0 0,-5-10 0 0 0,2 4-500 0 0,1-1 0 0 0,0 0 1 0 0,0-1-1 0 0,1 1 0 0 0,-2-16 0 0 0,4 15-784 0 0,0 0-1 0 0,1 0 1 0 0,0 0-1 0 0,2-22 1 0 0,2 12-2750 0 0,1 1 1 0 0,1 0-1 0 0,14-41 1 0 0,-9 41 1561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5.166"/>
    </inkml:context>
    <inkml:brush xml:id="br0">
      <inkml:brushProperty name="width" value="0.05" units="cm"/>
      <inkml:brushProperty name="height" value="0.05" units="cm"/>
      <inkml:brushProperty name="color" value="#008C3A"/>
    </inkml:brush>
  </inkml:definitions>
  <inkml:trace contextRef="#ctx0" brushRef="#br0">16 5 7649 0 0,'0'0'7760'0'0,"-15"-4"-6491"0"0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5.512"/>
    </inkml:context>
    <inkml:brush xml:id="br0">
      <inkml:brushProperty name="width" value="0.05" units="cm"/>
      <inkml:brushProperty name="height" value="0.05" units="cm"/>
      <inkml:brushProperty name="color" value="#008C3A"/>
    </inkml:brush>
  </inkml:definitions>
  <inkml:trace contextRef="#ctx0" brushRef="#br0">1 0 6029 0 0,'5'13'10276'0'0,"19"48"-6094"0"0,23 87-643 0 0,-7 3-3424 0 0,7 28-4805 0 0,-8 2-11300 0 0,-34-154 13561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6.458"/>
    </inkml:context>
    <inkml:brush xml:id="br0">
      <inkml:brushProperty name="width" value="0.05" units="cm"/>
      <inkml:brushProperty name="height" value="0.05" units="cm"/>
      <inkml:brushProperty name="color" value="#008C3A"/>
    </inkml:brush>
  </inkml:definitions>
  <inkml:trace contextRef="#ctx0" brushRef="#br0">829 0 3264 0 0,'0'0'1148'0'0,"20"10"4103"0"0,-15 1-4552 0 0,0 1 0 0 0,-1-1 0 0 0,0 1 0 0 0,-1 0 0 0 0,0 1-1 0 0,-1-1 1 0 0,1 24 0 0 0,-7 92 1524 0 0,0-63-1428 0 0,0-9 59 0 0,-3 1 0 0 0,-3-1 1 0 0,-29 100-1 0 0,38-154-847 0 0,1 1 0 0 0,-1-1 1 0 0,1 1-1 0 0,-1-1 0 0 0,0 1 1 0 0,0-1-1 0 0,0 0 0 0 0,-1 0 1 0 0,1 1-1 0 0,0-1 0 0 0,-1 0 1 0 0,0 0-1 0 0,1 0 0 0 0,-1 0 0 0 0,0-1 1 0 0,0 1-1 0 0,0 0 0 0 0,0-1 1 0 0,0 0-1 0 0,-3 2 0 0 0,3-3-51 0 0,0 0 0 0 0,-1 0 0 0 0,1 0-1 0 0,0 0 1 0 0,0-1 0 0 0,0 1-1 0 0,0-1 1 0 0,0 1 0 0 0,0-1 0 0 0,0 0-1 0 0,0 0 1 0 0,0 0 0 0 0,0 0-1 0 0,0 0 1 0 0,1 0 0 0 0,-1-1 0 0 0,0 1-1 0 0,1-1 1 0 0,-1 1 0 0 0,1-1-1 0 0,-1 1 1 0 0,1-1 0 0 0,0 0 0 0 0,-2-3-1 0 0,-56-75-674 0 0,-60-72-101 0 0,103 135 1107 0 0,-1 1-1 0 0,0 1 1 0 0,-2 0-1 0 0,1 1 1 0 0,-2 1-1 0 0,-29-15 1 0 0,35 21 283 0 0,-1 1 0 0 0,1 1 0 0 0,-29-7 0 0 0,42 12-535 0 0,62-7-3115 0 0,175-54-5545 0 0,-235 60 8649 0 0,-1 1 0 0 0,0 0 0 0 0,1 0 0 0 0,-1-1 0 0 0,0 1 0 0 0,1 0 0 0 0,-1 0-1 0 0,1-1 1 0 0,-1 1 0 0 0,0 0 0 0 0,1 0 0 0 0,-1 0 0 0 0,1 0 0 0 0,-1 0 0 0 0,1 0 0 0 0,-1 0 0 0 0,0 0 0 0 0,1 0 0 0 0,-1 0 0 0 0,1 0 0 0 0,-1 0 0 0 0,1 0 0 0 0,-1 0 0 0 0,0 0 0 0 0,1 0 0 0 0,-1 0 0 0 0,1 0 0 0 0,-1 0 0 0 0,0 1 0 0 0,1-1 0 0 0,-1 0 0 0 0,1 0 0 0 0,-1 1 0 0 0,0-1 0 0 0,1 0-1 0 0,-1 0 1 0 0,0 1 0 0 0,1-1 0 0 0,-1 0 0 0 0,0 1 0 0 0,1 0 0 0 0,-10 19 850 0 0,-28 24 758 0 0,37-43-1551 0 0,-158 205 6096 0 0,132-169-5164 0 0,16-25-648 0 0,0 1 1 0 0,0-2-1 0 0,-1 1 1 0 0,-1-1-1 0 0,0-1 1 0 0,-16 12-1 0 0,26-21-326 0 0,-1 0 1 0 0,0 1-1 0 0,1-1 0 0 0,-1 0 0 0 0,0 0 1 0 0,0 0-1 0 0,1-1 0 0 0,-1 1 1 0 0,0-1-1 0 0,0 1 0 0 0,0-1 1 0 0,0 0-1 0 0,0 0 0 0 0,0-1 1 0 0,0 1-1 0 0,0 0 0 0 0,-4-2 0 0 0,1 0 35 0 0,0-1 1 0 0,1 1-1 0 0,-1-1 0 0 0,1 0 0 0 0,0 0 0 0 0,0-1 0 0 0,0 0 0 0 0,-5-4 0 0 0,-6-9 118 0 0,0 0 0 0 0,1-1 0 0 0,-17-28 1 0 0,28 41-185 0 0,-12-20-2 0 0,0-1 0 0 0,2-1 0 0 0,1 0 0 0 0,-15-45 0 0 0,23 55-1000 0 0,0-1 1 0 0,1-1-1 0 0,1 1 0 0 0,-2-37 0 0 0,5 42-260 0 0,0 5-1477 0 0,0 1 0 0 0,0 0 1 0 0,1-1-1 0 0,0 1 0 0 0,2-11 0 0 0,-2 13 61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7.324"/>
    </inkml:context>
    <inkml:brush xml:id="br0">
      <inkml:brushProperty name="width" value="0.05" units="cm"/>
      <inkml:brushProperty name="height" value="0.05" units="cm"/>
      <inkml:brushProperty name="color" value="#008C3A"/>
    </inkml:brush>
  </inkml:definitions>
  <inkml:trace contextRef="#ctx0" brushRef="#br0">640 1 5300 0 0,'9'72'8073'0'0,"22"38"-4120"0"0,-5-22-2177 0 0,-11-36-1008 0 0,12 59 67 0 0,-25-100-774 0 0,-1 1 1 0 0,0 0-1 0 0,0 0 1 0 0,-1 0 0 0 0,0 0-1 0 0,-1 0 1 0 0,-3 11-1 0 0,4-21-52 0 0,0-1 0 0 0,0 0 1 0 0,0 1-1 0 0,-1-1 0 0 0,1 0 0 0 0,0 0 0 0 0,-1 0 0 0 0,1 1 0 0 0,-1-1 0 0 0,1 0 0 0 0,-1 0 1 0 0,0 0-1 0 0,1 0 0 0 0,-1 0 0 0 0,0 0 0 0 0,0 0 0 0 0,0 0 0 0 0,0 0 0 0 0,0 0 0 0 0,0-1 0 0 0,0 1 1 0 0,0 0-1 0 0,0-1 0 0 0,0 1 0 0 0,0 0 0 0 0,0-1 0 0 0,0 0 0 0 0,-3 1 0 0 0,2-1-5 0 0,-1 0-1 0 0,1-1 1 0 0,-1 1-1 0 0,1-1 1 0 0,0 0-1 0 0,0 0 1 0 0,-1 1-1 0 0,1-2 1 0 0,0 1-1 0 0,0 0 1 0 0,0 0-1 0 0,0-1 1 0 0,0 1-1 0 0,-2-3 1 0 0,-9-8-37 0 0,0-1 0 0 0,1-1 0 0 0,-10-15 0 0 0,19 25 27 0 0,-10-13 0 0 0,-1 0 0 0 0,-1 0 0 0 0,-32-27 0 0 0,42 40 28 0 0,0 0 0 0 0,0 1-1 0 0,0 0 1 0 0,-1 0 0 0 0,1 0 0 0 0,-1 1 0 0 0,0 0 0 0 0,-9-3 0 0 0,12 5 12 0 0,0-1 0 0 0,0 1 0 0 0,0 0-1 0 0,0 0 1 0 0,-1 0 0 0 0,1 0 0 0 0,0 1 0 0 0,0-1 0 0 0,0 1 0 0 0,0 0 0 0 0,0 0 0 0 0,0 0 0 0 0,0 0 0 0 0,1 0 0 0 0,-1 1 0 0 0,0-1 0 0 0,1 1-1 0 0,-3 1 1 0 0,-1 2 76 0 0,1 1 1 0 0,0-1-1 0 0,0 1 0 0 0,1-1 0 0 0,-1 2 0 0 0,1-1 0 0 0,1 0 0 0 0,-1 1 0 0 0,1-1 1 0 0,0 1-1 0 0,1 0 0 0 0,-1 0 0 0 0,2 0 0 0 0,-1 0 0 0 0,-1 14 0 0 0,1 6 241 0 0,0 0 0 0 0,6 52 0 0 0,-4-76-434 0 0,0 0-1 0 0,1 0 1 0 0,-1 0 0 0 0,1 0 0 0 0,0 0 0 0 0,0 0 0 0 0,0 0 0 0 0,0 0 0 0 0,1 0 0 0 0,-1 0 0 0 0,1-1 0 0 0,0 1 0 0 0,0-1 0 0 0,-1 1 0 0 0,2-1 0 0 0,-1 0-1 0 0,5 4 1 0 0,-6-5-1 0 0,-1-1 0 0 0,1 1-1 0 0,0-1 1 0 0,0 1-1 0 0,0-1 1 0 0,0 1-1 0 0,0-1 1 0 0,0 0 0 0 0,0 0-1 0 0,0 0 1 0 0,0 0-1 0 0,0 0 1 0 0,1 0 0 0 0,-1 0-1 0 0,0 0 1 0 0,0 0-1 0 0,0 0 1 0 0,0 0 0 0 0,0 0-1 0 0,0-1 1 0 0,1 0-1 0 0,0 0-18 0 0,0 0-1 0 0,0 0 1 0 0,-1-1-1 0 0,1 1 0 0 0,0-1 1 0 0,-1 0-1 0 0,1 1 1 0 0,-1-1-1 0 0,1 0 1 0 0,-1 0-1 0 0,0 0 0 0 0,0 0 1 0 0,2-4-1 0 0,0-1 13 0 0,0 0 0 0 0,-1 0 0 0 0,0 0 0 0 0,0 0 0 0 0,0-1 0 0 0,-1 1 1 0 0,0-1-1 0 0,-1 1 0 0 0,1-1 0 0 0,-1 1 0 0 0,-1-1 0 0 0,0 1 0 0 0,0-1 0 0 0,0 1 0 0 0,-1 0 0 0 0,0-1 0 0 0,0 1 0 0 0,-1 0 0 0 0,-6-12 0 0 0,3 9 374 0 0,0 1 0 0 0,-1-1 0 0 0,0 1 0 0 0,-1 0 0 0 0,0 0-1 0 0,0 1 1 0 0,-1 0 0 0 0,0 1 0 0 0,-1 0 0 0 0,1 0 0 0 0,-21-9 0 0 0,27 14-98 0 0,-2-1 0 0 0,1 1-1 0 0,0 1 1 0 0,0-1 0 0 0,-1 1 0 0 0,1-1 0 0 0,0 1 0 0 0,-1 0 0 0 0,1 1 0 0 0,-1-1 0 0 0,0 1 0 0 0,1 0 0 0 0,-8 1 0 0 0,9 0-103 0 0,-1 0 0 0 0,1 1 0 0 0,0-1 0 0 0,0 1 0 0 0,0 0 1 0 0,0 0-1 0 0,0 0 0 0 0,0 0 0 0 0,1 0 0 0 0,-1 1 0 0 0,1-1 0 0 0,-1 1 1 0 0,1-1-1 0 0,0 1 0 0 0,0 0 0 0 0,0 0 0 0 0,1 0 0 0 0,-3 5 0 0 0,-15 37-61 0 0,1 1 0 0 0,3 1 0 0 0,-14 68 0 0 0,11-43-1528 0 0,-2 0-1568 0 0,11-40-1130 0 0,-2 0-1 0 0,-1-1 1 0 0,-19 34-1 0 0,16-41 1652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8.907"/>
    </inkml:context>
    <inkml:brush xml:id="br0">
      <inkml:brushProperty name="width" value="0.05" units="cm"/>
      <inkml:brushProperty name="height" value="0.05" units="cm"/>
      <inkml:brushProperty name="color" value="#008C3A"/>
    </inkml:brush>
  </inkml:definitions>
  <inkml:trace contextRef="#ctx0" brushRef="#br0">500 169 3808 0 0,'-24'35'9457'0'0,"20"-31"-8896"0"0,1-1-1 0 0,-1 1 1 0 0,0-1 0 0 0,0 0-1 0 0,-1-1 1 0 0,1 1 0 0 0,-1-1-1 0 0,-6 3 1 0 0,9-4-556 0 0,-1 0 1 0 0,1-1-1 0 0,0 1 1 0 0,-1-1-1 0 0,1 1 0 0 0,-1-1 1 0 0,1 0-1 0 0,-1 0 1 0 0,1 0-1 0 0,-1-1 1 0 0,1 1-1 0 0,-1 0 1 0 0,1-1-1 0 0,0 0 0 0 0,-1 1 1 0 0,1-1-1 0 0,0 0 1 0 0,-1 0-1 0 0,-1-2 1 0 0,2 2-102 0 0,1-1-1 0 0,-1 1 1 0 0,1-1 0 0 0,-1 1 0 0 0,1-1 0 0 0,0 0 0 0 0,0 0-1 0 0,0 1 1 0 0,0-1 0 0 0,0 0 0 0 0,0 0 0 0 0,0 0 0 0 0,1 0-1 0 0,-1 0 1 0 0,1-1 0 0 0,-1 1 0 0 0,1 0 0 0 0,0 0 0 0 0,0 0-1 0 0,0 0 1 0 0,0 0 0 0 0,0-1 0 0 0,0 1 0 0 0,1 0 0 0 0,-1 0-1 0 0,1 0 1 0 0,-1 0 0 0 0,1 0 0 0 0,0 0 0 0 0,0 0 0 0 0,0 0-1 0 0,0 0 1 0 0,0 1 0 0 0,0-1 0 0 0,1 0 0 0 0,-1 0 0 0 0,0 1-1 0 0,1-1 1 0 0,0 1 0 0 0,-1-1 0 0 0,1 1 0 0 0,2-1 0 0 0,4-2-74 0 0,1 0 0 0 0,-1 1 0 0 0,1 1 0 0 0,0-1 0 0 0,15-1 0 0 0,-22 4 214 0 0,0-1-1 0 0,0 1 0 0 0,1 0 0 0 0,-1 0 1 0 0,0 0-1 0 0,0 0 0 0 0,0 0 0 0 0,0 0 1 0 0,1 1-1 0 0,-1-1 0 0 0,0 1 0 0 0,0-1 1 0 0,0 1-1 0 0,0 0 0 0 0,0 0 0 0 0,0 0 1 0 0,0 0-1 0 0,-1 0 0 0 0,1 0 0 0 0,0 1 1 0 0,0-1-1 0 0,-1 1 0 0 0,1-1 0 0 0,-1 1 1 0 0,1-1-1 0 0,-1 1 0 0 0,0 0 0 0 0,0 0 0 0 0,0 0 1 0 0,2 3-1 0 0,-2 0 110 0 0,0-1-1 0 0,-1 1 1 0 0,1 0-1 0 0,-1 0 1 0 0,0 0-1 0 0,-1 0 1 0 0,1 0-1 0 0,-1 0 1 0 0,0 0 0 0 0,0-1-1 0 0,0 1 1 0 0,-1 0-1 0 0,0 0 1 0 0,-3 5-1 0 0,-38 66 1295 0 0,33-60-1047 0 0,-11 18 456 0 0,-1-1 0 0 0,-2-1-1 0 0,-2-2 1 0 0,0 0 0 0 0,-2-2 0 0 0,-56 45 0 0 0,82-72-744 0 0,1 0 1 0 0,-1 0 0 0 0,0 0 0 0 0,1 0-1 0 0,-1 0 1 0 0,0-1 0 0 0,1 1 0 0 0,-1-1-1 0 0,0 1 1 0 0,0-1 0 0 0,0 0 0 0 0,1 1 0 0 0,-1-1-1 0 0,0 0 1 0 0,0 0 0 0 0,0 0 0 0 0,0-1-1 0 0,0 1 1 0 0,1 0 0 0 0,-1-1 0 0 0,0 1-1 0 0,0-1 1 0 0,1 0 0 0 0,-1 1 0 0 0,0-1-1 0 0,1 0 1 0 0,-1 0 0 0 0,1 0 0 0 0,-1 0 0 0 0,1 0-1 0 0,-1 0 1 0 0,1-1 0 0 0,0 1 0 0 0,-1 0-1 0 0,1-1 1 0 0,0 1 0 0 0,-1-4 0 0 0,-5-6 169 0 0,0 0 0 0 0,1 0 1 0 0,1-1-1 0 0,-6-16 1 0 0,5 13-127 0 0,5 13-162 0 0,-81-223-2525 0 0,73 191-1371 0 0,-7-48 0 0 0,13 57-1671 0 0,2 0 1 0 0,1-44-1 0 0,4 45 3119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49.241"/>
    </inkml:context>
    <inkml:brush xml:id="br0">
      <inkml:brushProperty name="width" value="0.05" units="cm"/>
      <inkml:brushProperty name="height" value="0.05" units="cm"/>
      <inkml:brushProperty name="color" value="#008C3A"/>
    </inkml:brush>
  </inkml:definitions>
  <inkml:trace contextRef="#ctx0" brushRef="#br0">1 114 6061 0 0,'9'-9'2220'0'0,"-5"6"-192"0"0,1-5-236 0 0,3 2-224 0 0,1-2-268 0 0,4 1-288 0 0,-3-1-303 0 0,3 2-361 0 0,4-5-288 0 0,-4 5-344 0 0,4-2-325 0 0,-4 2-627 0 0,3-4-2196 0 0,-2 5 168 0 0,-1-1 303 0 0,-4 4 309 0 0,2-2 268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0.011"/>
    </inkml:context>
    <inkml:brush xml:id="br0">
      <inkml:brushProperty name="width" value="0.05" units="cm"/>
      <inkml:brushProperty name="height" value="0.05" units="cm"/>
      <inkml:brushProperty name="color" value="#008C3A"/>
    </inkml:brush>
  </inkml:definitions>
  <inkml:trace contextRef="#ctx0" brushRef="#br0">373 114 4308 0 0,'3'13'3453'0'0,"-13"19"-161"0"0,-1 2-3 0 0,-2 0-1 0 0,-32 65 1 0 0,32-76-2295 0 0,10-16-745 0 0,-1 0 1 0 0,0 0-1 0 0,-1 0 1 0 0,0 0-1 0 0,0 0 1 0 0,-8 8-1 0 0,12-15-255 0 0,-26-13-537 0 0,16-4 231 0 0,0-1 0 0 0,1 0 0 0 0,1-1-1 0 0,0 0 1 0 0,2-1 0 0 0,0 0 0 0 0,-6-33 0 0 0,-8-16-361 0 0,9 15 281 0 0,11 44 501 0 0,-1 0 1 0 0,0 0 0 0 0,-1 1-1 0 0,0-1 1 0 0,-8-17-1 0 0,7 18 366 0 0,11 13-144 0 0,10 15-59 0 0,7 26-31 0 0,20 53 0 0 0,8 15-405 0 0,-38-86 103 0 0,0 0 0 0 0,-2 2 0 0 0,-1-1 1 0 0,-1 1-1 0 0,11 58 0 0 0,-20-73 214 0 0,-1 0 0 0 0,0 0-1 0 0,-1 0 1 0 0,0 0 0 0 0,-1 0 0 0 0,-1 0-1 0 0,0-1 1 0 0,-1 1 0 0 0,-9 21 0 0 0,10-28-13 0 0,1-1 0 0 0,-1 0 0 0 0,-1 0 1 0 0,1-1-1 0 0,-1 1 0 0 0,0-1 0 0 0,0 0 1 0 0,-1 1-1 0 0,1-2 0 0 0,-1 1 0 0 0,0-1 1 0 0,-1 1-1 0 0,1-2 0 0 0,-1 1 0 0 0,0 0 0 0 0,1-1 1 0 0,-2 0-1 0 0,1-1 0 0 0,0 1 0 0 0,0-1 1 0 0,-1 0-1 0 0,-6 1 0 0 0,8-4-184 0 0,1 1 1 0 0,0 0-1 0 0,-1-1 1 0 0,1 0-1 0 0,0 0 0 0 0,0 0 1 0 0,0-1-1 0 0,0 1 0 0 0,0-1 1 0 0,0 0-1 0 0,0 0 1 0 0,0 0-1 0 0,1-1 0 0 0,-1 1 1 0 0,1-1-1 0 0,0 0 0 0 0,-1 0 1 0 0,1 0-1 0 0,1 0 1 0 0,-1-1-1 0 0,-2-3 0 0 0,-5-7-772 0 0,1 1 1 0 0,0-1-1 0 0,1-1 0 0 0,-7-18 0 0 0,4-3-1817 0 0,0-20-6736 0 0,8 31 5343 0 0,2 8 1488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0.415"/>
    </inkml:context>
    <inkml:brush xml:id="br0">
      <inkml:brushProperty name="width" value="0.05" units="cm"/>
      <inkml:brushProperty name="height" value="0.05" units="cm"/>
      <inkml:brushProperty name="color" value="#008C3A"/>
    </inkml:brush>
  </inkml:definitions>
  <inkml:trace contextRef="#ctx0" brushRef="#br0">0 29 4020 0 0,'11'-2'6961'0'0,"-7"-1"-3561"0"0,-4-2-3477 0 0,-3-2-3394 0 0,-2-4-4236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2.483"/>
    </inkml:context>
    <inkml:brush xml:id="br0">
      <inkml:brushProperty name="width" value="0.05" units="cm"/>
      <inkml:brushProperty name="height" value="0.05" units="cm"/>
      <inkml:brushProperty name="color" value="#008C3A"/>
    </inkml:brush>
  </inkml:definitions>
  <inkml:trace contextRef="#ctx0" brushRef="#br0">904 0 6829 0 0,'13'21'10354'0'0,"4"11"-4880"0"0,74 163-2945 0 0,-90-193-2513 0 0,39 104-441 0 0,-37-97 259 0 0,-1 1 1 0 0,1 0-1 0 0,-2-1 0 0 0,1 1 1 0 0,-2 0-1 0 0,1 0 0 0 0,-1 0 1 0 0,-3 20-1 0 0,3-29 145 0 0,0 1 0 0 0,0-1 0 0 0,-1 1 0 0 0,1-1 1 0 0,-1 1-1 0 0,1-1 0 0 0,-1 1 0 0 0,1-1 0 0 0,-1 1 0 0 0,0-1 0 0 0,0 0 0 0 0,1 1 0 0 0,-1-1 0 0 0,0 0 0 0 0,0 0 0 0 0,-1 0 1 0 0,1 0-1 0 0,0 0 0 0 0,0 0 0 0 0,0 0 0 0 0,-1 0 0 0 0,1 0 0 0 0,0 0 0 0 0,-1-1 0 0 0,-2 2 0 0 0,1-2-16 0 0,1 0 1 0 0,-1 0-1 0 0,0 0 0 0 0,1 0 0 0 0,-1-1 0 0 0,0 1 0 0 0,1-1 0 0 0,-1 1 0 0 0,0-1 1 0 0,1 0-1 0 0,-1 0 0 0 0,1 0 0 0 0,-4-3 0 0 0,-7-4-67 0 0,0-1 1 0 0,1 0-1 0 0,-21-21 0 0 0,-161-183 1637 0 0,168 184-386 0 0,17 20-544 0 0,0-1 1 0 0,0 1-1 0 0,0 0 0 0 0,-16-10 1 0 0,24 18-288 0 0,20 35-159 0 0,11 9-317 0 0,46 60-587 0 0,-69-94 672 0 0,0 0 1 0 0,-1 1-1 0 0,0-1 1 0 0,0 1-1 0 0,-1 1 1 0 0,0-1-1 0 0,-1 1 1 0 0,0 0-1 0 0,-1 0 1 0 0,0 0-1 0 0,-1 0 1 0 0,0 0 0 0 0,0 15-1 0 0,-1-20 101 0 0,-1-1 0 0 0,0 0 0 0 0,-1 1 0 0 0,1-1 0 0 0,-1 1 0 0 0,0-1 0 0 0,-1 0 0 0 0,1 0 0 0 0,-1 1 0 0 0,0-1 0 0 0,-1 0 0 0 0,1-1-1 0 0,-1 1 1 0 0,0 0 0 0 0,0-1 0 0 0,0 1 0 0 0,0-1 0 0 0,-1 0 0 0 0,0 0 0 0 0,0 0 0 0 0,0-1 0 0 0,0 0 0 0 0,-1 1 0 0 0,1-1 0 0 0,-1-1 0 0 0,0 1 0 0 0,0-1 0 0 0,0 0 0 0 0,-9 3 0 0 0,9-4-39 0 0,0 0-1 0 0,-1-1 1 0 0,1 1 0 0 0,0-1-1 0 0,0 0 1 0 0,-1-1 0 0 0,1 1 0 0 0,0-1-1 0 0,0 0 1 0 0,0 0 0 0 0,0-1 0 0 0,0 1-1 0 0,0-1 1 0 0,0 0 0 0 0,1-1-1 0 0,-1 1 1 0 0,1-1 0 0 0,-1 0 0 0 0,1 0-1 0 0,0 0 1 0 0,0-1 0 0 0,-4-4 0 0 0,0 0-318 0 0,0 0 1 0 0,0-1 0 0 0,1-1 0 0 0,0 1 0 0 0,0-1 0 0 0,1 0 0 0 0,0-1 0 0 0,-7-18-1 0 0,13 28 233 0 0,0 0-1 0 0,-1 0 0 0 0,1 0 1 0 0,0 0-1 0 0,0 0 0 0 0,-1-1 1 0 0,1 1-1 0 0,0 0 0 0 0,0 0 0 0 0,0 0 1 0 0,0 0-1 0 0,1 0 0 0 0,-1 0 1 0 0,0 0-1 0 0,0 0 0 0 0,1 0 1 0 0,-1 0-1 0 0,0 0 0 0 0,1 0 0 0 0,-1 0 1 0 0,1 0-1 0 0,-1 0 0 0 0,1 0 1 0 0,0 0-1 0 0,-1 0 0 0 0,1 0 1 0 0,0 0-1 0 0,1 0 0 0 0,0-1-74 0 0,1 1-1 0 0,-1-1 1 0 0,1 1-1 0 0,-1 0 1 0 0,1 0-1 0 0,0 0 1 0 0,0 0-1 0 0,-1 1 1 0 0,1-1-1 0 0,0 1 1 0 0,4-1-1 0 0,-4 1 105 0 0,0 0-1 0 0,1-1 1 0 0,-1 1 0 0 0,1 1-1 0 0,-1-1 1 0 0,0 0-1 0 0,0 1 1 0 0,1-1-1 0 0,-1 1 1 0 0,0 0 0 0 0,0 0-1 0 0,0 1 1 0 0,1-1-1 0 0,-2 1 1 0 0,1-1 0 0 0,0 1-1 0 0,0 0 1 0 0,0 0-1 0 0,-1 0 1 0 0,5 4 0 0 0,-6-2 158 0 0,0 0 0 0 0,0-1 1 0 0,0 1-1 0 0,-1 0 0 0 0,1 0 1 0 0,-1-1-1 0 0,0 1 1 0 0,0 0-1 0 0,0 0 0 0 0,-1-1 1 0 0,1 1-1 0 0,-1 0 0 0 0,0 0 1 0 0,0-1-1 0 0,0 1 0 0 0,-2 3 1 0 0,-33 64 1401 0 0,14-30-643 0 0,-70 132 2230 0 0,45-91-1204 0 0,14-28-1902 0 0,34-64-396 0 0,0 0-1 0 0,-1 0 0 0 0,-1 0 0 0 0,-1-16 1 0 0,1 17 146 0 0,-6-65-790 0 0,-2 0 0 0 0,-4 0 0 0 0,-39-124 0 0 0,51 193 1209 0 0,-1 0-1 0 0,0 1 1 0 0,-1 0-1 0 0,1-1 1 0 0,-1 1-1 0 0,0 0 1 0 0,0 0 0 0 0,0 1-1 0 0,0-1 1 0 0,-1 1-1 0 0,1-1 1 0 0,-1 1-1 0 0,0 0 1 0 0,0 0 0 0 0,0 1-1 0 0,-1-1 1 0 0,1 1-1 0 0,0 0 1 0 0,-1 0-1 0 0,-8-2 1 0 0,10 3-37 0 0,0 1 1 0 0,-1 0-1 0 0,1-1 1 0 0,0 1-1 0 0,0 0 0 0 0,-1 0 1 0 0,1 1-1 0 0,0-1 1 0 0,-1 1-1 0 0,1 0 0 0 0,0-1 1 0 0,0 1-1 0 0,0 1 1 0 0,-1-1-1 0 0,1 0 0 0 0,1 1 1 0 0,-1 0-1 0 0,0-1 1 0 0,0 1-1 0 0,1 0 0 0 0,-1 1 1 0 0,1-1-1 0 0,-1 0 0 0 0,1 1 1 0 0,0-1-1 0 0,0 1 1 0 0,0 0-1 0 0,0 0 0 0 0,1-1 1 0 0,-1 1-1 0 0,-1 5 1 0 0,-1 1-59 0 0,0 0 0 0 0,1 0 0 0 0,0 1 0 0 0,0-1 1 0 0,1 1-1 0 0,0 0 0 0 0,1 0 0 0 0,0-1 0 0 0,0 1 1 0 0,1 0-1 0 0,1 0 0 0 0,-1 0 0 0 0,4 13 0 0 0,-4-20-226 0 0,1 0 0 0 0,-1 1-1 0 0,1-1 1 0 0,-1 0 0 0 0,1 0-1 0 0,0 0 1 0 0,0 0 0 0 0,1 0-1 0 0,-1-1 1 0 0,1 1 0 0 0,-1 0-1 0 0,1 0 1 0 0,0-1 0 0 0,0 1-1 0 0,0-1 1 0 0,0 0 0 0 0,0 1-1 0 0,1-1 1 0 0,-1 0 0 0 0,1-1 0 0 0,-1 1-1 0 0,1 0 1 0 0,0-1 0 0 0,0 1-1 0 0,0-1 1 0 0,0 0 0 0 0,0 0-1 0 0,0 0 1 0 0,0 0 0 0 0,0 0-1 0 0,5 0 1 0 0,-6-1-204 0 0,0-1 238 0 0,0 0-1 0 0,1 0 1 0 0,-1 0 0 0 0,0 0 0 0 0,0 0 0 0 0,0 0-1 0 0,0-1 1 0 0,0 1 0 0 0,0 0 0 0 0,2-4 0 0 0,-2 1 145 0 0,-1 1 0 0 0,0-1 0 0 0,-1 1 1 0 0,1-1-1 0 0,-1 0 0 0 0,1 1 0 0 0,-1-1 1 0 0,0 1-1 0 0,-1-1 0 0 0,1 0 0 0 0,-1 1 1 0 0,1-1-1 0 0,-1 1 0 0 0,0-1 0 0 0,0 1 1 0 0,-1-1-1 0 0,1 1 0 0 0,-1 0 0 0 0,1-1 1 0 0,-1 1-1 0 0,0 0 0 0 0,0 0 0 0 0,-1 0 1 0 0,-3-4-1 0 0,2 4 205 0 0,0-1-1 0 0,1 1 1 0 0,-1 0 0 0 0,0 0 0 0 0,-1 0-1 0 0,1 0 1 0 0,0 1 0 0 0,-1 0 0 0 0,0 0-1 0 0,1 0 1 0 0,-1 0 0 0 0,0 1-1 0 0,0 0 1 0 0,0 0 0 0 0,0 0 0 0 0,0 1-1 0 0,-6-1 1 0 0,4 2 24 0 0,0 0 0 0 0,0 0 1 0 0,0 1-1 0 0,1-1 0 0 0,-1 2 0 0 0,0-1 0 0 0,1 1 1 0 0,0 0-1 0 0,0 0 0 0 0,0 0 0 0 0,0 1 1 0 0,0 0-1 0 0,1 0 0 0 0,0 1 0 0 0,-1 0 0 0 0,2 0 1 0 0,-1 0-1 0 0,1 0 0 0 0,-1 1 0 0 0,1-1 0 0 0,-4 10 1 0 0,2-4-49 0 0,1 0 1 0 0,0 1-1 0 0,1-1 1 0 0,0 1-1 0 0,1 0 1 0 0,1 0-1 0 0,-1 0 1 0 0,2 0-1 0 0,0 0 1 0 0,0 0-1 0 0,2 17 1 0 0,2 2-250 0 0,1 0 0 0 0,2 0 1 0 0,1 0-1 0 0,18 48 1 0 0,4-16-4173 0 0,10-4-5085 0 0,-18-26-2946 0 0,-16-30 9885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2.827"/>
    </inkml:context>
    <inkml:brush xml:id="br0">
      <inkml:brushProperty name="width" value="0.05" units="cm"/>
      <inkml:brushProperty name="height" value="0.05" units="cm"/>
      <inkml:brushProperty name="color" value="#008C3A"/>
    </inkml:brush>
  </inkml:definitions>
  <inkml:trace contextRef="#ctx0" brushRef="#br0">0 16 9093 0 0,'8'-8'11325'0'0,"-6"5"-10805"0"0,1-2-4124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3.647"/>
    </inkml:context>
    <inkml:brush xml:id="br0">
      <inkml:brushProperty name="width" value="0.05" units="cm"/>
      <inkml:brushProperty name="height" value="0.05" units="cm"/>
      <inkml:brushProperty name="color" value="#008C3A"/>
    </inkml:brush>
  </inkml:definitions>
  <inkml:trace contextRef="#ctx0" brushRef="#br0">0 1 5208 0 0,'6'7'1428'0'0,"0"0"0"0"0,0 0 0 0 0,-1 1 0 0 0,0 0 0 0 0,5 11-1 0 0,31 84 2871 0 0,-37-93-3908 0 0,9 27-97 0 0,5 9 463 0 0,-2 1-1 0 0,-3 1 0 0 0,15 93 1 0 0,-27-125-1391 0 0,-1 0-1 0 0,0 0 1 0 0,-1 0-1 0 0,0 0 1 0 0,-2 0-1 0 0,-6 27 1 0 0,4-31-743 0 0,1 0 1 0 0,-1 0-1 0 0,-1 0 0 0 0,0-1 0 0 0,-1 0 1 0 0,0 0-1 0 0,-1-1 0 0 0,0 0 1 0 0,-14 15-1 0 0,2-8-1195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3.991"/>
    </inkml:context>
    <inkml:brush xml:id="br0">
      <inkml:brushProperty name="width" value="0.05" units="cm"/>
      <inkml:brushProperty name="height" value="0.05" units="cm"/>
      <inkml:brushProperty name="color" value="#008C3A"/>
    </inkml:brush>
  </inkml:definitions>
  <inkml:trace contextRef="#ctx0" brushRef="#br0">0 1 5957 0 0,'0'0'2116'0'0,"26"23"4486"0"0,4 34-3415 0 0,-8 6-4065 0 0,-2-4-5300 0 0,-5-15-2288 0 0,-10-30 6154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4.398"/>
    </inkml:context>
    <inkml:brush xml:id="br0">
      <inkml:brushProperty name="width" value="0.05" units="cm"/>
      <inkml:brushProperty name="height" value="0.05" units="cm"/>
      <inkml:brushProperty name="color" value="#008C3A"/>
    </inkml:brush>
  </inkml:definitions>
  <inkml:trace contextRef="#ctx0" brushRef="#br0">70 15 5713 0 0,'-2'4'10418'0'0,"-4"13"-7424"0"0,-3 25-1398 0 0,9-38-1573 0 0,0-1 1 0 0,0 0 0 0 0,0 1-1 0 0,1-1 1 0 0,-1 1 0 0 0,1-1 0 0 0,0 0-1 0 0,0 1 1 0 0,0-1 0 0 0,0 0 0 0 0,0 0-1 0 0,1 0 1 0 0,3 6 0 0 0,-4-8-108 0 0,-1-1-1 0 0,1 1 1 0 0,0-1 0 0 0,-1 1 0 0 0,1 0 0 0 0,0-1-1 0 0,0 0 1 0 0,0 1 0 0 0,0-1 0 0 0,0 1 0 0 0,-1-1-1 0 0,1 0 1 0 0,0 0 0 0 0,0 1 0 0 0,0-1 0 0 0,0 0-1 0 0,0 0 1 0 0,0 0 0 0 0,0 0 0 0 0,1 0 0 0 0,1-1-100 0 0,-1 0 0 0 0,1 1 0 0 0,0-1 0 0 0,-1 0 0 0 0,1-1 0 0 0,-1 1 0 0 0,0 0 0 0 0,1-1 0 0 0,-1 1 1 0 0,2-3-1 0 0,6-4-117 0 0,-1-1 0 0 0,0-1 1 0 0,-1 1-1 0 0,0-1 0 0 0,12-22 1 0 0,10-11 6293 0 0,-57 59-4573 0 0,-31 52-3423 0 0,23-14-6958 0 0,-37 72 0 0 0,56-95 6587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6.953"/>
    </inkml:context>
    <inkml:brush xml:id="br0">
      <inkml:brushProperty name="width" value="0.05" units="cm"/>
      <inkml:brushProperty name="height" value="0.05" units="cm"/>
      <inkml:brushProperty name="color" value="#008C3A"/>
    </inkml:brush>
  </inkml:definitions>
  <inkml:trace contextRef="#ctx0" brushRef="#br0">1770 1 4944 0 0,'0'0'6468'0'0,"12"39"-2342"0"0,10-5-2603 0 0,47 65-467 0 0,-67-96-1055 0 0,1 0-1 0 0,-1 0 1 0 0,0 0-1 0 0,0 1 1 0 0,0-1-1 0 0,-1 0 1 0 0,1 1-1 0 0,-1-1 1 0 0,0 1-1 0 0,0 0 1 0 0,0 0-1 0 0,0-1 1 0 0,-1 1-1 0 0,1 0 1 0 0,-1 0-1 0 0,0 0 1 0 0,0-1-1 0 0,-1 1 1 0 0,1 0 0 0 0,-1 0-1 0 0,0-1 1 0 0,0 1-1 0 0,0 0 1 0 0,0-1-1 0 0,0 1 1 0 0,-1-1-1 0 0,0 1 1 0 0,0-1-1 0 0,-3 5 1 0 0,-1 1 175 0 0,-1-1 1 0 0,0-1-1 0 0,0 0 1 0 0,0 0-1 0 0,-1 0 0 0 0,0 0 1 0 0,0-1-1 0 0,0-1 1 0 0,-19 10-1 0 0,24-14-244 0 0,0 0 0 0 0,0 1 0 0 0,0-1 1 0 0,0-1-1 0 0,0 1 0 0 0,0 0 0 0 0,0-1 0 0 0,0 1 0 0 0,-1-1 0 0 0,1 0 0 0 0,0 0 0 0 0,0 0 0 0 0,-1-1 0 0 0,1 1 1 0 0,0-1-1 0 0,0 0 0 0 0,0 1 0 0 0,0-1 0 0 0,0-1 0 0 0,0 1 0 0 0,-4-3 0 0 0,-2-2-275 0 0,1 0 0 0 0,-1-1 0 0 0,2 0 0 0 0,-1 0 0 0 0,-6-9 0 0 0,-16-14-608 0 0,29 29 886 0 0,-10 39 1047 0 0,-1-19-127 0 0,-1-1 0 0 0,0 0 0 0 0,-2-1 0 0 0,0-1 0 0 0,-1 0 0 0 0,-34 26-1 0 0,49-41-832 0 0,0-1-16 0 0,0 1 1 0 0,0 0-1 0 0,0-1 1 0 0,-1 1-1 0 0,1-1 0 0 0,0 1 1 0 0,-1-1-1 0 0,1 1 1 0 0,-1-1-1 0 0,1 0 1 0 0,0 0-1 0 0,-1 0 1 0 0,1 0-1 0 0,-1 0 1 0 0,1 0-1 0 0,0 0 1 0 0,-1 0-1 0 0,1-1 0 0 0,0 1 1 0 0,-1 0-1 0 0,1-1 1 0 0,0 1-1 0 0,-1-1 1 0 0,1 0-1 0 0,0 1 1 0 0,0-1-1 0 0,0 0 1 0 0,-1 0-1 0 0,1 0 1 0 0,0 0-1 0 0,0 0 1 0 0,0 0-1 0 0,0 0 0 0 0,1 0 1 0 0,-1 0-1 0 0,0 0 1 0 0,0-2-1 0 0,-36-53-830 0 0,30 43 407 0 0,3 5-40 0 0,1-2 0 0 0,-1 1 0 0 0,1 0 0 0 0,1 0 0 0 0,0-1 0 0 0,0 0 0 0 0,1 1 0 0 0,0-16 0 0 0,1 24 360 0 0,4 20 459 0 0,-6-11-67 0 0,0 0-1 0 0,0 0 1 0 0,-1 0-1 0 0,0-1 1 0 0,-1 0-1 0 0,0 1 1 0 0,0-1-1 0 0,0-1 1 0 0,-1 1 0 0 0,0 0-1 0 0,0-1 1 0 0,0 0-1 0 0,-1-1 1 0 0,0 1-1 0 0,-10 6 1 0 0,14-12-400 0 0,0 1 0 0 0,0-1-1 0 0,0 0 1 0 0,0 0 0 0 0,-1 0 0 0 0,1-1-1 0 0,0 1 1 0 0,0 0 0 0 0,0-1 0 0 0,0 1-1 0 0,0-1 1 0 0,0 0 0 0 0,0 0 0 0 0,0 0-1 0 0,0 0 1 0 0,0 0 0 0 0,1 0 0 0 0,-1 0-1 0 0,0-1 1 0 0,1 1 0 0 0,-1-1 0 0 0,1 1-1 0 0,-1-1 1 0 0,1 1 0 0 0,0-1 0 0 0,-1 0-1 0 0,1 0 1 0 0,-1-3 0 0 0,-17-5 717 0 0,-44 54 3298 0 0,61-42-3977 0 0,1-1 1 0 0,-1 0 0 0 0,0 0 0 0 0,0 1-1 0 0,0-1 1 0 0,0 0 0 0 0,0-1 0 0 0,0 1 0 0 0,0 0-1 0 0,-1 0 1 0 0,1-1 0 0 0,0 0 0 0 0,0 1-1 0 0,0-1 1 0 0,-1 0 0 0 0,1 0 0 0 0,0 0 0 0 0,0 0-1 0 0,-1 0 1 0 0,1-1 0 0 0,-3 0 0 0 0,3-1-122 0 0,0 0 0 0 0,0 1 0 0 0,1-1 0 0 0,-1 0 0 0 0,1 0 0 0 0,-1 0 0 0 0,1-1 0 0 0,0 1 0 0 0,0 0 1 0 0,0 0-1 0 0,0-1 0 0 0,0 1 0 0 0,0-1 0 0 0,1 1 0 0 0,-1 0 0 0 0,1-1 0 0 0,-1 1 0 0 0,1-5 0 0 0,-17-77-3068 0 0,17 83 3864 0 0,-46 41 2316 0 0,35-34-2594 0 0,1 0 1 0 0,-1-1 0 0 0,1 0 0 0 0,-1 0-1 0 0,-1-2 1 0 0,1 1 0 0 0,-1-1-1 0 0,1-1 1 0 0,-17 2 0 0 0,25-6-439 0 0,0 1 0 0 0,0 0 0 0 0,1-1 0 0 0,-1 1 0 0 0,0-1 0 0 0,1 0 0 0 0,-1 1 0 0 0,1-2 0 0 0,0 1 0 0 0,0 0 1 0 0,-1 0-1 0 0,2-1 0 0 0,-1 1 0 0 0,0-1 0 0 0,0 1 0 0 0,1-1 0 0 0,-1 0 0 0 0,1 1 0 0 0,-2-6 0 0 0,-3-4-684 0 0,-41-53-1859 0 0,47 69 2786 0 0,0 1 0 0 0,-1-1 1 0 0,1 0-1 0 0,-1 1 0 0 0,0-1 0 0 0,-1 0 0 0 0,1 0 1 0 0,-1 0-1 0 0,1 0 0 0 0,-1 0 0 0 0,0 0 1 0 0,-1 0-1 0 0,1-1 0 0 0,-1 1 0 0 0,-2 2 1 0 0,1-1 69 0 0,1 0 0 0 0,0-1 0 0 0,-1 0 0 0 0,0 0 0 0 0,0 0 0 0 0,0 0 0 0 0,0 0 0 0 0,-1-1 0 0 0,1 0 0 0 0,-1 0 0 0 0,0 0 0 0 0,0-1 0 0 0,0 1 0 0 0,0-1 0 0 0,-8 2 0 0 0,9-4-210 0 0,1 0 0 0 0,-1 0 0 0 0,0 0 1 0 0,0-1-1 0 0,1 1 0 0 0,-1-1 1 0 0,0 0-1 0 0,1 0 0 0 0,-1 0 0 0 0,1-1 1 0 0,-1 1-1 0 0,1-1 0 0 0,0 0 0 0 0,-1 1 1 0 0,1-2-1 0 0,0 1 0 0 0,0 0 0 0 0,0-1 1 0 0,1 1-1 0 0,-1-1 0 0 0,1 0 0 0 0,-1 0 1 0 0,1 0-1 0 0,0 0 0 0 0,-3-6 1 0 0,-4-9-667 0 0,0 0 1 0 0,1-1-1 0 0,-9-32 1 0 0,7 18-346 0 0,-9-17 847 0 0,19 49 188 0 0,-5-11 414 0 0,3 19-212 0 0,0-1 0 0 0,-1 1 0 0 0,0 0 0 0 0,-1-1 0 0 0,1 0 1 0 0,-1 0-1 0 0,0 0 0 0 0,-1 0 0 0 0,-7 7 0 0 0,10-11-267 0 0,0 0 1 0 0,0-1-1 0 0,-1 1 1 0 0,1-1-1 0 0,-1 1 1 0 0,1-1-1 0 0,-1 0 1 0 0,0 0 0 0 0,1 0-1 0 0,-1 0 1 0 0,0 0-1 0 0,0-1 1 0 0,0 1-1 0 0,0-1 1 0 0,1 0-1 0 0,-1 0 1 0 0,0 0-1 0 0,0 0 1 0 0,0 0-1 0 0,0-1 1 0 0,0 1-1 0 0,0-1 1 0 0,1 0-1 0 0,-1 0 1 0 0,0 0-1 0 0,-4-2 1 0 0,-9-6-230 0 0,1 0 1 0 0,-23-18 0 0 0,-22-13 308 0 0,60 40-30 0 0,-1 0-1 0 0,1-1 1 0 0,0 1-1 0 0,0 0 1 0 0,0 0-1 0 0,0 0 1 0 0,-1 0-1 0 0,1-1 1 0 0,0 1-1 0 0,0 0 1 0 0,0 0-1 0 0,-1 0 1 0 0,1 0-1 0 0,0 0 1 0 0,0 0-1 0 0,0-1 1 0 0,-1 1-1 0 0,1 0 1 0 0,0 0-1 0 0,0 0 1 0 0,-1 0-1 0 0,1 0 1 0 0,0 0-1 0 0,0 0 1 0 0,-1 0-1 0 0,1 0 1 0 0,0 0-1 0 0,0 0 1 0 0,-1 0-1 0 0,1 1 1 0 0,0-1-1 0 0,0 0 1 0 0,0 0-1 0 0,-1 0 1 0 0,1 0-1 0 0,0 0 1 0 0,0 0-1 0 0,0 0 1 0 0,-1 1-1 0 0,1-1 1 0 0,0 0-1 0 0,0 0 1 0 0,0 0-1 0 0,0 0 1 0 0,-1 1-1 0 0,1-1 1 0 0,0 0-1 0 0,0 1 1 0 0,4 14 74 0 0,14 16-3 0 0,-6-17-306 0 0,1-1-1 0 0,28 23 1 0 0,21 21-1026 0 0,-57-52 1180 0 0,-1-1 0 0 0,-1 1 0 0 0,1 0 0 0 0,-1 1 1 0 0,0-1-1 0 0,0 0 0 0 0,0 1 0 0 0,-1 0 0 0 0,0 0 0 0 0,3 9 0 0 0,-5-10 209 0 0,0 0 0 0 0,-1 1 0 0 0,1-1 0 0 0,-1 0-1 0 0,0 0 1 0 0,0 1 0 0 0,-1-1 0 0 0,1 0-1 0 0,-1 0 1 0 0,0 0 0 0 0,0 0 0 0 0,-1-1 0 0 0,0 1-1 0 0,0-1 1 0 0,0 1 0 0 0,0-1 0 0 0,0 0-1 0 0,-1 0 1 0 0,0 0 0 0 0,0-1 0 0 0,0 1-1 0 0,0-1 1 0 0,-7 3 0 0 0,1 2 179 0 0,-1-1-1 0 0,0 0 1 0 0,-1-1 0 0 0,1 0-1 0 0,-1-1 1 0 0,-1-1 0 0 0,1 0-1 0 0,-22 5 1 0 0,23-9-242 0 0,1 0-1 0 0,-1-1 1 0 0,1 0 0 0 0,-1 0-1 0 0,0-1 1 0 0,1 0 0 0 0,0-1-1 0 0,0 0 1 0 0,0-1 0 0 0,0 0-1 0 0,0-1 1 0 0,1 0 0 0 0,-1 0-1 0 0,1-1 1 0 0,1 0 0 0 0,-1 0-1 0 0,1-1 1 0 0,0 0 0 0 0,1-1-1 0 0,-9-11 1 0 0,7 9-473 0 0,1-1 1 0 0,1 1-1 0 0,0-1 1 0 0,0-1-1 0 0,1 0 0 0 0,1 0 1 0 0,-6-16-1 0 0,8 20-483 0 0,1-1-1 0 0,0 1 1 0 0,1-1-1 0 0,0 0 1 0 0,0 0-1 0 0,1 1 1 0 0,0-1-1 0 0,0 0 1 0 0,1 0-1 0 0,0 0 1 0 0,3-8 0 0 0,6-23-5027 0 0,-3 20 3368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7.296"/>
    </inkml:context>
    <inkml:brush xml:id="br0">
      <inkml:brushProperty name="width" value="0.05" units="cm"/>
      <inkml:brushProperty name="height" value="0.05" units="cm"/>
      <inkml:brushProperty name="color" value="#008C3A"/>
    </inkml:brush>
  </inkml:definitions>
  <inkml:trace contextRef="#ctx0" brushRef="#br0">2 11 6113 0 0,'-1'-3'9480'0'0,"6"-5"-9296"0"0,8 8-1372 0 0,0 5-6716 0 0,-9-2 5099 0 0,0 4 233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7.628"/>
    </inkml:context>
    <inkml:brush xml:id="br0">
      <inkml:brushProperty name="width" value="0.05" units="cm"/>
      <inkml:brushProperty name="height" value="0.05" units="cm"/>
      <inkml:brushProperty name="color" value="#008C3A"/>
    </inkml:brush>
  </inkml:definitions>
  <inkml:trace contextRef="#ctx0" brushRef="#br0">0 33 5477 0 0,'0'0'3984'0'0,"17"-9"-4088"0"0,-11 4-1524 0 0,3-5-1313 0 0,2 1 261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7.959"/>
    </inkml:context>
    <inkml:brush xml:id="br0">
      <inkml:brushProperty name="width" value="0.05" units="cm"/>
      <inkml:brushProperty name="height" value="0.05" units="cm"/>
      <inkml:brushProperty name="color" value="#008C3A"/>
    </inkml:brush>
  </inkml:definitions>
  <inkml:trace contextRef="#ctx0" brushRef="#br0">1 23 7465 0 0,'5'6'9658'0'0,"-4"-6"-9443"0"0,18 0 1412 0 0,15-6-3866 0 0,-17 2 337 0 0,5-2-2815 0 0,-9-2-1840 0 0,-8 4 3999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8.306"/>
    </inkml:context>
    <inkml:brush xml:id="br0">
      <inkml:brushProperty name="width" value="0.05" units="cm"/>
      <inkml:brushProperty name="height" value="0.05" units="cm"/>
      <inkml:brushProperty name="color" value="#008C3A"/>
    </inkml:brush>
  </inkml:definitions>
  <inkml:trace contextRef="#ctx0" brushRef="#br0">36 30 7493 0 0,'-9'-6'7444'0'0,"3"1"-5559"0"0,2 2 971 0 0,-3-2-1668 0 0,1 1-1432 0 0,3-3-1528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8.655"/>
    </inkml:context>
    <inkml:brush xml:id="br0">
      <inkml:brushProperty name="width" value="0.05" units="cm"/>
      <inkml:brushProperty name="height" value="0.05" units="cm"/>
      <inkml:brushProperty name="color" value="#008C3A"/>
    </inkml:brush>
  </inkml:definitions>
  <inkml:trace contextRef="#ctx0" brushRef="#br0">7 27 5681 0 0,'-6'5'11357'0'0,"28"-15"-11049"0"0,-14 9-372 0 0,1-4-344 0 0,1 0-585 0 0,3 2-2563 0 0,-6 0 208 0 0,-1 1 276 0 0,5-1-2169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9.411"/>
    </inkml:context>
    <inkml:brush xml:id="br0">
      <inkml:brushProperty name="width" value="0.05" units="cm"/>
      <inkml:brushProperty name="height" value="0.05" units="cm"/>
      <inkml:brushProperty name="color" value="#008C3A"/>
    </inkml:brush>
  </inkml:definitions>
  <inkml:trace contextRef="#ctx0" brushRef="#br0">13 1 6601 0 0,'-13'5'13189'0'0,"26"-1"-19086"0"0,-5-2 2469 0 0,-3-2 376 0 0,3 3-2213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2:59.782"/>
    </inkml:context>
    <inkml:brush xml:id="br0">
      <inkml:brushProperty name="width" value="0.05" units="cm"/>
      <inkml:brushProperty name="height" value="0.05" units="cm"/>
      <inkml:brushProperty name="color" value="#008C3A"/>
    </inkml:brush>
  </inkml:definitions>
  <inkml:trace contextRef="#ctx0" brushRef="#br0">0 43 7997 0 0,'4'10'9489'0'0,"2"-10"-6653"0"0,10-2-2036 0 0,-6-2-584 0 0,-3 0-556 0 0,6 0-488 0 0,0-1-1272 0 0,4 2-1881 0 0,-2-7 365 0 0,2 4 380 0 0,-4 1 327 0 0,0-4 301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3:00.676"/>
    </inkml:context>
    <inkml:brush xml:id="br0">
      <inkml:brushProperty name="width" value="0.05" units="cm"/>
      <inkml:brushProperty name="height" value="0.05" units="cm"/>
      <inkml:brushProperty name="color" value="#008C3A"/>
    </inkml:brush>
  </inkml:definitions>
  <inkml:trace contextRef="#ctx0" brushRef="#br0">0 9 6601 0 0,'2'-8'12538'0'0,"0"16"-11669"0"0,0 0 0 0 0,0 0 1 0 0,0 0-1 0 0,-1 1 0 0 0,0 8 0 0 0,-3 87 2027 0 0,-1-58-2001 0 0,2-13-510 0 0,-1 292 2144 0 0,5-261-3119 0 0,3 0 1 0 0,2-1 0 0 0,19 68-1 0 0,-21-110-390 0 0,2 0 1 0 0,0 0-1 0 0,13 23 0 0 0,-13-27-611 0 0,2-1 1 0 0,0 0 0 0 0,1-1-1 0 0,1 0 1 0 0,0-1-1 0 0,1 0 1 0 0,0-1-1 0 0,1-1 1 0 0,1 0 0 0 0,0-1-1 0 0,1 0 1 0 0,21 11-1 0 0,-7-10-859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4:53:03.484"/>
    </inkml:context>
    <inkml:brush xml:id="br0">
      <inkml:brushProperty name="width" value="0.05" units="cm"/>
      <inkml:brushProperty name="height" value="0.05" units="cm"/>
      <inkml:brushProperty name="color" value="#008C3A"/>
    </inkml:brush>
  </inkml:definitions>
  <inkml:trace contextRef="#ctx0" brushRef="#br0">10 19 4300 0 0,'-10'-19'23964'0'0,"21"40"-23474"0"0,0-1-1 0 0,1 0 1 0 0,1 0 0 0 0,30 33-1 0 0,-26-33 25 0 0,0 2 0 0 0,-1 0-1 0 0,23 43 1 0 0,-21-25-514 0 0,22 74 0 0 0,-33-85 0 0 0,4 50 0 0 0,-6-32 0 0 0,-4-34 0 0 0,0-1 0 0 0,-2 0 0 0 0,-2 22 0 0 0,-1 13 0 0 0,2-26 0 0 0,0 0 0 0 0,-2 0 0 0 0,-8 32 0 0 0,-2 6 0 0 0,-15 63 0 0 0,26-114 0 0 0,0 0 0 0 0,2-3 0 0 0,-2 2 0 0 0,-1-2 0 0 0,2 1 0 0 0,-2-1 0 0 0,-1 1 0 0 0,3-4 0 0 0,8-13 0 0 0,5-9 0 0 0,-2 0 0 0 0,0-1 0 0 0,-1 0 0 0 0,-2 0 0 0 0,8-35 0 0 0,-7 6 0 0 0,0-55 0 0 0,-1 7 0 0 0,-3 74 0 0 0,1-11 0 0 0,-1 1 0 0 0,-2-1 0 0 0,-6-61 0 0 0,-1 52-86 0 0,6 32-36 0 0,-1 0 1 0 0,0 0 0 0 0,-1 0 0 0 0,-1 0-1 0 0,0 0 1 0 0,0 1 0 0 0,-1-1 0 0 0,-1 1 0 0 0,0 0-1 0 0,0 0 1 0 0,-1 1 0 0 0,0-1 0 0 0,-13-14 0 0 0,14 19-3946 0 0,-12-15-14214 0 0,15 19 16249 0 0,0-5 1 0 0,-2 2-650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3.224"/>
    </inkml:context>
    <inkml:brush xml:id="br0">
      <inkml:brushProperty name="width" value="0.1" units="cm"/>
      <inkml:brushProperty name="height" value="0.1" units="cm"/>
      <inkml:brushProperty name="color" value="#E71224"/>
    </inkml:brush>
  </inkml:definitions>
  <inkml:trace contextRef="#ctx0" brushRef="#br0">618 516 4072 0 0,'1'-8'15055'0'0,"-263"179"-11509"0"0,201-143-3892 0 0,61-27 334 0 0,0-1 1 0 0,-1 0-1 0 0,1 0 1 0 0,0 0-1 0 0,0 0 1 0 0,-1 0-1 0 0,1 0 0 0 0,0 1 1 0 0,0-1-1 0 0,-1 0 1 0 0,1 0-1 0 0,0 0 1 0 0,0 0-1 0 0,-1 0 1 0 0,1 0-1 0 0,0 0 1 0 0,0 0-1 0 0,-1 0 1 0 0,1 0-1 0 0,0 0 1 0 0,0 0-1 0 0,-1 0 1 0 0,1-1-1 0 0,0 1 0 0 0,0 0 1 0 0,-1 0-1 0 0,1 0 1 0 0,0 0-1 0 0,0 0 1 0 0,0 0-1 0 0,-1-1 1 0 0,1 1-1 0 0,0 0 1 0 0,0 0-1 0 0,0 0 1 0 0,-1-1-1 0 0,1 1 1 0 0,0 0-1 0 0,0 0 0 0 0,0 0 1 0 0,0-1-1 0 0,0 1 1 0 0,0 0-1 0 0,-1-1 1 0 0,0-16-828 0 0,8-16-483 0 0,12-22-732 0 0,-17 43 1742 0 0,1 1-1 0 0,1 0 1 0 0,0 1-1 0 0,9-17 1 0 0,-2 4 1153 0 0,-14 21-272 0 0,-10 11-354 0 0,-48 48 1161 0 0,-73 87 0 0 0,101-106-379 0 0,16-25 91 0 0,5-17 470 0 0,11 1-1441 0 0,0 1 0 0 0,0-1-1 0 0,0 0 1 0 0,0 0-1 0 0,0 1 1 0 0,0-1-1 0 0,1 0 1 0 0,0 0 0 0 0,-1 0-1 0 0,1 0 1 0 0,0-4-1 0 0,1-132 610 0 0,-32-247 0 0 0,15 315-626 0 0,0-4-1238 0 0,12 25-5457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3.620"/>
    </inkml:context>
    <inkml:brush xml:id="br0">
      <inkml:brushProperty name="width" value="0.1" units="cm"/>
      <inkml:brushProperty name="height" value="0.1" units="cm"/>
      <inkml:brushProperty name="color" value="#E71224"/>
    </inkml:brush>
  </inkml:definitions>
  <inkml:trace contextRef="#ctx0" brushRef="#br0">1 83 6041 0 0,'0'0'4177'0'0,"49"-13"3859"0"0,16-12-6942 0 0,-20 10-6178 0 0,-3-6-5060 0 0,-28 13 7568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3.953"/>
    </inkml:context>
    <inkml:brush xml:id="br0">
      <inkml:brushProperty name="width" value="0.1" units="cm"/>
      <inkml:brushProperty name="height" value="0.1" units="cm"/>
      <inkml:brushProperty name="color" value="#E71224"/>
    </inkml:brush>
  </inkml:definitions>
  <inkml:trace contextRef="#ctx0" brushRef="#br0">0 10 3764 0 0,'6'-4'1128'0'0,"-2"-1"-411"0"0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4.567"/>
    </inkml:context>
    <inkml:brush xml:id="br0">
      <inkml:brushProperty name="width" value="0.1" units="cm"/>
      <inkml:brushProperty name="height" value="0.1" units="cm"/>
      <inkml:brushProperty name="color" value="#E71224"/>
    </inkml:brush>
  </inkml:definitions>
  <inkml:trace contextRef="#ctx0" brushRef="#br0">308 463 4368 0 0,'-2'-9'9728'0'0,"-24"29"-8169"0"0,-1 1 0 0 0,-42 46 0 0 0,18-18 281 0 0,14-13-235 0 0,13-13 3456 0 0,23-23-4986 0 0,1 0 1 0 0,-1-1 0 0 0,0 1 0 0 0,0 0 0 0 0,1-1 0 0 0,-1 1 0 0 0,0-1 0 0 0,1 1 0 0 0,-1-1 0 0 0,0 0 0 0 0,1 1 0 0 0,-1-1 0 0 0,1 1 0 0 0,-1-1 0 0 0,1 0 0 0 0,-1 0 0 0 0,1 1-1 0 0,0-1 1 0 0,-1 0 0 0 0,1 0 0 0 0,0 0 0 0 0,0 1 0 0 0,-1-1 0 0 0,1-1 0 0 0,-9-20 896 0 0,-3-43-489 0 0,2 0 0 0 0,-2-79 0 0 0,5 43-2540 0 0,0 8-3338 0 0,6 59-1154 0 0,1 0-1 0 0,5-41 0 0 0,0 54 3905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4.916"/>
    </inkml:context>
    <inkml:brush xml:id="br0">
      <inkml:brushProperty name="width" value="0.1" units="cm"/>
      <inkml:brushProperty name="height" value="0.1" units="cm"/>
      <inkml:brushProperty name="color" value="#E71224"/>
    </inkml:brush>
  </inkml:definitions>
  <inkml:trace contextRef="#ctx0" brushRef="#br0">1 25 5384 0 0,'0'0'1977'0'0,"4"-5"-277"0"0,1-3 828 0 0,-1 5-1748 0 0,0-2-504 0 0,5 2-880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5.263"/>
    </inkml:context>
    <inkml:brush xml:id="br0">
      <inkml:brushProperty name="width" value="0.1" units="cm"/>
      <inkml:brushProperty name="height" value="0.1" units="cm"/>
      <inkml:brushProperty name="color" value="#E71224"/>
    </inkml:brush>
  </inkml:definitions>
  <inkml:trace contextRef="#ctx0" brushRef="#br0">497 0 4368 0 0,'0'0'1643'0'0,"-7"17"5327"0"0,27 35-2446 0 0,-15-41-4361 0 0,0 0 0 0 0,-1 1 0 0 0,0 0 0 0 0,2 14 0 0 0,-5-22-162 0 0,-1 1 0 0 0,0-1 0 0 0,0 1 0 0 0,0-1 0 0 0,0 0 0 0 0,-1 1-1 0 0,0-1 1 0 0,0 0 0 0 0,0 1 0 0 0,0-1 0 0 0,-1 0 0 0 0,1 0 0 0 0,-1 0 0 0 0,0 0-1 0 0,-5 7 1 0 0,-4 3 209 0 0,0 0-1 0 0,-2-1 0 0 0,1 0 0 0 0,-2-1 0 0 0,1 0 0 0 0,-2-1 0 0 0,1-1 0 0 0,-30 15 1 0 0,-10 2 1110 0 0,-72 24 1 0 0,97-40-892 0 0,22-9-306 0 0,0 1-1 0 0,0-2 0 0 0,0 1 0 0 0,0-1 0 0 0,0 0 0 0 0,-1 0 0 0 0,1-1 0 0 0,0 0 0 0 0,-1 0 0 0 0,1-1 0 0 0,0 0 0 0 0,0 0 0 0 0,-14-4 0 0 0,18 4-220 0 0,1 0 0 0 0,-1-1 0 0 0,0 1 0 0 0,1-1 0 0 0,-1 1-1 0 0,1-1 1 0 0,-1 0 0 0 0,1 0 0 0 0,0 0 0 0 0,0 0 0 0 0,0-1-1 0 0,0 1 1 0 0,0 0 0 0 0,1-1 0 0 0,-1 1 0 0 0,0-1 0 0 0,1 0-1 0 0,0 1 1 0 0,0-1 0 0 0,0 0 0 0 0,0 0 0 0 0,0 0 0 0 0,1 0 0 0 0,-1 0-1 0 0,1 0 1 0 0,0 0 0 0 0,0 0 0 0 0,0 0 0 0 0,0 0 0 0 0,0 0-1 0 0,1 0 1 0 0,-1 0 0 0 0,1 0 0 0 0,0 0 0 0 0,2-4 0 0 0,12-30-3188 0 0,-5 21-600 0 0,0 0 1 0 0,2 1-1 0 0,13-15 1 0 0,-15 17 1434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5.623"/>
    </inkml:context>
    <inkml:brush xml:id="br0">
      <inkml:brushProperty name="width" value="0.1" units="cm"/>
      <inkml:brushProperty name="height" value="0.1" units="cm"/>
      <inkml:brushProperty name="color" value="#E71224"/>
    </inkml:brush>
  </inkml:definitions>
  <inkml:trace contextRef="#ctx0" brushRef="#br0">1 88 5621 0 0,'9'-7'1748'0'0,"-1"2"-220"0"0,5-3-332 0 0,6 0-384 0 0,-2 0-332 0 0,4 0-532 0 0,2-1-796 0 0,0-1-2336 0 0,6-1 295 0 0,-7-2 217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6.503"/>
    </inkml:context>
    <inkml:brush xml:id="br0">
      <inkml:brushProperty name="width" value="0.1" units="cm"/>
      <inkml:brushProperty name="height" value="0.1" units="cm"/>
      <inkml:brushProperty name="color" value="#E71224"/>
    </inkml:brush>
  </inkml:definitions>
  <inkml:trace contextRef="#ctx0" brushRef="#br0">664 4 5897 0 0,'6'-4'7982'0'0,"-1"5"-5701"0"0,-1 4-2091 0 0,0 0 0 0 0,0 0 0 0 0,0 0 0 0 0,-1 1-1 0 0,0-1 1 0 0,0 1 0 0 0,0 0 0 0 0,-1 0 0 0 0,0 0 0 0 0,0 0 0 0 0,0 1-1 0 0,-1-1 1 0 0,1 10 0 0 0,-2-11-183 0 0,0 0 0 0 0,-1 0 0 0 0,0-1 0 0 0,0 1 0 0 0,0 0 0 0 0,0-1 0 0 0,-1 1-1 0 0,0-1 1 0 0,0 1 0 0 0,0-1 0 0 0,0 0 0 0 0,-1 0 0 0 0,1 0 0 0 0,-1 0 0 0 0,0 0 0 0 0,0 0 0 0 0,-1-1 0 0 0,1 0-1 0 0,-5 4 1 0 0,-17 12 122 0 0,0-1 0 0 0,-1-2 0 0 0,-1 0 0 0 0,0-2 0 0 0,-1-1 0 0 0,-33 11-1 0 0,59-23-247 0 0,-1 0-1 0 0,0 0 0 0 0,1 0 0 0 0,-1-1 1 0 0,0 1-1 0 0,1-1 0 0 0,-1 0 0 0 0,0 0 0 0 0,0 1 1 0 0,1-2-1 0 0,-1 1 0 0 0,0 0 0 0 0,0-1 1 0 0,1 1-1 0 0,-1-1 0 0 0,0 0 0 0 0,1 0 0 0 0,-1 0 1 0 0,1 0-1 0 0,-1 0 0 0 0,1 0 0 0 0,-1-1 1 0 0,-1-1-1 0 0,-2-2-366 0 0,1-1 0 0 0,0 0 0 0 0,0 0-1 0 0,1 0 1 0 0,0 0 0 0 0,-5-11 0 0 0,2 5-110 0 0,-3-8-135 0 0,7 14 1325 0 0,-6 11 688 0 0,-4 6-228 0 0,-17 9 1477 0 0,0-1 0 0 0,-39 17 1 0 0,-23 2-1921 0 0,68-35-3594 0 0,20-3 1370 0 0,-1-1-1 0 0,0 0 1 0 0,0 0 0 0 0,1 0 0 0 0,-1-1 0 0 0,1 1 0 0 0,-1-1 0 0 0,1 0 0 0 0,-5-3-1 0 0,-1-3-1156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7.272"/>
    </inkml:context>
    <inkml:brush xml:id="br0">
      <inkml:brushProperty name="width" value="0.1" units="cm"/>
      <inkml:brushProperty name="height" value="0.1" units="cm"/>
      <inkml:brushProperty name="color" value="#E71224"/>
    </inkml:brush>
  </inkml:definitions>
  <inkml:trace contextRef="#ctx0" brushRef="#br0">154 11 5456 0 0,'-5'-7'9081'0'0,"5"6"-8903"0"0,16-1 2905 0 0,27 7-1605 0 0,-14 5-948 0 0,5 1-1812 0 0,0 1 0 0 0,-2 2-1 0 0,0 0 1 0 0,52 34 0 0 0,-82-47 1262 0 0,0 1 1 0 0,0-1 0 0 0,0 1 0 0 0,-1-1 0 0 0,1 1 0 0 0,0 0-1 0 0,-1 0 1 0 0,1-1 0 0 0,-1 1 0 0 0,0 0 0 0 0,0 1 0 0 0,0-1 0 0 0,0 0-1 0 0,0 0 1 0 0,0 0 0 0 0,0 1 0 0 0,-1-1 0 0 0,1 0 0 0 0,-1 1-1 0 0,0-1 1 0 0,1 3 0 0 0,-2-1 65 0 0,0 0 0 0 0,1 0 0 0 0,-1 0 0 0 0,-1 0 0 0 0,1 0 0 0 0,0-1 0 0 0,-1 1 0 0 0,0 0 0 0 0,0-1 0 0 0,0 0 0 0 0,-5 6 0 0 0,-7 7 335 0 0,-1 0 1 0 0,0-1-1 0 0,-34 23 0 0 0,34-26-352 0 0,-23 16 150 0 0,-1-3 0 0 0,-1-1 1 0 0,-81 36-1 0 0,117-59-312 0 0,1 0 0 0 0,0 1 0 0 0,0-1 0 0 0,-1 0 0 0 0,1 0 0 0 0,0-1 0 0 0,-1 1 0 0 0,1-1-1 0 0,-1 1 1 0 0,1-1 0 0 0,-1 0 0 0 0,1-1 0 0 0,-1 1 0 0 0,1-1 0 0 0,-1 1 0 0 0,1-1 0 0 0,0 0 0 0 0,-1 0 0 0 0,1 0 0 0 0,0-1 0 0 0,0 1-1 0 0,0-1 1 0 0,0 0 0 0 0,0 0 0 0 0,0 0 0 0 0,-4-4 0 0 0,7 5 83 0 0,-1 0-1 0 0,0 0 1 0 0,1 0 0 0 0,0 0-1 0 0,-1-1 1 0 0,1 1-1 0 0,0 0 1 0 0,-1-1 0 0 0,1 1-1 0 0,0 0 1 0 0,0 0-1 0 0,0-1 1 0 0,0 1 0 0 0,0 0-1 0 0,1-1 1 0 0,-1 1 0 0 0,0 0-1 0 0,1 0 1 0 0,-1 0-1 0 0,0-1 1 0 0,1 1 0 0 0,0 0-1 0 0,-1 0 1 0 0,1 0-1 0 0,0 0 1 0 0,-1 0 0 0 0,1 0-1 0 0,0 0 1 0 0,0 0 0 0 0,1-2-1 0 0,31-24-388 0 0,-20 21 600 0 0,1 1 0 0 0,1 0 0 0 0,-1 0 1 0 0,1 2-1 0 0,0 0 0 0 0,18-2 0 0 0,-28 5 14 0 0,-1 0 0 0 0,0 0 0 0 0,0 0-1 0 0,0 1 1 0 0,0-1 0 0 0,0 1 0 0 0,0 0 0 0 0,0 0 0 0 0,0 0 0 0 0,0 1 0 0 0,-1-1 0 0 0,7 4 0 0 0,-8-3-61 0 0,0 0 1 0 0,0 0 0 0 0,0 0 0 0 0,0 0 0 0 0,-1 0-1 0 0,1 0 1 0 0,0 1 0 0 0,-1-1 0 0 0,0 0-1 0 0,0 1 1 0 0,1-1 0 0 0,-1 1 0 0 0,-1-1 0 0 0,1 1-1 0 0,0 0 1 0 0,-1-1 0 0 0,1 1 0 0 0,-1 0-1 0 0,0 0 1 0 0,0-1 0 0 0,0 4 0 0 0,0 1 71 0 0,1 1 1 0 0,-2-1-1 0 0,1 1 1 0 0,-1-1-1 0 0,0 0 0 0 0,-1 1 1 0 0,0-1-1 0 0,0 0 1 0 0,0 0-1 0 0,-1 0 1 0 0,0 0-1 0 0,0-1 1 0 0,-5 7-1 0 0,-13 19-32 0 0,-2-1 0 0 0,-28 29 0 0 0,-7-6-4383 0 0,47-47 1235 0 0,0 1 0 0 0,0-1 0 0 0,-21 9 0 0 0,18-11 446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7.605"/>
    </inkml:context>
    <inkml:brush xml:id="br0">
      <inkml:brushProperty name="width" value="0.1" units="cm"/>
      <inkml:brushProperty name="height" value="0.1" units="cm"/>
      <inkml:brushProperty name="color" value="#E71224"/>
    </inkml:brush>
  </inkml:definitions>
  <inkml:trace contextRef="#ctx0" brushRef="#br0">299 0 6265 0 0,'-4'3'2088'0'0,"-13"8"897"0"0,0 2 1 0 0,-29 27 0 0 0,-27 44 1639 0 0,10 10-3865 0 0,11 0-3402 0 0,36-54-2022 0 0,14-34 3039 0 0,0 1 0 0 0,0-1 0 0 0,1 1 0 0 0,-1 0 0 0 0,2-1-1 0 0,-1 1 1 0 0,1 12 0 0 0,3-8-743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7.940"/>
    </inkml:context>
    <inkml:brush xml:id="br0">
      <inkml:brushProperty name="width" value="0.1" units="cm"/>
      <inkml:brushProperty name="height" value="0.1" units="cm"/>
      <inkml:brushProperty name="color" value="#E71224"/>
    </inkml:brush>
  </inkml:definitions>
  <inkml:trace contextRef="#ctx0" brushRef="#br0">0 114 6213 0 0,'0'0'3644'0'0,"15"-6"-2176"0"0,-7 3-332 0 0,5-5-368 0 0,1 1-440 0 0,-1-2-288 0 0,4-1-452 0 0,4-1-732 0 0,2-5-2124 0 0,0 3 280 0 0,2-2 303 0 0,-6-1 257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18.270"/>
    </inkml:context>
    <inkml:brush xml:id="br0">
      <inkml:brushProperty name="width" value="0.1" units="cm"/>
      <inkml:brushProperty name="height" value="0.1" units="cm"/>
      <inkml:brushProperty name="color" value="#E71224"/>
    </inkml:brush>
  </inkml:definitions>
  <inkml:trace contextRef="#ctx0" brushRef="#br0">10 105 7033 0 0,'-9'-1'7760'0'0,"22"-11"-6508"0"0,-9 9-311 0 0,5-3-369 0 0,1 1-448 0 0,1-1-412 0 0,2 1-292 0 0,-3-2-1049 0 0,7-4-1999 0 0,-4 0 404 0 0,7 1 275 0 0,-3-3 265 0 0,0-1 308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2.125"/>
    </inkml:context>
    <inkml:brush xml:id="br0">
      <inkml:brushProperty name="width" value="0.1" units="cm"/>
      <inkml:brushProperty name="height" value="0.1" units="cm"/>
      <inkml:brushProperty name="color" value="#E71224"/>
    </inkml:brush>
  </inkml:definitions>
  <inkml:trace contextRef="#ctx0" brushRef="#br0">27 23 8017 0 0,'-26'-8'15218'0'0,"28"-7"-16029"0"0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2.455"/>
    </inkml:context>
    <inkml:brush xml:id="br0">
      <inkml:brushProperty name="width" value="0.1" units="cm"/>
      <inkml:brushProperty name="height" value="0.1" units="cm"/>
      <inkml:brushProperty name="color" value="#E71224"/>
    </inkml:brush>
  </inkml:definitions>
  <inkml:trace contextRef="#ctx0" brushRef="#br0">14 23 5036 0 0,'0'0'2009'0'0,"-12"-10"2271"0"0,12 2-3616 0 0,-1 3-1168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5.331"/>
    </inkml:context>
    <inkml:brush xml:id="br0">
      <inkml:brushProperty name="width" value="0.1" units="cm"/>
      <inkml:brushProperty name="height" value="0.1" units="cm"/>
      <inkml:brushProperty name="color" value="#E71224"/>
    </inkml:brush>
  </inkml:definitions>
  <inkml:trace contextRef="#ctx0" brushRef="#br0">5 15 8929 0 0,'0'-6'9809'0'0,"-4"-2"-9769"0"0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2.915"/>
    </inkml:context>
    <inkml:brush xml:id="br0">
      <inkml:brushProperty name="width" value="0.1" units="cm"/>
      <inkml:brushProperty name="height" value="0.1" units="cm"/>
      <inkml:brushProperty name="color" value="#E71224"/>
    </inkml:brush>
  </inkml:definitions>
  <inkml:trace contextRef="#ctx0" brushRef="#br0">1 12 8045 0 0,'-1'-12'15837'0'0,"15"102"-12611"0"0,-6 7-5659 0 0,-9 1-5677 0 0,-11-3-5699 0 0,8-76 11193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3.670"/>
    </inkml:context>
    <inkml:brush xml:id="br0">
      <inkml:brushProperty name="width" value="0.1" units="cm"/>
      <inkml:brushProperty name="height" value="0.1" units="cm"/>
      <inkml:brushProperty name="color" value="#E71224"/>
    </inkml:brush>
  </inkml:definitions>
  <inkml:trace contextRef="#ctx0" brushRef="#br0">630 9 4688 0 0,'1'-8'11041'0'0,"1"8"-10874"0"0,0 1-1 0 0,0 0 1 0 0,0 0 0 0 0,0 0 0 0 0,-1 0-1 0 0,1 0 1 0 0,0 1 0 0 0,-1-1 0 0 0,1 1 0 0 0,-1-1-1 0 0,1 1 1 0 0,-1-1 0 0 0,2 3 0 0 0,2 6 80 0 0,0 1 0 0 0,-1-1 0 0 0,0 1 1 0 0,-1-1-1 0 0,0 1 0 0 0,-1 0 0 0 0,2 15 0 0 0,-4-18-250 0 0,-1 0-1 0 0,0 0 1 0 0,0 0-1 0 0,0-1 0 0 0,-1 1 1 0 0,0-1-1 0 0,-1 1 0 0 0,1-1 1 0 0,-1 0-1 0 0,-1 0 0 0 0,-6 11 1 0 0,-8 9 48 0 0,-1 0 0 0 0,-40 40 0 0 0,1 1-2662 0 0,57-68 2545 0 0,1 0 1 0 0,0 1 0 0 0,-1-1 0 0 0,1 0-1 0 0,0 1 1 0 0,-1-1 0 0 0,1 1 0 0 0,0-1-1 0 0,-1 1 1 0 0,1-1 0 0 0,0 1 0 0 0,0-1 0 0 0,0 0-1 0 0,-1 1 1 0 0,1-1 0 0 0,0 1 0 0 0,0-1-1 0 0,0 1 1 0 0,0 0 0 0 0,0-1 0 0 0,0 1-1 0 0,0-1 1 0 0,0 1 0 0 0,0-1 0 0 0,0 1-1 0 0,0-1 1 0 0,0 1 0 0 0,0-1 0 0 0,1 1 0 0 0,-1-1-1 0 0,0 1 1 0 0,0-1 0 0 0,1 1 0 0 0,-1-1-1 0 0,0 0 1 0 0,0 1 0 0 0,1-1 0 0 0,-1 1-1 0 0,1-1 1 0 0,25 8-1372 0 0,40-9 140 0 0,-60 1 1007 0 0,41-9-796 0 0,-40 7 1060 0 0,0 0 1 0 0,1 1-1 0 0,-1-1 1 0 0,1 2-1 0 0,-1-1 1 0 0,1 1-1 0 0,-1 0 1 0 0,9 1-1 0 0,-14-1 94 0 0,-1 1 0 0 0,1-1 0 0 0,-1 1 0 0 0,1-1 0 0 0,-1 1 0 0 0,1-1 0 0 0,-1 1 0 0 0,1 0 0 0 0,-1 0 0 0 0,0 0 0 0 0,0-1 0 0 0,1 1 0 0 0,-1 1 0 0 0,0-1 0 0 0,0 0-1 0 0,0 0 1 0 0,0 0 0 0 0,0 0 0 0 0,0 1 0 0 0,0-1 0 0 0,-1 1 0 0 0,1-1 0 0 0,0 0 0 0 0,-1 1 0 0 0,1-1 0 0 0,0 3 0 0 0,-1-1 63 0 0,0 0 1 0 0,-1 1-1 0 0,1-1 1 0 0,0 0-1 0 0,-1 0 1 0 0,0 0-1 0 0,0 0 1 0 0,0 0-1 0 0,0 0 0 0 0,0 0 1 0 0,0 0-1 0 0,-3 4 1 0 0,-2 3 406 0 0,-1-1 0 0 0,0 1 1 0 0,0-1-1 0 0,-1 0 1 0 0,0-1-1 0 0,-13 10 0 0 0,-16 6 1237 0 0,-2-1 0 0 0,-1-2 0 0 0,-1-2 0 0 0,-1-1 0 0 0,0-3 0 0 0,-75 18 0 0 0,100-30-1486 0 0,0 0-1 0 0,0-1 1 0 0,-32 1 0 0 0,35-4-1258 0 0,0 0 0 0 0,-1-1-1 0 0,1 0 1 0 0,-22-8 0 0 0,-22-14-7293 0 0,3-13-5189 0 0,44 27 10698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4.305"/>
    </inkml:context>
    <inkml:brush xml:id="br0">
      <inkml:brushProperty name="width" value="0.1" units="cm"/>
      <inkml:brushProperty name="height" value="0.1" units="cm"/>
      <inkml:brushProperty name="color" value="#E71224"/>
    </inkml:brush>
  </inkml:definitions>
  <inkml:trace contextRef="#ctx0" brushRef="#br0">246 774 5056 0 0,'0'0'5239'0'0,"13"-31"-401"0"0,-2-6-3556 0 0,-2 0 1 0 0,-1 0-1 0 0,2-40 1 0 0,-4 34-1492 0 0,1 1 0 0 0,12-43 0 0 0,-11 59 37 0 0,1 0 1 0 0,1 1 0 0 0,1 0-1 0 0,1 1 1 0 0,17-25-1 0 0,-25 43 61 0 0,0-1-1 0 0,1 1 0 0 0,0 1 0 0 0,0-1 0 0 0,1 1 0 0 0,-1-1 0 0 0,1 2 0 0 0,1-1 0 0 0,-1 1 0 0 0,0 0 0 0 0,1 0 0 0 0,0 0 1 0 0,0 1-1 0 0,0 0 0 0 0,0 1 0 0 0,1 0 0 0 0,-1 0 0 0 0,1 0 0 0 0,-1 1 0 0 0,1 0 0 0 0,-1 1 0 0 0,14 0 0 0 0,-18-1 15 0 0,1 2 0 0 0,0-1 0 0 0,0 0-1 0 0,0 1 1 0 0,0 0 0 0 0,0 0 0 0 0,-1 0-1 0 0,1 0 1 0 0,0 0 0 0 0,-1 1 0 0 0,1 0-1 0 0,-1 0 1 0 0,1 0 0 0 0,-1 0 0 0 0,0 0-1 0 0,0 1 1 0 0,0-1 0 0 0,5 6-1 0 0,-6-4 124 0 0,-1-1-1 0 0,1 1 1 0 0,-1-1-1 0 0,0 1 0 0 0,0 0 1 0 0,0-1-1 0 0,-1 1 1 0 0,1 0-1 0 0,-1 0 0 0 0,0-1 1 0 0,0 1-1 0 0,0 0 1 0 0,0 0-1 0 0,-1-1 0 0 0,1 1 1 0 0,-1 0-1 0 0,0 0 1 0 0,0-1-1 0 0,-3 6 0 0 0,-8 20 800 0 0,-1-1 0 0 0,-1-1-1 0 0,-1-1 1 0 0,-1 0 0 0 0,-33 39-1 0 0,41-55-331 0 0,-1 0 1 0 0,0-1-1 0 0,-1 0 0 0 0,0-1 1 0 0,0 0-1 0 0,-1 0 0 0 0,0-1 1 0 0,0-1-1 0 0,-1 0 0 0 0,0 0 1 0 0,-18 5-1 0 0,22-9-328 0 0,1 0 1 0 0,-1-1 0 0 0,1 1-1 0 0,-1-2 1 0 0,0 1-1 0 0,0-1 1 0 0,1 0-1 0 0,-1-1 1 0 0,0 0 0 0 0,1 0-1 0 0,-1 0 1 0 0,1-1-1 0 0,-1-1 1 0 0,1 1 0 0 0,0-1-1 0 0,0 0 1 0 0,0-1-1 0 0,0 1 1 0 0,0-1-1 0 0,-9-9 1 0 0,-4-4-504 0 0,0-2 0 0 0,2 0 0 0 0,1-2-1 0 0,0 0 1 0 0,2 0 0 0 0,0-2 0 0 0,1 0 0 0 0,2 0 0 0 0,0-1 0 0 0,-10-32-1 0 0,14 31-2028 0 0,1 0 0 0 0,-5-32 0 0 0,9 37-967 0 0,1 0-1 0 0,1 0 1 0 0,2-24-1 0 0,2 19 688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4.637"/>
    </inkml:context>
    <inkml:brush xml:id="br0">
      <inkml:brushProperty name="width" value="0.1" units="cm"/>
      <inkml:brushProperty name="height" value="0.1" units="cm"/>
      <inkml:brushProperty name="color" value="#E71224"/>
    </inkml:brush>
  </inkml:definitions>
  <inkml:trace contextRef="#ctx0" brushRef="#br0">1 1 5825 0 0,'1'0'437'0'0,"1"0"1"0"0,-1 0 0 0 0,0 0 0 0 0,1 0 0 0 0,-1 0 0 0 0,1 0 0 0 0,-1 0-1 0 0,1 0 1 0 0,-1 0 0 0 0,0 1 0 0 0,1-1 0 0 0,-1 1 0 0 0,0-1 0 0 0,1 1 0 0 0,1 1-1 0 0,19 17 3204 0 0,13 36-1216 0 0,-27-40-1631 0 0,25 55 505 0 0,-12 5-3747 0 0,-14-34-4630 0 0,2 73 0 0 0,-8-85 4297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4.984"/>
    </inkml:context>
    <inkml:brush xml:id="br0">
      <inkml:brushProperty name="width" value="0.1" units="cm"/>
      <inkml:brushProperty name="height" value="0.1" units="cm"/>
      <inkml:brushProperty name="color" value="#E71224"/>
    </inkml:brush>
  </inkml:definitions>
  <inkml:trace contextRef="#ctx0" brushRef="#br0">26 97 5416 0 0,'-2'0'229'0'0,"1"1"-1"0"0,0-1 1 0 0,-1 0-1 0 0,1 1 0 0 0,0-1 1 0 0,0 1-1 0 0,0 0 0 0 0,-1-1 1 0 0,1 1-1 0 0,0 0 1 0 0,0 0-1 0 0,0-1 0 0 0,0 1 1 0 0,0 0-1 0 0,0 0 0 0 0,1 0 1 0 0,-1 0-1 0 0,0 0 1 0 0,0 1-1 0 0,1-1 0 0 0,-1 0 1 0 0,0 0-1 0 0,1 0 0 0 0,0 1 1 0 0,-1-1-1 0 0,1 0 1 0 0,0 0-1 0 0,-1 1 0 0 0,1-1 1 0 0,0 0-1 0 0,0 1 0 0 0,0-1 1 0 0,0 0-1 0 0,0 1 1 0 0,0-1-1 0 0,1 0 0 0 0,-1 1 1 0 0,0-1-1 0 0,1 0 0 0 0,-1 0 1 0 0,1 1-1 0 0,-1-1 1 0 0,1 0-1 0 0,0 0 0 0 0,0 2 1 0 0,1 0-108 0 0,0 0 0 0 0,-1 0 0 0 0,1 0-1 0 0,1 0 1 0 0,-1 0 0 0 0,0 0 0 0 0,1-1 0 0 0,-1 1 0 0 0,1-1 0 0 0,0 1 0 0 0,0-1 0 0 0,0 0 0 0 0,0 0 0 0 0,0 0 0 0 0,0-1 0 0 0,6 3 0 0 0,-1-3-295 0 0,-1-1 0 0 0,0 0 0 0 0,0 0 0 0 0,1 0 0 0 0,-1-1 0 0 0,0 0 0 0 0,0-1 1 0 0,0 0-1 0 0,0 0 0 0 0,0 0 0 0 0,0-1 0 0 0,-1 0 0 0 0,1 0 0 0 0,8-6 0 0 0,0-1-177 0 0,0 0 0 0 0,-1 0 0 0 0,0-2 0 0 0,20-21 0 0 0,-27 25 369 0 0,32-39-112 0 0,-38 45 364 0 0,1-1-1 0 0,-1 1 1 0 0,1-1-1 0 0,-1 1 1 0 0,0-1-1 0 0,0 1 0 0 0,0-1 1 0 0,-1 0-1 0 0,1 0 1 0 0,0-3-1 0 0,-32 24 1205 0 0,18-2-1655 0 0,1 1-1 0 0,1 0 0 0 0,0 1 1 0 0,-13 29-1 0 0,1 18-4898 0 0,9 2-3464 0 0,12-45 6028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6.045"/>
    </inkml:context>
    <inkml:brush xml:id="br0">
      <inkml:brushProperty name="width" value="0.1" units="cm"/>
      <inkml:brushProperty name="height" value="0.1" units="cm"/>
      <inkml:brushProperty name="color" value="#E71224"/>
    </inkml:brush>
  </inkml:definitions>
  <inkml:trace contextRef="#ctx0" brushRef="#br0">182 13 7585 0 0,'9'-12'13941'0'0,"-7"12"-13405"0"0,6 3-205 0 0,-1 1 0 0 0,0-1 0 0 0,0 2 0 0 0,0-1 0 0 0,-1 1 0 0 0,1 0 0 0 0,-1 0 0 0 0,0 0 0 0 0,-1 1 0 0 0,1 0 0 0 0,-1 0 1 0 0,5 9-1 0 0,-6-10-260 0 0,1 1 0 0 0,-2 0 0 0 0,1 0 0 0 0,-1 1 1 0 0,0-1-1 0 0,0 1 0 0 0,0 0 0 0 0,-1 0 1 0 0,0-1-1 0 0,-1 2 0 0 0,1-1 0 0 0,-2 0 0 0 0,1 0 1 0 0,-1 11-1 0 0,-1-12-53 0 0,-1 1 0 0 0,-1 0 1 0 0,1 0-1 0 0,-1-1 0 0 0,0 1 1 0 0,-1-1-1 0 0,0 0 0 0 0,0 0 0 0 0,0 0 1 0 0,0-1-1 0 0,-8 8 0 0 0,-60 51-2370 0 0,69-61 2097 0 0,-44 31-4185 0 0,35-27 2314 0 0,0 0-1 0 0,-1 0 1 0 0,0-1-1 0 0,0-1 1 0 0,0 0 0 0 0,0-1-1 0 0,-26 5 1 0 0,20-7-405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7.537"/>
    </inkml:context>
    <inkml:brush xml:id="br0">
      <inkml:brushProperty name="width" value="0.1" units="cm"/>
      <inkml:brushProperty name="height" value="0.1" units="cm"/>
      <inkml:brushProperty name="color" value="#E71224"/>
    </inkml:brush>
  </inkml:definitions>
  <inkml:trace contextRef="#ctx0" brushRef="#br0">1707 101 4104 0 0,'-2'0'509'0'0,"-1"1"-1"0"0,0 0 0 0 0,0-1 1 0 0,0 1-1 0 0,0-1 0 0 0,0 0 0 0 0,0 0 1 0 0,1 0-1 0 0,-1 0 0 0 0,0 0 1 0 0,0-1-1 0 0,0 1 0 0 0,-4-2 0 0 0,5 1-502 0 0,0-1-1 0 0,0 1 0 0 0,0-1 1 0 0,1 1-1 0 0,-1-1 1 0 0,0 1-1 0 0,1-1 0 0 0,-1 0 1 0 0,1 0-1 0 0,0 0 0 0 0,0 0 1 0 0,-1 0-1 0 0,1 0 0 0 0,0 0 1 0 0,1 0-1 0 0,-1 0 0 0 0,0 0 1 0 0,1-1-1 0 0,-1 1 1 0 0,1 0-1 0 0,-1 0 0 0 0,1-1 1 0 0,0 1-1 0 0,0 0 0 0 0,1-5 1 0 0,-1 6-104 0 0,0-1 0 0 0,0 0 0 0 0,0 0 0 0 0,0 1 1 0 0,0-1-1 0 0,1 0 0 0 0,-1 0 0 0 0,0 1 0 0 0,1-1 0 0 0,0 0 1 0 0,-1 1-1 0 0,1-1 0 0 0,0 1 0 0 0,0-1 0 0 0,0 1 0 0 0,0-1 1 0 0,0 1-1 0 0,0 0 0 0 0,0-1 0 0 0,0 1 0 0 0,1 0 1 0 0,-1 0-1 0 0,0 0 0 0 0,1 0 0 0 0,1-1 0 0 0,1 0-153 0 0,-1 1 0 0 0,1 0 0 0 0,0 0-1 0 0,-1 1 1 0 0,1-1 0 0 0,0 1 0 0 0,0-1-1 0 0,0 1 1 0 0,-1 0 0 0 0,1 1 0 0 0,5 0-1 0 0,4 1-268 0 0,-1 1 0 0 0,1 1 0 0 0,-1 0 0 0 0,1 0 0 0 0,-1 2-1 0 0,11 5 1 0 0,-21-10 641 0 0,0 0-1 0 0,0 0 1 0 0,0 0-1 0 0,-1 0 0 0 0,1 1 1 0 0,0-1-1 0 0,-1 0 1 0 0,1 1-1 0 0,-1-1 1 0 0,1 1-1 0 0,-1 0 0 0 0,0-1 1 0 0,0 1-1 0 0,0 0 1 0 0,0 0-1 0 0,0-1 1 0 0,0 1-1 0 0,0 0 1 0 0,0 0-1 0 0,-1 0 0 0 0,1 0 1 0 0,-1 0-1 0 0,1 0 1 0 0,-1 0-1 0 0,0 1 1 0 0,0-1-1 0 0,0 0 1 0 0,0 0-1 0 0,0 0 0 0 0,-1 0 1 0 0,1 0-1 0 0,-1 0 1 0 0,1 0-1 0 0,-1 0 1 0 0,0 0-1 0 0,1 0 0 0 0,-1 0 1 0 0,0 0-1 0 0,0-1 1 0 0,-1 1-1 0 0,1 0 1 0 0,0 0-1 0 0,0-1 1 0 0,-3 2-1 0 0,-8 10 811 0 0,0 0 0 0 0,-1-1 0 0 0,-1-1 0 0 0,-20 14 0 0 0,14-10-69 0 0,-27 17 388 0 0,-2-1 0 0 0,-1-3 1 0 0,-1-2-1 0 0,-1-2 0 0 0,-82 24 1 0 0,129-46-1311 0 0,0 0 0 0 0,0-1 0 0 0,-1 0 0 0 0,1 0 1 0 0,0 0-1 0 0,-1-1 0 0 0,1 0 0 0 0,0 0 0 0 0,-1 0 1 0 0,1-1-1 0 0,0 0 0 0 0,-1 0 0 0 0,1 0 0 0 0,-9-3 1 0 0,10 1-224 0 0,0 1 0 0 0,0 0 0 0 0,0-1 0 0 0,0 0 0 0 0,1 0 1 0 0,-1 0-1 0 0,1 0 0 0 0,0-1 0 0 0,0 1 0 0 0,0-1 0 0 0,0 0 1 0 0,0 0-1 0 0,1 0 0 0 0,0 0 0 0 0,0 0 0 0 0,0 0 0 0 0,0-1 1 0 0,1 1-1 0 0,0-1 0 0 0,0 1 0 0 0,0-1 0 0 0,0 0 0 0 0,1 1 0 0 0,-1-1 1 0 0,2-7-1 0 0,-1 12 273 0 0,0 0 0 0 0,0-1 0 0 0,0 1 1 0 0,0 0-1 0 0,0-1 0 0 0,0 1 0 0 0,0 0 0 0 0,0-1 0 0 0,0 1 1 0 0,-1-1-1 0 0,1 1 0 0 0,0 0 0 0 0,0 0 0 0 0,0-1 1 0 0,0 1-1 0 0,0 0 0 0 0,0-1 0 0 0,-1 1 0 0 0,1 0 0 0 0,0-1 1 0 0,0 1-1 0 0,-1 0 0 0 0,1 0 0 0 0,0-1 0 0 0,0 1 0 0 0,-1 0 1 0 0,1 0-1 0 0,0 0 0 0 0,-1 0 0 0 0,1-1 0 0 0,0 1 1 0 0,0 0-1 0 0,-1 0 0 0 0,1 0 0 0 0,0 0 0 0 0,-1 0 0 0 0,1 0 1 0 0,-1 0-1 0 0,0 0 0 0 0,-19 7 818 0 0,-32 27 2057 0 0,31-19-1956 0 0,-33 20 1462 0 0,-71 41 2347 0 0,109-67-4204 0 0,0-2 1 0 0,-1 0 0 0 0,0 0-1 0 0,0-2 1 0 0,-32 7 0 0 0,46-12-565 0 0,1 0 0 0 0,-1 0-1 0 0,0 0 1 0 0,1 0 0 0 0,-1 0 0 0 0,1 0 0 0 0,-1 0 0 0 0,0-1 0 0 0,1 0 0 0 0,-1 1 0 0 0,1-1-1 0 0,-1 0 1 0 0,1 0 0 0 0,0 0 0 0 0,-1-1 0 0 0,1 1 0 0 0,0-1 0 0 0,0 1 0 0 0,-4-4 0 0 0,3 1-113 0 0,-1 0 0 0 0,1 0 0 0 0,0-1 0 0 0,1 1 0 0 0,-1-1 0 0 0,1 1 0 0 0,-1-1 0 0 0,2 0 0 0 0,-4-8 0 0 0,3 2-296 0 0,-1 1-1 0 0,2-1 1 0 0,-1 0-1 0 0,2 1 1 0 0,-1-1-1 0 0,1 0 1 0 0,1 1-1 0 0,0-1 1 0 0,3-15-1 0 0,0 14-71 0 0,0 0 0 0 0,1-1-1 0 0,1 1 1 0 0,-1 1 0 0 0,2-1 0 0 0,-1 1-1 0 0,2 0 1 0 0,0 1 0 0 0,10-12 0 0 0,-18 21 530 0 0,1 1 0 0 0,-1-1 0 0 0,1 0 0 0 0,0 0 1 0 0,-1 1-1 0 0,1-1 0 0 0,0 0 0 0 0,-1 1 0 0 0,1-1 1 0 0,0 1-1 0 0,0-1 0 0 0,0 1 0 0 0,-1-1 0 0 0,1 1 0 0 0,0-1 1 0 0,0 1-1 0 0,0 0 0 0 0,0-1 0 0 0,0 1 0 0 0,0 0 1 0 0,0 0-1 0 0,0 0 0 0 0,0 0 0 0 0,0 0 0 0 0,0 0 1 0 0,0 0-1 0 0,0 0 0 0 0,0 0 0 0 0,-1 0 0 0 0,1 1 0 0 0,2-1 1 0 0,-2 2 55 0 0,0-1-1 0 0,1 1 1 0 0,-1-1 0 0 0,0 1 0 0 0,0-1 0 0 0,0 1 0 0 0,0 0 0 0 0,0-1 0 0 0,0 1 0 0 0,0 0 0 0 0,-1 0-1 0 0,1 0 1 0 0,-1 0 0 0 0,1 3 0 0 0,1 1 139 0 0,-1 0 0 0 0,-1 1 0 0 0,1-1 0 0 0,-1 1 0 0 0,0-1-1 0 0,-1 0 1 0 0,1 1 0 0 0,-1-1 0 0 0,-3 12 0 0 0,-6-1 502 0 0,1 0 1 0 0,-2-1 0 0 0,0-1-1 0 0,-1 0 1 0 0,-26 25-1 0 0,-78 58 2317 0 0,45-41-1081 0 0,69-56-1854 0 0,0 1 1 0 0,0 0-1 0 0,0-1 0 0 0,0 0 1 0 0,0 1-1 0 0,0-1 0 0 0,0 0 1 0 0,0 0-1 0 0,-1 0 0 0 0,1 0 1 0 0,0-1-1 0 0,0 1 0 0 0,-1-1 0 0 0,-4 1 1 0 0,6-1 7 0 0,-2-1-60 0 0,0-1-1 0 0,1 1 0 0 0,-1-1 0 0 0,1 0 1 0 0,-1 1-1 0 0,1-1 0 0 0,0-1 0 0 0,0 1 0 0 0,-3-3 1 0 0,-23-47-181 0 0,21 36-13 0 0,-1 1 0 0 0,-1 1 1 0 0,-16-22-1 0 0,20 31 147 0 0,0-1 0 0 0,0 1 0 0 0,-1 1 0 0 0,0-1 0 0 0,0 1 0 0 0,0 0 0 0 0,-1 0 0 0 0,1 0 0 0 0,-1 1 0 0 0,0 0 0 0 0,-11-3 0 0 0,3 3 214 0 0,0 0 0 0 0,0 1 0 0 0,-1 1 0 0 0,1 1-1 0 0,0 0 1 0 0,0 1 0 0 0,0 0 0 0 0,0 1 0 0 0,0 1 0 0 0,0 1 0 0 0,0 0 0 0 0,1 0 0 0 0,-1 2-1 0 0,1 0 1 0 0,1 0 0 0 0,-16 10 0 0 0,28-15-169 0 0,-1 0-1 0 0,1 0 1 0 0,-1-1-1 0 0,0 1 1 0 0,1 0-1 0 0,0 0 1 0 0,-1 1-1 0 0,1-1 1 0 0,0 0-1 0 0,-1 0 1 0 0,1 1-1 0 0,0-1 1 0 0,0 1-1 0 0,0-1 1 0 0,0 1-1 0 0,0-1 1 0 0,1 1 0 0 0,-1 0-1 0 0,0-1 1 0 0,1 1-1 0 0,-1 0 1 0 0,1 0-1 0 0,-1-1 1 0 0,1 1-1 0 0,0 0 1 0 0,0 0-1 0 0,0 0 1 0 0,0-1-1 0 0,0 1 1 0 0,0 0-1 0 0,1 0 1 0 0,-1-1-1 0 0,1 1 1 0 0,-1 0-1 0 0,1 0 1 0 0,-1-1 0 0 0,1 1-1 0 0,0 0 1 0 0,0-1-1 0 0,1 3 1 0 0,1-2-106 0 0,-1 1 1 0 0,1-1-1 0 0,0 0 1 0 0,-1 0-1 0 0,1 0 1 0 0,0 0-1 0 0,0 0 0 0 0,0-1 1 0 0,0 1-1 0 0,1-1 1 0 0,-1 0-1 0 0,0 0 1 0 0,1 0-1 0 0,-1 0 1 0 0,0-1-1 0 0,1 1 1 0 0,-1-1-1 0 0,1 0 1 0 0,-1 0-1 0 0,7-1 1 0 0,6-2-1253 0 0,-1-1 0 0 0,1-1 0 0 0,-1 0 0 0 0,0-1 0 0 0,-1-1 0 0 0,0 0 1 0 0,20-13-1 0 0,-11 4-2314 0 0,-1-1 0 0 0,0 0 0 0 0,27-31 0 0 0,-24 20 1124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7.930"/>
    </inkml:context>
    <inkml:brush xml:id="br0">
      <inkml:brushProperty name="width" value="0.1" units="cm"/>
      <inkml:brushProperty name="height" value="0.1" units="cm"/>
      <inkml:brushProperty name="color" value="#E71224"/>
    </inkml:brush>
  </inkml:definitions>
  <inkml:trace contextRef="#ctx0" brushRef="#br0">1 87 5765 0 0,'0'0'7668'0'0,"19"-8"-6716"0"0,-6 2-296 0 0,0 3-328 0 0,8-2-300 0 0,-3-2-292 0 0,4-2-268 0 0,-1 4-280 0 0,2-3-1000 0 0,8 0-1648 0 0,-5-3 440 0 0,5 1 315 0 0,-1 4 341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8.277"/>
    </inkml:context>
    <inkml:brush xml:id="br0">
      <inkml:brushProperty name="width" value="0.1" units="cm"/>
      <inkml:brushProperty name="height" value="0.1" units="cm"/>
      <inkml:brushProperty name="color" value="#E71224"/>
    </inkml:brush>
  </inkml:definitions>
  <inkml:trace contextRef="#ctx0" brushRef="#br0">0 1264 6809 0 0,'6'5'6468'0'0,"15"-13"-5400"0"0,-12 0-372 0 0,3 3-276 0 0,1-3-412 0 0,2-2-344 0 0,3-1-608 0 0,-1-2-828 0 0,4-5-1676 0 0,-2 2 384 0 0,-2-3 311 0 0,4 0 297 0 0</inkml:trace>
  <inkml:trace contextRef="#ctx0" brushRef="#br0" timeOffset="1">320 165 7185 0 0,'-4'-5'5184'0'0,"10"-9"-1139"0"0,2 7-2481 0 0,1-4-376 0 0,1 3-592 0 0,7-5-628 0 0,0 2-888 0 0,6-2-812 0 0,2-2-2089 0 0,1-1 209 0 0,1-1 476 0 0,0 1 259 0 0,-3-2 349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8.858"/>
    </inkml:context>
    <inkml:brush xml:id="br0">
      <inkml:brushProperty name="width" value="0.1" units="cm"/>
      <inkml:brushProperty name="height" value="0.1" units="cm"/>
      <inkml:brushProperty name="color" value="#E71224"/>
    </inkml:brush>
  </inkml:definitions>
  <inkml:trace contextRef="#ctx0" brushRef="#br0">1 79 8201 0 0,'0'0'14209'0'0,"3"-2"-13086"0"0,33-24-25 0 0,10 5-8039 0 0,7-3-7742 0 0,-41 19 12052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9.604"/>
    </inkml:context>
    <inkml:brush xml:id="br0">
      <inkml:brushProperty name="width" value="0.1" units="cm"/>
      <inkml:brushProperty name="height" value="0.1" units="cm"/>
      <inkml:brushProperty name="color" value="#E71224"/>
    </inkml:brush>
  </inkml:definitions>
  <inkml:trace contextRef="#ctx0" brushRef="#br0">256 75 5096 0 0,'-2'1'19231'0'0,"-11"8"-18950"0"0,-11 4 1703 0 0,-46 19 0 0 0,9-15-3466 0 0,59-17 1253 0 0,1 1 0 0 0,-1-1 0 0 0,0 0 0 0 0,0 0 0 0 0,1 0 0 0 0,-1 0 0 0 0,0 0 0 0 0,1 0 0 0 0,-1 0 0 0 0,0-1 0 0 0,1 1 0 0 0,-1 0 0 0 0,1-1 0 0 0,-1 1 0 0 0,0-1 0 0 0,1 0 0 0 0,-1 0 0 0 0,1 0 0 0 0,0 1 0 0 0,-1-1 0 0 0,1 0 0 0 0,0-1 0 0 0,-1 1 0 0 0,1 0 0 0 0,0 0 1 0 0,0-1-1 0 0,0 1 0 0 0,0 0 0 0 0,0-1 0 0 0,0 1 0 0 0,1-1 0 0 0,-1 1 0 0 0,0-1 0 0 0,1 1 0 0 0,-1-1 0 0 0,1 0 0 0 0,-1 1 0 0 0,1-1 0 0 0,0 0 0 0 0,0 1 0 0 0,0-1 0 0 0,0-3 0 0 0,0 2-122 0 0,0-1 0 0 0,0 0-1 0 0,1 1 1 0 0,-1-1 0 0 0,1 1 0 0 0,0-1 0 0 0,0 1 0 0 0,0-1 0 0 0,0 1-1 0 0,1-1 1 0 0,-1 1 0 0 0,1 0 0 0 0,0 0 0 0 0,0 0 0 0 0,0 0 0 0 0,0 0-1 0 0,1 0 1 0 0,-1 0 0 0 0,4-2 0 0 0,3-1-132 0 0,1 0 0 0 0,-1 1 0 0 0,1 0 1 0 0,17-6-1 0 0,-25 10 608 0 0,1 1-1 0 0,0-1 1 0 0,-1 0 0 0 0,1 1 0 0 0,0-1 0 0 0,0 1 0 0 0,0 0 0 0 0,-1 0 0 0 0,1 0-1 0 0,0 0 1 0 0,0 1 0 0 0,-1-1 0 0 0,1 1 0 0 0,0 0 0 0 0,-1-1 0 0 0,1 1 0 0 0,0 1-1 0 0,-1-1 1 0 0,1 0 0 0 0,-1 0 0 0 0,0 1 0 0 0,1 0 0 0 0,2 2 0 0 0,-3-2 46 0 0,-1 0 1 0 0,1 0 0 0 0,-1 1-1 0 0,1-1 1 0 0,-1 0 0 0 0,0 1-1 0 0,0 0 1 0 0,0-1 0 0 0,0 1-1 0 0,-1-1 1 0 0,1 1 0 0 0,-1 0-1 0 0,1-1 1 0 0,-1 1-1 0 0,0 0 1 0 0,0 0 0 0 0,0-1-1 0 0,-1 5 1 0 0,-14 54 1696 0 0,9-39-1216 0 0,-9 30 266 0 0,-2-1 1 0 0,-31 64-1 0 0,14-45-2858 0 0,-3-4-3608 0 0,7-22-3426 0 0,20-35 6488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29.935"/>
    </inkml:context>
    <inkml:brush xml:id="br0">
      <inkml:brushProperty name="width" value="0.1" units="cm"/>
      <inkml:brushProperty name="height" value="0.1" units="cm"/>
      <inkml:brushProperty name="color" value="#E71224"/>
    </inkml:brush>
  </inkml:definitions>
  <inkml:trace contextRef="#ctx0" brushRef="#br0">0 2 6533 0 0,'16'-2'14335'0'0,"-13"7"-15283"0"0,2 5 1460 0 0,0 1 0 0 0,0 0 0 0 0,-1 0-1 0 0,-1 0 1 0 0,0 1 0 0 0,0-1 0 0 0,1 23 0 0 0,3 3-67 0 0,14 62-256 0 0,2-1-3685 0 0,-2-7-3291 0 0,-1 0-3708 0 0,-14-69 7912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0.911"/>
    </inkml:context>
    <inkml:brush xml:id="br0">
      <inkml:brushProperty name="width" value="0.1" units="cm"/>
      <inkml:brushProperty name="height" value="0.1" units="cm"/>
      <inkml:brushProperty name="color" value="#E71224"/>
    </inkml:brush>
  </inkml:definitions>
  <inkml:trace contextRef="#ctx0" brushRef="#br0">1025 820 4156 0 0,'1'-2'3953'0'0,"4"-12"354"0"0,9-32-1986 0 0,-10 22-2042 0 0,-1 0 1 0 0,-2 0 0 0 0,-1-1 0 0 0,0 1-1 0 0,-6-35 1 0 0,-30-122-1035 0 0,23 127 652 0 0,-51-251-518 0 0,64 304 629 0 0,-1-1 0 0 0,1 1-1 0 0,0-1 1 0 0,-1 1 0 0 0,1-1 0 0 0,0 0 0 0 0,0 1 0 0 0,0-1-1 0 0,0 1 1 0 0,1-1 0 0 0,-1 0 0 0 0,0 1 0 0 0,1-1-1 0 0,-1 1 1 0 0,1-1 0 0 0,-1 1 0 0 0,2-2 0 0 0,-1 2-31 0 0,0 0 1 0 0,-1 0 0 0 0,1 1 0 0 0,0-1-1 0 0,0 1 1 0 0,0-1 0 0 0,0 1-1 0 0,0-1 1 0 0,0 1 0 0 0,-1-1 0 0 0,1 1-1 0 0,0 0 1 0 0,1-1 0 0 0,-1 1 0 0 0,0 0-1 0 0,0 0 1 0 0,0 0 0 0 0,0 0 0 0 0,0 0-1 0 0,1 0 1 0 0,7 2-279 0 0,0-1-1 0 0,0 2 1 0 0,0-1 0 0 0,0 1-1 0 0,8 4 1 0 0,8 2-570 0 0,19 3-578 0 0,70 20-2029 0 0,-103-28 3342 0 0,0 1-1 0 0,0 0 0 0 0,0 1 1 0 0,-1 0-1 0 0,0 0 0 0 0,0 1 1 0 0,13 13-1 0 0,-22-19 196 0 0,0 1 0 0 0,0-1 0 0 0,0 1 0 0 0,0 0 0 0 0,0-1 0 0 0,-1 1 0 0 0,1 0 0 0 0,-1-1 0 0 0,1 1 0 0 0,-1 0 0 0 0,0 0 0 0 0,1 0 0 0 0,-1-1-1 0 0,0 1 1 0 0,0 0 0 0 0,0 0 0 0 0,-1 0 0 0 0,1 0 0 0 0,0-1 0 0 0,-1 1 0 0 0,1 0 0 0 0,-1 0 0 0 0,1-1 0 0 0,-1 1 0 0 0,0 0 0 0 0,0-1 0 0 0,0 1 0 0 0,0-1 0 0 0,0 1 0 0 0,0-1 0 0 0,0 0 0 0 0,-1 1 0 0 0,0 0 0 0 0,-49 48 2089 0 0,47-47-1943 0 0,-43 34 1666 0 0,-2-1 0 0 0,-80 42-1 0 0,-115 43 1319 0 0,231-115-2980 0 0,4-1 34 0 0,-5 2-145 0 0,1-1 1 0 0,-1-1-1 0 0,0 0 0 0 0,-24 6 1 0 0,36-11-218 0 0,-1 1 1 0 0,1-1 0 0 0,0 0-1 0 0,-1 1 1 0 0,1-1 0 0 0,-1 0-1 0 0,1-1 1 0 0,-1 1 0 0 0,1 0-1 0 0,-1-1 1 0 0,1 1 0 0 0,-1-1-1 0 0,1 0 1 0 0,0 0 0 0 0,-1 0-1 0 0,1 0 1 0 0,0 0 0 0 0,0 0-1 0 0,0-1 1 0 0,0 1 0 0 0,0-1-1 0 0,0 1 1 0 0,0-1-1 0 0,0 0 1 0 0,1 0 0 0 0,-1 0-1 0 0,1 0 1 0 0,-1 0 0 0 0,1 0-1 0 0,0 0 1 0 0,0 0 0 0 0,0 0-1 0 0,0-1 1 0 0,-1-3 0 0 0,-73-214-5647 0 0,75 219 5816 0 0,0 0 0 0 0,-1 0 0 0 0,1 0 0 0 0,0 0 1 0 0,0 0-1 0 0,-1 0 0 0 0,1 0 0 0 0,-1 0 0 0 0,1 0 1 0 0,-1 0-1 0 0,1 0 0 0 0,-1 0 0 0 0,0 0 0 0 0,1 0 1 0 0,-1 1-1 0 0,0-1 0 0 0,0 0 0 0 0,1 0 0 0 0,-1 1 1 0 0,0-1-1 0 0,0 1 0 0 0,0-1 0 0 0,0 1 0 0 0,0-1 1 0 0,0 1-1 0 0,0-1 0 0 0,0 1 0 0 0,0 0 0 0 0,0 0 1 0 0,0 0-1 0 0,0-1 0 0 0,0 1 0 0 0,-1 0 0 0 0,-1 1 93 0 0,0 0 0 0 0,0 0 0 0 0,1 1 0 0 0,-1-1 0 0 0,1 1 0 0 0,-1-1 0 0 0,1 1 0 0 0,0 0 0 0 0,-1 0-1 0 0,1 0 1 0 0,0 0 0 0 0,-2 2 0 0 0,-8 12 726 0 0,0 0-1 0 0,-16 29 1 0 0,1 1 238 0 0,-2-1-1 0 0,-43 53 1 0 0,52-75-1205 0 0,-1 0 0 0 0,-1-2 0 0 0,-1-1 0 0 0,-1-1 0 0 0,-40 26-1 0 0,29-32-3211 0 0,32-13 2443 0 0,0 1 0 0 0,0-1 0 0 0,0 0-1 0 0,-1 0 1 0 0,1 0 0 0 0,0-1-1 0 0,0 1 1 0 0,-1-1 0 0 0,1 1-1 0 0,0-1 1 0 0,0 0 0 0 0,0 0 0 0 0,0-1-1 0 0,-5-2 1 0 0,-2-2-1573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1.252"/>
    </inkml:context>
    <inkml:brush xml:id="br0">
      <inkml:brushProperty name="width" value="0.1" units="cm"/>
      <inkml:brushProperty name="height" value="0.1" units="cm"/>
      <inkml:brushProperty name="color" value="#E71224"/>
    </inkml:brush>
  </inkml:definitions>
  <inkml:trace contextRef="#ctx0" brushRef="#br0">37 71 4208 0 0,'-4'4'865'0'0,"1"0"0"0"0,0 0-1 0 0,1 0 1 0 0,-1 0 0 0 0,1 1-1 0 0,-1-1 1 0 0,2 1 0 0 0,-1-1-1 0 0,0 1 1 0 0,1 0 0 0 0,-2 8-1 0 0,-4 55 3760 0 0,6-64-4342 0 0,1 1-1 0 0,0-1 1 0 0,1 1 0 0 0,-1-1 0 0 0,1 1-1 0 0,0-1 1 0 0,0 0 0 0 0,1 1 0 0 0,-1-1 0 0 0,1 0-1 0 0,0 0 1 0 0,5 8 0 0 0,-6-11-302 0 0,0 0 0 0 0,1 1 1 0 0,-1-1-1 0 0,0 0 0 0 0,1 0 0 0 0,-1 0 1 0 0,1-1-1 0 0,0 1 0 0 0,-1 0 0 0 0,1-1 1 0 0,0 1-1 0 0,-1-1 0 0 0,1 1 0 0 0,0-1 1 0 0,0 0-1 0 0,-1 0 0 0 0,1 1 0 0 0,0-1 1 0 0,0-1-1 0 0,-1 1 0 0 0,1 0 0 0 0,0 0 1 0 0,0-1-1 0 0,-1 1 0 0 0,1-1 0 0 0,0 1 1 0 0,-1-1-1 0 0,1 0 0 0 0,-1 1 0 0 0,1-1 1 0 0,-1 0-1 0 0,1 0 0 0 0,2-2 0 0 0,5-4-254 0 0,1 0 0 0 0,-1 0 0 0 0,-1 0 0 0 0,0-1 0 0 0,0 0 0 0 0,0-1 0 0 0,-1 0 0 0 0,0 0-1 0 0,-1-1 1 0 0,0 1 0 0 0,5-12 0 0 0,-9 16 91 0 0,0 1 0 0 0,0-1 0 0 0,0 0 0 0 0,-1 0 0 0 0,0 0 0 0 0,0 0 0 0 0,0 0 0 0 0,-1 0 0 0 0,0 0 0 0 0,0-1 0 0 0,0 1 0 0 0,0 0 0 0 0,-1 0-1 0 0,-1-7 1 0 0,0 8-257 0 0,1 0 0 0 0,-1 0 0 0 0,0 1 0 0 0,0-1 0 0 0,0 1 0 0 0,0-1 0 0 0,-1 1 0 0 0,0 0 0 0 0,1 0 0 0 0,-1 0 0 0 0,0 0 0 0 0,-5-3 0 0 0,-11-11-5889 0 0,7 8 3554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1.590"/>
    </inkml:context>
    <inkml:brush xml:id="br0">
      <inkml:brushProperty name="width" value="0.1" units="cm"/>
      <inkml:brushProperty name="height" value="0.1" units="cm"/>
      <inkml:brushProperty name="color" value="#E71224"/>
    </inkml:brush>
  </inkml:definitions>
  <inkml:trace contextRef="#ctx0" brushRef="#br0">0 209 6265 0 0,'4'-11'5008'0'0,"0"3"-2900"0"0,5-2-224 0 0,1-3-347 0 0,3-3-369 0 0,4 3-584 0 0,4-6-636 0 0,6 3-644 0 0,-4-2-873 0 0,7-3-2167 0 0,-5 5 368 0 0,2-1 336 0 0,-8 2 307 0 0,5-1 257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6.372"/>
    </inkml:context>
    <inkml:brush xml:id="br0">
      <inkml:brushProperty name="width" value="0.1" units="cm"/>
      <inkml:brushProperty name="height" value="0.1" units="cm"/>
      <inkml:brushProperty name="color" value="#E71224"/>
    </inkml:brush>
  </inkml:definitions>
  <inkml:trace contextRef="#ctx0" brushRef="#br0">0 1 7945 0 0,'4'4'6888'0'0,"0"-2"-7388"0"0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6.030"/>
    </inkml:context>
    <inkml:brush xml:id="br0">
      <inkml:brushProperty name="width" value="0.1" units="cm"/>
      <inkml:brushProperty name="height" value="0.1" units="cm"/>
      <inkml:brushProperty name="color" value="#E71224"/>
    </inkml:brush>
  </inkml:definitions>
  <inkml:trace contextRef="#ctx0" brushRef="#br0">1814 0 5116 0 0,'1'11'8448'0'0,"0"35"-5214"0"0,-2-36-2947 0 0,0 0 1 0 0,-1 1-1 0 0,0-1 1 0 0,0 0 0 0 0,-1 0-1 0 0,-1 0 1 0 0,0-1 0 0 0,0 1-1 0 0,-1-1 1 0 0,0 0-1 0 0,0 0 1 0 0,-1 0 0 0 0,0-1-1 0 0,-1 0 1 0 0,0 0 0 0 0,0-1-1 0 0,-1 0 1 0 0,1 0 0 0 0,-2-1-1 0 0,-11 8 1 0 0,-18 11 240 0 0,-2-3 1 0 0,-1 0-1 0 0,-53 18 0 0 0,68-29-339 0 0,-246 90 1240 0 0,219-86-1399 0 0,-1-1 0 0 0,0-4 0 0 0,-65 6-1 0 0,100-16-530 0 0,-1-1 0 0 0,1-1 0 0 0,-1-1 0 0 0,1 0 0 0 0,0-2-1 0 0,0 0 1 0 0,0-1 0 0 0,1-1 0 0 0,-33-17 0 0 0,-25-8-2082 0 0,64 28 2209 0 0,2-1 137 0 0,4 3 98 0 0,0 0 5 0 0,2 2 42 0 0,-1 0 89 0 0,1 0-1 0 0,0 0 1 0 0,0 1-1 0 0,0-1 1 0 0,0 1-1 0 0,0 0 0 0 0,-1 0 1 0 0,2 1-1 0 0,-1-1 1 0 0,0 1-1 0 0,0 0 1 0 0,0 0-1 0 0,1 0 1 0 0,-1 0-1 0 0,1 1 0 0 0,-4 3 1 0 0,-54 56 2277 0 0,32-31-875 0 0,9-12-942 0 0,-1 0 0 0 0,0-1 1 0 0,-30 17-1 0 0,49-34-528 0 0,0 0 0 0 0,0 0-1 0 0,-1 0 1 0 0,1 0 0 0 0,0-1-1 0 0,0 1 1 0 0,-1-1 0 0 0,1 0 0 0 0,-1 0-1 0 0,1 0 1 0 0,0 0 0 0 0,-1 0-1 0 0,1 0 1 0 0,0 0 0 0 0,-1-1 0 0 0,1 1-1 0 0,0-1 1 0 0,0 0 0 0 0,-1 0-1 0 0,1 0 1 0 0,0 0 0 0 0,0 0 0 0 0,0 0-1 0 0,-3-3 1 0 0,-5-3-115 0 0,1 0 0 0 0,0-1 0 0 0,-12-14 0 0 0,18 19 147 0 0,-102-106-881 0 0,105 108 905 0 0,-1 0 0 0 0,0 0 0 0 0,0 0 0 0 0,0 0 0 0 0,0 0 0 0 0,-1 0 0 0 0,1 0 0 0 0,0 1 0 0 0,0-1 0 0 0,0 0 0 0 0,-1 1 0 0 0,1-1 0 0 0,0 1 0 0 0,-1-1 0 0 0,1 1 0 0 0,0 0 0 0 0,-1-1 0 0 0,1 1 0 0 0,-1 0 0 0 0,1 0 0 0 0,0 0 0 0 0,-1 0 0 0 0,1 0 0 0 0,-1 0 0 0 0,-1 1 0 0 0,1 0 18 0 0,-1 0 0 0 0,1 1-1 0 0,0-1 1 0 0,0 1 0 0 0,1-1 0 0 0,-1 1 0 0 0,0-1-1 0 0,0 1 1 0 0,1 0 0 0 0,-1 0 0 0 0,1 0 0 0 0,0 0 0 0 0,-3 4-1 0 0,1 1-91 0 0,-1 1-1 0 0,1-1 0 0 0,0 1 0 0 0,1 0 0 0 0,0 0 0 0 0,0 0 1 0 0,-1 15-1 0 0,3-9-120 0 0,0 21-4148 0 0,4 19-6847 0 0,0-41 8716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6.706"/>
    </inkml:context>
    <inkml:brush xml:id="br0">
      <inkml:brushProperty name="width" value="0.1" units="cm"/>
      <inkml:brushProperty name="height" value="0.1" units="cm"/>
      <inkml:brushProperty name="color" value="#E71224"/>
    </inkml:brush>
  </inkml:definitions>
  <inkml:trace contextRef="#ctx0" brushRef="#br0">0 113 6601 0 0,'0'0'8115'0'0,"31"-21"1232"0"0,41-6-7287 0 0,3 5-8860 0 0,37-14-9087 0 0,-89 29 13227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7.051"/>
    </inkml:context>
    <inkml:brush xml:id="br0">
      <inkml:brushProperty name="width" value="0.1" units="cm"/>
      <inkml:brushProperty name="height" value="0.1" units="cm"/>
      <inkml:brushProperty name="color" value="#E71224"/>
    </inkml:brush>
  </inkml:definitions>
  <inkml:trace contextRef="#ctx0" brushRef="#br0">0 19 5621 0 0,'4'-7'1288'0'0,"2"-1"-540"0"0,-3 5-892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7.426"/>
    </inkml:context>
    <inkml:brush xml:id="br0">
      <inkml:brushProperty name="width" value="0.1" units="cm"/>
      <inkml:brushProperty name="height" value="0.1" units="cm"/>
      <inkml:brushProperty name="color" value="#E71224"/>
    </inkml:brush>
  </inkml:definitions>
  <inkml:trace contextRef="#ctx0" brushRef="#br0">1 1 5969 0 0,'9'30'6640'0'0,"-8"26"-2934"0"0,-1-20-2567 0 0,10 81-1519 0 0,1 4-3261 0 0,-6 1-6614 0 0,-5-95 7749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8.170"/>
    </inkml:context>
    <inkml:brush xml:id="br0">
      <inkml:brushProperty name="width" value="0.1" units="cm"/>
      <inkml:brushProperty name="height" value="0.1" units="cm"/>
      <inkml:brushProperty name="color" value="#E71224"/>
    </inkml:brush>
  </inkml:definitions>
  <inkml:trace contextRef="#ctx0" brushRef="#br0">461 0 4276 0 0,'27'16'6022'0'0,"-23"-11"-5706"0"0,-1-1 0 0 0,0 1-1 0 0,0 0 1 0 0,-1 0 0 0 0,1 0-1 0 0,-1 0 1 0 0,0 0 0 0 0,-1 1-1 0 0,1-1 1 0 0,-1 1 0 0 0,0-1-1 0 0,0 1 1 0 0,-1-1 0 0 0,0 1-1 0 0,0-1 1 0 0,0 1 0 0 0,0-1-1 0 0,-1 1 1 0 0,0-1 0 0 0,0 1-1 0 0,-2 5 1 0 0,-5 14 196 0 0,-1 0-1 0 0,-2-1 1 0 0,-15 28 0 0 0,14-27-256 0 0,9-19-229 0 0,-1 1-181 0 0,1-1 0 0 0,0 0 0 0 0,0 1 0 0 0,1 0 0 0 0,0-1 0 0 0,-2 11 0 0 0,4-15 36 0 0,0 0-1 0 0,0 0 1 0 0,1-1 0 0 0,-1 1 0 0 0,0 0 0 0 0,0-1-1 0 0,1 1 1 0 0,-1 0 0 0 0,1-1 0 0 0,0 1-1 0 0,-1-1 1 0 0,1 1 0 0 0,0-1 0 0 0,0 1 0 0 0,0-1-1 0 0,0 1 1 0 0,0-1 0 0 0,0 0 0 0 0,1 0 0 0 0,-1 1-1 0 0,0-1 1 0 0,1 0 0 0 0,-1 0 0 0 0,1 0 0 0 0,-1 0-1 0 0,1-1 1 0 0,-1 1 0 0 0,1 0 0 0 0,-1-1-1 0 0,1 1 1 0 0,2 0 0 0 0,4 1-261 0 0,0 0-1 0 0,1-1 1 0 0,-1 0-1 0 0,1 0 1 0 0,0-1-1 0 0,13-1 1 0 0,-15 0 414 0 0,-1 0 0 0 0,1 1 0 0 0,-1 0 0 0 0,1 1 0 0 0,0-1 1 0 0,-1 1-1 0 0,1 0 0 0 0,-1 1 0 0 0,1-1 0 0 0,-1 1 0 0 0,0 1 1 0 0,0-1-1 0 0,6 4 0 0 0,-11-5 22 0 0,0-1-1 0 0,0 1 1 0 0,0 0 0 0 0,-1-1 0 0 0,1 1 0 0 0,0 0 0 0 0,0 0-1 0 0,-1 0 1 0 0,1 0 0 0 0,-1-1 0 0 0,1 1 0 0 0,-1 0 0 0 0,1 0-1 0 0,-1 0 1 0 0,0 0 0 0 0,1 0 0 0 0,-1 0 0 0 0,0 0 0 0 0,0 0-1 0 0,0 0 1 0 0,0 0 0 0 0,0 1 0 0 0,0-1 0 0 0,0 0 0 0 0,0 1-1 0 0,-14 28 1571 0 0,8-22-944 0 0,-1-1 0 0 0,0 0 0 0 0,0 0 0 0 0,-14 11 0 0 0,-15 7 1291 0 0,-1-1 0 0 0,-2-2-1 0 0,0-2 1 0 0,-62 23 0 0 0,82-37-2614 0 0,0-1-1 0 0,-1-1 1 0 0,1-1 0 0 0,-1 0 0 0 0,-20-1-1 0 0,-30-8-6362 0 0,-2-15-4488 0 0,53 14 8662 0 0,-2-2 266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8.816"/>
    </inkml:context>
    <inkml:brush xml:id="br0">
      <inkml:brushProperty name="width" value="0.1" units="cm"/>
      <inkml:brushProperty name="height" value="0.1" units="cm"/>
      <inkml:brushProperty name="color" value="#E71224"/>
    </inkml:brush>
  </inkml:definitions>
  <inkml:trace contextRef="#ctx0" brushRef="#br0">261 819 4236 0 0,'0'0'1436'0'0,"17"-31"2990"0"0,-4 4-3113 0 0,-1-1 0 0 0,-1 0 0 0 0,13-53 0 0 0,9-96-808 0 0,-22 112-275 0 0,-5 34-220 0 0,-4 8-142 0 0,2 0-1 0 0,1 0 0 0 0,1 0 1 0 0,1 0-1 0 0,1 1 0 0 0,18-37 1 0 0,-24 56 86 0 0,1 0 1 0 0,-1 0 0 0 0,0 0-1 0 0,1 0 1 0 0,0 0 0 0 0,0 1-1 0 0,-1-1 1 0 0,2 1 0 0 0,-1 0-1 0 0,0 0 1 0 0,0 0 0 0 0,1 0 0 0 0,-1 0-1 0 0,1 1 1 0 0,-1 0 0 0 0,1 0-1 0 0,0 0 1 0 0,-1 0 0 0 0,1 0-1 0 0,0 1 1 0 0,0-1 0 0 0,0 1-1 0 0,-1 0 1 0 0,1 0 0 0 0,0 1-1 0 0,0-1 1 0 0,0 1 0 0 0,-1 0-1 0 0,1 0 1 0 0,0 0 0 0 0,-1 0-1 0 0,7 4 1 0 0,0-1-182 0 0,-1 1 1 0 0,0 0-1 0 0,0 1 1 0 0,0 0-1 0 0,-1 0 0 0 0,0 1 1 0 0,0 0-1 0 0,0 1 1 0 0,-1-1-1 0 0,0 1 0 0 0,6 10 1 0 0,-11-14 228 0 0,0 0 1 0 0,0 0-1 0 0,0 0 1 0 0,0 0-1 0 0,0 0 1 0 0,-1 0 0 0 0,0 1-1 0 0,0-1 1 0 0,0 0-1 0 0,-1 1 1 0 0,1-1-1 0 0,-1 1 1 0 0,0-1 0 0 0,0 1-1 0 0,-2 6 1 0 0,0-3 152 0 0,0-1 0 0 0,0 0 0 0 0,-1 0 0 0 0,0 0 0 0 0,0 0 0 0 0,-1-1 0 0 0,1 1 0 0 0,-9 9 1 0 0,-2 0 412 0 0,-1 0 0 0 0,-1 0 1 0 0,0-2-1 0 0,-1 0 1 0 0,-26 17-1 0 0,-11 3 1013 0 0,-1-3-1 0 0,-2-1 0 0 0,-66 23 1 0 0,119-52-1519 0 0,0 1 1 0 0,0-1 0 0 0,0 0 0 0 0,0-1 0 0 0,0 1-1 0 0,0-1 1 0 0,0 1 0 0 0,0-1 0 0 0,0 0 0 0 0,0-1-1 0 0,0 1 1 0 0,0-1 0 0 0,0 0 0 0 0,0 0 0 0 0,0 0-1 0 0,0 0 1 0 0,0-1 0 0 0,1 0 0 0 0,-1 1 0 0 0,1-1-1 0 0,-1-1 1 0 0,1 1 0 0 0,-1 0 0 0 0,1-1 0 0 0,0 0-1 0 0,0 0 1 0 0,1 1 0 0 0,-1-2 0 0 0,0 1 0 0 0,1 0-1 0 0,0-1 1 0 0,0 1 0 0 0,-4-8 0 0 0,-4-11-409 0 0,0-1 0 0 0,1-1 1 0 0,2 1-1 0 0,-7-35 0 0 0,10 42 2 0 0,-6-25-665 0 0,-32-152-4303 0 0,37 156-576 0 0,-1-58 0 0 0,6 67 3162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9.223"/>
    </inkml:context>
    <inkml:brush xml:id="br0">
      <inkml:brushProperty name="width" value="0.1" units="cm"/>
      <inkml:brushProperty name="height" value="0.1" units="cm"/>
      <inkml:brushProperty name="color" value="#E71224"/>
    </inkml:brush>
  </inkml:definitions>
  <inkml:trace contextRef="#ctx0" brushRef="#br0">1 0 3336 0 0,'14'17'1303'0'0,"-1"0"0"0"0,0 1-1 0 0,-2 0 1 0 0,0 0 0 0 0,13 32-1 0 0,36 107 723 0 0,-42-106-1197 0 0,52 153-370 0 0,-48-136-3772 0 0,-2 2-4393 0 0,-14-46 5113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9.554"/>
    </inkml:context>
    <inkml:brush xml:id="br0">
      <inkml:brushProperty name="width" value="0.1" units="cm"/>
      <inkml:brushProperty name="height" value="0.1" units="cm"/>
      <inkml:brushProperty name="color" value="#E71224"/>
    </inkml:brush>
  </inkml:definitions>
  <inkml:trace contextRef="#ctx0" brushRef="#br0">0 23 7841 0 0,'4'-5'1976'0'0,"-4"-1"-440"0"0,4 1-604 0 0,-4-1-624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39.886"/>
    </inkml:context>
    <inkml:brush xml:id="br0">
      <inkml:brushProperty name="width" value="0.1" units="cm"/>
      <inkml:brushProperty name="height" value="0.1" units="cm"/>
      <inkml:brushProperty name="color" value="#E71224"/>
    </inkml:brush>
  </inkml:definitions>
  <inkml:trace contextRef="#ctx0" brushRef="#br0">73 0 5805 0 0,'-38'15'8750'0'0,"35"-11"-8112"0"0,-1-1 1 0 0,1 1 0 0 0,0 0-1 0 0,1 0 1 0 0,-1 1 0 0 0,1-1 0 0 0,-1 1-1 0 0,1-1 1 0 0,-2 8 0 0 0,3-9-481 0 0,0 0 0 0 0,0 0 0 0 0,0 1 0 0 0,1-1 0 0 0,-1 0 0 0 0,1 1 0 0 0,0-1 0 0 0,-1 0 0 0 0,2 1 0 0 0,-1-1 0 0 0,0 1 0 0 0,1-1 0 0 0,-1 0 0 0 0,3 6 0 0 0,-2-8-279 0 0,0 1 0 0 0,1-1-1 0 0,-1 1 1 0 0,0-1 0 0 0,1 0 0 0 0,-1 0 0 0 0,1 0-1 0 0,0 0 1 0 0,-1 0 0 0 0,1 0 0 0 0,0 0-1 0 0,0-1 1 0 0,-1 1 0 0 0,1 0 0 0 0,0-1 0 0 0,0 0-1 0 0,0 1 1 0 0,0-1 0 0 0,0 0 0 0 0,0 0-1 0 0,0 0 1 0 0,0 0 0 0 0,0 0 0 0 0,3-1 0 0 0,55-12-3067 0 0,-48 10 2529 0 0,102-26 690 0 0,-114 30 52 0 0,0-1 0 0 0,1 1 1 0 0,-1-1-1 0 0,0 0 1 0 0,0 1-1 0 0,0-1 1 0 0,0 1-1 0 0,1-1 0 0 0,-1 1 1 0 0,0-1-1 0 0,0 1 1 0 0,0-1-1 0 0,0 1 1 0 0,0-1-1 0 0,0 1 1 0 0,0-1-1 0 0,0 1 0 0 0,0-1 1 0 0,0 1-1 0 0,-1-1 1 0 0,1 1-1 0 0,0-1 1 0 0,0 1-1 0 0,0-1 1 0 0,-1 1-1 0 0,-8 11-169 0 0,0-1 0 0 0,0-1 0 0 0,-13 11 0 0 0,-67 50-10345 0 0,80-64 8921 0 0,-15 11-1252 0 0,0-1 206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0.285"/>
    </inkml:context>
    <inkml:brush xml:id="br0">
      <inkml:brushProperty name="width" value="0.1" units="cm"/>
      <inkml:brushProperty name="height" value="0.1" units="cm"/>
      <inkml:brushProperty name="color" value="#E71224"/>
    </inkml:brush>
  </inkml:definitions>
  <inkml:trace contextRef="#ctx0" brushRef="#br0">238 191 5324 0 0,'-44'-47'10617'0'0,"-9"-35"-7528"0"0,52 81-3156 0 0,1 0-1 0 0,-1-1 1 0 0,0 1 0 0 0,0 0 0 0 0,1-1 0 0 0,-1 1 0 0 0,1-1-1 0 0,-1 1 1 0 0,1-1 0 0 0,-1 1 0 0 0,1-1 0 0 0,0 1-1 0 0,0-1 1 0 0,0 1 0 0 0,0-1 0 0 0,0 1 0 0 0,0-1 0 0 0,0 1-1 0 0,1-1 1 0 0,-1 1 0 0 0,0-1 0 0 0,1 1 0 0 0,-1-1 0 0 0,1 1-1 0 0,0 0 1 0 0,-1-1 0 0 0,1 1 0 0 0,0 0 0 0 0,0-1-1 0 0,0 1 1 0 0,0 0 0 0 0,0 0 0 0 0,0 0 0 0 0,0 0 0 0 0,0 0-1 0 0,1 0 1 0 0,-1 0 0 0 0,0 0 0 0 0,3-1 0 0 0,-1 1 9 0 0,1 0 0 0 0,-1-1-1 0 0,0 1 1 0 0,0 0 0 0 0,0 1 0 0 0,1-1 0 0 0,-1 1 0 0 0,1-1 0 0 0,-1 1 0 0 0,0 0 0 0 0,1 0-1 0 0,-1 1 1 0 0,0-1 0 0 0,1 1 0 0 0,-1-1 0 0 0,0 1 0 0 0,1 0 0 0 0,4 3 0 0 0,-4-2 68 0 0,0 0-1 0 0,0 1 1 0 0,0-1 0 0 0,0 1 0 0 0,-1 0-1 0 0,1 0 1 0 0,-1 1 0 0 0,1-1 0 0 0,-1 1 0 0 0,0-1-1 0 0,-1 1 1 0 0,1 0 0 0 0,-1 0 0 0 0,1 1-1 0 0,-1-1 1 0 0,2 8 0 0 0,-2-4 48 0 0,0 0-1 0 0,0 0 1 0 0,-1 0 0 0 0,-1 0-1 0 0,1 1 1 0 0,-2-1-1 0 0,1 0 1 0 0,-1 0 0 0 0,-2 10-1 0 0,-1 1 121 0 0,-1 1 1 0 0,-2-1-1 0 0,0-1 0 0 0,0 1 0 0 0,-2-1 1 0 0,0 0-1 0 0,-18 23 0 0 0,-67 75 1717 0 0,-9 13 1488 0 0,102-129-3355 0 0,0 1-1 0 0,0 0 1 0 0,0 0 0 0 0,1 0-1 0 0,-1 0 1 0 0,0 0-1 0 0,1 0 1 0 0,-1 0-1 0 0,1 0 1 0 0,-1 0-1 0 0,1 0 1 0 0,0 0-1 0 0,-1 0 1 0 0,1 0-1 0 0,0 0 1 0 0,0 0 0 0 0,-1 0-1 0 0,1 0 1 0 0,0 0-1 0 0,0 0 1 0 0,0 1-1 0 0,1-1 1 0 0,-1 0-1 0 0,0 0 1 0 0,0 0-1 0 0,0 0 1 0 0,1 0-1 0 0,-1 0 1 0 0,1 0-1 0 0,-1 0 1 0 0,2 2-1 0 0,0-2 95 0 0,0 0 0 0 0,0 0 0 0 0,0 0 0 0 0,0 0 0 0 0,0 0-1 0 0,0 0 1 0 0,1 0 0 0 0,-1-1 0 0 0,0 1 0 0 0,1-1 0 0 0,-1 0-1 0 0,1 1 1 0 0,3-1 0 0 0,12-1 480 0 0,0-1 0 0 0,0 0 0 0 0,18-5 0 0 0,3-2-1957 0 0,115-32-15710 0 0,-93 14 12621 0 0,-43 18 1796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0.630"/>
    </inkml:context>
    <inkml:brush xml:id="br0">
      <inkml:brushProperty name="width" value="0.1" units="cm"/>
      <inkml:brushProperty name="height" value="0.1" units="cm"/>
      <inkml:brushProperty name="color" value="#E71224"/>
    </inkml:brush>
  </inkml:definitions>
  <inkml:trace contextRef="#ctx0" brushRef="#br0">27 23 8753 0 0,'-19'-20'8469'0'0,"11"17"-7877"0"0,16 26-8701 0 0,-8-12 4965 0 0,5 0 359 0 0,-1 0 257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1.009"/>
    </inkml:context>
    <inkml:brush xml:id="br0">
      <inkml:brushProperty name="width" value="0.1" units="cm"/>
      <inkml:brushProperty name="height" value="0.1" units="cm"/>
      <inkml:brushProperty name="color" value="#E71224"/>
    </inkml:brush>
  </inkml:definitions>
  <inkml:trace contextRef="#ctx0" brushRef="#br0">0 113 7789 0 0,'0'6'9453'0'0,"17"-8"-6557"0"0,2-7-2044 0 0,-1-1-496 0 0,2 4-580 0 0,3-4-596 0 0,0 2-508 0 0,4-3-2749 0 0,3 0 481 0 0,-3-2 364 0 0,3 0 279 0 0,-5 0 325 0 0,2 0 240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1.737"/>
    </inkml:context>
    <inkml:brush xml:id="br0">
      <inkml:brushProperty name="width" value="0.1" units="cm"/>
      <inkml:brushProperty name="height" value="0.1" units="cm"/>
      <inkml:brushProperty name="color" value="#E71224"/>
    </inkml:brush>
  </inkml:definitions>
  <inkml:trace contextRef="#ctx0" brushRef="#br0">92 79 4400 0 0,'14'1'16146'0'0,"-35"6"-15518"0"0,-37 11-1584 0 0,58-18 870 0 0,-1 0 1 0 0,0 0-1 0 0,0 0 0 0 0,0 1 1 0 0,0-1-1 0 0,0 0 0 0 0,1 0 0 0 0,-1 0 1 0 0,0 0-1 0 0,0-1 0 0 0,0 1 1 0 0,0 0-1 0 0,0 0 0 0 0,1 0 1 0 0,-1-1-1 0 0,0 1 0 0 0,0 0 1 0 0,0-1-1 0 0,1 1 0 0 0,-1-1 1 0 0,0 1-1 0 0,0-1 0 0 0,1 1 1 0 0,-1-1-1 0 0,0 1 0 0 0,1-1 1 0 0,-1 0-1 0 0,1 1 0 0 0,-1-1 1 0 0,1 0-1 0 0,-1 0 0 0 0,1 1 1 0 0,0-1-1 0 0,-1 0 0 0 0,1 0 1 0 0,0 0-1 0 0,-1 0 0 0 0,1 1 1 0 0,0-1-1 0 0,0 0 0 0 0,0 0 1 0 0,0 0-1 0 0,0 0 0 0 0,0 0 1 0 0,0 1-1 0 0,0-1 0 0 0,0 0 1 0 0,0 0-1 0 0,1 0 0 0 0,-1 0 1 0 0,1-1-1 0 0,-1-3-495 0 0,1 0-1 0 0,0 1 1 0 0,0-1-1 0 0,1 0 1 0 0,0 1 0 0 0,-1-1-1 0 0,6-7 1 0 0,12-8-2755 0 0,-2 11-2197 0 0,-9 6 3922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2.347"/>
    </inkml:context>
    <inkml:brush xml:id="br0">
      <inkml:brushProperty name="width" value="0.1" units="cm"/>
      <inkml:brushProperty name="height" value="0.1" units="cm"/>
      <inkml:brushProperty name="color" value="#E71224"/>
    </inkml:brush>
  </inkml:definitions>
  <inkml:trace contextRef="#ctx0" brushRef="#br0">827 169 1912 0 0,'-1'3'282'0'0,"1"0"0"0"0,-1 0-1 0 0,0 0 1 0 0,0 0 0 0 0,0 0-1 0 0,0 0 1 0 0,-1 0 0 0 0,1 0-1 0 0,-1 0 1 0 0,1-1 0 0 0,-1 1 0 0 0,0-1-1 0 0,-4 4 1 0 0,-34 33 1987 0 0,26-27-1507 0 0,-24 20 920 0 0,-1-3 1 0 0,-1-1-1 0 0,-70 35 1 0 0,84-48-1343 0 0,21-12-482 0 0,0-1 0 0 0,0 1 1 0 0,0-1-1 0 0,-1 0 1 0 0,1-1-1 0 0,0 1 0 0 0,-1-1 1 0 0,1 0-1 0 0,-1 0 0 0 0,-10-1 1 0 0,13 0 33 0 0,1 0 0 0 0,0 0 0 0 0,0-1 0 0 0,0 1 0 0 0,0-1 0 0 0,0 0 0 0 0,-1 1 1 0 0,1-1-1 0 0,0 0 0 0 0,0 0 0 0 0,1-1 0 0 0,-1 1 0 0 0,0 0 0 0 0,0 0 0 0 0,1-1 1 0 0,-1 0-1 0 0,0 1 0 0 0,1-1 0 0 0,0 0 0 0 0,-1 1 0 0 0,1-1 0 0 0,0 0 0 0 0,0 0 1 0 0,0 0-1 0 0,0 0 0 0 0,0 0 0 0 0,0 0 0 0 0,1 0 0 0 0,-1-4 0 0 0,-42-129-5443 0 0,43 135 5594 0 0,-1-1 0 0 0,1 1 0 0 0,0 0 0 0 0,0-1 0 0 0,0 1 0 0 0,0 0 1 0 0,0-1-1 0 0,0 1 0 0 0,0 0 0 0 0,0 0 0 0 0,0-1 0 0 0,-1 1 1 0 0,1 0-1 0 0,0 0 0 0 0,0-1 0 0 0,0 1 0 0 0,0 0 0 0 0,-1 0 0 0 0,1 0 1 0 0,0-1-1 0 0,0 1 0 0 0,-1 0 0 0 0,1 0 0 0 0,0 0 0 0 0,0 0 1 0 0,-1-1-1 0 0,1 1 0 0 0,0 0 0 0 0,0 0 0 0 0,-1 0 0 0 0,1 0 0 0 0,0 0 1 0 0,-1 0-1 0 0,1 0 0 0 0,0 0 0 0 0,-1 0 0 0 0,1 0 0 0 0,-12 9 782 0 0,-7 22 203 0 0,17-28-636 0 0,-18 35 1671 0 0,-28 74-1 0 0,-6 14 1267 0 0,48-110-2260 0 0,6-15-853 0 0,0 1-1 0 0,0-1 0 0 0,-1 1 0 0 0,1-1 0 0 0,0 1 1 0 0,-1-1-1 0 0,1 0 0 0 0,-1 1 0 0 0,0-1 0 0 0,1 1 1 0 0,-1-1-1 0 0,0 0 0 0 0,0 0 0 0 0,0 0 0 0 0,0 1 1 0 0,0-1-1 0 0,0 0 0 0 0,0 0 0 0 0,0 0 0 0 0,-1 0 1 0 0,1-1-1 0 0,0 1 0 0 0,-1 0 0 0 0,1 0 0 0 0,-2 0 1 0 0,2-1 294 0 0,-18-41 1364 0 0,8 6-1572 0 0,2 0 1 0 0,-6-49 0 0 0,2 13-333 0 0,-61-240-4277 0 0,70 280 1847 0 0,4 11-6111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2.742"/>
    </inkml:context>
    <inkml:brush xml:id="br0">
      <inkml:brushProperty name="width" value="0.1" units="cm"/>
      <inkml:brushProperty name="height" value="0.1" units="cm"/>
      <inkml:brushProperty name="color" value="#E71224"/>
    </inkml:brush>
  </inkml:definitions>
  <inkml:trace contextRef="#ctx0" brushRef="#br0">0 129 4932 0 0,'0'0'1557'0'0,"19"-5"-173"0"0,-11 0-196 0 0,1-4-236 0 0,1 2-276 0 0,1-2-340 0 0,6-4-324 0 0,-1-5-680 0 0,-3-1-2444 0 0,4-2 175 0 0,-4-1 293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3.091"/>
    </inkml:context>
    <inkml:brush xml:id="br0">
      <inkml:brushProperty name="width" value="0.1" units="cm"/>
      <inkml:brushProperty name="height" value="0.1" units="cm"/>
      <inkml:brushProperty name="color" value="#E71224"/>
    </inkml:brush>
  </inkml:definitions>
  <inkml:trace contextRef="#ctx0" brushRef="#br0">1 187 5997 0 0,'6'-10'7414'0'0,"12"-14"-3487"0"0,1 9-2939 0 0,0 0 1 0 0,1 1-1 0 0,28-15 0 0 0,31-13-6238 0 0,-23 13-6189 0 0,-43 21 8729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3.787"/>
    </inkml:context>
    <inkml:brush xml:id="br0">
      <inkml:brushProperty name="width" value="0.1" units="cm"/>
      <inkml:brushProperty name="height" value="0.1" units="cm"/>
      <inkml:brushProperty name="color" value="#E71224"/>
    </inkml:brush>
  </inkml:definitions>
  <inkml:trace contextRef="#ctx0" brushRef="#br0">1125 391 6253 0 0,'-2'0'601'0'0,"0"-1"1"0"0,0 1-1 0 0,0-1 1 0 0,0 0 0 0 0,1 1-1 0 0,-1-1 1 0 0,0 0 0 0 0,0 0-1 0 0,1-1 1 0 0,-1 1 0 0 0,1 0-1 0 0,-1 0 1 0 0,1-1 0 0 0,0 1-1 0 0,-1-1 1 0 0,1 1-1 0 0,0-1 1 0 0,-1-2 0 0 0,2 2-340 0 0,-1 0-1 0 0,1 0 1 0 0,0-1 0 0 0,0 1 0 0 0,0 0 0 0 0,0-1 0 0 0,1 1 0 0 0,-1 0-1 0 0,1-1 1 0 0,-1 1 0 0 0,1 0 0 0 0,0 0 0 0 0,0 0 0 0 0,0 0 0 0 0,0-1 0 0 0,1-1-1 0 0,14-25 247 0 0,2 0 0 0 0,28-37 0 0 0,-22 36-1868 0 0,2 2 1 0 0,1 0 0 0 0,54-42 0 0 0,-33 26-229 0 0,-50 44 1657 0 0,1-1-1 0 0,0 0 1 0 0,0 1-1 0 0,-1 0 1 0 0,1-1 0 0 0,0 1-1 0 0,-1 0 1 0 0,1 0-1 0 0,0-1 1 0 0,-1 1-1 0 0,1 0 1 0 0,0 0-1 0 0,-1 1 1 0 0,1-1-1 0 0,0 0 1 0 0,-1 0 0 0 0,1 1-1 0 0,0-1 1 0 0,-1 1-1 0 0,1-1 1 0 0,-2 2-1 0 0,-35 16 755 0 0,28-12-351 0 0,-676 308 5843 0 0,669-306-6250 0 0,-1-1 0 0 0,0-1 0 0 0,0-1 0 0 0,0-1 0 0 0,-25 3 0 0 0,35-6-301 0 0,1-1 0 0 0,0-1 0 0 0,-1 1-1 0 0,1-1 1 0 0,0-1 0 0 0,-1 1 0 0 0,1-1 0 0 0,0-1 0 0 0,0 1-1 0 0,1-1 1 0 0,-1 0 0 0 0,0-1 0 0 0,1 1 0 0 0,0-1 0 0 0,0-1 0 0 0,-8-5-1 0 0,4 2-230 0 0,1-1-1 0 0,0 0 0 0 0,0 0 0 0 0,1 0 0 0 0,0-1 0 0 0,1-1 0 0 0,0 1 1 0 0,0-1-1 0 0,-6-15 0 0 0,14 20-454 0 0,7 12 713 0 0,6 16 174 0 0,0 25-31 0 0,-11-36 168 0 0,1 0 1 0 0,-1 0 0 0 0,-1 1 0 0 0,0-1 0 0 0,0 15 0 0 0,-2-9 590 0 0,-1 0 1 0 0,-1 0 0 0 0,-1 0-1 0 0,-1-1 1 0 0,0 1 0 0 0,-1-1-1 0 0,0 0 1 0 0,-16 30 0 0 0,16-35-134 0 0,-1-1 1 0 0,0-1-1 0 0,-1 1 0 0 0,0-1 1 0 0,-1 0-1 0 0,1-1 1 0 0,-2 1-1 0 0,1-2 0 0 0,-1 1 1 0 0,0-1-1 0 0,-1-1 1 0 0,0 1-1 0 0,0-2 0 0 0,-13 7 1 0 0,20-11-492 0 0,0 0-1 0 0,0 0 1 0 0,0 0 0 0 0,0-1-1 0 0,0 1 1 0 0,0-1-1 0 0,0 0 1 0 0,0 1 0 0 0,0-1-1 0 0,0-1 1 0 0,0 1 0 0 0,0 0-1 0 0,0-1 1 0 0,0 1 0 0 0,0-1-1 0 0,0 0 1 0 0,0 0 0 0 0,-3-2-1 0 0,1 0-82 0 0,1 0-1 0 0,0 0 0 0 0,0 0 0 0 0,0-1 0 0 0,0 1 0 0 0,1-1 0 0 0,-1 0 0 0 0,1 0 1 0 0,0 0-1 0 0,-3-5 0 0 0,-1-4-586 0 0,0-1 0 0 0,1 0 1 0 0,1 0-1 0 0,0 0 0 0 0,1 0 0 0 0,-4-24 1 0 0,1-36-5454 0 0,7 33-499 0 0,2-1 1 0 0,8-48 0 0 0,-6 66 4148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9.488"/>
    </inkml:context>
    <inkml:brush xml:id="br0">
      <inkml:brushProperty name="width" value="0.1" units="cm"/>
      <inkml:brushProperty name="height" value="0.1" units="cm"/>
      <inkml:brushProperty name="color" value="#E71224"/>
    </inkml:brush>
  </inkml:definitions>
  <inkml:trace contextRef="#ctx0" brushRef="#br0">249 25 4072 0 0,'-5'-3'769'0'0,"0"0"-1"0"0,0 0 0 0 0,-1 0 1 0 0,1 1-1 0 0,-1 0 0 0 0,1 0 0 0 0,-1 0 1 0 0,0 1-1 0 0,0 0 0 0 0,0 0 1 0 0,0 0-1 0 0,0 1 0 0 0,0 0 1 0 0,0 0-1 0 0,0 0 0 0 0,-11 3 0 0 0,11-2-422 0 0,1 2-1 0 0,-1-1 0 0 0,0 0 0 0 0,1 1 0 0 0,0 0 1 0 0,0 1-1 0 0,0-1 0 0 0,0 1 0 0 0,0 0 1 0 0,1 0-1 0 0,-1 0 0 0 0,1 1 0 0 0,0-1 0 0 0,0 1 1 0 0,1 0-1 0 0,-6 10 0 0 0,0 3 255 0 0,0-1 0 0 0,1 1 0 0 0,1 1 0 0 0,-8 29 0 0 0,13-39-465 0 0,0 1 1 0 0,1-1-1 0 0,0 0 1 0 0,1 1-1 0 0,-1-1 1 0 0,2 1-1 0 0,-1-1 1 0 0,2 1-1 0 0,-1-1 1 0 0,1 0-1 0 0,5 16 1 0 0,-6-23-158 0 0,0 1-1 0 0,0-1 1 0 0,0 1 0 0 0,1-1 0 0 0,-1 0 0 0 0,1 0-1 0 0,-1 0 1 0 0,1 0 0 0 0,0 0 0 0 0,0 0-1 0 0,0 0 1 0 0,0 0 0 0 0,0-1 0 0 0,0 1 0 0 0,0-1-1 0 0,0 1 1 0 0,1-1 0 0 0,-1 0 0 0 0,0 0 0 0 0,1 0-1 0 0,-1 0 1 0 0,1 0 0 0 0,0-1 0 0 0,-1 1-1 0 0,1-1 1 0 0,-1 0 0 0 0,1 0 0 0 0,0 0 0 0 0,-1 0-1 0 0,1 0 1 0 0,0 0 0 0 0,-1-1 0 0 0,1 1 0 0 0,-1-1-1 0 0,1 0 1 0 0,-1 0 0 0 0,1 0 0 0 0,-1 0 0 0 0,5-3-1 0 0,2 0-172 0 0,-1 0 0 0 0,1-1 0 0 0,-1-1 0 0 0,0 1 0 0 0,-1-1 0 0 0,1-1 1 0 0,-1 1-1 0 0,-1-1 0 0 0,12-15 0 0 0,36-62-1196 0 0,40-59 529 0 0,-94 142 909 0 0,0 0 0 0 0,1 1 0 0 0,-1-1 0 0 0,0 0 0 0 0,1 1 0 0 0,-1-1 0 0 0,1 0 1 0 0,-1 1-1 0 0,1-1 0 0 0,-1 1 0 0 0,1-1 0 0 0,0 1 0 0 0,-1-1 0 0 0,1 1 0 0 0,-1-1 0 0 0,1 1 0 0 0,0 0 0 0 0,0-1 1 0 0,-1 1-1 0 0,1 0 0 0 0,0-1 0 0 0,0 1 0 0 0,-1 0 0 0 0,1 0 0 0 0,0 0 0 0 0,0 0 0 0 0,-1 0 0 0 0,1 0 1 0 0,0 0-1 0 0,0 0 0 0 0,1 0 0 0 0,-1 1 27 0 0,0 0 0 0 0,0 1 0 0 0,0-1 0 0 0,0 0 0 0 0,0 0 1 0 0,0 1-1 0 0,0-1 0 0 0,0 0 0 0 0,0 1 0 0 0,-1-1 0 0 0,1 1 0 0 0,0-1 0 0 0,-1 1 0 0 0,1 2 1 0 0,10 70 1493 0 0,-9-63-1216 0 0,6 163 2376 0 0,-7-107-1802 0 0,10 66 0 0 0,0-68-1427 0 0,-1-5 2159 0 0,-4-20-5420 0 0,-3-6-5294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49.963"/>
    </inkml:context>
    <inkml:brush xml:id="br0">
      <inkml:brushProperty name="width" value="0.1" units="cm"/>
      <inkml:brushProperty name="height" value="0.1" units="cm"/>
      <inkml:brushProperty name="color" value="#E71224"/>
    </inkml:brush>
  </inkml:definitions>
  <inkml:trace contextRef="#ctx0" brushRef="#br0">121 139 4348 0 0,'-18'21'4225'0'0,"-9"39"1840"0"0,-23 77-1 0 0,44-116-5138 0 0,0 0 0 0 0,2 1 1 0 0,0-1-1 0 0,1 1 1 0 0,1 0-1 0 0,2 0 0 0 0,2 35 1 0 0,-2-53-837 0 0,1 0 1 0 0,0 1 0 0 0,-1-1 0 0 0,2 0 0 0 0,-1 0-1 0 0,0 0 1 0 0,1 0 0 0 0,0 0 0 0 0,-1-1 0 0 0,2 1-1 0 0,-1 0 1 0 0,0-1 0 0 0,1 1 0 0 0,-1-1 0 0 0,5 3 0 0 0,-5-4-100 0 0,0-1 1 0 0,0 0-1 0 0,1 0 1 0 0,-1 0-1 0 0,1 0 1 0 0,-1 0-1 0 0,1 0 1 0 0,-1-1-1 0 0,1 1 1 0 0,0-1-1 0 0,-1 0 1 0 0,1 0-1 0 0,0 0 1 0 0,-1 0-1 0 0,1 0 1 0 0,0 0-1 0 0,-1-1 1 0 0,1 0-1 0 0,-1 1 1 0 0,1-1-1 0 0,-1 0 1 0 0,1 0-1 0 0,-1 0 1 0 0,1 0-1 0 0,1-2 1 0 0,8-4-82 0 0,0-1-1 0 0,-1 0 1 0 0,0 0 0 0 0,0-1 0 0 0,-1 0 0 0 0,0-1 0 0 0,0 0 0 0 0,-1-1 0 0 0,-1 0 0 0 0,0 0-1 0 0,0-1 1 0 0,-1 0 0 0 0,-1 0 0 0 0,0-1 0 0 0,-1 0 0 0 0,0 0 0 0 0,-1 0 0 0 0,0-1 0 0 0,2-14 0 0 0,-3 11-345 0 0,-1-1 0 0 0,0 1 0 0 0,-1-1 0 0 0,-1 0 0 0 0,0 1 0 0 0,-2-1 0 0 0,0 1 0 0 0,0-1 0 0 0,-2 1 0 0 0,0 0 0 0 0,-2 0 0 0 0,1 0 0 0 0,-2 1 0 0 0,-14-26 0 0 0,-18-11-5252 0 0,2 5-6034 0 0,33 37 9175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0.439"/>
    </inkml:context>
    <inkml:brush xml:id="br0">
      <inkml:brushProperty name="width" value="0.1" units="cm"/>
      <inkml:brushProperty name="height" value="0.1" units="cm"/>
      <inkml:brushProperty name="color" value="#E71224"/>
    </inkml:brush>
  </inkml:definitions>
  <inkml:trace contextRef="#ctx0" brushRef="#br0">51 69 4904 0 0,'-5'5'1213'0'0,"0"0"0"0"0,1 0 0 0 0,-1 1 0 0 0,1-1 0 0 0,0 1 0 0 0,1 0 0 0 0,-1 0-1 0 0,1 0 1 0 0,-4 13 0 0 0,5-16-949 0 0,1 0 0 0 0,0 0-1 0 0,1 0 1 0 0,-1 0 0 0 0,0 0-1 0 0,1 1 1 0 0,0-1 0 0 0,0 0 0 0 0,0 0-1 0 0,0 0 1 0 0,0 1 0 0 0,0-1-1 0 0,1 0 1 0 0,0 0 0 0 0,0 0-1 0 0,-1 0 1 0 0,2 0 0 0 0,-1 0 0 0 0,0 0-1 0 0,1 0 1 0 0,-1 0 0 0 0,1-1-1 0 0,3 5 1 0 0,-3-6-197 0 0,0 0-1 0 0,0 1 1 0 0,-1-1-1 0 0,2 0 1 0 0,-1 0-1 0 0,0 0 1 0 0,0-1-1 0 0,0 1 1 0 0,0-1-1 0 0,0 1 1 0 0,1-1-1 0 0,-1 0 1 0 0,0 1-1 0 0,0-1 1 0 0,1 0 0 0 0,-1 0-1 0 0,0-1 1 0 0,0 1-1 0 0,1-1 1 0 0,-1 1-1 0 0,0-1 1 0 0,0 1-1 0 0,0-1 1 0 0,0 0-1 0 0,0 0 1 0 0,0 0-1 0 0,0 0 1 0 0,2-2-1 0 0,3-1 60 0 0,1-1 0 0 0,-1 0 0 0 0,-1 0 0 0 0,1 0 0 0 0,-1-1 0 0 0,7-7-1 0 0,-11 9-84 0 0,1 0-1 0 0,-1 0 0 0 0,1 0 0 0 0,-1-1 0 0 0,-1 1 0 0 0,1-1 0 0 0,-1 1 1 0 0,1-1-1 0 0,-1 1 0 0 0,0-1 0 0 0,-1 0 0 0 0,1 0 0 0 0,-1 1 0 0 0,0-1 1 0 0,0 0-1 0 0,-1 0 0 0 0,1 1 0 0 0,-3-8 0 0 0,2 8-293 0 0,0-1-1 0 0,-1 0 1 0 0,0 1 0 0 0,0-1-1 0 0,0 1 1 0 0,0 0 0 0 0,-6-8-1 0 0,6 9-331 0 0,0 1 1 0 0,0 0-1 0 0,-1-1 1 0 0,1 1-1 0 0,-1 0 0 0 0,1 0 1 0 0,-1 0-1 0 0,0 0 0 0 0,0 1 1 0 0,0-1-1 0 0,-5-1 0 0 0,-1 0-1661 0 0,1 1-1 0 0,0 0 0 0 0,-1 1 0 0 0,1 0 0 0 0,-11 0 1 0 0,5 1-398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1.705"/>
    </inkml:context>
    <inkml:brush xml:id="br0">
      <inkml:brushProperty name="width" value="0.1" units="cm"/>
      <inkml:brushProperty name="height" value="0.1" units="cm"/>
      <inkml:brushProperty name="color" value="#E71224"/>
    </inkml:brush>
  </inkml:definitions>
  <inkml:trace contextRef="#ctx0" brushRef="#br0">96 335 3204 0 0,'-4'-2'356'0'0,"-1"1"-1"0"0,1-1 0 0 0,0 0 1 0 0,-1 0-1 0 0,1-1 0 0 0,0 1 0 0 0,0-1 1 0 0,0 0-1 0 0,1 0 0 0 0,-1 0 1 0 0,1-1-1 0 0,0 1 0 0 0,-1-1 1 0 0,2 0-1 0 0,-1 0 0 0 0,0 0 0 0 0,1 0 1 0 0,0 0-1 0 0,-2-5 0 0 0,-2-6-195 0 0,2-1 0 0 0,0 0-1 0 0,1 0 1 0 0,-2-19 0 0 0,4 25 0 0 0,0 4-141 0 0,1-1 1 0 0,0 1-1 0 0,0 0 1 0 0,0 0-1 0 0,1 0 0 0 0,0-1 1 0 0,0 1-1 0 0,1 0 1 0 0,-1 0-1 0 0,1 0 0 0 0,1 1 1 0 0,-1-1-1 0 0,1 0 1 0 0,0 1-1 0 0,0 0 0 0 0,1 0 1 0 0,0 0-1 0 0,-1 0 1 0 0,2 0-1 0 0,-1 1 0 0 0,0-1 1 0 0,1 1-1 0 0,0 0 1 0 0,0 1-1 0 0,0-1 0 0 0,1 1 1 0 0,-1 0-1 0 0,1 0 1 0 0,-1 1-1 0 0,1 0 0 0 0,0 0 1 0 0,0 0-1 0 0,0 1 1 0 0,0-1-1 0 0,0 1 0 0 0,0 1 1 0 0,1-1-1 0 0,-1 1 1 0 0,0 1-1 0 0,0-1 0 0 0,1 1 1 0 0,6 1-1 0 0,6 3-91 0 0,-1 0 0 0 0,0 1 0 0 0,0 1 0 0 0,-1 1 0 0 0,0 0 0 0 0,0 1 0 0 0,-1 1 0 0 0,0 1 0 0 0,-1 0 0 0 0,0 1 0 0 0,18 18 0 0 0,-30-27 69 0 0,-1-1 1 0 0,1 1-1 0 0,-1-1 0 0 0,0 1 1 0 0,0 0-1 0 0,0 0 0 0 0,0 0 1 0 0,-1 0-1 0 0,1 0 0 0 0,-1 1 1 0 0,0-1-1 0 0,0 0 0 0 0,0 1 1 0 0,0-1-1 0 0,0 1 0 0 0,-1-1 1 0 0,0 1-1 0 0,0-1 0 0 0,0 5 1 0 0,-1-2 77 0 0,0-1 0 0 0,0 1-1 0 0,-1-1 1 0 0,0 1 0 0 0,0-1 0 0 0,-1 0 0 0 0,1 0 0 0 0,-1 0 0 0 0,0 0 0 0 0,-7 8 0 0 0,-8 7 359 0 0,-1-2 0 0 0,-1 0 0 0 0,0-1 0 0 0,-25 16 0 0 0,32-24-264 0 0,1-1-29 0 0,-7 7 38 0 0,0-1 1 0 0,-1-1 0 0 0,0-1 0 0 0,-1 0-1 0 0,-1-2 1 0 0,-23 8 0 0 0,43-17-265 0 0,0-1 0 0 0,0 1 1 0 0,0 0-1 0 0,0-1 0 0 0,0 0 1 0 0,0 1-1 0 0,0-1 0 0 0,0 0 0 0 0,0 0 1 0 0,0 0-1 0 0,0 0 0 0 0,0-1 1 0 0,0 1-1 0 0,0 0 0 0 0,0-1 0 0 0,0 0 1 0 0,0 1-1 0 0,0-1 0 0 0,0 0 1 0 0,0 0-1 0 0,0 0 0 0 0,0 0 0 0 0,1 0 1 0 0,-1-1-1 0 0,0 1 0 0 0,1 0 1 0 0,-1-1-1 0 0,1 1 0 0 0,0-1 0 0 0,-1 0 1 0 0,1 1-1 0 0,0-1 0 0 0,0 0 1 0 0,0 0-1 0 0,0 0 0 0 0,1 0 0 0 0,-1 0 1 0 0,0 0-1 0 0,1 0 0 0 0,-1 0 1 0 0,1-2-1 0 0,-1-1-302 0 0,0 0 1 0 0,1 0-1 0 0,0 0 1 0 0,0 0-1 0 0,1 0 0 0 0,-1 1 1 0 0,1-1-1 0 0,0 0 1 0 0,1 0-1 0 0,-1 1 1 0 0,1-1-1 0 0,0 0 0 0 0,0 1 1 0 0,0 0-1 0 0,0-1 1 0 0,6-5-1 0 0,6-6-2346 0 0,-5 8 859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2.210"/>
    </inkml:context>
    <inkml:brush xml:id="br0">
      <inkml:brushProperty name="width" value="0.1" units="cm"/>
      <inkml:brushProperty name="height" value="0.1" units="cm"/>
      <inkml:brushProperty name="color" value="#E71224"/>
    </inkml:brush>
  </inkml:definitions>
  <inkml:trace contextRef="#ctx0" brushRef="#br0">1082 1 2280 0 0,'1'-1'123'0'0,"-1"1"-1"0"0,1 0 0 0 0,-1 0 1 0 0,1 0-1 0 0,-1 0 1 0 0,1 0-1 0 0,-1 0 0 0 0,1 0 1 0 0,-1 0-1 0 0,1 0 1 0 0,-1 1-1 0 0,1-1 0 0 0,-1 0 1 0 0,1 0-1 0 0,-1 0 1 0 0,1 1-1 0 0,-1-1 0 0 0,0 0 1 0 0,1 0-1 0 0,-1 1 1 0 0,1-1-1 0 0,-1 0 1 0 0,0 1-1 0 0,1-1 0 0 0,-1 0 1 0 0,0 1-1 0 0,1-1 1 0 0,-1 1-1 0 0,0-1 0 0 0,1 1 1 0 0,-1-1-1 0 0,0 0 1 0 0,0 1-1 0 0,0-1 0 0 0,0 1 1 0 0,1-1-1 0 0,-1 1 1 0 0,0-1-1 0 0,0 1 0 0 0,0-1 1 0 0,0 1-1 0 0,-16 21 2701 0 0,-33 14 85 0 0,48-35-2819 0 0,-87 49 3363 0 0,-3-3 1 0 0,-129 46 0 0 0,99-44-1521 0 0,112-45-2175 0 0,-1 0-1 0 0,-1-1 1 0 0,1 0-1 0 0,0 0 1 0 0,-1-2-1 0 0,-20 2 1 0 0,29-2 66 0 0,-1-1-1 0 0,1 0 1 0 0,0 0 0 0 0,0-1 0 0 0,-1 1 0 0 0,1 0-1 0 0,0-1 1 0 0,0 1 0 0 0,0-1 0 0 0,0 0-1 0 0,0 0 1 0 0,0 1 0 0 0,0-2 0 0 0,0 1-1 0 0,0 0 1 0 0,0 0 0 0 0,0 0 0 0 0,0-1 0 0 0,1 1-1 0 0,-1-1 1 0 0,1 0 0 0 0,-1 1 0 0 0,1-1-1 0 0,0 0 1 0 0,-1 0 0 0 0,1 0 0 0 0,0 0-1 0 0,0 0 1 0 0,0 0 0 0 0,1 0 0 0 0,-1 0 0 0 0,0 0-1 0 0,1 0 1 0 0,0 0 0 0 0,-1-1 0 0 0,1 1-1 0 0,0 0 1 0 0,0-5 0 0 0,0 4 13 0 0,0 0 0 0 0,1 0 0 0 0,-1 0 1 0 0,1 0-1 0 0,-1 0 0 0 0,1 0 0 0 0,0 0 0 0 0,0 0 0 0 0,1 1 0 0 0,-1-1 1 0 0,0 0-1 0 0,1 1 0 0 0,0-1 0 0 0,-1 0 0 0 0,1 1 0 0 0,0 0 1 0 0,0-1-1 0 0,1 1 0 0 0,-1 0 0 0 0,5-3 0 0 0,-3 2 183 0 0,1 1 1 0 0,-1 0-1 0 0,1-1 0 0 0,0 1 0 0 0,0 1 0 0 0,0-1 0 0 0,0 1 0 0 0,0 0 0 0 0,0 0 0 0 0,0 0 0 0 0,10 0 1 0 0,-11 1 174 0 0,1 1 1 0 0,-1-1 0 0 0,1 1 0 0 0,-1-1 0 0 0,1 1 0 0 0,-1 0-1 0 0,0 1 1 0 0,1-1 0 0 0,-1 1 0 0 0,0 0 0 0 0,0 0-1 0 0,0 0 1 0 0,5 5 0 0 0,-7-5-19 0 0,0 0 1 0 0,1 0-1 0 0,-2 0 0 0 0,1 0 0 0 0,0 1 1 0 0,0-1-1 0 0,-1 1 0 0 0,1-1 1 0 0,-1 1-1 0 0,0 0 0 0 0,0-1 0 0 0,0 1 1 0 0,0 0-1 0 0,0 0 0 0 0,-1 0 0 0 0,1 0 1 0 0,-1 0-1 0 0,0 0 0 0 0,0 0 0 0 0,0 0 1 0 0,0-1-1 0 0,-1 5 0 0 0,-1 5 272 0 0,0 0-1 0 0,-1 0 1 0 0,-1 0-1 0 0,0-1 1 0 0,0 1-1 0 0,-1-1 0 0 0,-1 0 1 0 0,-12 19-1 0 0,7-15-1101 0 0,-1 0 0 0 0,-1-1 0 0 0,0-1 0 0 0,-1 1 0 0 0,-17 11 0 0 0,-1-2-2121 0 0,-2-2 0 0 0,0-1 1 0 0,0-2-1 0 0,-69 25 0 0 0,26-16-61 0 0,-17-1 306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4.837"/>
    </inkml:context>
    <inkml:brush xml:id="br0">
      <inkml:brushProperty name="width" value="0.1" units="cm"/>
      <inkml:brushProperty name="height" value="0.1" units="cm"/>
      <inkml:brushProperty name="color" value="#E71224"/>
    </inkml:brush>
  </inkml:definitions>
  <inkml:trace contextRef="#ctx0" brushRef="#br0">0 479 4820 0 0,'2'8'19018'0'0,"10"-24"-18359"0"0,-1 0 0 0 0,15-29 1 0 0,-9 12-2648 0 0,23-68 0 0 0,-36 91 1685 0 0,7-23-474 0 0,0-1-1 0 0,-3 0 1 0 0,0 0-1 0 0,4-67 1 0 0,-7 72 3638 0 0,-4 47-1922 0 0,-2 54 970 0 0,-1-24-1028 0 0,2 0 0 0 0,2-1 0 0 0,3 1-1 0 0,16 75 1 0 0,-17-106-1483 0 0,11 37-2806 0 0,-12-18-8991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5.361"/>
    </inkml:context>
    <inkml:brush xml:id="br0">
      <inkml:brushProperty name="width" value="0.1" units="cm"/>
      <inkml:brushProperty name="height" value="0.1" units="cm"/>
      <inkml:brushProperty name="color" value="#E71224"/>
    </inkml:brush>
  </inkml:definitions>
  <inkml:trace contextRef="#ctx0" brushRef="#br0">1 219 4392 0 0,'13'0'14320'0'0,"48"2"-11413"0"0,265-31 2791 0 0,-151 9-4710 0 0,-132 16-1069 0 0,406-42 1769 0 0,-226 13-3727 0 0,-3-12-5768 0 0,-96 8-9363 0 0,-107 30 14642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6.546"/>
    </inkml:context>
    <inkml:brush xml:id="br0">
      <inkml:brushProperty name="width" value="0.1" units="cm"/>
      <inkml:brushProperty name="height" value="0.1" units="cm"/>
      <inkml:brushProperty name="color" value="#E71224"/>
    </inkml:brush>
  </inkml:definitions>
  <inkml:trace contextRef="#ctx0" brushRef="#br0">222 65 3624 0 0,'-13'-40'10502'0'0,"11"38"-10167"0"0,1 0 0 0 0,-1 0 1 0 0,0 0-1 0 0,-1 0 0 0 0,1 1 0 0 0,0-1 0 0 0,0 1 1 0 0,-1-1-1 0 0,1 1 0 0 0,-1 0 0 0 0,1 0 0 0 0,-1 0 0 0 0,0 0 1 0 0,1 0-1 0 0,-1 0 0 0 0,0 1 0 0 0,1-1 0 0 0,-1 1 1 0 0,0 0-1 0 0,0 0 0 0 0,-5 0 0 0 0,3 2-31 0 0,0-1-1 0 0,0 0 1 0 0,0 1-1 0 0,1 0 1 0 0,-1 0-1 0 0,0 1 1 0 0,1 0 0 0 0,-1-1-1 0 0,1 1 1 0 0,0 1-1 0 0,-5 3 1 0 0,1 2 21 0 0,-1 0-1 0 0,1 0 1 0 0,0 0 0 0 0,1 1 0 0 0,0 0-1 0 0,1 1 1 0 0,0 0 0 0 0,1 0 0 0 0,-8 21 0 0 0,9-14-84 0 0,1 0 1 0 0,0 1-1 0 0,2-1 1 0 0,0 1 0 0 0,1-1-1 0 0,1 1 1 0 0,0-1-1 0 0,1 1 1 0 0,2-1 0 0 0,5 20-1 0 0,-6-27-293 0 0,1 0 0 0 0,-1-1 0 0 0,2 0 0 0 0,0 0 0 0 0,0 0 0 0 0,0-1 0 0 0,1 1 0 0 0,1-1 0 0 0,0-1 0 0 0,0 1 0 0 0,0-1 0 0 0,1 0 0 0 0,1-1 0 0 0,-1 0 0 0 0,1 0 0 0 0,0-1-1 0 0,0 0 1 0 0,14 6 0 0 0,-17-10-111 0 0,0-1 0 0 0,0 1-1 0 0,0-1 1 0 0,-1 0-1 0 0,1-1 1 0 0,0 0 0 0 0,0 0-1 0 0,0 0 1 0 0,0 0-1 0 0,0-1 1 0 0,0 0 0 0 0,0 0-1 0 0,0-1 1 0 0,-1 0-1 0 0,1 0 1 0 0,-1 0 0 0 0,1-1-1 0 0,-1 1 1 0 0,9-7-1 0 0,-8 5-24 0 0,-1 1 0 0 0,1-1 0 0 0,-1 0 0 0 0,-1-1 0 0 0,1 1 0 0 0,0-1 0 0 0,-1 0 0 0 0,0 0 0 0 0,0-1 0 0 0,-1 1 0 0 0,1-1 0 0 0,-1 0 0 0 0,0 1-1 0 0,-1-1 1 0 0,1-1 0 0 0,-1 1 0 0 0,-1 0 0 0 0,2-8 0 0 0,-2 11 168 0 0,-1 0 1 0 0,1 0-1 0 0,-1 0 0 0 0,0 0 1 0 0,0 0-1 0 0,0 0 0 0 0,-1 0 1 0 0,1 0-1 0 0,-1 0 0 0 0,0 0 1 0 0,-1-4-1 0 0,1 6 15 0 0,0 0 0 0 0,0 1 0 0 0,0-1 0 0 0,0 0 0 0 0,0 1 0 0 0,0-1 0 0 0,0 1 0 0 0,0-1 0 0 0,0 1 0 0 0,-1 0 0 0 0,1-1 0 0 0,0 1 0 0 0,0 0 1 0 0,0 0-1 0 0,-1 0 0 0 0,1 0 0 0 0,0 0 0 0 0,0 0 0 0 0,-1 0 0 0 0,1 0 0 0 0,0 0 0 0 0,0 1 0 0 0,0-1 0 0 0,0 0 0 0 0,-1 1 0 0 0,1-1 0 0 0,0 1 0 0 0,0 0 0 0 0,0-1 0 0 0,0 1 0 0 0,0 0 0 0 0,-1 1 0 0 0,-105 62-7874 0 0,70-40 4853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7.323"/>
    </inkml:context>
    <inkml:brush xml:id="br0">
      <inkml:brushProperty name="width" value="0.1" units="cm"/>
      <inkml:brushProperty name="height" value="0.1" units="cm"/>
      <inkml:brushProperty name="color" value="#E71224"/>
    </inkml:brush>
  </inkml:definitions>
  <inkml:trace contextRef="#ctx0" brushRef="#br0">59 46 4144 0 0,'0'0'8364'0'0,"-26"33"-1340"0"0,20-21-5881 0 0,1 0-1 0 0,1 0 1 0 0,0 1 0 0 0,0 0 0 0 0,1-1 0 0 0,-2 25-1 0 0,4-18-661 0 0,0-1 0 0 0,2 0-1 0 0,0 0 1 0 0,0 0-1 0 0,2 0 1 0 0,0 0 0 0 0,12 32-1 0 0,-13-43-450 0 0,0-1 0 0 0,1 0 0 0 0,1 0-1 0 0,-1 0 1 0 0,1-1 0 0 0,-1 1 0 0 0,2-1 0 0 0,-1 0-1 0 0,0 0 1 0 0,1 0 0 0 0,0-1 0 0 0,0 0-1 0 0,1 1 1 0 0,7 3 0 0 0,-9-6-63 0 0,-1 0 0 0 0,1-1 1 0 0,0 1-1 0 0,0-1 0 0 0,0 0 0 0 0,0 0 0 0 0,0-1 0 0 0,0 1 1 0 0,0-1-1 0 0,0 0 0 0 0,0 0 0 0 0,0 0 0 0 0,0 0 0 0 0,1-1 1 0 0,-1 0-1 0 0,0 0 0 0 0,0 0 0 0 0,-1 0 0 0 0,1 0 0 0 0,0-1 1 0 0,0 0-1 0 0,-1 0 0 0 0,1 0 0 0 0,5-4 0 0 0,2-2-50 0 0,-1-1 0 0 0,0 1 0 0 0,-1-2-1 0 0,0 0 1 0 0,0 0 0 0 0,-1 0 0 0 0,-1-1 0 0 0,1 0-1 0 0,-2-1 1 0 0,1 1 0 0 0,-2-1 0 0 0,0-1 0 0 0,0 1-1 0 0,-1-1 1 0 0,0 1 0 0 0,-1-1 0 0 0,-1 0 0 0 0,0-1-1 0 0,-1 1 1 0 0,0 0 0 0 0,-1 0 0 0 0,-3-25 0 0 0,2 32 103 0 0,0 0 0 0 0,0 0 0 0 0,-1-1 0 0 0,0 1 1 0 0,0 0-1 0 0,-1 0 0 0 0,1 1 0 0 0,-1-1 0 0 0,0 0 0 0 0,-1 1 1 0 0,0 0-1 0 0,1 0 0 0 0,-1 0 0 0 0,-1 0 0 0 0,1 0 1 0 0,-1 1-1 0 0,-8-6 0 0 0,5 4-435 0 0,-1 0-1 0 0,0 1 1 0 0,-19-8 0 0 0,-31-4-8151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8.398"/>
    </inkml:context>
    <inkml:brush xml:id="br0">
      <inkml:brushProperty name="width" value="0.1" units="cm"/>
      <inkml:brushProperty name="height" value="0.1" units="cm"/>
      <inkml:brushProperty name="color" value="#E71224"/>
    </inkml:brush>
  </inkml:definitions>
  <inkml:trace contextRef="#ctx0" brushRef="#br0">121 0 6141 0 0,'0'0'12148'0'0,"-2"4"-11347"0"0,-41 68 3395 0 0,13-21-2590 0 0,-1-1-3332 0 0,17-27-3315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8.730"/>
    </inkml:context>
    <inkml:brush xml:id="br0">
      <inkml:brushProperty name="width" value="0.1" units="cm"/>
      <inkml:brushProperty name="height" value="0.1" units="cm"/>
      <inkml:brushProperty name="color" value="#E71224"/>
    </inkml:brush>
  </inkml:definitions>
  <inkml:trace contextRef="#ctx0" brushRef="#br0">1 1 4800 0 0,'0'0'5335'0'0,"38"25"1271"0"0,-16-1-4220 0 0,-3-2-1348 0 0,-6-9-3204 0 0,-2-4-2515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9.078"/>
    </inkml:context>
    <inkml:brush xml:id="br0">
      <inkml:brushProperty name="width" value="0.1" units="cm"/>
      <inkml:brushProperty name="height" value="0.1" units="cm"/>
      <inkml:brushProperty name="color" value="#E71224"/>
    </inkml:brush>
  </inkml:definitions>
  <inkml:trace contextRef="#ctx0" brushRef="#br0">0 76 5629 0 0,'0'0'12673'0'0,"5"-2"-11869"0"0,25-9 357 0 0,2-5-3305 0 0,1-2-3399 0 0,-1-1-3498 0 0,-19 10 6410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0:59.897"/>
    </inkml:context>
    <inkml:brush xml:id="br0">
      <inkml:brushProperty name="width" value="0.1" units="cm"/>
      <inkml:brushProperty name="height" value="0.1" units="cm"/>
      <inkml:brushProperty name="color" value="#E71224"/>
    </inkml:brush>
  </inkml:definitions>
  <inkml:trace contextRef="#ctx0" brushRef="#br0">148 27 4092 0 0,'-1'-2'260'0'0,"0"1"0"0"0,1-1-1 0 0,-1 1 1 0 0,0-1 0 0 0,0 1 0 0 0,1-1-1 0 0,-1 1 1 0 0,0 0 0 0 0,0 0-1 0 0,-1-1 1 0 0,1 1 0 0 0,0 0-1 0 0,0 0 1 0 0,-1 0 0 0 0,1 0 0 0 0,0 0-1 0 0,-1 1 1 0 0,1-1 0 0 0,-1 0-1 0 0,1 1 1 0 0,-1-1 0 0 0,1 1-1 0 0,-1-1 1 0 0,0 1 0 0 0,-2-1 0 0 0,1 2 41 0 0,1-1 1 0 0,-1 1 0 0 0,0 0-1 0 0,0-1 1 0 0,1 1 0 0 0,-1 1-1 0 0,0-1 1 0 0,1 0 0 0 0,-1 0-1 0 0,1 1 1 0 0,-1 0 0 0 0,1-1-1 0 0,-3 4 1 0 0,-1 0 132 0 0,0 1 1 0 0,1 0 0 0 0,0 0-1 0 0,0 0 1 0 0,0 1-1 0 0,1-1 1 0 0,0 1 0 0 0,0 0-1 0 0,-5 15 1 0 0,2 7 775 0 0,-6 32 686 0 0,12-58-1811 0 0,1 1 0 0 0,0-1 1 0 0,0 0-1 0 0,0 1 0 0 0,1-1 0 0 0,-1 0 1 0 0,1 1-1 0 0,0-1 0 0 0,0 0 1 0 0,0 0-1 0 0,0 1 0 0 0,1-1 0 0 0,-1 0 1 0 0,1 0-1 0 0,2 3 0 0 0,0-1-4 0 0,-4-4-69 0 0,1 0 0 0 0,-1 0 0 0 0,1 0 0 0 0,0 0 0 0 0,0 0 0 0 0,0 0 0 0 0,-1 0 0 0 0,1 0 0 0 0,0 0 0 0 0,0-1 0 0 0,0 1 0 0 0,0 0 0 0 0,0-1 0 0 0,0 1 0 0 0,1 0 0 0 0,-1-1 0 0 0,0 1 0 0 0,0-1 0 0 0,0 0 0 0 0,3 1 0 0 0,-3-1-71 0 0,29-12-531 0 0,-18 1 109 0 0,0 0 0 0 0,0-1 0 0 0,-1 0 0 0 0,-1 0 0 0 0,0-1 0 0 0,-1 0 0 0 0,10-18 0 0 0,-4 7 61 0 0,-12 19 560 0 0,0 0 0 0 0,0 1 1 0 0,0 0-1 0 0,1 0 0 0 0,-1 0 0 0 0,1 0 0 0 0,5-4 1 0 0,-8 7-88 0 0,-1 1 1 0 0,0 0 0 0 0,1 0 0 0 0,-1 0-1 0 0,1 0 1 0 0,-1-1 0 0 0,0 1-1 0 0,1 0 1 0 0,-1 0 0 0 0,1 0-1 0 0,-1 0 1 0 0,1 0 0 0 0,-1 0-1 0 0,0 0 1 0 0,1 0 0 0 0,-1 0 0 0 0,1 0-1 0 0,-1 0 1 0 0,0 1 0 0 0,1-1-1 0 0,-1 0 1 0 0,1 0 0 0 0,-1 0-1 0 0,0 0 1 0 0,1 1 0 0 0,-1-1-1 0 0,0 0 1 0 0,1 0 0 0 0,-1 1 0 0 0,0-1-1 0 0,1 0 1 0 0,-1 1 0 0 0,10 27 1480 0 0,-8-7-418 0 0,-1-1 1 0 0,-1 1-1 0 0,-3 35 0 0 0,1-37-969 0 0,1-1-1 0 0,0 1 1 0 0,1 0 0 0 0,2-1-1 0 0,3 23 1 0 0,17 39-7795 0 0,-13-54 814 0 0,0 1-3667 0 0,-5-20 7803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00.400"/>
    </inkml:context>
    <inkml:brush xml:id="br0">
      <inkml:brushProperty name="width" value="0.1" units="cm"/>
      <inkml:brushProperty name="height" value="0.1" units="cm"/>
      <inkml:brushProperty name="color" value="#E71224"/>
    </inkml:brush>
  </inkml:definitions>
  <inkml:trace contextRef="#ctx0" brushRef="#br0">128 1 3572 0 0,'-2'3'6358'0'0,"-15"18"-2938"0"0,1 2 0 0 0,1 0 0 0 0,-22 46 0 0 0,30-53-2677 0 0,0 0-1 0 0,1 1 0 0 0,1-1 0 0 0,1 1 1 0 0,0 0-1 0 0,1 0 0 0 0,-1 28 1 0 0,4-40-711 0 0,0 0 0 0 0,0 0 0 0 0,0 0 0 0 0,1 0 1 0 0,0 0-1 0 0,0 0 0 0 0,1 0 0 0 0,-1 0 0 0 0,1 0 0 0 0,0-1 1 0 0,0 1-1 0 0,0-1 0 0 0,1 1 0 0 0,0-1 0 0 0,0 0 0 0 0,0 0 1 0 0,0 0-1 0 0,5 4 0 0 0,-5-6-112 0 0,0 0 1 0 0,0 0-1 0 0,1-1 0 0 0,-1 1 1 0 0,0-1-1 0 0,0 0 0 0 0,1 0 1 0 0,-1 0-1 0 0,0 0 0 0 0,1-1 1 0 0,-1 1-1 0 0,1-1 1 0 0,-1 0-1 0 0,1 0 0 0 0,-1 0 1 0 0,1-1-1 0 0,-1 1 0 0 0,1-1 1 0 0,-1 0-1 0 0,0 0 0 0 0,1 0 1 0 0,-1 0-1 0 0,0-1 0 0 0,0 1 1 0 0,0-1-1 0 0,0 0 1 0 0,5-3-1 0 0,-3 2 41 0 0,0 0 1 0 0,0 0-1 0 0,0-1 0 0 0,-1 1 1 0 0,1-1-1 0 0,-1 0 0 0 0,0 0 1 0 0,0-1-1 0 0,-1 1 1 0 0,1-1-1 0 0,-1 0 0 0 0,0 1 1 0 0,0-2-1 0 0,-1 1 0 0 0,0 0 1 0 0,0 0-1 0 0,0-1 0 0 0,0 1 1 0 0,-1-1-1 0 0,0 0 1 0 0,0 1-1 0 0,0-1 0 0 0,-1 0 1 0 0,0 1-1 0 0,0-1 0 0 0,0 0 1 0 0,-1 0-1 0 0,0 1 0 0 0,0-1 1 0 0,0 0-1 0 0,-4-10 1 0 0,0 4-610 0 0,-1-1 1 0 0,0 1 0 0 0,0 1 0 0 0,-1-1 0 0 0,-12-15 0 0 0,6 11-3886 0 0,-1 1-1 0 0,-28-25 1 0 0,17 19-1398 0 0,16 11 3347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05.649"/>
    </inkml:context>
    <inkml:brush xml:id="br0">
      <inkml:brushProperty name="width" value="0.1" units="cm"/>
      <inkml:brushProperty name="height" value="0.1" units="cm"/>
      <inkml:brushProperty name="color" value="#E71224"/>
    </inkml:brush>
  </inkml:definitions>
  <inkml:trace contextRef="#ctx0" brushRef="#br0">9 110 5292 0 0,'-9'0'15579'0'0,"12"-5"-15487"0"0,-1 0 0 0 0,1 0 0 0 0,0 0 1 0 0,0 0-1 0 0,0 0 0 0 0,1 1 0 0 0,0 0 0 0 0,0-1 0 0 0,0 1 0 0 0,0 1 0 0 0,1-1 0 0 0,-1 1 0 0 0,1-1 0 0 0,8-3 0 0 0,3-1-11 0 0,0 0-1 0 0,0 1 1 0 0,29-8-1 0 0,-43 14-23 0 0,1 0 1 0 0,-1 0-1 0 0,1 1 0 0 0,-1 0 1 0 0,1-1-1 0 0,0 1 0 0 0,-1 0 1 0 0,1 0-1 0 0,-1 0 0 0 0,1 1 1 0 0,0-1-1 0 0,-1 0 0 0 0,1 1 0 0 0,-1 0 1 0 0,1 0-1 0 0,-1 0 0 0 0,0 0 1 0 0,1 0-1 0 0,-1 0 0 0 0,0 0 1 0 0,4 3-1 0 0,-1 2 410 0 0,0-1 0 0 0,0 1 1 0 0,0 0-1 0 0,-1 0 0 0 0,7 13 0 0 0,10 13 1704 0 0,-19-30-2221 0 0,-1-1 0 0 0,1 0-1 0 0,0 0 1 0 0,-1 0-1 0 0,1 0 1 0 0,0 0 0 0 0,0 0-1 0 0,0 0 1 0 0,-1 0-1 0 0,1-1 1 0 0,0 1 0 0 0,0-1-1 0 0,0 0 1 0 0,0 1-1 0 0,0-1 1 0 0,0 0 0 0 0,1 0-1 0 0,-1 0 1 0 0,0-1-1 0 0,0 1 1 0 0,0 0 0 0 0,0-1-1 0 0,-1 1 1 0 0,1-1 0 0 0,0 0-1 0 0,0 0 1 0 0,0 1-1 0 0,0-1 1 0 0,0 0 0 0 0,-1-1-1 0 0,3-1 1 0 0,28-19-7280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06.187"/>
    </inkml:context>
    <inkml:brush xml:id="br0">
      <inkml:brushProperty name="width" value="0.1" units="cm"/>
      <inkml:brushProperty name="height" value="0.1" units="cm"/>
      <inkml:brushProperty name="color" value="#E71224"/>
    </inkml:brush>
  </inkml:definitions>
  <inkml:trace contextRef="#ctx0" brushRef="#br0">10 108 4616 0 0,'-9'1'14676'0'0,"10"-6"-14514"0"0,1 1-1 0 0,0-1 0 0 0,-1 1 0 0 0,2 0 0 0 0,-1 0 0 0 0,0 0 1 0 0,1 0-1 0 0,0 1 0 0 0,0-1 0 0 0,0 0 0 0 0,0 1 0 0 0,1 0 0 0 0,-1 0 1 0 0,1 0-1 0 0,6-3 0 0 0,1-2-103 0 0,0 1 1 0 0,1 0-1 0 0,0 1 0 0 0,23-8 1 0 0,-32 13-51 0 0,0 1 0 0 0,0-1 0 0 0,0 0 1 0 0,0 1-1 0 0,1-1 0 0 0,-1 1 0 0 0,0 0 1 0 0,0 0-1 0 0,0 1 0 0 0,1-1 0 0 0,-1 0 1 0 0,0 1-1 0 0,0 0 0 0 0,0 0 0 0 0,0 0 0 0 0,5 3 1 0 0,-2-1 270 0 0,-1 0-1 0 0,0 1 1 0 0,0 0 0 0 0,0 1 0 0 0,0-1 0 0 0,-1 1 0 0 0,7 8 0 0 0,-10-12-154 0 0,0 1 1 0 0,1-1-1 0 0,-1 1 1 0 0,1-1 0 0 0,0 1-1 0 0,-1-1 1 0 0,1 0-1 0 0,0 0 1 0 0,0 0 0 0 0,0 0-1 0 0,-1 0 1 0 0,1 0-1 0 0,0 0 1 0 0,3 0 0 0 0,-2-1-462 0 0,-1 1 0 0 0,1-1 1 0 0,0 0-1 0 0,0 0 0 0 0,-1 0 1 0 0,1 0-1 0 0,0-1 0 0 0,-1 1 1 0 0,6-3-1 0 0,24-13-7364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6.974"/>
    </inkml:context>
    <inkml:brush xml:id="br0">
      <inkml:brushProperty name="width" value="0.1" units="cm"/>
      <inkml:brushProperty name="height" value="0.1" units="cm"/>
      <inkml:brushProperty name="color" value="#E71224"/>
    </inkml:brush>
  </inkml:definitions>
  <inkml:trace contextRef="#ctx0" brushRef="#br0">1 54 6849 0 0,'0'0'11932'0'0,"5"-1"-10803"0"0,120-28 4736 0 0,-77 17-10027 0 0,-1 1-9660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7.452"/>
    </inkml:context>
    <inkml:brush xml:id="br0">
      <inkml:brushProperty name="width" value="0.1" units="cm"/>
      <inkml:brushProperty name="height" value="0.1" units="cm"/>
      <inkml:brushProperty name="color" value="#E71224"/>
    </inkml:brush>
  </inkml:definitions>
  <inkml:trace contextRef="#ctx0" brushRef="#br0">2 6 8201 0 0,'3'-5'15608'0'0,"-5"47"-12274"0"0,1-31-2952 0 0,0 1 1 0 0,1-1-1 0 0,0 0 1 0 0,0 1-1 0 0,1-1 1 0 0,1 0-1 0 0,0 0 0 0 0,5 15 1 0 0,-6-22-377 0 0,1 0 0 0 0,0 0 0 0 0,1 0 0 0 0,-1 0 1 0 0,1 0-1 0 0,-1 0 0 0 0,1-1 0 0 0,0 0 0 0 0,0 1 0 0 0,1-1 1 0 0,-1 0-1 0 0,1-1 0 0 0,-1 1 0 0 0,1 0 0 0 0,0-1 0 0 0,0 0 1 0 0,0 0-1 0 0,0 0 0 0 0,1-1 0 0 0,6 2 0 0 0,31 3-5036 0 0,3-8-11302 0 0,-25-3 7676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7.783"/>
    </inkml:context>
    <inkml:brush xml:id="br0">
      <inkml:brushProperty name="width" value="0.1" units="cm"/>
      <inkml:brushProperty name="height" value="0.1" units="cm"/>
      <inkml:brushProperty name="color" value="#E71224"/>
    </inkml:brush>
  </inkml:definitions>
  <inkml:trace contextRef="#ctx0" brushRef="#br0">1 0 7137 0 0,'1'4'6608'0'0,"16"88"3298"0"0,-7 8-6531 0 0,-3-32-3753 0 0,2 9-4210 0 0,4 39-13587 0 0,-9-100 15610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2.206"/>
    </inkml:context>
    <inkml:brush xml:id="br0">
      <inkml:brushProperty name="width" value="0.1" units="cm"/>
      <inkml:brushProperty name="height" value="0.1" units="cm"/>
      <inkml:brushProperty name="color" value="#E71224"/>
    </inkml:brush>
  </inkml:definitions>
  <inkml:trace contextRef="#ctx0" brushRef="#br0">18 148 4996 0 0,'-17'-17'11888'0'0,"17"15"-11517"0"0,0 0 90 0 0,0-1 1 0 0,1 0-1 0 0,-1 0 0 0 0,1 1 0 0 0,0-1 1 0 0,0 0-1 0 0,0 1 0 0 0,0-1 0 0 0,3-4 0 0 0,0 0-194 0 0,1 0-1 0 0,0 1 1 0 0,0-1-1 0 0,0 1 0 0 0,1 0 1 0 0,8-7-1 0 0,-3 7-190 0 0,0 0-1 0 0,1 0 1 0 0,0 1-1 0 0,-1 0 1 0 0,2 1 0 0 0,-1 1-1 0 0,0 0 1 0 0,1 1-1 0 0,17-2 1 0 0,-25 3-85 0 0,1 1 1 0 0,-1 0 0 0 0,1 0-1 0 0,-1 0 1 0 0,1 1-1 0 0,-1 0 1 0 0,0 0-1 0 0,1 0 1 0 0,-1 0 0 0 0,0 1-1 0 0,0 0 1 0 0,0 0-1 0 0,0 0 1 0 0,0 1 0 0 0,0 0-1 0 0,0 0 1 0 0,-1 0-1 0 0,0 0 1 0 0,1 1 0 0 0,-1 0-1 0 0,-1 0 1 0 0,1 0-1 0 0,-1 0 1 0 0,6 8 0 0 0,-6-5 11 0 0,0 1 1 0 0,0-1 0 0 0,-1 1 0 0 0,0-1 0 0 0,-1 1 0 0 0,0 0 0 0 0,0-1 0 0 0,0 1 0 0 0,-1 0 0 0 0,0 0 0 0 0,-1 0-1 0 0,0-1 1 0 0,0 1 0 0 0,0 0 0 0 0,-5 11 0 0 0,-4 13 64 0 0,-2 0 1 0 0,-20 38-1 0 0,16-37-9 0 0,-106 209 1502 0 0,113-227-1204 0 0,4-8-38 0 0,1 0 0 0 0,1-1 1 0 0,-1 1-1 0 0,1 0 0 0 0,0 1 1 0 0,1-1-1 0 0,0 0 0 0 0,-3 15 0 0 0,7-20-199 0 0,-1-1 1 0 0,1 1-1 0 0,-1-1 0 0 0,1 0 0 0 0,0 0 0 0 0,-1 0 0 0 0,1 0 1 0 0,0 0-1 0 0,0 0 0 0 0,0 0 0 0 0,0-1 0 0 0,0 1 0 0 0,-1-1 0 0 0,5 1 1 0 0,34 1 791 0 0,64-6 0 0 0,-5-6-2992 0 0,-25 2-4273 0 0,-55 2-188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3.650"/>
    </inkml:context>
    <inkml:brush xml:id="br0">
      <inkml:brushProperty name="width" value="0.1" units="cm"/>
      <inkml:brushProperty name="height" value="0.1" units="cm"/>
      <inkml:brushProperty name="color" value="#E71224"/>
    </inkml:brush>
  </inkml:definitions>
  <inkml:trace contextRef="#ctx0" brushRef="#br0">10 0 6645 0 0,'0'0'6380'0'0,"5"31"533"0"0,-12 13-2479 0 0,0 75 0 0 0,7-73-3669 0 0,11 71 0 0 0,7-37-4217 0 0,-2-39-2748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14.125"/>
    </inkml:context>
    <inkml:brush xml:id="br0">
      <inkml:brushProperty name="width" value="0.1" units="cm"/>
      <inkml:brushProperty name="height" value="0.1" units="cm"/>
      <inkml:brushProperty name="color" value="#E71224"/>
    </inkml:brush>
  </inkml:definitions>
  <inkml:trace contextRef="#ctx0" brushRef="#br0">50 55 5232 0 0,'0'0'7603'0'0,"-13"35"-1791"0"0,0 21-1318 0 0,-9 108-1 0 0,21-146-4130 0 0,0-1 0 0 0,2 1 0 0 0,0-1 0 0 0,1 1-1 0 0,1-1 1 0 0,0 0 0 0 0,1 0 0 0 0,1 0 0 0 0,1-1 0 0 0,12 27 0 0 0,-16-39-320 0 0,0 0 1 0 0,1 0 0 0 0,-1-1-1 0 0,1 1 1 0 0,0-1 0 0 0,0 0 0 0 0,0 0-1 0 0,0 0 1 0 0,0 0 0 0 0,1 0-1 0 0,-1 0 1 0 0,1-1 0 0 0,0 0-1 0 0,0 0 1 0 0,0 0 0 0 0,0 0 0 0 0,8 2-1 0 0,-6-3-48 0 0,0-1-1 0 0,0 1 1 0 0,0-1 0 0 0,0 0-1 0 0,0 0 1 0 0,0-1-1 0 0,0 0 1 0 0,0 0-1 0 0,0 0 1 0 0,0-1-1 0 0,10-4 1 0 0,-4 0 1 0 0,0 0 0 0 0,-1 0 1 0 0,1-1-1 0 0,-1-1 0 0 0,-1 0 0 0 0,1 0 1 0 0,-1-1-1 0 0,-1-1 0 0 0,0 0 0 0 0,0 0 0 0 0,8-13 1 0 0,-11 14 42 0 0,-1 0 1 0 0,0-1-1 0 0,-1 1 1 0 0,0-1-1 0 0,-1 0 0 0 0,0 0 1 0 0,0 0-1 0 0,-1 0 1 0 0,-1 0-1 0 0,1-1 1 0 0,-2 1-1 0 0,1 0 1 0 0,-2-1-1 0 0,1 1 1 0 0,-1-1-1 0 0,-1 1 1 0 0,0 0-1 0 0,0 0 1 0 0,-5-11-1 0 0,1 6-347 0 0,0 0 0 0 0,-2 1 1 0 0,0 0-1 0 0,0 0 0 0 0,-2 1 0 0 0,1 0 0 0 0,-2 1 1 0 0,0 0-1 0 0,0 0 0 0 0,-1 1 0 0 0,-21-15 0 0 0,-11-2-5273 0 0,31 21 582 0 0,1-1 0 0 0,0 0 0 0 0,-18-17 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26.358"/>
    </inkml:context>
    <inkml:brush xml:id="br0">
      <inkml:brushProperty name="width" value="0.1" units="cm"/>
      <inkml:brushProperty name="height" value="0.1" units="cm"/>
      <inkml:brushProperty name="color" value="#E71224"/>
    </inkml:brush>
  </inkml:definitions>
  <inkml:trace contextRef="#ctx0" brushRef="#br0">214 9 4256 0 0,'8'-8'17470'0'0,"-112"163"-13725"0"0,-2 4-4580 0 0,95-141-1269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26.738"/>
    </inkml:context>
    <inkml:brush xml:id="br0">
      <inkml:brushProperty name="width" value="0.1" units="cm"/>
      <inkml:brushProperty name="height" value="0.1" units="cm"/>
      <inkml:brushProperty name="color" value="#E71224"/>
    </inkml:brush>
  </inkml:definitions>
  <inkml:trace contextRef="#ctx0" brushRef="#br0">1 6 5465 0 0,'6'-6'16823'0'0,"59"67"-10648"0"0,-46-41-6981 0 0,36 29-1 0 0,-30-29-1705 0 0,-19-15 891 0 0,0 0 0 0 0,0 0 1 0 0,1 0-1 0 0,-1-1 0 0 0,1 0 0 0 0,0 0 0 0 0,0-1 1 0 0,1 1-1 0 0,-1-2 0 0 0,1 1 0 0 0,10 1 0 0 0,2-1-1131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11:35.280"/>
    </inkml:context>
    <inkml:brush xml:id="br0">
      <inkml:brushProperty name="width" value="0.1" units="cm"/>
      <inkml:brushProperty name="height" value="0.1" units="cm"/>
      <inkml:brushProperty name="color" value="#E71224"/>
    </inkml:brush>
  </inkml:definitions>
  <inkml:trace contextRef="#ctx0" brushRef="#br0">1 121 3172 0 0,'0'0'1208'0'0,"4"0"-16"0"0,99-14 6109 0 0,65 9-3818 0 0,-46 3-2325 0 0,441-19 577 0 0,479-26-3254 0 0,-886 36 514 0 0,13-1-2257 0 0,-57 5-6768 0 0,-94 6 7465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5.869"/>
    </inkml:context>
    <inkml:brush xml:id="br0">
      <inkml:brushProperty name="width" value="0.1" units="cm"/>
      <inkml:brushProperty name="height" value="0.1" units="cm"/>
      <inkml:brushProperty name="color" value="#E71224"/>
    </inkml:brush>
  </inkml:definitions>
  <inkml:trace contextRef="#ctx0" brushRef="#br0">76 97 5609 0 0,'0'0'288'0'0,"0"1"0"0"0,0 0 1 0 0,0 0-1 0 0,0-1 1 0 0,1 1-1 0 0,-8 14 6346 0 0,5-14-6345 0 0,1-1-229 0 0,0 0 0 0 0,0-1 0 0 0,0 1 0 0 0,0 0 0 0 0,0-1 0 0 0,0 1 0 0 0,0-1 0 0 0,0 0 0 0 0,0 1 1 0 0,0-1-1 0 0,1 0 0 0 0,-1 1 0 0 0,0-1 0 0 0,0 0 0 0 0,1 0 0 0 0,-1 0 0 0 0,0-1 0 0 0,-2-1-195 0 0,1 0-1 0 0,0 0 0 0 0,0 0 0 0 0,1-1 0 0 0,-1 1 1 0 0,1 0-1 0 0,-1-1 0 0 0,1 1 0 0 0,0-1 1 0 0,0 0-1 0 0,1 1 0 0 0,-1-1 0 0 0,0-5 1 0 0,2 4-38 0 0,0 1 0 0 0,1-1 0 0 0,-1 1 0 0 0,1 0 0 0 0,0-1 0 0 0,0 1 0 0 0,0 0 0 0 0,4-6 0 0 0,-5 10 173 0 0,0-1 0 0 0,1 0 1 0 0,-1 1-1 0 0,0-1 0 0 0,0 0 0 0 0,0 1 1 0 0,0 0-1 0 0,1-1 0 0 0,-1 1 0 0 0,0 0 1 0 0,0-1-1 0 0,1 1 0 0 0,-1 0 0 0 0,0 0 1 0 0,1 0-1 0 0,-1 0 0 0 0,0 0 0 0 0,0 0 1 0 0,1 1-1 0 0,-1-1 0 0 0,0 0 0 0 0,0 1 1 0 0,1-1-1 0 0,-1 1 0 0 0,0-1 0 0 0,0 1 1 0 0,0-1-1 0 0,0 1 0 0 0,0 0 0 0 0,1 0 1 0 0,-2-1-1 0 0,1 1 0 0 0,0 0 0 0 0,0 0 1 0 0,0 0-1 0 0,1 2 0 0 0,3 2 134 0 0,0-1 0 0 0,0 1 0 0 0,0 1 0 0 0,0-1 1 0 0,-1 1-1 0 0,0 0 0 0 0,0 0 0 0 0,-1 0 0 0 0,0 0 0 0 0,0 1 0 0 0,0-1 0 0 0,-1 1 0 0 0,0 0 0 0 0,0-1 0 0 0,-1 1 1 0 0,0 0-1 0 0,0 0 0 0 0,0 0 0 0 0,-1 1 0 0 0,0-1 0 0 0,-1 0 0 0 0,1 0 0 0 0,-1 0 0 0 0,-1 0 0 0 0,1 0 0 0 0,-4 7 1 0 0,-6 18 806 0 0,-2-1 0 0 0,-1 0 0 0 0,-2-1 0 0 0,-25 38 0 0 0,1-2 902 0 0,39-64-1775 0 0,0-1-1 0 0,0 1 1 0 0,0-1-1 0 0,1 1 1 0 0,-1-1-1 0 0,0 1 1 0 0,0 0-1 0 0,1 0 1 0 0,0-1-1 0 0,-1 1 1 0 0,1 0-1 0 0,0 0 1 0 0,0 0-1 0 0,-1-1 1 0 0,1 1-1 0 0,1 0 1 0 0,-1 0-1 0 0,0 0 1 0 0,0-1-1 0 0,1 1 1 0 0,0 3-1 0 0,0-4-7 0 0,1 0 1 0 0,-1 0-1 0 0,0 1 0 0 0,0-1 1 0 0,1 0-1 0 0,-1 0 0 0 0,1 0 1 0 0,-1 0-1 0 0,1-1 0 0 0,-1 1 1 0 0,1 0-1 0 0,-1-1 0 0 0,1 1 1 0 0,0-1-1 0 0,-1 1 0 0 0,1-1 1 0 0,0 0-1 0 0,2 0 0 0 0,13 0 54 0 0,-1 0 0 0 0,1-1 0 0 0,30-7 0 0 0,-23 4-762 0 0,64-7-4794 0 0,-1-2-8761 0 0,-73 11 11481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6.202"/>
    </inkml:context>
    <inkml:brush xml:id="br0">
      <inkml:brushProperty name="width" value="0.1" units="cm"/>
      <inkml:brushProperty name="height" value="0.1" units="cm"/>
      <inkml:brushProperty name="color" value="#E71224"/>
    </inkml:brush>
  </inkml:definitions>
  <inkml:trace contextRef="#ctx0" brushRef="#br0">14 22 4748 0 0,'-10'-8'4209'0'0,"7"1"-2773"0"0,3 1-752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6.535"/>
    </inkml:context>
    <inkml:brush xml:id="br0">
      <inkml:brushProperty name="width" value="0.1" units="cm"/>
      <inkml:brushProperty name="height" value="0.1" units="cm"/>
      <inkml:brushProperty name="color" value="#E71224"/>
    </inkml:brush>
  </inkml:definitions>
  <inkml:trace contextRef="#ctx0" brushRef="#br0">0 110 5444 0 0,'0'0'186'0'0,"1"1"0"0"0,-1-1-1 0 0,0 1 1 0 0,1-1-1 0 0,-1 1 1 0 0,1-1-1 0 0,-1 1 1 0 0,0-1-1 0 0,1 0 1 0 0,-1 1-1 0 0,1-1 1 0 0,-1 1-1 0 0,1-1 1 0 0,-1 0-1 0 0,1 0 1 0 0,-1 1-1 0 0,1-1 1 0 0,0 0-1 0 0,-1 0 1 0 0,1 0-1 0 0,-1 1 1 0 0,1-1-1 0 0,0 0 1 0 0,-1 0-1 0 0,1 0 1 0 0,-1 0-1 0 0,1 0 1 0 0,0 0-1 0 0,-1 0 1 0 0,1 0-1 0 0,-1-1 1 0 0,1 1-1 0 0,0 0 1 0 0,-1 0-1 0 0,1 0 1 0 0,0-1-1 0 0,28-7 1835 0 0,-28 8-1853 0 0,133-52 462 0 0,-91 31-4290 0 0,-2-3-3742 0 0,-27 13 4783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6.864"/>
    </inkml:context>
    <inkml:brush xml:id="br0">
      <inkml:brushProperty name="width" value="0.1" units="cm"/>
      <inkml:brushProperty name="height" value="0.1" units="cm"/>
      <inkml:brushProperty name="color" value="#E71224"/>
    </inkml:brush>
  </inkml:definitions>
  <inkml:trace contextRef="#ctx0" brushRef="#br0">0 7 5673 0 0,'3'-7'9768'0'0,"12"22"-8074"0"0,1 0 1 0 0,20 27-1 0 0,52 85 352 0 0,-68-96-1779 0 0,80 145-4216 0 0,-70-115-1476 0 0,-3 1-3709 0 0,-19-43 6501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7.708"/>
    </inkml:context>
    <inkml:brush xml:id="br0">
      <inkml:brushProperty name="width" value="0.1" units="cm"/>
      <inkml:brushProperty name="height" value="0.1" units="cm"/>
      <inkml:brushProperty name="color" value="#E71224"/>
    </inkml:brush>
  </inkml:definitions>
  <inkml:trace contextRef="#ctx0" brushRef="#br0">258 4 4544 0 0,'-2'-4'9622'0'0,"87"138"-3583"0"0,-53-88-4968 0 0,19 23-98 0 0,-31-44-952 0 0,-1 1 0 0 0,31 56 0 0 0,-49-78 7 0 0,1 1 0 0 0,-1 0 1 0 0,1-1-1 0 0,-2 1 0 0 0,1 0 0 0 0,0 0 0 0 0,-1 0 1 0 0,0 0-1 0 0,0 0 0 0 0,0 0 0 0 0,-1-1 0 0 0,0 1 0 0 0,0 0 1 0 0,0 0-1 0 0,0 0 0 0 0,-1-1 0 0 0,0 1 0 0 0,0-1 1 0 0,0 1-1 0 0,0-1 0 0 0,-1 0 0 0 0,0 0 0 0 0,0 0 0 0 0,0 0 1 0 0,0 0-1 0 0,0-1 0 0 0,-1 1 0 0 0,0-1 0 0 0,-5 4 1 0 0,2-1 53 0 0,-1 0 0 0 0,1-1 0 0 0,-1 0 0 0 0,-1 0 0 0 0,1 0 1 0 0,-1-1-1 0 0,0 0 0 0 0,0-1 0 0 0,0 0 0 0 0,0-1 1 0 0,-1 0-1 0 0,1 0 0 0 0,-1-1 0 0 0,-11 1 0 0 0,7-3-345 0 0,1-1 1 0 0,0-1-1 0 0,1 0 0 0 0,-1 0 1 0 0,0-1-1 0 0,-22-11 0 0 0,29 12-22 0 0,1 0 0 0 0,-1 0-1 0 0,1 0 1 0 0,-1-1 0 0 0,1 0-1 0 0,0 0 1 0 0,1 0 0 0 0,-1 0 0 0 0,1-1-1 0 0,0 0 1 0 0,0 0 0 0 0,0 0 0 0 0,0 0-1 0 0,1-1 1 0 0,0 1 0 0 0,-3-9 0 0 0,5 11-76 0 0,1 0 1 0 0,0 0 0 0 0,0 0-1 0 0,0 0 1 0 0,0 1-1 0 0,1-1 1 0 0,-1 0 0 0 0,1 0-1 0 0,-1 1 1 0 0,1-1 0 0 0,0 0-1 0 0,0 1 1 0 0,0-1 0 0 0,1 1-1 0 0,-1-1 1 0 0,1 1-1 0 0,-1-1 1 0 0,1 1 0 0 0,0 0-1 0 0,0 0 1 0 0,0 0 0 0 0,0 0-1 0 0,0 0 1 0 0,0 0 0 0 0,0 1-1 0 0,1-1 1 0 0,3-1 0 0 0,9-6-988 0 0,0 0 0 0 0,1 1 0 0 0,17-6 1 0 0,-24 10 1902 0 0,-8 3-453 0 0,-1 1 0 0 0,1-1 0 0 0,0 1 1 0 0,0-1-1 0 0,0 1 0 0 0,0 0 0 0 0,0-1 0 0 0,0 1 0 0 0,0 0 0 0 0,0 0 0 0 0,0-1 0 0 0,0 1 0 0 0,0 0 0 0 0,0 0 0 0 0,0 0 0 0 0,0 0 1 0 0,0 0-1 0 0,0 1 0 0 0,0-1 0 0 0,0 0 0 0 0,0 0 0 0 0,0 1 0 0 0,0-1 0 0 0,0 0 0 0 0,0 1 0 0 0,0-1 0 0 0,-1 1 0 0 0,2 0 0 0 0,-1 1 18 0 0,0-1 0 0 0,-1 0-1 0 0,1 1 1 0 0,-1-1-1 0 0,0 1 1 0 0,1-1-1 0 0,-1 1 1 0 0,0-1-1 0 0,0 1 1 0 0,0-1-1 0 0,0 1 1 0 0,0-1 0 0 0,0 1-1 0 0,0-1 1 0 0,0 1-1 0 0,-1 1 1 0 0,-20 55 2190 0 0,-120 267 6030 0 0,114-255-7556 0 0,20-51-737 0 0,-1-1 1 0 0,-15 24-1 0 0,20-37-840 0 0,0 0 0 0 0,-1-1 0 0 0,1 1 0 0 0,-1-1 0 0 0,0 0 0 0 0,0-1 0 0 0,0 1 0 0 0,-6 3 0 0 0,-11-3-6472 0 0,17-4 5630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8.120"/>
    </inkml:context>
    <inkml:brush xml:id="br0">
      <inkml:brushProperty name="width" value="0.1" units="cm"/>
      <inkml:brushProperty name="height" value="0.1" units="cm"/>
      <inkml:brushProperty name="color" value="#E71224"/>
    </inkml:brush>
  </inkml:definitions>
  <inkml:trace contextRef="#ctx0" brushRef="#br0">0 154 6245 0 0,'4'-3'2008'0'0,"2"-5"-240"0"0,2 0-232 0 0,1-1-192 0 0,-1 1-176 0 0,5-4-308 0 0,0 1-280 0 0,1 1-260 0 0,3-1-188 0 0,-2-2-192 0 0,0 2-176 0 0,1 1-256 0 0,1-1-420 0 0,-4 3-2600 0 0,-2 0 340 0 0,3 2 219 0 0,-5-1 305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8.469"/>
    </inkml:context>
    <inkml:brush xml:id="br0">
      <inkml:brushProperty name="width" value="0.1" units="cm"/>
      <inkml:brushProperty name="height" value="0.1" units="cm"/>
      <inkml:brushProperty name="color" value="#E71224"/>
    </inkml:brush>
  </inkml:definitions>
  <inkml:trace contextRef="#ctx0" brushRef="#br0">313 0 4368 0 0,'1'7'6590'0'0,"3"0"-5980"0"0,21 16 335 0 0,-2 1-1 0 0,0 2 0 0 0,-2 0 0 0 0,-1 2 0 0 0,0 0 0 0 0,27 58 1 0 0,-44-78-807 0 0,-1 0 0 0 0,0 1 1 0 0,0-1-1 0 0,-1 1 0 0 0,0-1 1 0 0,-1 1-1 0 0,0 0 0 0 0,0-1 1 0 0,-1 1-1 0 0,0-1 0 0 0,0 1 1 0 0,-1-1-1 0 0,0 1 0 0 0,-1-1 1 0 0,0 0-1 0 0,0 0 0 0 0,0 0 1 0 0,-1 0-1 0 0,-1-1 0 0 0,1 1 1 0 0,-1-1-1 0 0,0 0 0 0 0,-8 7 1 0 0,8-7 17 0 0,-1 0 0 0 0,-1 0 0 0 0,1-1 1 0 0,-1 0-1 0 0,0 0 0 0 0,0 0 1 0 0,-1-1-1 0 0,1 0 0 0 0,-1-1 0 0 0,-1 0 1 0 0,1 0-1 0 0,0 0 0 0 0,-1-1 0 0 0,0-1 1 0 0,0 1-1 0 0,1-1 0 0 0,-1-1 1 0 0,-1 0-1 0 0,1 0 0 0 0,0-1 0 0 0,-18-1 1 0 0,12-3-130 0 0,0 0 0 0 0,0-1 1 0 0,0-1-1 0 0,1 0 1 0 0,0-1-1 0 0,0 0 0 0 0,1-1 1 0 0,-1-1-1 0 0,2 0 1 0 0,0-1-1 0 0,-13-12 0 0 0,16 13-631 0 0,1-1 0 0 0,-1 0 0 0 0,1-1 0 0 0,1 0 0 0 0,-11-21 0 0 0,14 23-555 0 0,0 0 0 0 0,1-1 0 0 0,0 1-1 0 0,0-1 1 0 0,1 0 0 0 0,0 1 0 0 0,1-1-1 0 0,0-12 1 0 0,1-28-5104 0 0,0 26 3579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8.799"/>
    </inkml:context>
    <inkml:brush xml:id="br0">
      <inkml:brushProperty name="width" value="0.1" units="cm"/>
      <inkml:brushProperty name="height" value="0.1" units="cm"/>
      <inkml:brushProperty name="color" value="#E71224"/>
    </inkml:brush>
  </inkml:definitions>
  <inkml:trace contextRef="#ctx0" brushRef="#br0">10 15 4400 0 0,'0'0'1385'0'0,"-10"-3"387"0"0,27-7-4917 0 0,-11 9 657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19.218"/>
    </inkml:context>
    <inkml:brush xml:id="br0">
      <inkml:brushProperty name="width" value="0.1" units="cm"/>
      <inkml:brushProperty name="height" value="0.1" units="cm"/>
      <inkml:brushProperty name="color" value="#E71224"/>
    </inkml:brush>
  </inkml:definitions>
  <inkml:trace contextRef="#ctx0" brushRef="#br0">523 1 2116 0 0,'14'34'6551'0'0,"-17"-12"-5669"0"0,-1 1 0 0 0,-1-1 0 0 0,-1 0 0 0 0,-1 0 0 0 0,-11 25-1 0 0,7-19-486 0 0,9-22-329 0 0,-2 6 116 0 0,0 0 1 0 0,0-1-1 0 0,-1 0 1 0 0,0 0-1 0 0,-1-1 1 0 0,-1 1-1 0 0,1-1 1 0 0,-11 11-1 0 0,14-20-191 0 0,1 0 0 0 0,-1 0 0 0 0,1 0 0 0 0,-1-1 0 0 0,0 1 0 0 0,1-1 0 0 0,-1 1 0 0 0,0-1-1 0 0,0 0 1 0 0,1 0 0 0 0,-1-1 0 0 0,0 1 0 0 0,1 0 0 0 0,-1-1 0 0 0,0 0 0 0 0,1 1 0 0 0,-5-3-1 0 0,2 1-73 0 0,0-1-1 0 0,1 1 0 0 0,-1-1 1 0 0,1 0-1 0 0,0 0 0 0 0,0-1 0 0 0,0 1 1 0 0,0-1-1 0 0,1 0 0 0 0,-1 0 0 0 0,1 0 1 0 0,0 0-1 0 0,0-1 0 0 0,1 1 0 0 0,-1-1 1 0 0,1 1-1 0 0,0-1 0 0 0,0 0 0 0 0,1 0 1 0 0,-3-10-1 0 0,0-7-561 0 0,1 0 0 0 0,0 0 0 0 0,2-35 0 0 0,-1 24 234 0 0,0 57 946 0 0,1-9-70 0 0,0 1-1 0 0,-1-1 1 0 0,-1 0 0 0 0,0 0-1 0 0,-1-1 1 0 0,0 1 0 0 0,-2-1-1 0 0,0 0 1 0 0,0 0-1 0 0,-1-1 1 0 0,-11 16 0 0 0,11-17-328 0 0,-1-2 0 0 0,-1 1 0 0 0,0-1 0 0 0,0 0 0 0 0,-1-1 0 0 0,0 0 0 0 0,0 0 1 0 0,-1-1-1 0 0,0-1 0 0 0,-1 0 0 0 0,0 0 0 0 0,-22 8 0 0 0,30-14-669 0 0,0 0 0 0 0,0 0 0 0 0,0-1 0 0 0,1 0 1 0 0,-1 1-1 0 0,0-1 0 0 0,0-1 0 0 0,0 1 0 0 0,-7-2 0 0 0,-14-6-9023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19.550"/>
    </inkml:context>
    <inkml:brush xml:id="br0">
      <inkml:brushProperty name="width" value="0.1" units="cm"/>
      <inkml:brushProperty name="height" value="0.1" units="cm"/>
      <inkml:brushProperty name="color" value="#E71224"/>
    </inkml:brush>
  </inkml:definitions>
  <inkml:trace contextRef="#ctx0" brushRef="#br0">1 68 5088 0 0,'2'1'720'0'0,"0"0"0"0"0,-1-1 0 0 0,1 1 0 0 0,0-1 0 0 0,0 1 0 0 0,0-1-1 0 0,0 0 1 0 0,0 0 0 0 0,0 0 0 0 0,0 0 0 0 0,0 0 0 0 0,2-1-1 0 0,48-14 3758 0 0,-30 8-3009 0 0,24-3-1193 0 0,25-6-4454 0 0,-30-1-7977 0 0,-35 12 9573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0.389"/>
    </inkml:context>
    <inkml:brush xml:id="br0">
      <inkml:brushProperty name="width" value="0.1" units="cm"/>
      <inkml:brushProperty name="height" value="0.1" units="cm"/>
      <inkml:brushProperty name="color" value="#E71224"/>
    </inkml:brush>
  </inkml:definitions>
  <inkml:trace contextRef="#ctx0" brushRef="#br0">215 71 2976 0 0,'-2'0'9279'0'0,"-15"-1"-9540"0"0,12 2 97 0 0,1-1-1148 0 0,3 0 1243 0 0,0 0 0 0 0,0 0 0 0 0,0 0 0 0 0,0-1 0 0 0,1 1 0 0 0,-1 0 0 0 0,0-1 0 0 0,0 1 0 0 0,0 0 0 0 0,0-1 0 0 0,1 1 0 0 0,-1-1 0 0 0,0 0 0 0 0,1 1 0 0 0,-1-1 0 0 0,0 1 0 0 0,1-1 0 0 0,-1 0 0 0 0,1 0 0 0 0,-1 1 0 0 0,1-1 0 0 0,-1 0 0 0 0,1 0 0 0 0,-1 1 0 0 0,1-1 0 0 0,0 0 0 0 0,-1 0 0 0 0,1 0 0 0 0,0 0 0 0 0,0 0 0 0 0,0 0 0 0 0,0-1 0 0 0,0 1-37 0 0,43-30-968 0 0,-6 13 1782 0 0,-17 40 919 0 0,-18-15-1210 0 0,0-1 0 0 0,-1 1 0 0 0,0-1 0 0 0,0 1 0 0 0,-1 0 1 0 0,1 0-1 0 0,-1-1 0 0 0,-1 1 0 0 0,1 0 0 0 0,-1-1 1 0 0,-1 1-1 0 0,1 0 0 0 0,-1-1 0 0 0,0 1 0 0 0,-4 7 0 0 0,0-3-183 0 0,-1-1 0 0 0,0-1 0 0 0,-1 0 0 0 0,0 0 0 0 0,0 0-1 0 0,-1-1 1 0 0,-17 14 0 0 0,-34 22-2729 0 0,34-27-3034 0 0,-43 22 0 0 0,42-27 2889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0.764"/>
    </inkml:context>
    <inkml:brush xml:id="br0">
      <inkml:brushProperty name="width" value="0.1" units="cm"/>
      <inkml:brushProperty name="height" value="0.1" units="cm"/>
      <inkml:brushProperty name="color" value="#E71224"/>
    </inkml:brush>
  </inkml:definitions>
  <inkml:trace contextRef="#ctx0" brushRef="#br0">381 1 3100 0 0,'-12'37'6236'0'0,"3"-23"-4812"0"0,0 0 1 0 0,-2 0 0 0 0,-17 17 0 0 0,-44 32 689 0 0,-8-9-4199 0 0,1-7-4819 0 0,76-45 6597 0 0,-32 17-2634 0 0,-8-4 269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2.048"/>
    </inkml:context>
    <inkml:brush xml:id="br0">
      <inkml:brushProperty name="width" value="0.1" units="cm"/>
      <inkml:brushProperty name="height" value="0.1" units="cm"/>
      <inkml:brushProperty name="color" value="#E71224"/>
    </inkml:brush>
  </inkml:definitions>
  <inkml:trace contextRef="#ctx0" brushRef="#br0">591 0 3724 0 0,'0'0'1290'0'0,"-19"1"2924"0"0,10 5-3609 0 0,0 0 0 0 0,1 1 1 0 0,0 1-1 0 0,0-1 1 0 0,1 1-1 0 0,0 0 0 0 0,0 1 1 0 0,1 0-1 0 0,0 0 1 0 0,-7 16-1 0 0,10-19-491 0 0,1-1-1 0 0,0 0 0 0 0,0 1 1 0 0,0-1-1 0 0,1 1 1 0 0,0-1-1 0 0,0 1 1 0 0,0 0-1 0 0,1-1 1 0 0,0 8-1 0 0,1-10-218 0 0,-1 0 0 0 0,1 0 1 0 0,-1 0-1 0 0,1 0 0 0 0,0 0 0 0 0,0-1 0 0 0,1 1 0 0 0,-1 0 1 0 0,0 0-1 0 0,1-1 0 0 0,0 1 0 0 0,0-1 0 0 0,0 0 1 0 0,0 1-1 0 0,0-1 0 0 0,0 0 0 0 0,0 0 0 0 0,1 0 1 0 0,-1-1-1 0 0,4 3 0 0 0,-1-2-350 0 0,0 1-1 0 0,0-2 1 0 0,1 1-1 0 0,-1 0 1 0 0,1-1-1 0 0,0 0 1 0 0,-1 0-1 0 0,1-1 1 0 0,-1 0-1 0 0,1 0 1 0 0,0 0-1 0 0,-1-1 1 0 0,1 1-1 0 0,8-3 1 0 0,0 1 239 0 0,-12 2 848 0 0,-46 27 1014 0 0,-180 89 7194 0 0,188-100-7976 0 0,-2-2 1 0 0,1-2-1 0 0,-2-1 1 0 0,-52 8-1 0 0,82-18-2262 0 0,0-1-1 0 0,0 1 0 0 0,0-2 1 0 0,-15-1-1 0 0,-11-8-10914 0 0,27 7 9705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2.736"/>
    </inkml:context>
    <inkml:brush xml:id="br0">
      <inkml:brushProperty name="width" value="0.1" units="cm"/>
      <inkml:brushProperty name="height" value="0.1" units="cm"/>
      <inkml:brushProperty name="color" value="#E71224"/>
    </inkml:brush>
  </inkml:definitions>
  <inkml:trace contextRef="#ctx0" brushRef="#br0">61 621 5392 0 0,'0'0'6143'0'0,"3"-2"-5308"0"0,3-5-471 0 0,0 0 0 0 0,0 0 0 0 0,0 0-1 0 0,-1-1 1 0 0,0 1 0 0 0,-1-1 0 0 0,1-1 0 0 0,-2 1 0 0 0,5-13 0 0 0,24-92-683 0 0,-23 76 67 0 0,3-13-145 0 0,-1 3-317 0 0,26-72 0 0 0,-32 107 618 0 0,0 0 0 0 0,1 0 1 0 0,0 1-1 0 0,1 0 1 0 0,0 0-1 0 0,0 1 1 0 0,1 0-1 0 0,1 0 1 0 0,0 1-1 0 0,0 0 0 0 0,11-8 1 0 0,-14 13 64 0 0,0 1 1 0 0,0 0 0 0 0,0 0-1 0 0,0 1 1 0 0,0 0-1 0 0,1 0 1 0 0,-1 0 0 0 0,1 1-1 0 0,0 0 1 0 0,-1 0 0 0 0,1 1-1 0 0,0 0 1 0 0,0 0-1 0 0,-1 0 1 0 0,1 1 0 0 0,0 0-1 0 0,10 3 1 0 0,-12-2 70 0 0,0-1 1 0 0,0 1-1 0 0,0 0 0 0 0,0 0 1 0 0,0 0-1 0 0,-1 1 0 0 0,1-1 1 0 0,-1 1-1 0 0,0 1 1 0 0,0-1-1 0 0,0 0 0 0 0,0 1 1 0 0,0 0-1 0 0,-1 0 0 0 0,1 0 1 0 0,-1 0-1 0 0,0 1 1 0 0,-1-1-1 0 0,1 1 0 0 0,-1-1 1 0 0,0 1-1 0 0,0 0 0 0 0,2 7 1 0 0,-4-7 85 0 0,0 0 1 0 0,0 0-1 0 0,0 0 1 0 0,-1 0-1 0 0,0 0 1 0 0,1 0 0 0 0,-2 0-1 0 0,1 0 1 0 0,-1 0-1 0 0,0 0 1 0 0,0 0-1 0 0,0-1 1 0 0,0 1-1 0 0,-1-1 1 0 0,-4 7-1 0 0,-54 62 1228 0 0,56-67-1275 0 0,-17 18 663 0 0,-1-2 0 0 0,-1 0 1 0 0,0-1-1 0 0,-2-1 0 0 0,0-2 0 0 0,-57 30 1 0 0,79-46-623 0 0,1-1 0 0 0,-1 1 1 0 0,1-1-1 0 0,-1 0 1 0 0,0 0-1 0 0,0-1 0 0 0,0 1 1 0 0,1-1-1 0 0,-1 1 1 0 0,0-1-1 0 0,0-1 0 0 0,0 1 1 0 0,0 0-1 0 0,1-1 1 0 0,-1 0-1 0 0,0 0 0 0 0,0 0 1 0 0,1 0-1 0 0,-1 0 0 0 0,1-1 1 0 0,-1 0-1 0 0,1 0 1 0 0,-1 0-1 0 0,-4-4 0 0 0,2 1-95 0 0,1-1 0 0 0,-1-1 0 0 0,1 1 0 0 0,0-1 0 0 0,0 0-1 0 0,1 0 1 0 0,0-1 0 0 0,0 1 0 0 0,1-1 0 0 0,-4-11 0 0 0,1 1 3 0 0,-39-130-3636 0 0,32 73-2918 0 0,13-3-4922 0 0,3 57 8954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3.161"/>
    </inkml:context>
    <inkml:brush xml:id="br0">
      <inkml:brushProperty name="width" value="0.1" units="cm"/>
      <inkml:brushProperty name="height" value="0.1" units="cm"/>
      <inkml:brushProperty name="color" value="#E71224"/>
    </inkml:brush>
  </inkml:definitions>
  <inkml:trace contextRef="#ctx0" brushRef="#br0">1 6 4112 0 0,'0'0'223'0'0,"1"-1"0"0"0,-1 1-1 0 0,1-1 1 0 0,0 1-1 0 0,-1-1 1 0 0,1 1 0 0 0,0 0-1 0 0,-1-1 1 0 0,1 1-1 0 0,0 0 1 0 0,0-1 0 0 0,-1 1-1 0 0,1 0 1 0 0,0 0-1 0 0,0 0 1 0 0,0 0-1 0 0,-1 0 1 0 0,1 0 0 0 0,0 0-1 0 0,0 0 1 0 0,-1 0-1 0 0,1 0 1 0 0,0 0 0 0 0,0 0-1 0 0,-1 1 1 0 0,1-1-1 0 0,0 0 1 0 0,0 1 0 0 0,-1-1-1 0 0,1 0 1 0 0,0 1-1 0 0,0 0 1 0 0,19 28 2558 0 0,2 38-1091 0 0,8 79-799 0 0,-12-48-3620 0 0,5 28-8930 0 0,-19-101 9247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3.524"/>
    </inkml:context>
    <inkml:brush xml:id="br0">
      <inkml:brushProperty name="width" value="0.1" units="cm"/>
      <inkml:brushProperty name="height" value="0.1" units="cm"/>
      <inkml:brushProperty name="color" value="#E71224"/>
    </inkml:brush>
  </inkml:definitions>
  <inkml:trace contextRef="#ctx0" brushRef="#br0">380 1 4348 0 0,'-17'34'7169'0'0,"4"-13"-6164"0"0,0 0 0 0 0,-2-1 0 0 0,0 0 0 0 0,-1-1 0 0 0,-1-1 0 0 0,-35 30 0 0 0,35-35-1784 0 0,0-1-1 0 0,0-1 1 0 0,-27 13-1 0 0,31-18-1126 0 0,-1 0 0 0 0,1-2 0 0 0,-1 1 0 0 0,1-2 0 0 0,-23 4 0 0 0,13-7-712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3.857"/>
    </inkml:context>
    <inkml:brush xml:id="br0">
      <inkml:brushProperty name="width" value="0.1" units="cm"/>
      <inkml:brushProperty name="height" value="0.1" units="cm"/>
      <inkml:brushProperty name="color" value="#E71224"/>
    </inkml:brush>
  </inkml:definitions>
  <inkml:trace contextRef="#ctx0" brushRef="#br0">97 9 4584 0 0,'10'-5'6819'0'0,"3"1"-4322"0"0,-6 6-2031 0 0,0 0 1 0 0,0 1-1 0 0,0-1 0 0 0,0 1 0 0 0,-1 0 1 0 0,1 1-1 0 0,-1 0 0 0 0,0 0 1 0 0,0 0-1 0 0,0 1 0 0 0,6 6 1 0 0,54 62 1161 0 0,-63-70-1518 0 0,-1 0-38 0 0,0-1-1 0 0,0 1 1 0 0,0 0-1 0 0,0 0 1 0 0,-1 0 0 0 0,1 0-1 0 0,-1 0 1 0 0,0 0-1 0 0,1 0 1 0 0,-2 0 0 0 0,1 0-1 0 0,0 1 1 0 0,-1-1-1 0 0,1 0 1 0 0,-1 1 0 0 0,0-1-1 0 0,0 0 1 0 0,-1 6-1 0 0,0-4 70 0 0,-1 0-1 0 0,1 0 0 0 0,-1 0 0 0 0,0 0 0 0 0,-1 0 0 0 0,1-1 1 0 0,-1 1-1 0 0,0-1 0 0 0,0 1 0 0 0,-7 5 0 0 0,-7 7 81 0 0,-2-1 1 0 0,0-1-1 0 0,0-1 0 0 0,-25 14 0 0 0,39-25-302 0 0,-54 30-4024 0 0,27-19-2937 0 0,-1-6-4370 0 0,20-7 9014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6.847"/>
    </inkml:context>
    <inkml:brush xml:id="br0">
      <inkml:brushProperty name="width" value="0.1" units="cm"/>
      <inkml:brushProperty name="height" value="0.1" units="cm"/>
      <inkml:brushProperty name="color" value="#E71224"/>
    </inkml:brush>
  </inkml:definitions>
  <inkml:trace contextRef="#ctx0" brushRef="#br0">309 593 4708 0 0,'-5'-16'17975'0'0,"2"-2"-16148"0"0,-1-52-2890 0 0,65-314-5989 0 0,-41 321 6192 0 0,-19 61 829 0 0,0-1 0 0 0,0 0-1 0 0,0 1 1 0 0,1-1 0 0 0,-1 1 0 0 0,1 0 0 0 0,0-1 0 0 0,0 1 0 0 0,0 0 0 0 0,0 0 0 0 0,0 0 0 0 0,0 0 0 0 0,0 1 0 0 0,1-1 0 0 0,-1 0-1 0 0,1 1 1 0 0,-1 0 0 0 0,1 0 0 0 0,-1-1 0 0 0,4 1 0 0 0,-3 0 14 0 0,-1 1-1 0 0,1 0 1 0 0,0 0-1 0 0,-1 1 0 0 0,1-1 1 0 0,0 0-1 0 0,-1 1 1 0 0,1 0-1 0 0,-1 0 1 0 0,1 0-1 0 0,-1 0 1 0 0,1 0-1 0 0,-1 0 1 0 0,1 0-1 0 0,-1 1 1 0 0,3 1-1 0 0,34 34-509 0 0,-14-13-235 0 0,-6-10 144 0 0,-2 1 0 0 0,1 1 0 0 0,22 27 0 0 0,-39-42 660 0 0,-1 1 0 0 0,1 0 0 0 0,0 0 1 0 0,-1 0-1 0 0,1 0 0 0 0,-1 0 0 0 0,1 0 0 0 0,-1 0 0 0 0,0 0 0 0 0,0 0 1 0 0,0 0-1 0 0,0 0 0 0 0,0 0 0 0 0,-1 0 0 0 0,1 0 0 0 0,-1 0 0 0 0,1 0 1 0 0,-1 0-1 0 0,1 0 0 0 0,-1 0 0 0 0,0 0 0 0 0,0-1 0 0 0,0 1 0 0 0,0 0 0 0 0,0 0 1 0 0,-1-1-1 0 0,1 1 0 0 0,0-1 0 0 0,-1 1 0 0 0,1-1 0 0 0,-3 2 0 0 0,-54 44 1539 0 0,56-45-1517 0 0,-36 23 712 0 0,0-1 0 0 0,-2-3 0 0 0,-1 0 0 0 0,-1-3 0 0 0,0-2 0 0 0,-69 18 0 0 0,90-30-1971 0 0,0-1 0 0 0,-26 2 0 0 0,-43-6-11775 0 0,71 0 10509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7.530"/>
    </inkml:context>
    <inkml:brush xml:id="br0">
      <inkml:brushProperty name="width" value="0.1" units="cm"/>
      <inkml:brushProperty name="height" value="0.1" units="cm"/>
      <inkml:brushProperty name="color" value="#E71224"/>
    </inkml:brush>
  </inkml:definitions>
  <inkml:trace contextRef="#ctx0" brushRef="#br0">131 611 3172 0 0,'0'0'929'0'0,"3"-2"-72"0"0,3-3-557 0 0,1 0 0 0 0,-1 0-1 0 0,0-1 1 0 0,-1 0-1 0 0,1 0 1 0 0,-1-1-1 0 0,0 1 1 0 0,-1-1-1 0 0,1 0 1 0 0,4-12-1 0 0,35-91-1055 0 0,-25 60 0 0 0,4-8-93 0 0,-1 0 257 0 0,51-93 0 0 0,-72 148 690 0 0,1 0 1 0 0,-1 0 0 0 0,1 1-1 0 0,0-1 1 0 0,0 0 0 0 0,0 0 0 0 0,0 1-1 0 0,0 0 1 0 0,1-1 0 0 0,-1 1-1 0 0,1 0 1 0 0,0 0 0 0 0,-1 0-1 0 0,1 0 1 0 0,0 1 0 0 0,0-1-1 0 0,0 1 1 0 0,0 0 0 0 0,0 0-1 0 0,1 0 1 0 0,5-1 0 0 0,-3 2-110 0 0,-1 1 0 0 0,1 0 0 0 0,0 1 0 0 0,0-1 1 0 0,-1 1-1 0 0,1 0 0 0 0,-1 1 0 0 0,0-1 0 0 0,0 1 0 0 0,1 0 0 0 0,6 6 1 0 0,-9-8 45 0 0,0 1 1 0 0,0 0-1 0 0,0 0 1 0 0,0 0 0 0 0,-1 0-1 0 0,1 1 1 0 0,-1-1 0 0 0,1 1-1 0 0,-1-1 1 0 0,0 1-1 0 0,0 0 1 0 0,0 0 0 0 0,0 0-1 0 0,-1 0 1 0 0,1 0-1 0 0,-1 0 1 0 0,0 0 0 0 0,0 0-1 0 0,0 1 1 0 0,0-1 0 0 0,-1 0-1 0 0,1 1 1 0 0,-1-1-1 0 0,0 1 1 0 0,0-1 0 0 0,0 1-1 0 0,0-1 1 0 0,-1 0 0 0 0,1 1-1 0 0,-1-1 1 0 0,0 0-1 0 0,0 1 1 0 0,0-1 0 0 0,-1 0-1 0 0,-2 6 1 0 0,-7 8 358 0 0,0 0 0 0 0,-1-1 0 0 0,0-1 0 0 0,-1 0 1 0 0,-18 16-1 0 0,2-1-380 0 0,20-21 127 0 0,1-1 0 0 0,-2 1 0 0 0,1-1 0 0 0,-1-1 0 0 0,0 0 0 0 0,0 0 1 0 0,-1-1-1 0 0,0 0 0 0 0,0-1 0 0 0,-1-1 0 0 0,1 1 0 0 0,-1-2 0 0 0,-14 3 0 0 0,18-4-57 0 0,0-2 1 0 0,0 1-1 0 0,0-1 0 0 0,-1 0 0 0 0,1-1 0 0 0,0 1 0 0 0,0-2 0 0 0,0 1 0 0 0,0-1 0 0 0,0-1 0 0 0,0 1 0 0 0,1-1 0 0 0,-1-1 0 0 0,1 1 0 0 0,0-1 0 0 0,0 0 0 0 0,0-1 0 0 0,0 0 1 0 0,1 0-1 0 0,-11-11 0 0 0,9 7-62 0 0,0-2 1 0 0,0 1 0 0 0,1-1-1 0 0,1 0 1 0 0,0 0 0 0 0,0-1-1 0 0,1 0 1 0 0,1 0 0 0 0,0 0-1 0 0,-3-16 1 0 0,-2-19-2187 0 0,-5-67 1 0 0,12 85-445 0 0,1 8-295 0 0,1 0 245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7.876"/>
    </inkml:context>
    <inkml:brush xml:id="br0">
      <inkml:brushProperty name="width" value="0.1" units="cm"/>
      <inkml:brushProperty name="height" value="0.1" units="cm"/>
      <inkml:brushProperty name="color" value="#E71224"/>
    </inkml:brush>
  </inkml:definitions>
  <inkml:trace contextRef="#ctx0" brushRef="#br0">1 3 3788 0 0,'0'0'128'0'0,"0"0"-1"0"0,0 0 0 0 0,1-1 0 0 0,-1 1 0 0 0,0 0 0 0 0,1 0 1 0 0,-1-1-1 0 0,1 1 0 0 0,-1 0 0 0 0,0 0 0 0 0,1 0 0 0 0,-1 0 1 0 0,1-1-1 0 0,-1 1 0 0 0,0 0 0 0 0,1 0 0 0 0,-1 0 0 0 0,1 0 1 0 0,-1 0-1 0 0,0 0 0 0 0,1 0 0 0 0,-1 0 0 0 0,1 0 0 0 0,-1 0 1 0 0,1 1-1 0 0,-1-1 0 0 0,0 0 0 0 0,1 0 0 0 0,-1 0 0 0 0,1 0 1 0 0,-1 1-1 0 0,0-1 0 0 0,1 0 0 0 0,-1 0 0 0 0,1 1 0 0 0,9 17 1867 0 0,-1 24-430 0 0,4 112 1332 0 0,1 1-3530 0 0,3-53-6570 0 0,-11-74 4372 0 0,-2-4 206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8.416"/>
    </inkml:context>
    <inkml:brush xml:id="br0">
      <inkml:brushProperty name="width" value="0.1" units="cm"/>
      <inkml:brushProperty name="height" value="0.1" units="cm"/>
      <inkml:brushProperty name="color" value="#E71224"/>
    </inkml:brush>
  </inkml:definitions>
  <inkml:trace contextRef="#ctx0" brushRef="#br0">11 10 5424 0 0,'-3'-10'11268'0'0,"-1"21"-8936"0"0,3-9-2373 0 0,0 1-1 0 0,1-1 0 0 0,-1 1 1 0 0,1-1-1 0 0,0 1 0 0 0,0-1 1 0 0,0 1-1 0 0,0 0 0 0 0,0-1 0 0 0,1 1 1 0 0,-1-1-1 0 0,2 5 0 0 0,1-3-289 0 0,0 0 0 0 0,1-1 0 0 0,-1 0 0 0 0,1 1 0 0 0,-1-2-1 0 0,1 1 1 0 0,0 0 0 0 0,0-1 0 0 0,0 1 0 0 0,0-1-1 0 0,1 0 1 0 0,-1-1 0 0 0,1 1 0 0 0,-1-1 0 0 0,1 0 0 0 0,-1 0-1 0 0,1 0 1 0 0,0 0 0 0 0,5-1 0 0 0,-4 1 66 0 0,0-1 0 0 0,0 0 0 0 0,0 0 0 0 0,0-1 0 0 0,0 1 0 0 0,0-1 0 0 0,0-1 0 0 0,0 1 0 0 0,0-1 0 0 0,-1 0 1 0 0,1 0-1 0 0,0-1 0 0 0,-1 0 0 0 0,9-5 0 0 0,-26 22 1678 0 0,0 1 0 0 0,-18 29 0 0 0,-4 11-3444 0 0,5-3-4032 0 0,16-29 3453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8.761"/>
    </inkml:context>
    <inkml:brush xml:id="br0">
      <inkml:brushProperty name="width" value="0.1" units="cm"/>
      <inkml:brushProperty name="height" value="0.1" units="cm"/>
      <inkml:brushProperty name="color" value="#E71224"/>
    </inkml:brush>
  </inkml:definitions>
  <inkml:trace contextRef="#ctx0" brushRef="#br0">1 0 5116 0 0,'0'0'2857'0'0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29.412"/>
    </inkml:context>
    <inkml:brush xml:id="br0">
      <inkml:brushProperty name="width" value="0.1" units="cm"/>
      <inkml:brushProperty name="height" value="0.1" units="cm"/>
      <inkml:brushProperty name="color" value="#E71224"/>
    </inkml:brush>
  </inkml:definitions>
  <inkml:trace contextRef="#ctx0" brushRef="#br0">219 5 5364 0 0,'-4'-4'13901'0'0,"12"13"-14355"0"0,30 42 2445 0 0,-28-35-2181 0 0,1-1 1 0 0,1 0 0 0 0,18 18 0 0 0,-25-30 169 0 0,-1 1 1 0 0,0 0-1 0 0,0 0 1 0 0,-1 0 0 0 0,1 1-1 0 0,-1-1 1 0 0,0 1-1 0 0,0 0 1 0 0,0 0 0 0 0,-1 0-1 0 0,0 0 1 0 0,0 0-1 0 0,0 0 1 0 0,0 1 0 0 0,1 10-1 0 0,-3-12 160 0 0,-1 0 1 0 0,1 1-1 0 0,-1-1 0 0 0,0 0 1 0 0,0 1-1 0 0,0-1 0 0 0,-1 0 0 0 0,0 0 1 0 0,1 0-1 0 0,-1 0 0 0 0,-1 0 1 0 0,1 0-1 0 0,-1-1 0 0 0,1 1 0 0 0,-1-1 1 0 0,0 1-1 0 0,0-1 0 0 0,-1 0 1 0 0,1 0-1 0 0,-7 4 0 0 0,-3 3 313 0 0,-1-1-1 0 0,-1 0 1 0 0,1-1 0 0 0,-31 12-1 0 0,-30 0-2470 0 0,11-15-4119 0 0,0-13-5722 0 0,43 4 9202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0.046"/>
    </inkml:context>
    <inkml:brush xml:id="br0">
      <inkml:brushProperty name="width" value="0.1" units="cm"/>
      <inkml:brushProperty name="height" value="0.1" units="cm"/>
      <inkml:brushProperty name="color" value="#E71224"/>
    </inkml:brush>
  </inkml:definitions>
  <inkml:trace contextRef="#ctx0" brushRef="#br0">397 553 4136 0 0,'5'-15'1560'0'0,"0"0"0"0"0,1 1-1 0 0,11-22 1 0 0,13-28-771 0 0,8-65-691 0 0,-24 73-369 0 0,3 2 1 0 0,25-55-1 0 0,-40 105 204 0 0,0 0 0 0 0,1 0 1 0 0,0 0-1 0 0,0 0 0 0 0,0 1 0 0 0,0-1 0 0 0,0 1 0 0 0,1 0 0 0 0,-1-1 0 0 0,1 2 0 0 0,0-1 0 0 0,0 0 0 0 0,0 1 1 0 0,0 0-1 0 0,0 0 0 0 0,1 0 0 0 0,-1 0 0 0 0,1 1 0 0 0,-1-1 0 0 0,1 1 0 0 0,0 1 0 0 0,-1-1 0 0 0,1 0 0 0 0,0 1 0 0 0,-1 0 1 0 0,9 1-1 0 0,-3 0-78 0 0,0 0 1 0 0,-1 1 0 0 0,1 0 0 0 0,-1 1-1 0 0,1 0 1 0 0,-1 1 0 0 0,0-1 0 0 0,0 2 0 0 0,0-1-1 0 0,0 1 1 0 0,-1 1 0 0 0,8 6 0 0 0,-13-10 353 0 0,1 1 0 0 0,-1 0 1 0 0,0 0-1 0 0,0 0 0 0 0,0 1 1 0 0,0-1-1 0 0,-1 1 0 0 0,0-1 1 0 0,1 1-1 0 0,-1 0 1 0 0,-1 0-1 0 0,1 0 0 0 0,0 0 1 0 0,-1 0-1 0 0,0 0 0 0 0,0 1 1 0 0,0-1-1 0 0,0 7 0 0 0,-1-6-65 0 0,-1 1-1 0 0,0 0 0 0 0,0-1 0 0 0,0 1 0 0 0,-1-1 0 0 0,0 1 0 0 0,0-1 0 0 0,0 0 0 0 0,-1 1 0 0 0,0-1 0 0 0,0-1 1 0 0,-5 8-1 0 0,-5 3-53 0 0,-1 0 1 0 0,0 0 0 0 0,-1-1 0 0 0,-1-1-1 0 0,0 0 1 0 0,-30 16 0 0 0,-21 11 510 0 0,2 3 0 0 0,2 3 1 0 0,-70 66-1 0 0,82-64-327 0 0,6-3-142 0 0,-2-2 0 0 0,-2-2 0 0 0,-63 41 1 0 0,84-68-2766 0 0,0-4-6221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0.442"/>
    </inkml:context>
    <inkml:brush xml:id="br0">
      <inkml:brushProperty name="width" value="0.1" units="cm"/>
      <inkml:brushProperty name="height" value="0.1" units="cm"/>
      <inkml:brushProperty name="color" value="#E71224"/>
    </inkml:brush>
  </inkml:definitions>
  <inkml:trace contextRef="#ctx0" brushRef="#br0">1 1 4012 0 0,'18'8'6276'0'0,"-1"12"-3442"0"0,9 27-1225 0 0,-22-38-948 0 0,73 124 1338 0 0,-4-8-6419 0 0,-43-68-4641 0 0,-22-42 6471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0.791"/>
    </inkml:context>
    <inkml:brush xml:id="br0">
      <inkml:brushProperty name="width" value="0.1" units="cm"/>
      <inkml:brushProperty name="height" value="0.1" units="cm"/>
      <inkml:brushProperty name="color" value="#E71224"/>
    </inkml:brush>
  </inkml:definitions>
  <inkml:trace contextRef="#ctx0" brushRef="#br0">0 240 5905 0 0,'0'0'1436'0'0,"0"-8"-464"0"0,4 6-296 0 0,2-1-1352 0 0</inkml:trace>
  <inkml:trace contextRef="#ctx0" brushRef="#br0" timeOffset="1">255 28 5016 0 0,'0'-3'1833'0'0,"4"-4"-421"0"0,0 3-440 0 0,-2-3-396 0 0,2 6-444 0 0,5-4-4124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1.533"/>
    </inkml:context>
    <inkml:brush xml:id="br0">
      <inkml:brushProperty name="width" value="0.1" units="cm"/>
      <inkml:brushProperty name="height" value="0.1" units="cm"/>
      <inkml:brushProperty name="color" value="#E71224"/>
    </inkml:brush>
  </inkml:definitions>
  <inkml:trace contextRef="#ctx0" brushRef="#br0">790 0 4420 0 0,'0'0'3752'0'0,"7"31"-120"0"0,-7-17-2919 0 0,-2 0 0 0 0,1 0 1 0 0,-2 0-1 0 0,0 0 0 0 0,-1 0 1 0 0,0-1-1 0 0,-1 0 0 0 0,-13 25 0 0 0,3-11 613 0 0,-2 0 0 0 0,-37 46-1 0 0,48-66-1070 0 0,4-5-190 0 0,1 0 0 0 0,-1 1 0 0 0,1-1 0 0 0,-1-1 0 0 0,0 1 0 0 0,0 0 0 0 0,0 0 0 0 0,0-1 0 0 0,0 1 1 0 0,0-1-1 0 0,0 1 0 0 0,0-1 0 0 0,-1 0 0 0 0,-2 1 0 0 0,4-2 15 0 0,-22-17-84 0 0,-19-47-527 0 0,37 53 463 0 0,0 1 0 0 0,-1 0 0 0 0,-1 0 0 0 0,1 1 0 0 0,-2 0 0 0 0,1 0 0 0 0,-1 0 0 0 0,-1 1 0 0 0,1 0 0 0 0,-1 1 0 0 0,-1 0 0 0 0,1 0 0 0 0,-19-8 0 0 0,7 7 239 0 0,-1 2 0 0 0,0 0 1 0 0,-1 2-1 0 0,1 0 0 0 0,-1 2 0 0 0,0 0 0 0 0,1 1 1 0 0,-1 2-1 0 0,0 0 0 0 0,0 1 0 0 0,1 2 0 0 0,0 0 1 0 0,-1 1-1 0 0,1 2 0 0 0,1 0 0 0 0,-30 14 0 0 0,49-20-144 0 0,0 0 0 0 0,0 0 0 0 0,0 0 0 0 0,0 0 0 0 0,1 0 0 0 0,-1 0-1 0 0,0 0 1 0 0,1 1 0 0 0,-1-1 0 0 0,0 1 0 0 0,1 0 0 0 0,0-1 0 0 0,-1 1 0 0 0,1 0 0 0 0,0 0-1 0 0,0-1 1 0 0,0 1 0 0 0,0 0 0 0 0,0 0 0 0 0,0 0 0 0 0,1 0 0 0 0,-1 1 0 0 0,1-1-1 0 0,-1 0 1 0 0,1 0 0 0 0,0 0 0 0 0,0 0 0 0 0,0 3 0 0 0,1-3-68 0 0,0 0 0 0 0,0 1 0 0 0,0-1 1 0 0,1 0-1 0 0,-1 0 0 0 0,1 0 0 0 0,-1 0 0 0 0,1 0 0 0 0,0-1 1 0 0,0 1-1 0 0,0 0 0 0 0,0-1 0 0 0,0 0 0 0 0,0 1 0 0 0,0-1 1 0 0,0 0-1 0 0,0 0 0 0 0,1 0 0 0 0,-1 0 0 0 0,0 0 0 0 0,1-1 0 0 0,-1 1 1 0 0,1-1-1 0 0,2 1 0 0 0,10 1-605 0 0,0-1 0 0 0,0 0 1 0 0,0-1-1 0 0,0 0 0 0 0,0-1 1 0 0,-1-1-1 0 0,1-1 0 0 0,0 0 0 0 0,-1-1 1 0 0,19-7-1 0 0,-22 7-821 0 0,-1 0 0 0 0,1-2 0 0 0,-1 1 0 0 0,-1-1 0 0 0,1 0 0 0 0,-1-1 1 0 0,0 0-1 0 0,12-14 0 0 0,-3 1-1173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1.958"/>
    </inkml:context>
    <inkml:brush xml:id="br0">
      <inkml:brushProperty name="width" value="0.1" units="cm"/>
      <inkml:brushProperty name="height" value="0.1" units="cm"/>
      <inkml:brushProperty name="color" value="#E71224"/>
    </inkml:brush>
  </inkml:definitions>
  <inkml:trace contextRef="#ctx0" brushRef="#br0">1 15 4112 0 0,'13'-4'1561'0'0,"-6"3"-169"0"0,7-1-204 0 0,-1 0-164 0 0,4-1-280 0 0,6 2-252 0 0,4 1-316 0 0,-1-2 40 0 0,5 2-380 0 0,-4 0-1044 0 0,3 2-1784 0 0,4-1 167 0 0,3 2 317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2.291"/>
    </inkml:context>
    <inkml:brush xml:id="br0">
      <inkml:brushProperty name="width" value="0.1" units="cm"/>
      <inkml:brushProperty name="height" value="0.1" units="cm"/>
      <inkml:brushProperty name="color" value="#E71224"/>
    </inkml:brush>
  </inkml:definitions>
  <inkml:trace contextRef="#ctx0" brushRef="#br0">8 57 5465 0 0,'-8'8'12941'0'0,"49"-15"-15143"0"0,-16-2-2321 0 0,0 0 0 0 0,26-16-1 0 0,-25 11 2050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3.705"/>
    </inkml:context>
    <inkml:brush xml:id="br0">
      <inkml:brushProperty name="width" value="0.1" units="cm"/>
      <inkml:brushProperty name="height" value="0.1" units="cm"/>
      <inkml:brushProperty name="color" value="#E71224"/>
    </inkml:brush>
  </inkml:definitions>
  <inkml:trace contextRef="#ctx0" brushRef="#br0">748 1 5148 0 0,'0'0'5792'0'0,"2"2"-4926"0"0,125 120 5801 0 0,-124-120-6595 0 0,-1 1-1 0 0,1-1 1 0 0,-1 1-1 0 0,1-1 1 0 0,-1 1-1 0 0,0 0 1 0 0,0 0-1 0 0,0 0 1 0 0,0 0 0 0 0,-1 0-1 0 0,1 1 1 0 0,-1-1-1 0 0,0 0 1 0 0,0 1-1 0 0,0-1 1 0 0,0 1-1 0 0,-1-1 1 0 0,1 1 0 0 0,-1 6-1 0 0,-1-6-14 0 0,0 0 1 0 0,0 0-1 0 0,-1 0 0 0 0,0 0 0 0 0,1 0 1 0 0,-1-1-1 0 0,0 1 0 0 0,-1 0 0 0 0,1-1 1 0 0,-1 0-1 0 0,0 0 0 0 0,1 0 0 0 0,-1 0 1 0 0,-1 0-1 0 0,1 0 0 0 0,0-1 0 0 0,-5 3 1 0 0,-20 15-113 0 0,-58 31 0 0 0,72-45-1072 0 0,-1 0-1 0 0,1 0 1 0 0,-25 5-1 0 0,0-30-5337 0 0,38 18 6421 0 0,0 0 1 0 0,0 0-1 0 0,0 0 1 0 0,0-1-1 0 0,0 1 1 0 0,0 0 0 0 0,0-1-1 0 0,1 1 1 0 0,-1-1-1 0 0,1 1 1 0 0,-1-1-1 0 0,1 1 1 0 0,-1-1-1 0 0,1 1 1 0 0,-1-3 0 0 0,2 4 62 0 0,-1-1 1 0 0,0 1-1 0 0,0-1 1 0 0,0 1-1 0 0,0-1 1 0 0,0 1 0 0 0,0 0-1 0 0,-1-1 1 0 0,1 1-1 0 0,0-1 1 0 0,0 1-1 0 0,0-1 1 0 0,0 1-1 0 0,0-1 1 0 0,-1 1 0 0 0,1 0-1 0 0,0-1 1 0 0,0 1-1 0 0,-1-1 1 0 0,1 1-1 0 0,0 0 1 0 0,-1-1 0 0 0,1 1-1 0 0,0 0 1 0 0,-1 0-1 0 0,1-1 1 0 0,-1 1-1 0 0,1 0 1 0 0,0 0 0 0 0,-1-1-1 0 0,1 1 1 0 0,-1 0-1 0 0,1 0 1 0 0,-1 0-1 0 0,1 0 1 0 0,0 0-1 0 0,-1 0 1 0 0,1 0 0 0 0,-1 0-1 0 0,1 0 1 0 0,-1 0-1 0 0,1 0 1 0 0,-1 0-1 0 0,1 0 1 0 0,-1 0 0 0 0,1 0-1 0 0,-1 0 1 0 0,1 0-1 0 0,0 1 1 0 0,-1-1-1 0 0,1 0 1 0 0,-1 0 0 0 0,1 0-1 0 0,0 1 1 0 0,-1-1-1 0 0,1 0 1 0 0,0 1-1 0 0,-1-1 1 0 0,1 0-1 0 0,0 1 1 0 0,-1-1 0 0 0,-119 60 3149 0 0,44-21-1718 0 0,-2-3-1 0 0,-117 38 1 0 0,188-73-1569 0 0,1 1-1 0 0,-1-1 1 0 0,0 1 0 0 0,0-2-1 0 0,1 1 1 0 0,-1-1 0 0 0,0 0-1 0 0,0-1 1 0 0,0 1 0 0 0,-9-3-1 0 0,14 2-44 0 0,0 0 0 0 0,-1 0 0 0 0,1 0 0 0 0,-1 0 0 0 0,1 0-1 0 0,0-1 1 0 0,0 1 0 0 0,0-1 0 0 0,0 1 0 0 0,0-1 0 0 0,0 0 0 0 0,0 1 0 0 0,0-1-1 0 0,1 0 1 0 0,-1-1 0 0 0,1 1 0 0 0,0 0 0 0 0,-1 0 0 0 0,1 0 0 0 0,0-1 0 0 0,0 1 0 0 0,0-1-1 0 0,1 1 1 0 0,-1-1 0 0 0,0 1 0 0 0,1-1 0 0 0,0 1 0 0 0,0-1 0 0 0,0 1 0 0 0,0-4-1 0 0,0 1-52 0 0,1 1-1 0 0,-1 0 1 0 0,1-1-1 0 0,0 1 1 0 0,0 0-1 0 0,1 0 1 0 0,-1 0-1 0 0,1 0 1 0 0,0 0-1 0 0,0 0 0 0 0,1 0 1 0 0,-1 0-1 0 0,1 1 1 0 0,4-6-1 0 0,-4 6 242 0 0,-1 1-1 0 0,1-1 1 0 0,0 1-1 0 0,0 0 1 0 0,0 0-1 0 0,0 0 1 0 0,0 0-1 0 0,0 0 1 0 0,0 1-1 0 0,1-1 1 0 0,-1 1 0 0 0,0 0-1 0 0,1 0 1 0 0,0 0-1 0 0,-1 0 1 0 0,1 1-1 0 0,-1 0 1 0 0,8 0-1 0 0,2 2 61 0 0,0 0 0 0 0,0 2 0 0 0,-1-1 0 0 0,1 2-1 0 0,-1 0 1 0 0,0 0 0 0 0,0 1 0 0 0,15 10 0 0 0,-20-12 156 0 0,-1 0 0 0 0,1 1-1 0 0,-1 0 1 0 0,0 0 0 0 0,0 1 0 0 0,-1-1-1 0 0,1 1 1 0 0,-1 0 0 0 0,-1 1 0 0 0,1-1 0 0 0,-1 1-1 0 0,0 0 1 0 0,-1 0 0 0 0,1 0 0 0 0,3 13 0 0 0,-7-14-36 0 0,1 0 0 0 0,-1 0 1 0 0,-1 0-1 0 0,1 0 0 0 0,-1 0 1 0 0,0 0-1 0 0,-1 0 1 0 0,1 0-1 0 0,-1 0 0 0 0,0 0 1 0 0,0-1-1 0 0,-1 1 1 0 0,0-1-1 0 0,0 0 0 0 0,0 1 1 0 0,-1-1-1 0 0,1-1 0 0 0,-1 1 1 0 0,0-1-1 0 0,-8 7 1 0 0,-10 9-298 0 0,-1-1 1 0 0,-45 29-1 0 0,56-40-368 0 0,-28 13-3164 0 0,-4-9-5587 0 0,31-11 6595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4.116"/>
    </inkml:context>
    <inkml:brush xml:id="br0">
      <inkml:brushProperty name="width" value="0.1" units="cm"/>
      <inkml:brushProperty name="height" value="0.1" units="cm"/>
      <inkml:brushProperty name="color" value="#E71224"/>
    </inkml:brush>
  </inkml:definitions>
  <inkml:trace contextRef="#ctx0" brushRef="#br0">1 92 6153 0 0,'0'0'4044'0'0,"17"0"-828"0"0,-2-6-2052 0 0,-1 3-364 0 0,-3-2-308 0 0,2-2-268 0 0,1 1-316 0 0,5-2-264 0 0,-2 0-340 0 0,-4-2-696 0 0,1 2-1928 0 0,-1 0 136 0 0,-2-2 379 0 0,3-2 213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4.450"/>
    </inkml:context>
    <inkml:brush xml:id="br0">
      <inkml:brushProperty name="width" value="0.1" units="cm"/>
      <inkml:brushProperty name="height" value="0.1" units="cm"/>
      <inkml:brushProperty name="color" value="#E71224"/>
    </inkml:brush>
  </inkml:definitions>
  <inkml:trace contextRef="#ctx0" brushRef="#br0">12 12 3160 0 0,'-4'-4'1056'0'0,"0"1"277"0"0,1-2-1602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5.593"/>
    </inkml:context>
    <inkml:brush xml:id="br0">
      <inkml:brushProperty name="width" value="0.1" units="cm"/>
      <inkml:brushProperty name="height" value="0.1" units="cm"/>
      <inkml:brushProperty name="color" value="#E71224"/>
    </inkml:brush>
  </inkml:definitions>
  <inkml:trace contextRef="#ctx0" brushRef="#br0">435 35 4492 0 0,'-1'-1'244'0'0,"1"1"-1"0"0,-1-1 0 0 0,1 1 0 0 0,-1-1 0 0 0,1 0 0 0 0,-1 1 0 0 0,1-1 0 0 0,-1 0 0 0 0,1 0 0 0 0,0 1 0 0 0,0-1 1 0 0,-1 0-1 0 0,1 0 0 0 0,0 1 0 0 0,0-1 0 0 0,0 0 0 0 0,0 0 0 0 0,0 0 0 0 0,0 1 0 0 0,0-1 0 0 0,0 0 1 0 0,0 0-1 0 0,0 0 0 0 0,0 1 0 0 0,0-1 0 0 0,1 0 0 0 0,-1 0 0 0 0,0 1 0 0 0,1-1 0 0 0,-1 0 0 0 0,0 0 1 0 0,1 1-1 0 0,-1-1 0 0 0,1 1 0 0 0,-1-1 0 0 0,1 0 0 0 0,-1 1 0 0 0,1-1 0 0 0,0 1 0 0 0,-1-1 0 0 0,1 1 0 0 0,0-1 1 0 0,-1 1-1 0 0,1 0 0 0 0,0-1 0 0 0,-1 1 0 0 0,1 0 0 0 0,2-1 656 0 0,-2 0-815 0 0,1 1 1 0 0,-1 0-1 0 0,0-1 0 0 0,0 1 1 0 0,0 0-1 0 0,0 0 1 0 0,0 0-1 0 0,1 0 1 0 0,-1 0-1 0 0,0 0 1 0 0,0 0-1 0 0,0 0 1 0 0,0 0-1 0 0,1 1 1 0 0,-1-1-1 0 0,0 0 1 0 0,0 1-1 0 0,0-1 0 0 0,0 1 1 0 0,0-1-1 0 0,0 1 1 0 0,0 0-1 0 0,0-1 1 0 0,0 1-1 0 0,1 1 1 0 0,29 17 1148 0 0,-24-14-1108 0 0,-1 1-1 0 0,0 0 1 0 0,0 0-1 0 0,-1 1 1 0 0,1 0 0 0 0,-1 0-1 0 0,6 11 1 0 0,-10-16-119 0 0,0 1 0 0 0,0 0 0 0 0,0-1 1 0 0,0 1-1 0 0,0 0 0 0 0,-1 0 0 0 0,1 0 0 0 0,-1-1 1 0 0,1 1-1 0 0,-1 0 0 0 0,0 0 0 0 0,0 0 1 0 0,-1 0-1 0 0,1 0 0 0 0,-1-1 0 0 0,1 1 0 0 0,-1 0 1 0 0,0 0-1 0 0,0 0 0 0 0,0-1 0 0 0,0 1 0 0 0,-1-1 1 0 0,1 1-1 0 0,-1-1 0 0 0,-1 3 0 0 0,-1-1-47 0 0,0 0-1 0 0,0-1 1 0 0,-1 0-1 0 0,1 0 1 0 0,-1 0-1 0 0,1 0 1 0 0,-1-1-1 0 0,0 0 1 0 0,0 1-1 0 0,0-2 1 0 0,0 1-1 0 0,-1-1 0 0 0,1 0 1 0 0,0 0-1 0 0,-1 0 1 0 0,1-1-1 0 0,0 0 1 0 0,-9 0-1 0 0,-2-1-146 0 0,1 0 0 0 0,-1-1 0 0 0,1-1 0 0 0,0 0 0 0 0,-20-8 0 0 0,31 10 127 0 0,-21-7-32 0 0,24 7 66 0 0,1 1-1 0 0,-1 0 1 0 0,0 0-1 0 0,1 0 1 0 0,-1-1 0 0 0,1 1-1 0 0,-1 0 1 0 0,0 0-1 0 0,1 0 1 0 0,-1 0 0 0 0,1 0-1 0 0,-1 0 1 0 0,0 0-1 0 0,1 0 1 0 0,-1 1-1 0 0,1-1 1 0 0,-1 0 0 0 0,0 0-1 0 0,1 0 1 0 0,-1 1-1 0 0,1-1 1 0 0,-1 0 0 0 0,1 1-1 0 0,-1-1 1 0 0,1 0-1 0 0,-1 1 1 0 0,1-1-1 0 0,-1 1 1 0 0,29 27-350 0 0,-22-24 297 0 0,45 39-554 0 0,-30-27 349 0 0,-1 1-1 0 0,27 30 0 0 0,-43-42 243 0 0,0 0 0 0 0,1 1 0 0 0,-2 0 0 0 0,1 0 0 0 0,-1 0 0 0 0,0 0 0 0 0,0 0 0 0 0,0 0 0 0 0,-1 1 0 0 0,0 0 0 0 0,0-1 0 0 0,-1 1 0 0 0,0 0 0 0 0,0 9-1 0 0,-2-11 92 0 0,1-1 1 0 0,-2 0-1 0 0,1 0 0 0 0,0 0 0 0 0,-1 0 0 0 0,0 0 0 0 0,0 0 0 0 0,0 0 0 0 0,-1 0 0 0 0,1-1 0 0 0,-1 1 0 0 0,0-1 0 0 0,0 0 0 0 0,0 0 0 0 0,0 0 0 0 0,0 0 0 0 0,-1 0 0 0 0,0-1 0 0 0,1 1 0 0 0,-1-1 0 0 0,0 0 0 0 0,-5 2 0 0 0,-6 3 365 0 0,0-1 0 0 0,-1 0 0 0 0,1 0 1 0 0,-27 4-1 0 0,31-8-279 0 0,0-1 0 0 0,0 0 0 0 0,-1-1 0 0 0,1 0 1 0 0,0-1-1 0 0,0 0 0 0 0,0-1 0 0 0,0 0 0 0 0,0-1 0 0 0,0 0 0 0 0,1 0 1 0 0,-1-1-1 0 0,1-1 0 0 0,0 0 0 0 0,0 0 0 0 0,1-1 0 0 0,-1 0 0 0 0,-13-12 1 0 0,11 7-425 0 0,0-1 1 0 0,1 0 0 0 0,0-1 0 0 0,1 0 0 0 0,1-1 0 0 0,0 0 0 0 0,1 0-1 0 0,0-1 1 0 0,1 0 0 0 0,1 0 0 0 0,0-1 0 0 0,-4-17 0 0 0,6-25-11213 0 0,5 44 8728 0 0,-1-1 190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5.942"/>
    </inkml:context>
    <inkml:brush xml:id="br0">
      <inkml:brushProperty name="width" value="0.1" units="cm"/>
      <inkml:brushProperty name="height" value="0.1" units="cm"/>
      <inkml:brushProperty name="color" value="#E71224"/>
    </inkml:brush>
  </inkml:definitions>
  <inkml:trace contextRef="#ctx0" brushRef="#br0">17 5 5384 0 0,'-9'-5'2173'0'0,"1"5"-1757"0"0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6.306"/>
    </inkml:context>
    <inkml:brush xml:id="br0">
      <inkml:brushProperty name="width" value="0.1" units="cm"/>
      <inkml:brushProperty name="height" value="0.1" units="cm"/>
      <inkml:brushProperty name="color" value="#E71224"/>
    </inkml:brush>
  </inkml:definitions>
  <inkml:trace contextRef="#ctx0" brushRef="#br0">1 77 6305 0 0,'9'-8'1988'0'0,"-1"2"-228"0"0,5-2-276 0 0,0 1-316 0 0,5-1-368 0 0,1 0-352 0 0,2 0-356 0 0,-2 5-388 0 0,-2-2-892 0 0,0 2-2200 0 0,0-2 328 0 0,0 2 315 0 0,0-2 245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6.859"/>
    </inkml:context>
    <inkml:brush xml:id="br0">
      <inkml:brushProperty name="width" value="0.1" units="cm"/>
      <inkml:brushProperty name="height" value="0.1" units="cm"/>
      <inkml:brushProperty name="color" value="#E71224"/>
    </inkml:brush>
  </inkml:definitions>
  <inkml:trace contextRef="#ctx0" brushRef="#br0">208 87 4720 0 0,'-28'-13'7025'0'0,"27"13"-6993"0"0,-1 0-1 0 0,1 0 1 0 0,0 0-1 0 0,0 0 1 0 0,0-1 0 0 0,-1 1-1 0 0,1 0 1 0 0,0-1-1 0 0,0 1 1 0 0,0 0 0 0 0,0-1-1 0 0,0 0 1 0 0,0 1-1 0 0,-1-1 1 0 0,1 0 0 0 0,1 1-1 0 0,-1-1 1 0 0,0 0-1 0 0,0 0 1 0 0,0 0 0 0 0,0 0-1 0 0,1 0 1 0 0,-1 0-1 0 0,-1-2 1 0 0,2 2-80 0 0,0 0 0 0 0,0 0 0 0 0,0-1-1 0 0,1 1 1 0 0,-1 0 0 0 0,0 0 0 0 0,1-1 0 0 0,-1 1 0 0 0,0 0 0 0 0,1 0 0 0 0,0 0 0 0 0,-1 0 0 0 0,1 0-1 0 0,-1 0 1 0 0,1 0 0 0 0,0 0 0 0 0,0 0 0 0 0,0 0 0 0 0,1-1 0 0 0,2-2-88 0 0,0 1 1 0 0,0-1-1 0 0,0 1 1 0 0,1 0 0 0 0,-1 0-1 0 0,1 1 1 0 0,0-1-1 0 0,0 1 1 0 0,0 0-1 0 0,0 1 1 0 0,6-2 0 0 0,-9 2 182 0 0,1 1 1 0 0,-1 0 0 0 0,1 0 0 0 0,-1 0 0 0 0,0 0 0 0 0,1 0 0 0 0,-1 0 0 0 0,0 1 0 0 0,1-1-1 0 0,-1 1 1 0 0,0-1 0 0 0,1 1 0 0 0,-1 0 0 0 0,0 0 0 0 0,0 0 0 0 0,0 0 0 0 0,0 1 0 0 0,0-1-1 0 0,0 0 1 0 0,0 1 0 0 0,3 3 0 0 0,-3-2 68 0 0,-1-1 0 0 0,1 1 0 0 0,-1 0 0 0 0,0 0 0 0 0,0 0 0 0 0,0 0 0 0 0,0 0 0 0 0,-1 1 0 0 0,1-1 0 0 0,-1 0 0 0 0,0 0 0 0 0,0 0 0 0 0,0 0 0 0 0,0 1 0 0 0,-1-1 0 0 0,0 5 0 0 0,-2 10 144 0 0,0 0 1 0 0,-1-1 0 0 0,-1 1 0 0 0,0-1 0 0 0,-2 0 0 0 0,0 0-1 0 0,0-1 1 0 0,-2 0 0 0 0,0 0 0 0 0,-1-1 0 0 0,0 0 0 0 0,-1-1-1 0 0,-26 26 1 0 0,-74 56 2746 0 0,64-57 2082 0 0,51-42-4929 0 0,0 1 0 0 0,1 0 1 0 0,0 0-1 0 0,-1 1 0 0 0,1-1 1 0 0,0 1-1 0 0,5 0 0 0 0,5-3 176 0 0,11-5-639 0 0,1 2 0 0 0,0 1 0 0 0,1 1 0 0 0,50-2 0 0 0,-15 6-3943 0 0,-1 1-3879 0 0,-24 0 773 0 0,-22 0 4624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7.220"/>
    </inkml:context>
    <inkml:brush xml:id="br0">
      <inkml:brushProperty name="width" value="0.1" units="cm"/>
      <inkml:brushProperty name="height" value="0.1" units="cm"/>
      <inkml:brushProperty name="color" value="#E71224"/>
    </inkml:brush>
  </inkml:definitions>
  <inkml:trace contextRef="#ctx0" brushRef="#br0">18 16 5569 0 0,'-4'-9'4340'0'0,"-3"4"-2392"0"0,1 3-1724 0 0,12 20-2352 0 0,-3-10-844 0 0,1 5-2445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7.553"/>
    </inkml:context>
    <inkml:brush xml:id="br0">
      <inkml:brushProperty name="width" value="0.1" units="cm"/>
      <inkml:brushProperty name="height" value="0.1" units="cm"/>
      <inkml:brushProperty name="color" value="#E71224"/>
    </inkml:brush>
  </inkml:definitions>
  <inkml:trace contextRef="#ctx0" brushRef="#br0">1 18 5773 0 0,'6'14'8992'0'0,"-5"-14"-8735"0"0,24 4 3438 0 0,38-11-3992 0 0,-50 5 344 0 0,6 0-4704 0 0,-1-2 0 0 0,35-11 0 0 0,-36 9 1981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9.267"/>
    </inkml:context>
    <inkml:brush xml:id="br0">
      <inkml:brushProperty name="width" value="0.1" units="cm"/>
      <inkml:brushProperty name="height" value="0.1" units="cm"/>
      <inkml:brushProperty name="color" value="#E71224"/>
    </inkml:brush>
  </inkml:definitions>
  <inkml:trace contextRef="#ctx0" brushRef="#br0">873 34 5497 0 0,'17'-34'15886'0'0,"-22"37"-15192"0"0,-12 8 93 0 0,-93 60 2261 0 0,99-63-2914 0 0,0 1 1 0 0,1 0-1 0 0,0 1 0 0 0,0 0 1 0 0,1 0-1 0 0,0 1 0 0 0,-10 18 0 0 0,17-26-228 0 0,0 0-1 0 0,1 0 0 0 0,-1 0 0 0 0,1 0 0 0 0,0 1 0 0 0,0-1 0 0 0,0 1 0 0 0,0-1 0 0 0,0 1 0 0 0,1-1 0 0 0,0 1 0 0 0,0-1 0 0 0,0 1 0 0 0,0-1 0 0 0,0 1 0 0 0,1-1 0 0 0,-1 1 0 0 0,1-1 0 0 0,0 1 0 0 0,0-1 0 0 0,0 0 0 0 0,2 5 0 0 0,1-3-126 0 0,0 0 1 0 0,0-1-1 0 0,0 1 0 0 0,0-1 1 0 0,1 1-1 0 0,-1-1 0 0 0,1 0 1 0 0,0-1-1 0 0,1 1 0 0 0,-1-1 1 0 0,1 0-1 0 0,6 2 0 0 0,-5-2 58 0 0,-1 0-1 0 0,0 0 1 0 0,1 1-1 0 0,-1-1 1 0 0,-1 2-1 0 0,1-1 1 0 0,-1 0-1 0 0,9 9 1 0 0,-13-11 158 0 0,0 0 1 0 0,1 0-1 0 0,-1 1 1 0 0,0-1-1 0 0,0 0 1 0 0,0 0-1 0 0,-1 1 1 0 0,1-1-1 0 0,0 0 1 0 0,-1 1-1 0 0,0-1 1 0 0,1 0-1 0 0,-1 1 1 0 0,0-1-1 0 0,0 1 1 0 0,0-1-1 0 0,-1 1 0 0 0,1-1 1 0 0,-1 0-1 0 0,1 1 1 0 0,-1-1-1 0 0,0 0 1 0 0,0 1-1 0 0,0-1 1 0 0,0 0-1 0 0,0 0 1 0 0,-3 4-1 0 0,-3 4 188 0 0,0-1 0 0 0,-1 1 0 0 0,-1-1 0 0 0,1-1 0 0 0,-1 0 0 0 0,-1 0 0 0 0,1 0 0 0 0,-13 6 0 0 0,6-4 24 0 0,-1-1-1 0 0,-1 0 0 0 0,1-1 1 0 0,-28 8-1 0 0,38-14-337 0 0,0-1 0 0 0,0 0 1 0 0,-1 0-1 0 0,1-1 0 0 0,-1 0 0 0 0,1 0 1 0 0,0-1-1 0 0,-1 0 0 0 0,1 0 0 0 0,0 0 0 0 0,0-1 1 0 0,0 0-1 0 0,0-1 0 0 0,0 0 0 0 0,0 0 0 0 0,0 0 1 0 0,-9-7-1 0 0,6 3-207 0 0,0-1 1 0 0,1 1 0 0 0,-1-2 0 0 0,2 1 0 0 0,-1-1-1 0 0,1-1 1 0 0,1 1 0 0 0,-1-1 0 0 0,-10-21 0 0 0,-9-15 1455 0 0,26 45-921 0 0,-19 64 2757 0 0,13-47-2335 0 0,0 1 0 0 0,-1-1-1 0 0,0-1 1 0 0,-1 0 0 0 0,-1 0-1 0 0,-17 20 1 0 0,20-27-706 0 0,0-1 0 0 0,0 0 0 0 0,-1 0 0 0 0,1-1 0 0 0,-2 0 0 0 0,1 0 0 0 0,-1-1 0 0 0,0 0 0 0 0,0 0 0 0 0,0-1 0 0 0,-1-1 1 0 0,-15 5-1 0 0,15-6-1292 0 0,0 0 0 0 0,0-1 0 0 0,0 0 0 0 0,-13-1 1 0 0,19 0 85 0 0,1-1 0 0 0,-1 1 0 0 0,1-1 0 0 0,-1 0 0 0 0,1 0 0 0 0,-1 0 0 0 0,1-1 0 0 0,-1 1 0 0 0,-2-2 0 0 0,-1-2-1401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39.614"/>
    </inkml:context>
    <inkml:brush xml:id="br0">
      <inkml:brushProperty name="width" value="0.1" units="cm"/>
      <inkml:brushProperty name="height" value="0.1" units="cm"/>
      <inkml:brushProperty name="color" value="#E71224"/>
    </inkml:brush>
  </inkml:definitions>
  <inkml:trace contextRef="#ctx0" brushRef="#br0">0 96 6645 0 0,'7'-7'7514'0'0,"10"-8"-3707"0"0,65-18-505 0 0,-26 15-4718 0 0,-8 7-3823 0 0,0 1-5034 0 0,-37 8 7621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0.455"/>
    </inkml:context>
    <inkml:brush xml:id="br0">
      <inkml:brushProperty name="width" value="0.1" units="cm"/>
      <inkml:brushProperty name="height" value="0.1" units="cm"/>
      <inkml:brushProperty name="color" value="#E71224"/>
    </inkml:brush>
  </inkml:definitions>
  <inkml:trace contextRef="#ctx0" brushRef="#br0">739 6 5168 0 0,'8'-6'7629'0'0,"-10"17"-7121"0"0,1-1-1 0 0,-1 1 1 0 0,-1-1 0 0 0,0 1-1 0 0,-1-1 1 0 0,0 0 0 0 0,0 0-1 0 0,-1-1 1 0 0,0 1 0 0 0,-1-1-1 0 0,-7 10 1 0 0,-16 18 1166 0 0,-35 38 1 0 0,53-63-1308 0 0,6-5-228 0 0,-1 0 0 0 0,0-1 0 0 0,0 1 0 0 0,-1-1 0 0 0,0-1 0 0 0,0 1 0 0 0,0-1 0 0 0,-9 4 0 0 0,14-8-201 0 0,0-1 1 0 0,0 0-1 0 0,0 0 0 0 0,1 0 1 0 0,-1 0-1 0 0,0-1 0 0 0,0 1 1 0 0,1 0-1 0 0,-1-1 0 0 0,0 1 1 0 0,0-1-1 0 0,1 0 0 0 0,-1 0 1 0 0,1 1-1 0 0,-1-1 0 0 0,0 0 0 0 0,1 0 1 0 0,0 0-1 0 0,-1-1 0 0 0,1 1 1 0 0,0 0-1 0 0,-1 0 0 0 0,1-1 1 0 0,0 1-1 0 0,0-1 0 0 0,0 1 1 0 0,0-1-1 0 0,1 1 0 0 0,-1-1 0 0 0,-1-2 1 0 0,-21-54-1885 0 0,21 53 1755 0 0,-48-181-4093 0 0,50 186 4306 0 0,0 1 0 0 0,0-1 0 0 0,0 0 0 0 0,0 0 0 0 0,0 0 0 0 0,0 0 0 0 0,0 1 0 0 0,0-1 0 0 0,0 0 0 0 0,0 0-1 0 0,0 0 1 0 0,0 1 0 0 0,0-1 0 0 0,0 0 0 0 0,0 0 0 0 0,0 0 0 0 0,0 1 0 0 0,0-1 0 0 0,0 0 0 0 0,0 0 0 0 0,0 0-1 0 0,-1 0 1 0 0,1 0 0 0 0,0 1 0 0 0,0-1 0 0 0,0 0 0 0 0,0 0 0 0 0,0 0 0 0 0,-1 0 0 0 0,1 0 0 0 0,0 0 0 0 0,0 1-1 0 0,0-1 1 0 0,0 0 0 0 0,-1 0 0 0 0,1 0 0 0 0,0 0 0 0 0,0 0 0 0 0,0 0 0 0 0,0 0 0 0 0,-1 0 0 0 0,1 0 0 0 0,0 0-1 0 0,0 0 1 0 0,0 0 0 0 0,-1 0 0 0 0,1 0 0 0 0,0 0 0 0 0,0 0 0 0 0,0 0 0 0 0,-1 0 0 0 0,1 0 0 0 0,0 0 0 0 0,0-1 0 0 0,0 1-1 0 0,0 0 1 0 0,-1 0 0 0 0,1 0 0 0 0,0 0 0 0 0,0 0 0 0 0,0 0 0 0 0,0-1 0 0 0,0 1 0 0 0,0 0 0 0 0,-1 0 0 0 0,1 0-1 0 0,0-1 1 0 0,-11 32 1131 0 0,-7 39 488 0 0,13-51-1284 0 0,-2 0 0 0 0,0 0-1 0 0,0 0 1 0 0,-2-1 0 0 0,-1-1 0 0 0,0 1-1 0 0,-1-2 1 0 0,0 1 0 0 0,-2-2 0 0 0,0 1-1 0 0,0-2 1 0 0,-2 0 0 0 0,-22 17 0 0 0,33-28-536 0 0,0 0 0 0 0,0 0 1 0 0,-1-1-1 0 0,1 0 0 0 0,-1 0 1 0 0,0 0-1 0 0,0 0 1 0 0,1-1-1 0 0,-1 0 0 0 0,0 0 1 0 0,0 0-1 0 0,0 0 0 0 0,0-1 1 0 0,-10-1-1 0 0,-27-5-3971 0 0,1-6-3424 0 0,16 4 503 0 0,15 5 4520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0.785"/>
    </inkml:context>
    <inkml:brush xml:id="br0">
      <inkml:brushProperty name="width" value="0.1" units="cm"/>
      <inkml:brushProperty name="height" value="0.1" units="cm"/>
      <inkml:brushProperty name="color" value="#E71224"/>
    </inkml:brush>
  </inkml:definitions>
  <inkml:trace contextRef="#ctx0" brushRef="#br0">0 27 6357 0 0,'0'8'3808'0'0,"4"-4"-2208"0"0,0-1-148 0 0,1-2-276 0 0,7-1-212 0 0,1-1-432 0 0,-3-1-388 0 0,7 1-308 0 0,0-3-440 0 0,2 0-1476 0 0,-2-3-1380 0 0,4 1 348 0 0,2-2 315 0 0,-6-2 257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1.989"/>
    </inkml:context>
    <inkml:brush xml:id="br0">
      <inkml:brushProperty name="width" value="0.1" units="cm"/>
      <inkml:brushProperty name="height" value="0.1" units="cm"/>
      <inkml:brushProperty name="color" value="#E71224"/>
    </inkml:brush>
  </inkml:definitions>
  <inkml:trace contextRef="#ctx0" brushRef="#br0">387 775 4984 0 0,'0'0'6650'0'0,"19"-29"-1968"0"0,-24-62-3424 0 0,-22-133-1 0 0,5 75-1650 0 0,18 115 172 0 0,1-1 0 0 0,1 1 1 0 0,2-1-1 0 0,6-54 0 0 0,-5 86 210 0 0,-1 0-1 0 0,1 1 0 0 0,0-1 1 0 0,-1 1-1 0 0,1-1 0 0 0,0 1 1 0 0,1-1-1 0 0,-1 1 1 0 0,0 0-1 0 0,1-1 0 0 0,-1 1 1 0 0,1 0-1 0 0,0 0 0 0 0,0 0 1 0 0,-1 0-1 0 0,1 0 0 0 0,1 1 1 0 0,-1-1-1 0 0,0 1 1 0 0,0-1-1 0 0,1 1 0 0 0,-1 0 1 0 0,0 0-1 0 0,1 0 0 0 0,-1 0 1 0 0,1 0-1 0 0,0 0 0 0 0,-1 1 1 0 0,1-1-1 0 0,0 1 1 0 0,-1 0-1 0 0,1 0 0 0 0,0 0 1 0 0,2 0-1 0 0,12 2-79 0 0,0 0-1 0 0,0 1 1 0 0,0 1 0 0 0,23 9-1 0 0,1-2-258 0 0,-12-5 77 0 0,7 1-169 0 0,-1 1 1 0 0,51 20 0 0 0,-85-28 472 0 0,1 1 1 0 0,-1-1 0 0 0,0 1 0 0 0,1-1 0 0 0,-1 1 0 0 0,0 0-1 0 0,0-1 1 0 0,0 1 0 0 0,0 0 0 0 0,0 0 0 0 0,0 0-1 0 0,0 0 1 0 0,0 0 0 0 0,0 0 0 0 0,0 0 0 0 0,0 0 0 0 0,0 0-1 0 0,-1 0 1 0 0,1 0 0 0 0,0 1 0 0 0,-1-1 0 0 0,1 0-1 0 0,-1 1 1 0 0,0-1 0 0 0,1 0 0 0 0,-1 2 0 0 0,0 0 38 0 0,-1-1 1 0 0,1 1 0 0 0,-1-1-1 0 0,1 0 1 0 0,-1 1 0 0 0,0-1-1 0 0,0 0 1 0 0,0 0-1 0 0,-1 0 1 0 0,1 1 0 0 0,0-1-1 0 0,-1-1 1 0 0,-3 4 0 0 0,-7 7 348 0 0,0 0 0 0 0,-1-1 0 0 0,-21 12 0 0 0,30-20-326 0 0,-82 55 2033 0 0,-2-4-1 0 0,-3-4 0 0 0,-97 38 1 0 0,145-76-1341 0 0,1-8-3355 0 0,-23-9-6224 0 0,0-9-4069 0 0,48 9 10347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3.369"/>
    </inkml:context>
    <inkml:brush xml:id="br0">
      <inkml:brushProperty name="width" value="0.1" units="cm"/>
      <inkml:brushProperty name="height" value="0.1" units="cm"/>
      <inkml:brushProperty name="color" value="#E71224"/>
    </inkml:brush>
  </inkml:definitions>
  <inkml:trace contextRef="#ctx0" brushRef="#br0">1210 770 2332 0 0,'3'-7'570'0'0,"0"1"1"0"0,0-1-1 0 0,0 0 0 0 0,-1 0 0 0 0,0 0 0 0 0,1-12 0 0 0,1-9 146 0 0,-2-46-1 0 0,-2 37-233 0 0,1-32-10 0 0,-1 0-188 0 0,3 0-1 0 0,3 1 1 0 0,24-110-1 0 0,-28 169-257 0 0,2-1 0 0 0,-1 1 0 0 0,1 0 0 0 0,0 0 0 0 0,1 0 0 0 0,10-15 0 0 0,-12 21-40 0 0,-1 0 1 0 0,0 0-1 0 0,1 0 0 0 0,0 0 1 0 0,0 1-1 0 0,0-1 0 0 0,0 1 1 0 0,0 0-1 0 0,0 0 0 0 0,1 0 1 0 0,-1 0-1 0 0,1 0 0 0 0,-1 1 1 0 0,1 0-1 0 0,0 0 0 0 0,-1 0 1 0 0,1 0-1 0 0,0 0 1 0 0,5 0-1 0 0,-1 3 0 0 0,-1 0 0 0 0,1 0 0 0 0,-1 1 0 0 0,0 0 0 0 0,0 0 0 0 0,0 1 0 0 0,0-1 0 0 0,-1 2 0 0 0,1-1 0 0 0,-1 1 0 0 0,7 6 0 0 0,61 72 1479 0 0,-69-78-1437 0 0,0 0-1 0 0,-1 1 1 0 0,1 0-1 0 0,-1 0 0 0 0,-1 0 1 0 0,1 0-1 0 0,2 9 1 0 0,-5-13-12 0 0,-1 0 0 0 0,0 0 0 0 0,0 0 0 0 0,0 0 0 0 0,0 0 0 0 0,0 0 0 0 0,0 0 0 0 0,-1 0 1 0 0,1 0-1 0 0,-1 0 0 0 0,1 0 0 0 0,-1 0 0 0 0,0 0 0 0 0,0 0 0 0 0,0 0 0 0 0,0-1 0 0 0,0 1 0 0 0,-2 3 1 0 0,-23 21 426 0 0,-15 5 81 0 0,-1-2 0 0 0,-1-2 0 0 0,-1-2 0 0 0,-1-2 0 0 0,-2-2 0 0 0,-81 25 0 0 0,117-43-807 0 0,0-1 0 0 0,-1 0 0 0 0,0-1 0 0 0,1 0 0 0 0,-1 0 0 0 0,0-2 0 0 0,0 1 0 0 0,1-2 0 0 0,-1 1 0 0 0,0-1 0 0 0,1-1 0 0 0,0 0 0 0 0,0-1 0 0 0,0 0 0 0 0,-18-10 0 0 0,24 12 271 0 0,1-1 0 0 0,-1 1 0 0 0,1 1 1 0 0,-1-1-1 0 0,0 1 0 0 0,0-1 0 0 0,0 2 0 0 0,0-1 0 0 0,0 0 0 0 0,0 1 1 0 0,0 0-1 0 0,0 0 0 0 0,0 1 0 0 0,0-1 0 0 0,0 1 0 0 0,0 0 0 0 0,0 0 1 0 0,-5 3-1 0 0,-21 15 1583 0 0,-1-1 1 0 0,-64 25 0 0 0,30-15 369 0 0,54-23-1612 0 0,-1 0 0 0 0,0-1 0 0 0,0 0 0 0 0,-1-2-1 0 0,-13 3 1 0 0,24-5-355 0 0,-1-2-111 0 0,0 0 1 0 0,-1 0-1 0 0,1 0 0 0 0,0-1 1 0 0,0 1-1 0 0,0-1 0 0 0,-4-4 1 0 0,-3-7-463 0 0,0 0 1 0 0,1-1 0 0 0,0 0-1 0 0,-11-26 1 0 0,18 32 182 0 0,-9-12 3936 0 0,11 39-2856 0 0,0-15-515 0 0,1 0-1 0 0,-1 1 0 0 0,-1-1 0 0 0,1 0 0 0 0,0 0 1 0 0,-1 0-1 0 0,0 0 0 0 0,1 0 0 0 0,-1 0 0 0 0,0 0 0 0 0,-1 0 1 0 0,1-1-1 0 0,-3 3 0 0 0,-35 28 1311 0 0,21-21-799 0 0,-1-1 1 0 0,-1-1-1 0 0,0-1 0 0 0,-1-1 0 0 0,0-1 1 0 0,-29 6-1 0 0,42-11-1236 0 0,0-1 0 0 0,0-1 0 0 0,0 1 1 0 0,0-2-1 0 0,0 1 0 0 0,-1-1 0 0 0,1-1 1 0 0,-10-2-1 0 0,-22-15-6734 0 0,3-15-4228 0 0,29 23 9062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4.423"/>
    </inkml:context>
    <inkml:brush xml:id="br0">
      <inkml:brushProperty name="width" value="0.1" units="cm"/>
      <inkml:brushProperty name="height" value="0.1" units="cm"/>
      <inkml:brushProperty name="color" value="#E71224"/>
    </inkml:brush>
  </inkml:definitions>
  <inkml:trace contextRef="#ctx0" brushRef="#br0">589 463 1156 0 0,'-13'-50'530'0'0,"-18"-93"937"0"0,28 126-1109 0 0,2 0 1 0 0,0 0 0 0 0,0 0 0 0 0,2-1-1 0 0,0 1 1 0 0,4-21 0 0 0,-3 29-143 0 0,1 1 1 0 0,0-1 0 0 0,0 1-1 0 0,0 0 1 0 0,1 0 0 0 0,1 0-1 0 0,0 1 1 0 0,0-1 0 0 0,11-12-1 0 0,-13 17-160 0 0,0-1-1 0 0,0 1 0 0 0,0 1 1 0 0,1-1-1 0 0,-1 0 0 0 0,1 1 1 0 0,0 0-1 0 0,-1 0 0 0 0,1 0 1 0 0,0 0-1 0 0,0 0 0 0 0,0 1 1 0 0,0 0-1 0 0,1 0 0 0 0,-1 0 1 0 0,0 0-1 0 0,1 1 0 0 0,-1-1 0 0 0,0 1 1 0 0,1 0-1 0 0,-1 1 0 0 0,4 0 1 0 0,-4 0-27 0 0,0 1 0 0 0,-1-1 1 0 0,1 1-1 0 0,-1 0 0 0 0,0 0 0 0 0,0 0 0 0 0,0 0 1 0 0,0 1-1 0 0,0-1 0 0 0,0 1 0 0 0,3 4 0 0 0,29 38 220 0 0,-26-32-152 0 0,-3-6 13 0 0,-1 0 0 0 0,0 1 0 0 0,0 0 1 0 0,-1 0-1 0 0,1 0 0 0 0,-2 1 0 0 0,1-1 0 0 0,1 11 0 0 0,-4-16-9 0 0,-1 1-1 0 0,1 0 1 0 0,-1 0-1 0 0,-1 0 1 0 0,1 0-1 0 0,0 0 0 0 0,-1 0 1 0 0,0 0-1 0 0,0 0 1 0 0,0 0-1 0 0,0-1 1 0 0,-1 1-1 0 0,1 0 0 0 0,-1-1 1 0 0,0 1-1 0 0,0-1 1 0 0,-1 0-1 0 0,1 0 1 0 0,0 0-1 0 0,-1 0 0 0 0,-4 4 1 0 0,-9 8 29 0 0,-1-2-1 0 0,0 0 1 0 0,0-1 0 0 0,-1-1 0 0 0,-1 0-1 0 0,1-1 1 0 0,-2-2 0 0 0,0 1 0 0 0,0-2-1 0 0,0-1 1 0 0,0-1 0 0 0,-1 0 0 0 0,0-2 0 0 0,0 0-1 0 0,-39-1 1 0 0,39-3-885 0 0,-1-1 0 0 0,0-1 0 0 0,-34-11 0 0 0,54 14 571 0 0,22 26-1278 0 0,-6-16 1444 0 0,0 1 1 0 0,-1 0 0 0 0,-1 1 0 0 0,0 1 0 0 0,-1 0-1 0 0,0 0 1 0 0,10 17 0 0 0,-18-26 132 0 0,-1 1 0 0 0,1-1 0 0 0,-1 0 0 0 0,0 1-1 0 0,0-1 1 0 0,0 1 0 0 0,-1 0 0 0 0,1-1 0 0 0,-1 1 0 0 0,-1 0 0 0 0,1 0 0 0 0,0 0 0 0 0,-1 0 0 0 0,0 0-1 0 0,0 0 1 0 0,-1-1 0 0 0,1 1 0 0 0,-1 0 0 0 0,0 0 0 0 0,-1 0 0 0 0,1 0 0 0 0,-1-1 0 0 0,0 1-1 0 0,0-1 1 0 0,0 1 0 0 0,-1-1 0 0 0,1 0 0 0 0,-6 7 0 0 0,2-4 286 0 0,-1-1 0 0 0,1 0 0 0 0,-1 0 0 0 0,0 0 1 0 0,0-1-1 0 0,-1 0 0 0 0,0 0 0 0 0,1-1 0 0 0,-2 0 0 0 0,1-1 0 0 0,0 1 0 0 0,-1-1 1 0 0,-13 2-1 0 0,15-4-237 0 0,0 0-1 0 0,-1-1 1 0 0,1 0 0 0 0,0 0 0 0 0,-1-1 0 0 0,1 0 0 0 0,0 0 0 0 0,-1 0 0 0 0,1-1-1 0 0,0 0 1 0 0,0-1 0 0 0,1 0 0 0 0,-1 0 0 0 0,0 0 0 0 0,1-1 0 0 0,0 0-1 0 0,-7-4 1 0 0,-9-10 121 0 0,0-1 0 0 0,0 0 0 0 0,-32-41 0 0 0,45 49-525 0 0,1 0 0 0 0,0 0 0 0 0,1-1 0 0 0,1 0 0 0 0,0 0 0 0 0,0 0 0 0 0,1-1 0 0 0,1 0 0 0 0,0 0 0 0 0,-2-16 0 0 0,5 22-286 0 0,1 1 1 0 0,0-1-1 0 0,1 1 1 0 0,-1 0-1 0 0,1-1 1 0 0,0 1 0 0 0,3-9-1 0 0,1 0-2943 0 0,1 1-1 0 0,0 0 1 0 0,16-26 0 0 0,-11 24 1021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4.795"/>
    </inkml:context>
    <inkml:brush xml:id="br0">
      <inkml:brushProperty name="width" value="0.1" units="cm"/>
      <inkml:brushProperty name="height" value="0.1" units="cm"/>
      <inkml:brushProperty name="color" value="#E71224"/>
    </inkml:brush>
  </inkml:definitions>
  <inkml:trace contextRef="#ctx0" brushRef="#br0">4 22 5332 0 0,'-4'-7'4733'0'0,"4"2"-3065"0"0,8-1-1228 0 0,-2 3-592 0 0,7 14-5132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5.159"/>
    </inkml:context>
    <inkml:brush xml:id="br0">
      <inkml:brushProperty name="width" value="0.1" units="cm"/>
      <inkml:brushProperty name="height" value="0.1" units="cm"/>
      <inkml:brushProperty name="color" value="#E71224"/>
    </inkml:brush>
  </inkml:definitions>
  <inkml:trace contextRef="#ctx0" brushRef="#br0">1 47 7209 0 0,'9'8'7465'0'0,"-8"-8"-7207"0"0,21 2 2902 0 0,18-6-1791 0 0,-40 4-1338 0 0,66-11-1708 0 0,-51 7-1115 0 0,0 0 0 0 0,-1 0 0 0 0,1-1 1 0 0,19-11-1 0 0,-19 7 172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5.507"/>
    </inkml:context>
    <inkml:brush xml:id="br0">
      <inkml:brushProperty name="width" value="0.1" units="cm"/>
      <inkml:brushProperty name="height" value="0.1" units="cm"/>
      <inkml:brushProperty name="color" value="#E71224"/>
    </inkml:brush>
  </inkml:definitions>
  <inkml:trace contextRef="#ctx0" brushRef="#br0">9 33 7033 0 0,'0'-8'2476'0'0,"-4"1"-416"0"0,4 2-524 0 0,-4-1-504 0 0,4-1-888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6.271"/>
    </inkml:context>
    <inkml:brush xml:id="br0">
      <inkml:brushProperty name="width" value="0.1" units="cm"/>
      <inkml:brushProperty name="height" value="0.1" units="cm"/>
      <inkml:brushProperty name="color" value="#E71224"/>
    </inkml:brush>
  </inkml:definitions>
  <inkml:trace contextRef="#ctx0" brushRef="#br0">119 18 6213 0 0,'-1'-18'12201'0'0,"-3"19"-11905"0"0,1-1 0 0 0,-1 1 0 0 0,1-1-1 0 0,0 1 1 0 0,-1 0 0 0 0,1 0 0 0 0,0 1-1 0 0,0-1 1 0 0,0 1 0 0 0,0-1 0 0 0,0 1 0 0 0,0 0-1 0 0,0 0 1 0 0,0 0 0 0 0,1 1 0 0 0,-1-1-1 0 0,1 0 1 0 0,-1 1 0 0 0,-1 3 0 0 0,-4 3 81 0 0,1 1 0 0 0,0-1 0 0 0,0 2-1 0 0,-7 14 1 0 0,12-21-455 0 0,0 0 0 0 0,0 0-1 0 0,1 0 1 0 0,-1 0-1 0 0,1 0 1 0 0,0 1-1 0 0,1-1 1 0 0,-1 0 0 0 0,1 1-1 0 0,-1-1 1 0 0,1 1-1 0 0,1-1 1 0 0,-1 0 0 0 0,1 1-1 0 0,-1-1 1 0 0,1 0-1 0 0,0 1 1 0 0,1-1-1 0 0,-1 0 1 0 0,1 0 0 0 0,0 0-1 0 0,0 0 1 0 0,0 0-1 0 0,0 0 1 0 0,6 6 0 0 0,-2-5-743 0 0,-1 0 1 0 0,1 0 0 0 0,0-1-1 0 0,0 0 1 0 0,0 0 0 0 0,1 0-1 0 0,-1-1 1 0 0,1 0 0 0 0,0 0 0 0 0,0 0-1 0 0,0-1 1 0 0,0 0 0 0 0,0-1-1 0 0,14 2 1 0 0,30 1-8227 0 0,-31-6 6571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6.616"/>
    </inkml:context>
    <inkml:brush xml:id="br0">
      <inkml:brushProperty name="width" value="0.1" units="cm"/>
      <inkml:brushProperty name="height" value="0.1" units="cm"/>
      <inkml:brushProperty name="color" value="#E71224"/>
    </inkml:brush>
  </inkml:definitions>
  <inkml:trace contextRef="#ctx0" brushRef="#br0">736 1 3244 0 0,'0'0'947'0'0,"-27"22"3882"0"0,-10 3-2094 0 0,-1-1-1 0 0,-1-3 1 0 0,-53 22 0 0 0,-130 37 3602 0 0,132-49-4418 0 0,81-28-2114 0 0,-1 0 0 0 0,1 0 0 0 0,-1-1 0 0 0,0-1 0 0 0,0 1 0 0 0,0-1 0 0 0,-10-1 0 0 0,-21-10-6124 0 0,3-14-6237 0 0,27 14 9622 0 0,-1 0 236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7.222"/>
    </inkml:context>
    <inkml:brush xml:id="br0">
      <inkml:brushProperty name="width" value="0.1" units="cm"/>
      <inkml:brushProperty name="height" value="0.1" units="cm"/>
      <inkml:brushProperty name="color" value="#E71224"/>
    </inkml:brush>
  </inkml:definitions>
  <inkml:trace contextRef="#ctx0" brushRef="#br0">413 935 5036 0 0,'0'0'2777'0'0,"22"-34"2151"0"0,-17 3-4176 0 0,-1-1 0 0 0,-1 1 1 0 0,-2-1-1 0 0,-3-49 1 0 0,0 6-887 0 0,2 26-284 0 0,10-81 1 0 0,-8 114 337 0 0,1 1 1 0 0,1-1 0 0 0,1 0 0 0 0,0 1-1 0 0,1 0 1 0 0,0 0 0 0 0,1 1-1 0 0,1 0 1 0 0,10-14 0 0 0,-14 24 16 0 0,0-1-1 0 0,1 1 1 0 0,0 1 0 0 0,0-1 0 0 0,0 1 0 0 0,0-1 0 0 0,0 2 0 0 0,1-1 0 0 0,-1 0 0 0 0,1 1 0 0 0,0 0 0 0 0,-1 1-1 0 0,1-1 1 0 0,0 1 0 0 0,0 0 0 0 0,0 0 0 0 0,0 1 0 0 0,0 0 0 0 0,1 0 0 0 0,-1 0 0 0 0,0 1 0 0 0,0 0-1 0 0,0 0 1 0 0,0 0 0 0 0,-1 1 0 0 0,9 3 0 0 0,-8-3-34 0 0,-1 0 1 0 0,0 1-1 0 0,0-1 0 0 0,0 1 0 0 0,0 0 1 0 0,0 1-1 0 0,-1-1 0 0 0,1 1 0 0 0,-1-1 1 0 0,0 1-1 0 0,0 1 0 0 0,5 6 0 0 0,-7-8 136 0 0,0 1-1 0 0,0-1 1 0 0,-1 1 0 0 0,1-1-1 0 0,-1 1 1 0 0,0 0-1 0 0,0-1 1 0 0,0 1 0 0 0,0 0-1 0 0,-1 0 1 0 0,0 0-1 0 0,1-1 1 0 0,-1 1 0 0 0,-1 0-1 0 0,1 0 1 0 0,-1 0-1 0 0,1 0 1 0 0,-1-1 0 0 0,-2 8-1 0 0,-7 12 642 0 0,-1 0 0 0 0,0-1-1 0 0,-2 0 1 0 0,0-1 0 0 0,-2 0-1 0 0,0-1 1 0 0,-1-1 0 0 0,-1 0-1 0 0,-1-1 1 0 0,-1-1 0 0 0,0-1-1 0 0,-1-1 1 0 0,-43 25 0 0 0,57-36-471 0 0,-1-1-1 0 0,1 0 1 0 0,-1 0 0 0 0,0-1 0 0 0,0 0 0 0 0,0 0-1 0 0,0 0 1 0 0,0-1 0 0 0,0 0 0 0 0,-1-1 0 0 0,1 1 0 0 0,0-1-1 0 0,0-1 1 0 0,-1 0 0 0 0,1 0 0 0 0,0 0 0 0 0,0-1 0 0 0,0 0-1 0 0,-11-4 1 0 0,7 0-131 0 0,0 0 0 0 0,1 0 0 0 0,0-1 0 0 0,0-1 1 0 0,0 0-1 0 0,1 0 0 0 0,0 0 0 0 0,1-1 0 0 0,0-1 0 0 0,-11-16 0 0 0,-20-32-1122 0 0,3-2-1 0 0,-42-93 1 0 0,61 113-1805 0 0,2-1 0 0 0,-16-73-1 0 0,28 101 532 0 0,1 0 0 0 0,0 1 0 0 0,1-1 0 0 0,0-24 0 0 0,5 15-305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7.566"/>
    </inkml:context>
    <inkml:brush xml:id="br0">
      <inkml:brushProperty name="width" value="0.1" units="cm"/>
      <inkml:brushProperty name="height" value="0.1" units="cm"/>
      <inkml:brushProperty name="color" value="#E71224"/>
    </inkml:brush>
  </inkml:definitions>
  <inkml:trace contextRef="#ctx0" brushRef="#br0">0 1 3324 0 0,'5'4'695'0'0,"0"0"-1"0"0,-1 1 0 0 0,1 0 0 0 0,-1 0 1 0 0,-1 0-1 0 0,1 0 0 0 0,-1 1 1 0 0,0-1-1 0 0,0 1 0 0 0,0 0 0 0 0,1 7 1 0 0,8 11 541 0 0,50 76 1253 0 0,12 23-2829 0 0,-68-111 151 0 0,64 137-11825 0 0,-58-122 9544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7.914"/>
    </inkml:context>
    <inkml:brush xml:id="br0">
      <inkml:brushProperty name="width" value="0.1" units="cm"/>
      <inkml:brushProperty name="height" value="0.1" units="cm"/>
      <inkml:brushProperty name="color" value="#E71224"/>
    </inkml:brush>
  </inkml:definitions>
  <inkml:trace contextRef="#ctx0" brushRef="#br0">246 0 5569 0 0,'6'0'8726'0'0,"0"12"-6170"0"0,1 14-767 0 0,-7-11-1373 0 0,-2 0 0 0 0,0 0 0 0 0,-1 0 0 0 0,0 0 0 0 0,-1 0 0 0 0,-1 0-1 0 0,0-1 1 0 0,-1 0 0 0 0,0 0 0 0 0,-17 25 0 0 0,11-22-1738 0 0,0-1-1 0 0,-27 29 1 0 0,25-31-2389 0 0,-1-1 0 0 0,-31 21 0 0 0,2-13-1748 0 0,21-13 3119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48.387"/>
    </inkml:context>
    <inkml:brush xml:id="br0">
      <inkml:brushProperty name="width" value="0.1" units="cm"/>
      <inkml:brushProperty name="height" value="0.1" units="cm"/>
      <inkml:brushProperty name="color" value="#E71224"/>
    </inkml:brush>
  </inkml:definitions>
  <inkml:trace contextRef="#ctx0" brushRef="#br0">20 5 3972 0 0,'1'-4'8587'0'0,"8"14"-7920"0"0,0 0 1 0 0,1 0-1 0 0,0-1 0 0 0,0 0 1 0 0,1-1-1 0 0,0 0 0 0 0,1 0 1 0 0,23 10-1 0 0,-23-12-497 0 0,1 1 0 0 0,-1 0-1 0 0,-1 0 1 0 0,1 1 0 0 0,-1 1 0 0 0,-1 0 0 0 0,1 1 0 0 0,-2 0-1 0 0,13 14 1 0 0,-21-21-84 0 0,1 1-1 0 0,-1-1 1 0 0,0 1 0 0 0,0-1-1 0 0,0 1 1 0 0,0-1-1 0 0,-1 1 1 0 0,0 0 0 0 0,1-1-1 0 0,-1 1 1 0 0,0-1-1 0 0,-1 1 1 0 0,1 0 0 0 0,-1-1-1 0 0,1 1 1 0 0,-1-1-1 0 0,0 1 1 0 0,0-1 0 0 0,-1 1-1 0 0,1-1 1 0 0,-1 0-1 0 0,0 0 1 0 0,0 1 0 0 0,-3 3-1 0 0,-5 7 563 0 0,0 0-1 0 0,-2-1 0 0 0,-19 19 0 0 0,16-19 127 0 0,0 0 0 0 0,-1 0 0 0 0,-25 13 0 0 0,-11-4-1725 0 0,48-21 118 0 0,0 0 0 0 0,0-1 0 0 0,0 1 0 0 0,0-1-1 0 0,0 0 1 0 0,0 0 0 0 0,-1 0 0 0 0,1 0 0 0 0,-7-2 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1.408"/>
    </inkml:context>
    <inkml:brush xml:id="br0">
      <inkml:brushProperty name="width" value="0.1" units="cm"/>
      <inkml:brushProperty name="height" value="0.1" units="cm"/>
      <inkml:brushProperty name="color" value="#E71224"/>
    </inkml:brush>
  </inkml:definitions>
  <inkml:trace contextRef="#ctx0" brushRef="#br0">26 51 4924 0 0,'7'-25'5765'0'0,"-1"0"4191"0"0,1 79-7157 0 0,-26 60-860 0 0,10-71-1335 0 0,2-1 0 0 0,-1 58-1 0 0,8-90-492 0 0,-1-9-82 0 0,1 0 0 0 0,-1 0 0 0 0,1 0-1 0 0,0 0 1 0 0,0 0 0 0 0,0 0 0 0 0,0 0-1 0 0,0 0 1 0 0,0 0 0 0 0,0 0 0 0 0,0 0 0 0 0,0 0-1 0 0,0 0 1 0 0,0 0 0 0 0,0 0 0 0 0,1 0 0 0 0,-1 0-1 0 0,0 0 1 0 0,1-1 0 0 0,-1 1 0 0 0,1 0-1 0 0,-1 0 1 0 0,1 0 0 0 0,-1 0 0 0 0,1-1 0 0 0,0 1-1 0 0,0 0 1 0 0,-1 0 0 0 0,1-1 0 0 0,0 1-1 0 0,0-1 1 0 0,-1 1 0 0 0,1-1 0 0 0,0 1 0 0 0,0-1-1 0 0,0 1 1 0 0,0-1 0 0 0,0 0 0 0 0,0 1-1 0 0,0-1 1 0 0,0 0 0 0 0,0 0 0 0 0,0 0 0 0 0,0 0-1 0 0,0 0 1 0 0,0 0 0 0 0,0 0 0 0 0,0 0-1 0 0,0 0 1 0 0,0 0 0 0 0,0-1 0 0 0,0 1 0 0 0,1-1-1 0 0,59-6-188 0 0,64-4-3444 0 0,-112 11 2263 0 0,0 0 1 0 0,0 1-1 0 0,0 0 1 0 0,0 2-1 0 0,0-1 1 0 0,0 2-1 0 0,16 5 1 0 0,0 5-8263 0 0,-21-8 6891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1.770"/>
    </inkml:context>
    <inkml:brush xml:id="br0">
      <inkml:brushProperty name="width" value="0.1" units="cm"/>
      <inkml:brushProperty name="height" value="0.1" units="cm"/>
      <inkml:brushProperty name="color" value="#E71224"/>
    </inkml:brush>
  </inkml:definitions>
  <inkml:trace contextRef="#ctx0" brushRef="#br0">0 1 6337 0 0,'0'0'3735'0'0,"4"37"2456"0"0,33 124 873 0 0,7-1-6098 0 0,-11-72-5249 0 0,-20-60-913 0 0,1 0-4111 0 0,-9-20 6587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2.503"/>
    </inkml:context>
    <inkml:brush xml:id="br0">
      <inkml:brushProperty name="width" value="0.1" units="cm"/>
      <inkml:brushProperty name="height" value="0.1" units="cm"/>
      <inkml:brushProperty name="color" value="#E71224"/>
    </inkml:brush>
  </inkml:definitions>
  <inkml:trace contextRef="#ctx0" brushRef="#br0">1 112 3992 0 0,'18'-21'6656'0'0,"7"-6"-3157"0"0,-8 16-2454 0 0,1 0 0 0 0,1 1 0 0 0,27-11 0 0 0,-42 20-974 0 0,0-1 0 0 0,0 0 1 0 0,0 1-1 0 0,1 0 0 0 0,-1 0 1 0 0,0 0-1 0 0,0 1 0 0 0,1-1 1 0 0,-1 1-1 0 0,0 0 0 0 0,1 0 1 0 0,-1 0-1 0 0,0 1 1 0 0,1 0-1 0 0,-1 0 0 0 0,0 0 1 0 0,0 0-1 0 0,0 0 0 0 0,0 1 1 0 0,0 0-1 0 0,0 0 0 0 0,0 0 1 0 0,6 5-1 0 0,-8-5-44 0 0,0 1 0 0 0,0-1 0 0 0,-1 1 0 0 0,1 0 0 0 0,0-1 0 0 0,-1 1 0 0 0,0 0-1 0 0,0 0 1 0 0,0 0 0 0 0,0 0 0 0 0,0 0 0 0 0,0 0 0 0 0,-1 1 0 0 0,0-1 0 0 0,1 0 0 0 0,-1 0 0 0 0,-1 0 0 0 0,1 6-1 0 0,-17 64 243 0 0,6-29-195 0 0,4-11-34 0 0,4-23-15 0 0,1 0 1 0 0,0 0-1 0 0,-1 20 1 0 0,3-29-17 0 0,0 1 0 0 0,0-1 1 0 0,-1 0-1 0 0,1 0 0 0 0,0 1 1 0 0,0-1-1 0 0,0 0 1 0 0,1 0-1 0 0,-1 1 0 0 0,0-1 1 0 0,0 0-1 0 0,1 0 0 0 0,-1 1 1 0 0,1-1-1 0 0,-1 0 1 0 0,1 0-1 0 0,-1 0 0 0 0,1 0 1 0 0,0 0-1 0 0,-1 0 0 0 0,1 0 1 0 0,0 0-1 0 0,0 0 1 0 0,0 0-1 0 0,0 0 0 0 0,0 0 1 0 0,0 0-1 0 0,0-1 1 0 0,0 1-1 0 0,0-1 0 0 0,0 1 1 0 0,0 0-1 0 0,0-1 0 0 0,1 0 1 0 0,-1 1-1 0 0,0-1 1 0 0,0 0-1 0 0,0 1 0 0 0,1-1 1 0 0,-1 0-1 0 0,0 0 0 0 0,1 0 1 0 0,-1 0-1 0 0,0 0 1 0 0,0-1-1 0 0,1 1 0 0 0,1-1 1 0 0,6-2-10 0 0,0 0-1 0 0,0 1 1 0 0,1 0 0 0 0,-1 1 0 0 0,0 0 0 0 0,1 0 0 0 0,-1 1 0 0 0,14 1-1 0 0,-19-1 2 0 0,0 1-1 0 0,0 0 1 0 0,0 0-1 0 0,0 0 1 0 0,0 1-1 0 0,0-1 1 0 0,0 1-1 0 0,0 0 1 0 0,0 0-1 0 0,-1 1 1 0 0,1-1-1 0 0,-1 1 1 0 0,1-1-1 0 0,-1 1 0 0 0,0 0 1 0 0,0 0-1 0 0,0 1 1 0 0,-1-1-1 0 0,1 1 1 0 0,3 6-1 0 0,-4-6 201 0 0,0 1 0 0 0,0-1 0 0 0,0 1 0 0 0,0 0 0 0 0,-1-1 0 0 0,1 1 0 0 0,-2 0 0 0 0,1 0 0 0 0,0 0 0 0 0,-1 0 0 0 0,0 0 0 0 0,0 0 0 0 0,0 0 0 0 0,-1-1 0 0 0,1 1 0 0 0,-1 0 0 0 0,0 0 0 0 0,-1 0 0 0 0,1-1 0 0 0,-1 1 0 0 0,0 0 0 0 0,0-1 0 0 0,0 0 0 0 0,-1 1 0 0 0,0-1 0 0 0,0 0 0 0 0,0 0 0 0 0,0-1 0 0 0,0 1 0 0 0,-1-1 0 0 0,0 1 0 0 0,-3 2 0 0 0,0-1-319 0 0,0 0 0 0 0,-1-1 0 0 0,1 1 0 0 0,-1-1 0 0 0,0-1 1 0 0,0 0-1 0 0,0 0 0 0 0,-8 2 0 0 0,-28 1-4205 0 0,2-11-3557 0 0,27 1 6102 0 0,0-2 0 0 0,0 0 0 0 0,0 0 0 0 0,1-2 0 0 0,0 0 0 0 0,-21-16 0 0 0,-7-7-546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3.971"/>
    </inkml:context>
    <inkml:brush xml:id="br0">
      <inkml:brushProperty name="width" value="0.1" units="cm"/>
      <inkml:brushProperty name="height" value="0.1" units="cm"/>
      <inkml:brushProperty name="color" value="#E71224"/>
    </inkml:brush>
  </inkml:definitions>
  <inkml:trace contextRef="#ctx0" brushRef="#br0">0 0 6645 0 0,'2'25'12728'0'0,"2"4"-7398"0"0,18 62-8274 0 0,-14-76-1098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2:54.300"/>
    </inkml:context>
    <inkml:brush xml:id="br0">
      <inkml:brushProperty name="width" value="0.1" units="cm"/>
      <inkml:brushProperty name="height" value="0.1" units="cm"/>
      <inkml:brushProperty name="color" value="#E71224"/>
    </inkml:brush>
  </inkml:definitions>
  <inkml:trace contextRef="#ctx0" brushRef="#br0">15 1 6233 0 0,'-15'14'1904'0'0,"15"-7"-192"0"0,0 1-168 0 0,0 1-180 0 0,4 1-136 0 0,-4 3-264 0 0,4 1-312 0 0,-4 1-424 0 0,7 1-260 0 0,-7 1-356 0 0,6 4-300 0 0,-2 0-1152 0 0,0 0-1652 0 0,-2 0 400 0 0,2-3 283 0 0,3 3 341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6.998"/>
    </inkml:context>
    <inkml:brush xml:id="br0">
      <inkml:brushProperty name="width" value="0.1" units="cm"/>
      <inkml:brushProperty name="height" value="0.1" units="cm"/>
      <inkml:brushProperty name="color" value="#E71224"/>
    </inkml:brush>
  </inkml:definitions>
  <inkml:trace contextRef="#ctx0" brushRef="#br0">121 0 4740 0 0,'0'0'2471'0'0,"-22"20"1366"0"0,3 14-1956 0 0,1 1 1 0 0,2 1-1 0 0,2 1 0 0 0,-14 52 0 0 0,27-86-1702 0 0,0-1 0 0 0,1 1 0 0 0,-1-1 0 0 0,1 1-1 0 0,-1-1 1 0 0,1 1 0 0 0,0 0 0 0 0,0-1 0 0 0,0 1 0 0 0,1-1 0 0 0,-1 1 0 0 0,1 0 0 0 0,-1-1 0 0 0,1 1 0 0 0,0-1 0 0 0,0 1 0 0 0,0-1-1 0 0,0 0 1 0 0,0 1 0 0 0,0-1 0 0 0,1 0 0 0 0,-1 0 0 0 0,1 0 0 0 0,0 0 0 0 0,-1 0 0 0 0,1 0 0 0 0,0 0 0 0 0,0-1 0 0 0,0 1 0 0 0,4 1-1 0 0,1 0-101 0 0,0-1 0 0 0,0 0-1 0 0,0 0 1 0 0,0-1 0 0 0,0 0-1 0 0,1 0 1 0 0,-1 0 0 0 0,0-1-1 0 0,1-1 1 0 0,7 0 0 0 0,34-2-4295 0 0,40-4-15903 0 0,-79 5 17684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7.329"/>
    </inkml:context>
    <inkml:brush xml:id="br0">
      <inkml:brushProperty name="width" value="0.1" units="cm"/>
      <inkml:brushProperty name="height" value="0.1" units="cm"/>
      <inkml:brushProperty name="color" value="#E71224"/>
    </inkml:brush>
  </inkml:definitions>
  <inkml:trace contextRef="#ctx0" brushRef="#br0">64 1 4676 0 0,'-6'7'1441'0'0,"0"1"0"0"0,1 1 0 0 0,0-1 1 0 0,0 1-1 0 0,1-1 0 0 0,-5 16 0 0 0,3-7-629 0 0,1 0 0 0 0,1 1 0 0 0,1 0 1 0 0,1 0-1 0 0,-1 22 0 0 0,10 52-3291 0 0,-1-61-1882 0 0,4-4-3663 0 0,-7-18 5359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7.810"/>
    </inkml:context>
    <inkml:brush xml:id="br0">
      <inkml:brushProperty name="width" value="0.1" units="cm"/>
      <inkml:brushProperty name="height" value="0.1" units="cm"/>
      <inkml:brushProperty name="color" value="#E71224"/>
    </inkml:brush>
  </inkml:definitions>
  <inkml:trace contextRef="#ctx0" brushRef="#br0">1 291 3388 0 0,'49'-60'7338'0'0,"-32"41"-6216"0"0,27-40-1 0 0,-21 22-720 0 0,-12 17-58 0 0,0 0 0 0 0,2 2 0 0 0,23-28 0 0 0,-35 45-304 0 0,-1 0 1 0 0,1 1-1 0 0,0-1 0 0 0,-1 0 1 0 0,1 0-1 0 0,0 1 0 0 0,0-1 0 0 0,-1 0 1 0 0,1 1-1 0 0,0-1 0 0 0,0 1 1 0 0,0-1-1 0 0,0 1 0 0 0,0 0 1 0 0,0-1-1 0 0,0 1 0 0 0,0 0 1 0 0,-1-1-1 0 0,1 1 0 0 0,0 0 0 0 0,0 0 1 0 0,1 0-1 0 0,-1 0 0 0 0,0 0 1 0 0,0 0-1 0 0,0 0 0 0 0,1 1 1 0 0,0 0 37 0 0,-1 0 0 0 0,0 0 0 0 0,0 0 0 0 0,0 0 0 0 0,0 0 0 0 0,0 1 0 0 0,0-1 1 0 0,-1 0-1 0 0,1 0 0 0 0,0 1 0 0 0,-1-1 0 0 0,1 1 0 0 0,-1-1 0 0 0,1 1 0 0 0,0 2 1 0 0,1 5 382 0 0,-1 0 0 0 0,0 0 1 0 0,-1 1-1 0 0,0 15 0 0 0,-6 18 905 0 0,-6 95 349 0 0,12-126-2439 0 0,1 0 0 0 0,0 0-1 0 0,0 0 1 0 0,4 13 0 0 0,0-12-4040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8.364"/>
    </inkml:context>
    <inkml:brush xml:id="br0">
      <inkml:brushProperty name="width" value="0.1" units="cm"/>
      <inkml:brushProperty name="height" value="0.1" units="cm"/>
      <inkml:brushProperty name="color" value="#E71224"/>
    </inkml:brush>
  </inkml:definitions>
  <inkml:trace contextRef="#ctx0" brushRef="#br0">31 1 2956 0 0,'0'0'3946'0'0,"-1"3"-3090"0"0,-1 2-536 0 0,-3 9 1215 0 0,0 1 0 0 0,0-1 1 0 0,1 1-1 0 0,1 0 0 0 0,-2 24 1 0 0,5-37-1474 0 0,1-1 0 0 0,0 1 0 0 0,-1-1 0 0 0,1 1 1 0 0,0-1-1 0 0,0 1 0 0 0,0-1 0 0 0,0 0 0 0 0,0 1 1 0 0,0-1-1 0 0,0 0 0 0 0,0 0 0 0 0,1 0 0 0 0,-1 0 1 0 0,0 0-1 0 0,1 0 0 0 0,-1 0 0 0 0,0 0 0 0 0,1-1 1 0 0,-1 1-1 0 0,1 0 0 0 0,0-1 0 0 0,-1 1 0 0 0,1-1 1 0 0,-1 0-1 0 0,3 1 0 0 0,45 7 454 0 0,-17-7-430 0 0,40 5-204 0 0,-69-6 111 0 0,0 1-1 0 0,1 0 1 0 0,-1 0 0 0 0,1 0 0 0 0,-1 0 0 0 0,0 1 0 0 0,0-1 0 0 0,0 1 0 0 0,0 0 0 0 0,0 0 0 0 0,0 0 0 0 0,0 0 0 0 0,-1 1-1 0 0,1-1 1 0 0,-1 1 0 0 0,0-1 0 0 0,3 4 0 0 0,0 2 58 0 0,-1 0 1 0 0,0 0-1 0 0,0 1 0 0 0,-1-1 0 0 0,0 1 1 0 0,-1 0-1 0 0,3 13 0 0 0,-5-18 12 0 0,1 0-1 0 0,-1-1 1 0 0,0 1-1 0 0,0 0 1 0 0,-1 0 0 0 0,1-1-1 0 0,-1 1 1 0 0,0 0-1 0 0,0-1 1 0 0,0 1-1 0 0,0-1 1 0 0,0 1-1 0 0,-1-1 1 0 0,0 0-1 0 0,0 0 1 0 0,0 0 0 0 0,0 0-1 0 0,0 0 1 0 0,-1 0-1 0 0,1 0 1 0 0,-5 3-1 0 0,5-4-54 0 0,-6 5-559 0 0,0-1 0 0 0,0 1 1 0 0,0-2-1 0 0,-16 9 0 0 0,-8-8-4909 0 0,29-6 4470 0 0,0 0 0 0 0,-1-1 0 0 0,1 0 0 0 0,0 1 0 0 0,0-1 1 0 0,0 0-1 0 0,0-1 0 0 0,0 1 0 0 0,-4-2 0 0 0,-5-5-1476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8.727"/>
    </inkml:context>
    <inkml:brush xml:id="br0">
      <inkml:brushProperty name="width" value="0.1" units="cm"/>
      <inkml:brushProperty name="height" value="0.1" units="cm"/>
      <inkml:brushProperty name="color" value="#E71224"/>
    </inkml:brush>
  </inkml:definitions>
  <inkml:trace contextRef="#ctx0" brushRef="#br0">0 88 6581 0 0,'12'-7'1884'0'0,"-7"2"-132"0"0,5 0-184 0 0,3 1-288 0 0,1-3-248 0 0,-3 2-356 0 0,6-1-428 0 0,-2 0-464 0 0,3-2-368 0 0,-1 1-820 0 0,0 1-2016 0 0,4-2 300 0 0,-6 1 343 0 0,2 1 321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9.641"/>
    </inkml:context>
    <inkml:brush xml:id="br0">
      <inkml:brushProperty name="width" value="0.1" units="cm"/>
      <inkml:brushProperty name="height" value="0.1" units="cm"/>
      <inkml:brushProperty name="color" value="#E71224"/>
    </inkml:brush>
  </inkml:definitions>
  <inkml:trace contextRef="#ctx0" brushRef="#br0">159 1 4320 0 0,'-4'4'8342'0'0,"3"3"-7800"0"0,3 2 95 0 0,1 1 1 0 0,0-1 0 0 0,1 0-1 0 0,0-1 1 0 0,0 1-1 0 0,1 0 1 0 0,8 10-1 0 0,-8-12-450 0 0,0 1 0 0 0,0-1 0 0 0,-1 1 0 0 0,0-1-1 0 0,-1 1 1 0 0,0 1 0 0 0,0-1 0 0 0,2 10 0 0 0,-5-15-118 0 0,-1 0 1 0 0,1 0-1 0 0,-1 0 0 0 0,1 0 1 0 0,-1 0-1 0 0,0-1 1 0 0,0 1-1 0 0,0 0 0 0 0,-1-1 1 0 0,1 1-1 0 0,-1-1 0 0 0,1 1 1 0 0,-1-1-1 0 0,0 0 1 0 0,0 1-1 0 0,0-1 0 0 0,0 0 1 0 0,0 0-1 0 0,0 0 1 0 0,-3 1-1 0 0,-57 38-329 0 0,48-33-202 0 0,3-1 511 0 0,-18 10-3393 0 0,-41 19-11320 0 0,59-32 12318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29.971"/>
    </inkml:context>
    <inkml:brush xml:id="br0">
      <inkml:brushProperty name="width" value="0.1" units="cm"/>
      <inkml:brushProperty name="height" value="0.1" units="cm"/>
      <inkml:brushProperty name="color" value="#E71224"/>
    </inkml:brush>
  </inkml:definitions>
  <inkml:trace contextRef="#ctx0" brushRef="#br0">126 49 4464 0 0,'-23'-1'9125'0'0,"-1"4"-6577"0"0,18-2-2926 0 0,0-1 0 0 0,0 1-1 0 0,0-1 1 0 0,0 0 0 0 0,1 0 0 0 0,-1 0 0 0 0,0-1-1 0 0,0 0 1 0 0,-7-2 0 0 0,9 2-1399 0 0,3 1 1682 0 0,1 0 1 0 0,-1 0-1 0 0,1 0 0 0 0,-1-1 0 0 0,1 1 0 0 0,0 0 1 0 0,-1 0-1 0 0,1-1 0 0 0,-1 1 0 0 0,1 0 1 0 0,0-1-1 0 0,-1 1 0 0 0,1 0 0 0 0,0-1 0 0 0,-1 1 1 0 0,1 0-1 0 0,0-1 0 0 0,0 1 0 0 0,-1-1 0 0 0,1 1 1 0 0,0 0-1 0 0,0-1 0 0 0,0 1 0 0 0,-1-1 0 0 0,1 1 1 0 0,0-1-1 0 0,0 1 0 0 0,0-1 0 0 0,0 1 0 0 0,0-1 1 0 0,0 1-1 0 0,0-1 0 0 0,0 1 0 0 0,0-1 0 0 0,0 1 1 0 0,1-1-1 0 0,-1 1 0 0 0,0 0 0 0 0,0-1 1 0 0,0 1-1 0 0,1-1 0 0 0,8-23-3733 0 0,-8 23 3574 0 0,2-4-1301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0.301"/>
    </inkml:context>
    <inkml:brush xml:id="br0">
      <inkml:brushProperty name="width" value="0.1" units="cm"/>
      <inkml:brushProperty name="height" value="0.1" units="cm"/>
      <inkml:brushProperty name="color" value="#E71224"/>
    </inkml:brush>
  </inkml:definitions>
  <inkml:trace contextRef="#ctx0" brushRef="#br0">290 0 3040 0 0,'3'9'1226'0'0,"-1"0"0"0"0,0 0 0 0 0,0 0 0 0 0,-1 0 0 0 0,-1 0 0 0 0,1 0 0 0 0,-2 10 0 0 0,1-9-441 0 0,-1-4-597 0 0,0 0 0 0 0,-1 0 0 0 0,1 0 1 0 0,-1 0-1 0 0,-1 0 0 0 0,1 0 0 0 0,-1-1 1 0 0,0 1-1 0 0,0-1 0 0 0,-1 1 0 0 0,1-1 1 0 0,-1-1-1 0 0,0 1 0 0 0,-1 0 0 0 0,1-1 1 0 0,-1 0-1 0 0,0 0 0 0 0,-5 3 0 0 0,-15 12-921 0 0,-1-2 0 0 0,-34 16 0 0 0,35-20-4485 0 0,-50 18 0 0 0,52-23 2576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0.634"/>
    </inkml:context>
    <inkml:brush xml:id="br0">
      <inkml:brushProperty name="width" value="0.1" units="cm"/>
      <inkml:brushProperty name="height" value="0.1" units="cm"/>
      <inkml:brushProperty name="color" value="#E71224"/>
    </inkml:brush>
  </inkml:definitions>
  <inkml:trace contextRef="#ctx0" brushRef="#br0">436 6 3868 0 0,'24'-6'9518'0'0,"-23"8"-9309"0"0,-1 0 0 0 0,1-1 0 0 0,-1 1-1 0 0,1 0 1 0 0,-1 0 0 0 0,0 0 0 0 0,0 0 0 0 0,0-1 0 0 0,0 1 0 0 0,0 0 0 0 0,0 0-1 0 0,0 0 1 0 0,-1 0 0 0 0,1 0 0 0 0,-1-1 0 0 0,0 3 0 0 0,-5 10 459 0 0,-2 0 0 0 0,1-1 0 0 0,-1 1 0 0 0,-1-2 0 0 0,-1 1 0 0 0,-16 17 0 0 0,-76 63 883 0 0,66-62-1318 0 0,19-16-1129 0 0,0-2 0 0 0,-2 0-1 0 0,-36 20 1 0 0,-6-10-5879 0 0,52-20 4726 0 0,1-2 0 0 0,-1 1 0 0 0,0-1 0 0 0,-18 0 0 0 0,10-3-439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0.967"/>
    </inkml:context>
    <inkml:brush xml:id="br0">
      <inkml:brushProperty name="width" value="0.1" units="cm"/>
      <inkml:brushProperty name="height" value="0.1" units="cm"/>
      <inkml:brushProperty name="color" value="#E71224"/>
    </inkml:brush>
  </inkml:definitions>
  <inkml:trace contextRef="#ctx0" brushRef="#br0">110 34 4276 0 0,'0'0'2759'0'0,"-3"2"-1495"0"0,-3 2-616 0 0,0 0 0 0 0,0 0-1 0 0,1 0 1 0 0,0 1-1 0 0,0 0 1 0 0,0 0-1 0 0,1 1 1 0 0,-1-1-1 0 0,1 1 1 0 0,1 0-1 0 0,-1 0 1 0 0,-3 9 0 0 0,-4 10 2547 0 0,-15 50 0 0 0,25-74-3108 0 0,0 0 0 0 0,1 1 1 0 0,-1-1-1 0 0,1 0 0 0 0,0 1 0 0 0,-1-1 0 0 0,1 0 0 0 0,0 1 1 0 0,0-1-1 0 0,0 1 0 0 0,0-1 0 0 0,0 1 0 0 0,0-1 0 0 0,0 0 0 0 0,0 1 1 0 0,0-1-1 0 0,1 1 0 0 0,-1-1 0 0 0,1 0 0 0 0,-1 1 0 0 0,1-1 1 0 0,-1 0-1 0 0,1 0 0 0 0,0 1 0 0 0,0-1 0 0 0,0 0 0 0 0,-1 0 0 0 0,1 0 1 0 0,0 0-1 0 0,0 0 0 0 0,0 0 0 0 0,1 0 0 0 0,-1 0 0 0 0,0-1 1 0 0,0 1-1 0 0,0 0 0 0 0,1-1 0 0 0,-1 1 0 0 0,0 0 0 0 0,1-1 0 0 0,-1 0 1 0 0,2 1-1 0 0,-1-1 83 0 0,35-24 116 0 0,-30 17-383 0 0,0 1 1 0 0,-1-1-1 0 0,0 0 1 0 0,-1 0-1 0 0,1-1 0 0 0,-1 1 1 0 0,-1-1-1 0 0,7-15 1 0 0,-8 17-209 0 0,0 0 0 0 0,-1 0 0 0 0,0-1 0 0 0,0 1 0 0 0,-1 0-1 0 0,0-1 1 0 0,0 1 0 0 0,0-1 0 0 0,-1 1 0 0 0,0-1 0 0 0,0 1 0 0 0,-1-1 0 0 0,-1-6 0 0 0,0 8-1255 0 0,0 0 0 0 0,0 1-1 0 0,-1-1 1 0 0,0 1 0 0 0,0 0-1 0 0,0 0 1 0 0,0 0 0 0 0,-1 0 0 0 0,1 1-1 0 0,-9-7 1 0 0,3 3-1097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1.302"/>
    </inkml:context>
    <inkml:brush xml:id="br0">
      <inkml:brushProperty name="width" value="0.1" units="cm"/>
      <inkml:brushProperty name="height" value="0.1" units="cm"/>
      <inkml:brushProperty name="color" value="#E71224"/>
    </inkml:brush>
  </inkml:definitions>
  <inkml:trace contextRef="#ctx0" brushRef="#br0">0 116 5977 0 0,'4'-8'1896'0'0,"0"0"-156"0"0,4-1-276 0 0,-3-1-336 0 0,9 0-352 0 0,-1 2-448 0 0,4-1-544 0 0,0-1-3100 0 0,6-3 264 0 0,2-1 279 0 0,-2-2 305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1.889"/>
    </inkml:context>
    <inkml:brush xml:id="br0">
      <inkml:brushProperty name="width" value="0.1" units="cm"/>
      <inkml:brushProperty name="height" value="0.1" units="cm"/>
      <inkml:brushProperty name="color" value="#E71224"/>
    </inkml:brush>
  </inkml:definitions>
  <inkml:trace contextRef="#ctx0" brushRef="#br0">116 94 5200 0 0,'-16'-10'6003'0'0,"-2"-4"-3403"0"0,14 11-2446 0 0,0 0 1 0 0,1 0 0 0 0,0-1 0 0 0,0 1 0 0 0,0-1-1 0 0,0 0 1 0 0,0 0 0 0 0,1 0 0 0 0,-3-6 0 0 0,5 9-287 0 0,29-24-890 0 0,-25 24 999 0 0,1 1 1 0 0,0-1-1 0 0,-1 1 1 0 0,1 0-1 0 0,0 1 1 0 0,-1-1-1 0 0,1 1 1 0 0,0 0-1 0 0,-1 0 1 0 0,1 0-1 0 0,-1 1 1 0 0,0-1 0 0 0,1 1-1 0 0,-1 0 1 0 0,0 0-1 0 0,0 1 1 0 0,6 4-1 0 0,-7-5 90 0 0,0 0 0 0 0,-1 0 0 0 0,0 0 0 0 0,1 1 0 0 0,-1-1 0 0 0,0 1 0 0 0,0-1 0 0 0,-1 1 0 0 0,1 0 0 0 0,0-1 0 0 0,-1 1 0 0 0,0 0 0 0 0,1 0 0 0 0,-1 0 0 0 0,0 0 0 0 0,-1 1 0 0 0,1-1 0 0 0,0 0 0 0 0,-1 0 0 0 0,0 0 0 0 0,0 0 0 0 0,0 1 0 0 0,0-1 0 0 0,0 0 0 0 0,-1 0 0 0 0,1 1 0 0 0,-2 3 0 0 0,-8 15 588 0 0,0-1 1 0 0,-1 0-1 0 0,-1 0 0 0 0,-1-1 0 0 0,-25 30 0 0 0,23-32 51 0 0,1 1 0 0 0,1 0 0 0 0,1 0-1 0 0,1 1 1 0 0,0 0 0 0 0,-10 31 0 0 0,21-51-666 0 0,-1 1 0 0 0,1 0 0 0 0,0-1 0 0 0,0 1 0 0 0,-1 0 0 0 0,1-1 0 0 0,0 1 0 0 0,0 0 1 0 0,0 0-1 0 0,0-1 0 0 0,0 1 0 0 0,0 0 0 0 0,0 0 0 0 0,0-1 0 0 0,1 1 0 0 0,-1 0 0 0 0,0 0 1 0 0,0-1-1 0 0,0 1 0 0 0,1 0 0 0 0,-1-1 0 0 0,0 1 0 0 0,1 0 0 0 0,-1-1 0 0 0,1 1 0 0 0,-1-1 1 0 0,1 1-1 0 0,-1 0 0 0 0,1-1 0 0 0,0 1 0 0 0,26 3 485 0 0,35-17-703 0 0,-62 13 164 0 0,80-24-992 0 0,-2-4-3334 0 0,-51 17 40 0 0,-1-1 1 0 0,-1-1-1 0 0,45-30 1 0 0,-48 27 1759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2.222"/>
    </inkml:context>
    <inkml:brush xml:id="br0">
      <inkml:brushProperty name="width" value="0.1" units="cm"/>
      <inkml:brushProperty name="height" value="0.1" units="cm"/>
      <inkml:brushProperty name="color" value="#E71224"/>
    </inkml:brush>
  </inkml:definitions>
  <inkml:trace contextRef="#ctx0" brushRef="#br0">4 4 4648 0 0,'-4'-3'2477'0'0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2.568"/>
    </inkml:context>
    <inkml:brush xml:id="br0">
      <inkml:brushProperty name="width" value="0.1" units="cm"/>
      <inkml:brushProperty name="height" value="0.1" units="cm"/>
      <inkml:brushProperty name="color" value="#E71224"/>
    </inkml:brush>
  </inkml:definitions>
  <inkml:trace contextRef="#ctx0" brushRef="#br0">1 24 4556 0 0,'10'17'8848'0'0,"-8"-16"-8520"0"0,28 2 3403 0 0,33-14-3662 0 0,-58 10-49 0 0,100-25-12437 0 0,-84 19 9686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3.013"/>
    </inkml:context>
    <inkml:brush xml:id="br0">
      <inkml:brushProperty name="width" value="0.1" units="cm"/>
      <inkml:brushProperty name="height" value="0.1" units="cm"/>
      <inkml:brushProperty name="color" value="#E71224"/>
    </inkml:brush>
  </inkml:definitions>
  <inkml:trace contextRef="#ctx0" brushRef="#br0">1 1 6725 0 0,'0'0'5549'0'0,"10"31"-1149"0"0,43 93 1092 0 0,-15-36-3878 0 0,-4 0-3318 0 0,-7 3-4570 0 0,-11 4-5821 0 0,-13-75 9564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3.885"/>
    </inkml:context>
    <inkml:brush xml:id="br0">
      <inkml:brushProperty name="width" value="0.1" units="cm"/>
      <inkml:brushProperty name="height" value="0.1" units="cm"/>
      <inkml:brushProperty name="color" value="#E71224"/>
    </inkml:brush>
  </inkml:definitions>
  <inkml:trace contextRef="#ctx0" brushRef="#br0">551 0 4400 0 0,'7'2'9410'0'0,"11"13"-6839"0"0,13 18-1303 0 0,-25-25-988 0 0,23 33 1275 0 0,46 85 0 0 0,-69-114-1478 0 0,0-1 0 0 0,-1 2 0 0 0,-1-1 0 0 0,0 1 0 0 0,-1-1-1 0 0,0 1 1 0 0,-1 0 0 0 0,0 0 0 0 0,-1 0 0 0 0,-1 0 0 0 0,0 1 0 0 0,-3 21 0 0 0,-1-23-12 0 0,0-1 0 0 0,-1 1 0 0 0,0-1 0 0 0,-1 0 0 0 0,0-1 0 0 0,0 1 0 0 0,-2-1 1 0 0,1 0-1 0 0,-1-1 0 0 0,-1 0 0 0 0,1 0 0 0 0,-2-1 0 0 0,1 0 0 0 0,-1 0 0 0 0,0-1 0 0 0,-1 0 1 0 0,1-1-1 0 0,-1-1 0 0 0,-1 1 0 0 0,1-2 0 0 0,-1 1 0 0 0,-12 1 0 0 0,14-4-153 0 0,0-2 0 0 0,-1 1 0 0 0,1-2 0 0 0,0 1 0 0 0,-1-1 0 0 0,1-1 0 0 0,0 0 0 0 0,-18-6 0 0 0,21 6-44 0 0,1 0 1 0 0,0-1-1 0 0,0 0 1 0 0,0 0-1 0 0,0 0 0 0 0,1-1 1 0 0,-1 0-1 0 0,1 0 1 0 0,0 0-1 0 0,0-1 0 0 0,1 1 1 0 0,-1-1-1 0 0,1 0 1 0 0,-7-11-1 0 0,10 14 40 0 0,0-1 0 0 0,0 1 0 0 0,0-1 0 0 0,0 1 0 0 0,0 0 0 0 0,1-1 0 0 0,0 1 0 0 0,-1-1-1 0 0,1 1 1 0 0,0-1 0 0 0,0 1 0 0 0,0-1 0 0 0,0 1 0 0 0,1-1 0 0 0,-1 1 0 0 0,1-1 0 0 0,-1 1 0 0 0,1-1 0 0 0,2-3 0 0 0,0 0-93 0 0,0 1-1 0 0,0 0 1 0 0,1 0-1 0 0,0 0 1 0 0,0 0 0 0 0,0 1-1 0 0,1-1 1 0 0,4-3 0 0 0,3-1-47 0 0,-1 1 0 0 0,1 0 1 0 0,1 1-1 0 0,0 0 0 0 0,0 1 0 0 0,20-7 1 0 0,-32 13 286 0 0,-1-1 1 0 0,1 1 0 0 0,0 0 0 0 0,-1-1-1 0 0,1 1 1 0 0,-1 0 0 0 0,1 0-1 0 0,-1-1 1 0 0,1 1 0 0 0,0 0-1 0 0,-1 0 1 0 0,1 0 0 0 0,-1 0 0 0 0,1 0-1 0 0,0 0 1 0 0,-1 0 0 0 0,1 0-1 0 0,-1 0 1 0 0,1 0 0 0 0,0 0-1 0 0,-1 0 1 0 0,1 0 0 0 0,0 0 0 0 0,-1 1-1 0 0,1-1 1 0 0,-1 0 0 0 0,1 0-1 0 0,-1 1 1 0 0,1-1 0 0 0,-1 0-1 0 0,1 1 1 0 0,-1-1 0 0 0,1 1 0 0 0,-1-1-1 0 0,1 1 1 0 0,-1-1 0 0 0,1 1-1 0 0,-12 23 1439 0 0,-33 26 596 0 0,42-48-1946 0 0,-43 43 1546 0 0,2 1 0 0 0,2 2-1 0 0,-51 79 1 0 0,72-92-1197 0 0,-96 147-751 0 0,102-165 666 0 0,-13 2-8601 0 0,25-18 7616 0 0,1-1 1 0 0,-1 1 0 0 0,0 0 0 0 0,1-1 0 0 0,-1 1 0 0 0,0-1 0 0 0,0 0-1 0 0,1 0 1 0 0,-1 1 0 0 0,0-1 0 0 0,0 0 0 0 0,0-1 0 0 0,1 1 0 0 0,-1 0 0 0 0,0 0-1 0 0,0-1 1 0 0,1 1 0 0 0,-1-1 0 0 0,0 1 0 0 0,1-1 0 0 0,-1 0 0 0 0,1 0-1 0 0,-1 0 1 0 0,0 0 0 0 0,1 0 0 0 0,0 0 0 0 0,-1 0 0 0 0,-1-2 0 0 0,-6-8-2028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4.214"/>
    </inkml:context>
    <inkml:brush xml:id="br0">
      <inkml:brushProperty name="width" value="0.1" units="cm"/>
      <inkml:brushProperty name="height" value="0.1" units="cm"/>
      <inkml:brushProperty name="color" value="#E71224"/>
    </inkml:brush>
  </inkml:definitions>
  <inkml:trace contextRef="#ctx0" brushRef="#br0">0 157 6141 0 0,'0'-5'3184'0'0,"6"-6"-1832"0"0,-2 6-172 0 0,3-3-180 0 0,-1 1-168 0 0,3-1-220 0 0,5-1-212 0 0,-3-1-184 0 0,6 0-196 0 0,-1-1-172 0 0,5 1-116 0 0,-4-1-172 0 0,2 2-348 0 0,2-1-2508 0 0,2-1 224 0 0,-6 1 287 0 0,-4-1 273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4.626"/>
    </inkml:context>
    <inkml:brush xml:id="br0">
      <inkml:brushProperty name="width" value="0.1" units="cm"/>
      <inkml:brushProperty name="height" value="0.1" units="cm"/>
      <inkml:brushProperty name="color" value="#E71224"/>
    </inkml:brush>
  </inkml:definitions>
  <inkml:trace contextRef="#ctx0" brushRef="#br0">492 1 2444 0 0,'11'15'2332'0'0,"-6"-8"-1518"0"0,1 0 1 0 0,-2 0-1 0 0,1 1 0 0 0,-1-1 1 0 0,0 1-1 0 0,0 0 1 0 0,3 14-1 0 0,-5-14-550 0 0,0 1 0 0 0,-1 0 0 0 0,0-1 0 0 0,-1 1 1 0 0,0 0-1 0 0,0 0 0 0 0,-1 0 0 0 0,0 0 0 0 0,-1-1 0 0 0,1 1 0 0 0,-2 0 0 0 0,1-1 0 0 0,-1 0 0 0 0,-1 1 0 0 0,1-1 1 0 0,-1-1-1 0 0,-1 1 0 0 0,1 0 0 0 0,-2-1 0 0 0,1 0 0 0 0,-9 9 0 0 0,1-2-29 0 0,-1-1 0 0 0,0-1-1 0 0,-1 0 1 0 0,0-1 0 0 0,-1 0 0 0 0,0-1-1 0 0,-1-1 1 0 0,0-1 0 0 0,-23 8-1 0 0,31-14-211 0 0,0 0-1 0 0,-1 0 0 0 0,1-1 1 0 0,0-1-1 0 0,0 1 0 0 0,-1-2 0 0 0,1 1 1 0 0,0-1-1 0 0,0-1 0 0 0,-1 1 0 0 0,1-2 1 0 0,1 1-1 0 0,-1-1 0 0 0,0 0 1 0 0,1-1-1 0 0,-1 0 0 0 0,1-1 0 0 0,0 0 1 0 0,-10-7-1 0 0,7 4-390 0 0,1 0 0 0 0,-1 0 0 0 0,2-1 0 0 0,-1 0 0 0 0,1-1 0 0 0,1 0 0 0 0,-1-1 0 0 0,2 1 0 0 0,0-2 0 0 0,0 1 0 0 0,1-1 0 0 0,0 0 0 0 0,-4-14 0 0 0,6-22-9351 0 0,4 38 7933 0 0,0-6-715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4.957"/>
    </inkml:context>
    <inkml:brush xml:id="br0">
      <inkml:brushProperty name="width" value="0.1" units="cm"/>
      <inkml:brushProperty name="height" value="0.1" units="cm"/>
      <inkml:brushProperty name="color" value="#E71224"/>
    </inkml:brush>
  </inkml:definitions>
  <inkml:trace contextRef="#ctx0" brushRef="#br0">7 33 6613 0 0,'-2'-5'1936'0'0,"-2"-4"2252"0"0,4-1-3504 0 0,0 7-376 0 0,4 0-432 0 0,5 1-3980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8.285"/>
    </inkml:context>
    <inkml:brush xml:id="br0">
      <inkml:brushProperty name="width" value="0.1" units="cm"/>
      <inkml:brushProperty name="height" value="0.1" units="cm"/>
      <inkml:brushProperty name="color" value="#E71224"/>
    </inkml:brush>
  </inkml:definitions>
  <inkml:trace contextRef="#ctx0" brushRef="#br0">1007 27 3264 0 0,'18'-22'14268'0'0,"-31"20"-13986"0"0,1 1 1 0 0,-1 0 0 0 0,0 0 0 0 0,1 1 0 0 0,-1 1 0 0 0,0 0 0 0 0,-20 5 0 0 0,-8-1 274 0 0,-158 13 2713 0 0,-340-12 0 0 0,456-6-3978 0 0,81 0 462 0 0,-36 3-4510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38.789"/>
    </inkml:context>
    <inkml:brush xml:id="br0">
      <inkml:brushProperty name="width" value="0.1" units="cm"/>
      <inkml:brushProperty name="height" value="0.1" units="cm"/>
      <inkml:brushProperty name="color" value="#E71224"/>
    </inkml:brush>
  </inkml:definitions>
  <inkml:trace contextRef="#ctx0" brushRef="#br0">331 1 4360 0 0,'-9'0'8771'0'0,"-34"19"-5423"0"0,-31 20-2995 0 0,46-22 396 0 0,2 1 0 0 0,0 1 0 0 0,1 1 0 0 0,1 1 0 0 0,1 2 0 0 0,-22 27 0 0 0,43-48-683 0 0,1 0 0 0 0,0 0 0 0 0,1 0 0 0 0,-1 1 0 0 0,0-1 0 0 0,1 0 0 0 0,-1 0 0 0 0,1 1 0 0 0,0-1 0 0 0,0 0 0 0 0,-1 1 0 0 0,2-1 0 0 0,-1 1 0 0 0,0-1 0 0 0,0 0 0 0 0,1 1 0 0 0,-1-1 0 0 0,1 0 0 0 0,0 0 0 0 0,0 1 0 0 0,0-1 0 0 0,0 0 0 0 0,0 0 0 0 0,2 3 0 0 0,2 2 94 0 0,-1 0 0 0 0,1 0 0 0 0,0-1 0 0 0,0 0 0 0 0,11 10 0 0 0,-6-8-474 0 0,1-1 0 0 0,1 0 0 0 0,-1-1 0 0 0,1 0 0 0 0,22 7 0 0 0,33 9-6589 0 0,-32-11-630 0 0,-3-1 1869 0 0,-18-3 3215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2.998"/>
    </inkml:context>
    <inkml:brush xml:id="br0">
      <inkml:brushProperty name="width" value="0.1" units="cm"/>
      <inkml:brushProperty name="height" value="0.1" units="cm"/>
      <inkml:brushProperty name="color" value="#E71224"/>
    </inkml:brush>
  </inkml:definitions>
  <inkml:trace contextRef="#ctx0" brushRef="#br0">1364 13 5324 0 0,'7'-13'14951'0'0,"33"44"-12504"0"0,-37-28-2414 0 0,0 0 0 0 0,0 1 1 0 0,-1 0-1 0 0,0-1 0 0 0,0 1 0 0 0,0 0 0 0 0,0 0 0 0 0,0 0 1 0 0,-1 1-1 0 0,0-1 0 0 0,0 0 0 0 0,0 0 0 0 0,0 1 1 0 0,-1-1-1 0 0,0 1 0 0 0,1-1 0 0 0,-2 0 0 0 0,1 1 0 0 0,-1 5 1 0 0,-1-3 38 0 0,-1-1 0 0 0,1 0 1 0 0,-1 1-1 0 0,0-1 1 0 0,-1 0-1 0 0,1-1 0 0 0,-1 1 1 0 0,0-1-1 0 0,-1 1 1 0 0,1-1-1 0 0,-8 6 1 0 0,-12 8 361 0 0,0-1 0 0 0,-2 0 1 0 0,0-2-1 0 0,-38 17 0 0 0,-146 64 1404 0 0,167-80-1482 0 0,0-2 0 0 0,-1-2 0 0 0,-46 7-1 0 0,72-18-618 0 0,0 0-1 0 0,0-2 0 0 0,0 0 0 0 0,0 0 1 0 0,0-2-1 0 0,1 0 0 0 0,-24-6 0 0 0,-3-5-2380 0 0,-69-30-1 0 0,111 42 2575 0 0,0 0 1 0 0,0 0-1 0 0,0 0 1 0 0,0 0-1 0 0,0 1 0 0 0,0-1 1 0 0,0 1-1 0 0,0-1 1 0 0,0 1-1 0 0,0 0 0 0 0,0 0 1 0 0,0 0-1 0 0,0 0 1 0 0,-1 0-1 0 0,1 1 0 0 0,0-1 1 0 0,0 1-1 0 0,0-1 0 0 0,-3 2 1 0 0,2 0 222 0 0,0 1 1 0 0,0 0-1 0 0,0 0 0 0 0,0 0 1 0 0,0 0-1 0 0,1 0 0 0 0,-1 0 1 0 0,1 0-1 0 0,-3 7 0 0 0,-7 8 509 0 0,0-1 0 0 0,-2 0 0 0 0,0-1 0 0 0,0-1 0 0 0,-2 0 0 0 0,-34 25-1 0 0,48-39-719 0 0,0 0 0 0 0,-1 0-1 0 0,1 0 1 0 0,-1 0-1 0 0,1 0 1 0 0,-1-1 0 0 0,0 0-1 0 0,1 1 1 0 0,-1-1-1 0 0,0 0 1 0 0,1 0-1 0 0,-1 0 1 0 0,1-1 0 0 0,-1 1-1 0 0,0-1 1 0 0,1 1-1 0 0,-1-1 1 0 0,1 0-1 0 0,-1 0 1 0 0,1 0 0 0 0,0 0-1 0 0,-1-1 1 0 0,1 1-1 0 0,0-1 1 0 0,-3-1-1 0 0,-9-8-452 0 0,0 0 0 0 0,-21-22 0 0 0,21 19 329 0 0,8 9 63 0 0,-6-7-51 0 0,0 1 1 0 0,-1 0-1 0 0,0 1 0 0 0,-27-16 1 0 0,39 26 105 0 0,0 0 46 0 0,0 0 23 0 0,1 1-1 0 0,-1-1 0 0 0,0 1 1 0 0,1-1-1 0 0,-1 1 1 0 0,0-1-1 0 0,1 1 1 0 0,-1 0-1 0 0,1-1 0 0 0,-1 1 1 0 0,1 0-1 0 0,-1-1 1 0 0,1 1-1 0 0,0 0 1 0 0,-1 0-1 0 0,1-1 0 0 0,0 1 1 0 0,-1 0-1 0 0,1 0 1 0 0,0-1-1 0 0,0 1 1 0 0,0 0-1 0 0,0 0 0 0 0,0 0 1 0 0,0 0-1 0 0,0-1 1 0 0,0 1-1 0 0,0 0 1 0 0,0 0-1 0 0,1 1 1 0 0,0 30 400 0 0,4-9-469 0 0,-1 1 0 0 0,-2 1-1 0 0,0 39 1 0 0,-7-18-4758 0 0,-7-4-6048 0 0,7-34 8022 0 0,0-1 255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3.426"/>
    </inkml:context>
    <inkml:brush xml:id="br0">
      <inkml:brushProperty name="width" value="0.1" units="cm"/>
      <inkml:brushProperty name="height" value="0.1" units="cm"/>
      <inkml:brushProperty name="color" value="#E71224"/>
    </inkml:brush>
  </inkml:definitions>
  <inkml:trace contextRef="#ctx0" brushRef="#br0">1 1 7881 0 0,'13'2'20633'0'0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3.789"/>
    </inkml:context>
    <inkml:brush xml:id="br0">
      <inkml:brushProperty name="width" value="0.1" units="cm"/>
      <inkml:brushProperty name="height" value="0.1" units="cm"/>
      <inkml:brushProperty name="color" value="#E71224"/>
    </inkml:brush>
  </inkml:definitions>
  <inkml:trace contextRef="#ctx0" brushRef="#br0">0 114 6981 0 0,'7'-15'6971'0'0,"-5"13"-6561"0"0,19-10 3331 0 0,34-3-1618 0 0,-39 11-1258 0 0,37-9 313 0 0,1 2-3888 0 0,87-24-14073 0 0,-117 28 14363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4.124"/>
    </inkml:context>
    <inkml:brush xml:id="br0">
      <inkml:brushProperty name="width" value="0.1" units="cm"/>
      <inkml:brushProperty name="height" value="0.1" units="cm"/>
      <inkml:brushProperty name="color" value="#E71224"/>
    </inkml:brush>
  </inkml:definitions>
  <inkml:trace contextRef="#ctx0" brushRef="#br0">1 2 4176 0 0,'6'-1'1096'0'0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4.522"/>
    </inkml:context>
    <inkml:brush xml:id="br0">
      <inkml:brushProperty name="width" value="0.1" units="cm"/>
      <inkml:brushProperty name="height" value="0.1" units="cm"/>
      <inkml:brushProperty name="color" value="#E71224"/>
    </inkml:brush>
  </inkml:definitions>
  <inkml:trace contextRef="#ctx0" brushRef="#br0">4 3 4368 0 0,'-4'-3'9127'0'0,"12"11"-8405"0"0,0 0 0 0 0,-1 1 0 0 0,-1 0 1 0 0,1 0-1 0 0,-2 1 0 0 0,1 0 0 0 0,-1 0 1 0 0,4 11-1 0 0,29 89 1937 0 0,-28-78-2369 0 0,24 100-879 0 0,-30-111-2106 0 0,-1 0 0 0 0,-1 28-1 0 0,-9-13-3873 0 0,1-18 3459 0 0,2-3 496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5.315"/>
    </inkml:context>
    <inkml:brush xml:id="br0">
      <inkml:brushProperty name="width" value="0.1" units="cm"/>
      <inkml:brushProperty name="height" value="0.1" units="cm"/>
      <inkml:brushProperty name="color" value="#E71224"/>
    </inkml:brush>
  </inkml:definitions>
  <inkml:trace contextRef="#ctx0" brushRef="#br0">410 13 3460 0 0,'7'-12'9154'0'0,"0"16"-8915"0"0,-1 0 0 0 0,0 1 0 0 0,0 0-1 0 0,0 0 1 0 0,0 0 0 0 0,-1 1 0 0 0,0 0-1 0 0,0 0 1 0 0,-1 0 0 0 0,1 0 0 0 0,-1 1-1 0 0,-1 0 1 0 0,1 0 0 0 0,-1 0-1 0 0,-1 0 1 0 0,1 0 0 0 0,-1 1 0 0 0,0-1-1 0 0,-1 1 1 0 0,0 0 0 0 0,0-1 0 0 0,0 9-1 0 0,-1-1-152 0 0,-1 0 0 0 0,0-1 0 0 0,-1 1-1 0 0,-1 0 1 0 0,0-1 0 0 0,0 1 0 0 0,-2-1 0 0 0,0 0-1 0 0,-1 0 1 0 0,-13 24 0 0 0,3-10-15 0 0,2-3-35 0 0,-1-1 0 0 0,-20 24 0 0 0,34-47-68 0 0,1-1-1 0 0,-1 1 1 0 0,0 0 0 0 0,0 0-1 0 0,0 0 1 0 0,0 0 0 0 0,1 0 0 0 0,-1 0-1 0 0,0 0 1 0 0,1 0 0 0 0,-1 0 0 0 0,1 1-1 0 0,-1-1 1 0 0,1 0 0 0 0,0 0 0 0 0,-1 0-1 0 0,1 1 1 0 0,0-1 0 0 0,0 0 0 0 0,0 0-1 0 0,0 1 1 0 0,0-1 0 0 0,0 0-1 0 0,0 0 1 0 0,1 3 0 0 0,0-3 1 0 0,0 0 0 0 0,0 0-1 0 0,1 0 1 0 0,-1 0 0 0 0,0 0 0 0 0,0 0-1 0 0,1 0 1 0 0,-1 0 0 0 0,0-1 0 0 0,1 1 0 0 0,-1 0-1 0 0,1-1 1 0 0,-1 1 0 0 0,1-1 0 0 0,-1 0 0 0 0,1 1-1 0 0,2-1 1 0 0,11 1-223 0 0,1 0 1 0 0,-1-1-1 0 0,19-2 0 0 0,-28 1 68 0 0,9 0-56 0 0,-1 0 1 0 0,0 0-1 0 0,1 2 0 0 0,-1 0 1 0 0,0 0-1 0 0,15 4 0 0 0,-26-4 279 0 0,-1 0 0 0 0,1 0 0 0 0,0 0 0 0 0,-1 0 0 0 0,1 0 0 0 0,-1 1 0 0 0,1-1 0 0 0,-1 1 0 0 0,0 0 0 0 0,0-1 1 0 0,0 1-1 0 0,1 0 0 0 0,-2 0 0 0 0,1 0 0 0 0,0 1 0 0 0,0-1 0 0 0,-1 0 0 0 0,1 1 0 0 0,-1-1 0 0 0,0 1 0 0 0,0-1 0 0 0,0 1 0 0 0,0 0 0 0 0,0-1 0 0 0,0 1 0 0 0,-1 0 0 0 0,1 0 0 0 0,-1-1 0 0 0,0 1 0 0 0,0 0 0 0 0,0 0 0 0 0,0 0 0 0 0,-1-1 0 0 0,1 1 0 0 0,-1 0 0 0 0,-1 4 0 0 0,1-2 250 0 0,-1 0 1 0 0,0 0-1 0 0,0 0 0 0 0,-1-1 1 0 0,1 1-1 0 0,-1-1 0 0 0,0 1 0 0 0,0-1 1 0 0,-1 0-1 0 0,1 0 0 0 0,-1-1 1 0 0,0 1-1 0 0,-8 5 0 0 0,-61 37 2688 0 0,60-39-2524 0 0,-9 6 40 0 0,-1-2 1 0 0,0-1-1 0 0,0 0 0 0 0,-1-2 1 0 0,0-1-1 0 0,-36 6 0 0 0,43-11-981 0 0,0 0-1 0 0,1-2 0 0 0,-1 0 1 0 0,-20-3-1 0 0,22 1-1253 0 0,0-1 1 0 0,0 0-1 0 0,0-2 0 0 0,-28-11 0 0 0,-37-25-11181 0 0,59 30 10403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5.993"/>
    </inkml:context>
    <inkml:brush xml:id="br0">
      <inkml:brushProperty name="width" value="0.1" units="cm"/>
      <inkml:brushProperty name="height" value="0.1" units="cm"/>
      <inkml:brushProperty name="color" value="#E71224"/>
    </inkml:brush>
  </inkml:definitions>
  <inkml:trace contextRef="#ctx0" brushRef="#br0">413 833 4136 0 0,'-6'-83'10636'0'0,"-8"-7"-8203"0"0,5 34-2941 0 0,-5-93 0 0 0,14 137 473 0 0,1 0 0 0 0,0 0-1 0 0,0 1 1 0 0,1-1 0 0 0,1 0 0 0 0,0 1 0 0 0,0-1 0 0 0,1 1 0 0 0,1 0 0 0 0,0 0-1 0 0,11-18 1 0 0,-13 24 19 0 0,1 0 0 0 0,0 0-1 0 0,1 1 1 0 0,-1-1-1 0 0,1 1 1 0 0,0 0 0 0 0,0 0-1 0 0,0 1 1 0 0,0 0 0 0 0,1-1-1 0 0,0 2 1 0 0,-1-1 0 0 0,1 1-1 0 0,0 0 1 0 0,0 0 0 0 0,0 0-1 0 0,0 1 1 0 0,1 0 0 0 0,-1 0-1 0 0,0 1 1 0 0,1-1-1 0 0,-1 1 1 0 0,11 2 0 0 0,-9-1 74 0 0,0 0 0 0 0,0 0 0 0 0,-1 1 0 0 0,1 0 0 0 0,0 0 0 0 0,-1 1 0 0 0,1 0 0 0 0,-1 1 0 0 0,0-1 0 0 0,0 1 0 0 0,0 1 1 0 0,-1-1-1 0 0,0 1 0 0 0,1 0 0 0 0,-2 1 0 0 0,11 10 0 0 0,-13-11-10 0 0,0 1 1 0 0,0-1 0 0 0,0 0-1 0 0,0 1 1 0 0,-1-1-1 0 0,0 1 1 0 0,-1 0-1 0 0,1 0 1 0 0,-1 0 0 0 0,0 0-1 0 0,0 0 1 0 0,-1 0-1 0 0,0 0 1 0 0,0 0-1 0 0,0 0 1 0 0,-1 0 0 0 0,0 0-1 0 0,0 0 1 0 0,0 0-1 0 0,-1 0 1 0 0,0-1-1 0 0,-5 12 1 0 0,0-2 368 0 0,-1-1 0 0 0,0 0 0 0 0,-1 0 0 0 0,0 0 0 0 0,-1-1 0 0 0,0-1 0 0 0,-1 0 1 0 0,-1 0-1 0 0,0-1 0 0 0,-1-1 0 0 0,0 0 0 0 0,0 0 0 0 0,-1-1 0 0 0,-17 8 0 0 0,21-13-243 0 0,0 0 1 0 0,0 0-1 0 0,0-1 0 0 0,0 0 0 0 0,0 0 1 0 0,-1-1-1 0 0,1-1 0 0 0,-1 0 0 0 0,1 0 1 0 0,-1-1-1 0 0,1-1 0 0 0,-1 1 1 0 0,1-2-1 0 0,-1 0 0 0 0,1 0 0 0 0,0 0 1 0 0,0-1-1 0 0,0-1 0 0 0,0 0 0 0 0,0 0 1 0 0,1-1-1 0 0,-17-11 0 0 0,2-3-296 0 0,1-1-1 0 0,0-1 1 0 0,2-1-1 0 0,1-1 1 0 0,1 0-1 0 0,0-2 1 0 0,2 0-1 0 0,1-1 1 0 0,1-1-1 0 0,1 0 1 0 0,-17-50-1 0 0,26 61-581 0 0,0 0 1 0 0,1-1-1 0 0,1 1 0 0 0,0-1 0 0 0,1 0 1 0 0,1 0-1 0 0,2-29 0 0 0,7-8-5532 0 0,6 0-5262 0 0,-10 42 9049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6.385"/>
    </inkml:context>
    <inkml:brush xml:id="br0">
      <inkml:brushProperty name="width" value="0.1" units="cm"/>
      <inkml:brushProperty name="height" value="0.1" units="cm"/>
      <inkml:brushProperty name="color" value="#E71224"/>
    </inkml:brush>
  </inkml:definitions>
  <inkml:trace contextRef="#ctx0" brushRef="#br0">0 0 6093 0 0,'2'4'3535'0'0,"24"43"1100"0"0,32 43 0 0 0,5 8-6072 0 0,-50-75-2523 0 0,0 2-1 0 0,11 31 0 0 0,-17-39 1301 0 0,-1 0 209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6.989"/>
    </inkml:context>
    <inkml:brush xml:id="br0">
      <inkml:brushProperty name="width" value="0.1" units="cm"/>
      <inkml:brushProperty name="height" value="0.1" units="cm"/>
      <inkml:brushProperty name="color" value="#E71224"/>
    </inkml:brush>
  </inkml:definitions>
  <inkml:trace contextRef="#ctx0" brushRef="#br0">25 20 5537 0 0,'-12'-7'12014'0'0,"11"8"-11930"0"0,0-1-1 0 0,1 0 1 0 0,-1 1 0 0 0,0-1-1 0 0,1 1 1 0 0,-1-1 0 0 0,0 0-1 0 0,1 1 1 0 0,-1 0 0 0 0,1-1 0 0 0,-1 1-1 0 0,1-1 1 0 0,-1 1 0 0 0,1 0-1 0 0,-1-1 1 0 0,1 1 0 0 0,-1 0-1 0 0,1-1 1 0 0,0 1 0 0 0,0 0-1 0 0,-1 0 1 0 0,1-1 0 0 0,0 1 0 0 0,0 0-1 0 0,0 0 1 0 0,0-1 0 0 0,0 1-1 0 0,0 0 1 0 0,0 0 0 0 0,0 0-1 0 0,0-1 1 0 0,0 1 0 0 0,0 0-1 0 0,0 0 1 0 0,1-1 0 0 0,-1 1 0 0 0,0 0-1 0 0,1 0 1 0 0,-1-1 0 0 0,0 1-1 0 0,1 0 1 0 0,-1-1 0 0 0,1 1-1 0 0,-1 0 1 0 0,2 0 0 0 0,-1 0-144 0 0,1 1 0 0 0,-1-1 1 0 0,1 0-1 0 0,0 0 0 0 0,0 0 0 0 0,-1 0 0 0 0,1 0 1 0 0,0 0-1 0 0,0 0 0 0 0,0 0 0 0 0,0-1 1 0 0,0 1-1 0 0,0-1 0 0 0,0 0 0 0 0,0 0 1 0 0,0 1-1 0 0,0-1 0 0 0,4-1 0 0 0,12-3-1371 0 0,-1 0 0 0 0,0-1 0 0 0,28-13 0 0 0,21-7 521 0 0,-74 29 1241 0 0,0 1 0 0 0,1 0-1 0 0,-1 1 1 0 0,1 0 0 0 0,0 0-1 0 0,1 0 1 0 0,-12 14 0 0 0,10-10-317 0 0,0 0-1 0 0,1 1 1 0 0,0 0 0 0 0,1 0 0 0 0,-10 21-1 0 0,4 17-3034 0 0,11-43 1433 0 0,1 0 1 0 0,0 0-1 0 0,0 0 0 0 0,0 0 1 0 0,3 12-1 0 0,1-7-916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3:57.320"/>
    </inkml:context>
    <inkml:brush xml:id="br0">
      <inkml:brushProperty name="width" value="0.1" units="cm"/>
      <inkml:brushProperty name="height" value="0.1" units="cm"/>
      <inkml:brushProperty name="color" value="#E71224"/>
    </inkml:brush>
  </inkml:definitions>
  <inkml:trace contextRef="#ctx0" brushRef="#br0">1 20 7813 0 0,'3'-5'3500'0'0,"-3"-2"-2536"0"0,0 3-628 0 0,4 0-1604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09.595"/>
    </inkml:context>
    <inkml:brush xml:id="br0">
      <inkml:brushProperty name="width" value="0.1" units="cm"/>
      <inkml:brushProperty name="height" value="0.1" units="cm"/>
      <inkml:brushProperty name="color" value="#E71224"/>
    </inkml:brush>
  </inkml:definitions>
  <inkml:trace contextRef="#ctx0" brushRef="#br0">14 404 4392 0 0,'0'0'1777'0'0,"-13"-22"6124"0"0,14 10-6474 0 0,1 0 0 0 0,0 1 0 0 0,6-22-1 0 0,5-18-449 0 0,26-153-3961 0 0,-26 146 2928 0 0,-13 58 140 0 0,9 7 1127 0 0,42 179 3997 0 0,-38-150-6718 0 0,24 46 1 0 0,-28-50-7093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0.417"/>
    </inkml:context>
    <inkml:brush xml:id="br0">
      <inkml:brushProperty name="width" value="0.1" units="cm"/>
      <inkml:brushProperty name="height" value="0.1" units="cm"/>
      <inkml:brushProperty name="color" value="#E71224"/>
    </inkml:brush>
  </inkml:definitions>
  <inkml:trace contextRef="#ctx0" brushRef="#br0">9 123 3040 0 0,'-9'1'11239'0'0,"36"2"-8350"0"0,48 1-1923 0 0,537-33 2710 0 0,-237 6-3327 0 0,-89 14-858 0 0,142-7-1090 0 0,-144-12-2755 0 0,-160 8-6597 0 0,-99 14 8333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2.509"/>
    </inkml:context>
    <inkml:brush xml:id="br0">
      <inkml:brushProperty name="width" value="0.1" units="cm"/>
      <inkml:brushProperty name="height" value="0.1" units="cm"/>
      <inkml:brushProperty name="color" value="#E71224"/>
    </inkml:brush>
  </inkml:definitions>
  <inkml:trace contextRef="#ctx0" brushRef="#br0">11 77 3488 0 0,'-11'-11'14920'0'0,"11"10"-14699"0"0,14-8-237 0 0,1 1 0 0 0,-1 0 0 0 0,1 1-1 0 0,1 1 1 0 0,27-9 0 0 0,-31 12-85 0 0,-1 0 0 0 0,0 1 1 0 0,1 0-1 0 0,-1 1 0 0 0,1 0 0 0 0,0 1 1 0 0,-1 0-1 0 0,1 1 0 0 0,13 3 0 0 0,-23-4 115 0 0,-1 1-1 0 0,1-1 1 0 0,-1 1-1 0 0,1 0 1 0 0,-1-1-1 0 0,1 1 1 0 0,-1 0-1 0 0,0 0 1 0 0,1 0-1 0 0,-1 0 1 0 0,0 0-1 0 0,0 1 1 0 0,0-1-1 0 0,0 0 1 0 0,0 0-1 0 0,0 1 1 0 0,0-1-1 0 0,0 1 1 0 0,-1-1-1 0 0,1 1 1 0 0,-1-1-1 0 0,1 1 1 0 0,-1-1-1 0 0,1 1 1 0 0,-1-1-1 0 0,0 1 1 0 0,0 0-1 0 0,1-1 1 0 0,-1 1-1 0 0,-1 0 1 0 0,1-1-1 0 0,0 1 1 0 0,0-1-1 0 0,0 1 1 0 0,-1 0-1 0 0,1-1 1 0 0,-1 1-1 0 0,0 1 1 0 0,-4 11 159 0 0,0-1-1 0 0,0 1 1 0 0,-11 17 0 0 0,8-15-75 0 0,-36 78 67 0 0,44-93-196 0 0,-1 0 1 0 0,1 0-1 0 0,0-1 0 0 0,-1 1 0 0 0,1 0 1 0 0,0 0-1 0 0,-1 0 0 0 0,1-1 0 0 0,0 1 1 0 0,0 0-1 0 0,0 0 0 0 0,0 0 0 0 0,0 0 1 0 0,0 0-1 0 0,0-1 0 0 0,0 1 0 0 0,0 0 1 0 0,0 0-1 0 0,0 0 0 0 0,0 0 0 0 0,1-1 1 0 0,-1 1-1 0 0,0 0 0 0 0,1 0 0 0 0,-1 0 0 0 0,0-1 1 0 0,1 1-1 0 0,-1 0 0 0 0,1-1 0 0 0,-1 1 1 0 0,2 0-1 0 0,-2 0-102 0 0,48 4-758 0 0,-42-4 913 0 0,0 0 1 0 0,-1 0-1 0 0,1 0 1 0 0,0 1-1 0 0,-1 0 0 0 0,0 0 1 0 0,1 1-1 0 0,-1-1 1 0 0,0 1-1 0 0,0 0 0 0 0,0 1 1 0 0,-1-1-1 0 0,1 1 1 0 0,-1 0-1 0 0,0 0 1 0 0,0 0-1 0 0,0 0 0 0 0,0 1 1 0 0,-1 0-1 0 0,0 0 1 0 0,3 5-1 0 0,7 8 554 0 0,-12-17-477 0 0,0 1 0 0 0,0-1-1 0 0,-1 1 1 0 0,1-1-1 0 0,0 1 1 0 0,-1-1 0 0 0,1 1-1 0 0,-1-1 1 0 0,0 1-1 0 0,0 0 1 0 0,0-1 0 0 0,0 1-1 0 0,0-1 1 0 0,0 1-1 0 0,0 0 1 0 0,0-1 0 0 0,0 1-1 0 0,-1-1 1 0 0,1 1-1 0 0,-1 0 1 0 0,1-1 0 0 0,-1 1-1 0 0,0-1 1 0 0,1 0-1 0 0,-1 1 1 0 0,0-1 0 0 0,0 1-1 0 0,0-1 1 0 0,0 0-1 0 0,0 0 1 0 0,0 0 0 0 0,-3 2-1 0 0,-43 35 2863 0 0,43-35-2784 0 0,-4 2-42 0 0,-1 0 1 0 0,0-1-1 0 0,0 0 0 0 0,0 0 1 0 0,-1-1-1 0 0,1 0 0 0 0,-1-1 0 0 0,0 0 1 0 0,0 0-1 0 0,1-1 0 0 0,-1 0 0 0 0,0-1 1 0 0,0 0-1 0 0,0-1 0 0 0,0 0 0 0 0,-19-4 1 0 0,19 2-1456 0 0,1 0 1 0 0,-1 0 0 0 0,1-1-1 0 0,-12-7 1 0 0,14 7-1359 0 0,-1-1-1 0 0,1-1 1 0 0,0 1 0 0 0,0-1-1 0 0,-6-7 1 0 0,7 6 27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3.409"/>
    </inkml:context>
    <inkml:brush xml:id="br0">
      <inkml:brushProperty name="width" value="0.1" units="cm"/>
      <inkml:brushProperty name="height" value="0.1" units="cm"/>
      <inkml:brushProperty name="color" value="#E71224"/>
    </inkml:brush>
  </inkml:definitions>
  <inkml:trace contextRef="#ctx0" brushRef="#br0">72 3 3724 0 0,'-7'-3'8814'0'0,"2"8"-8239"0"0,0-1 0 0 0,1 1 0 0 0,-1 0 1 0 0,1 0-1 0 0,1 0 0 0 0,-1 1 0 0 0,1-1 1 0 0,-1 1-1 0 0,2 0 0 0 0,-1 0 0 0 0,1 0 0 0 0,0 0 1 0 0,0 1-1 0 0,0-1 0 0 0,0 11 0 0 0,-3 10 864 0 0,2 1 0 0 0,-1 40 0 0 0,4-48-923 0 0,0 7 258 0 0,1 0-1 0 0,4 30 1 0 0,-4-51-726 0 0,0 1 1 0 0,1-1 0 0 0,-1 0 0 0 0,1 1-1 0 0,1-1 1 0 0,-1 0 0 0 0,1 0 0 0 0,0 0-1 0 0,1-1 1 0 0,-1 1 0 0 0,1-1 0 0 0,0 0 0 0 0,0 0-1 0 0,6 5 1 0 0,-9-9-171 0 0,1 0-1 0 0,0 0 1 0 0,0 0 0 0 0,0 0-1 0 0,0 0 1 0 0,0 0 0 0 0,0 0-1 0 0,1-1 1 0 0,-1 1 0 0 0,0-1-1 0 0,0 0 1 0 0,0 0 0 0 0,0 1-1 0 0,1-1 1 0 0,-1-1 0 0 0,0 1-1 0 0,0 0 1 0 0,0-1 0 0 0,1 1-1 0 0,-1-1 1 0 0,0 1 0 0 0,0-1-1 0 0,0 0 1 0 0,0 0 0 0 0,0 0-1 0 0,0 0 1 0 0,0 0 0 0 0,-1 0-1 0 0,1-1 1 0 0,0 1 0 0 0,-1-1-1 0 0,1 1 1 0 0,-1-1 0 0 0,3-2-1 0 0,4-5-648 0 0,0-1-1 0 0,0 1 1 0 0,-1-1-1 0 0,9-17 1 0 0,-2-13-617 0 0,-14 39 1377 0 0,0-1 0 0 0,0 1-1 0 0,1-1 1 0 0,-1 1 0 0 0,0-1-1 0 0,0 1 1 0 0,0-1 0 0 0,0 1 0 0 0,-1-1-1 0 0,1 1 1 0 0,0-1 0 0 0,-1 1-1 0 0,1 0 1 0 0,-1-1 0 0 0,1 1 0 0 0,-1-1-1 0 0,0 1 1 0 0,1 0 0 0 0,-1 0 0 0 0,0-1-1 0 0,0 1 1 0 0,0 0 0 0 0,0 0-1 0 0,-2-2 1 0 0,1 2 38 0 0,0 1-1 0 0,0-1 0 0 0,0 1 1 0 0,0-1-1 0 0,-1 1 1 0 0,1 0-1 0 0,0-1 1 0 0,0 1-1 0 0,0 0 1 0 0,0 0-1 0 0,-1 1 0 0 0,1-1 1 0 0,0 0-1 0 0,0 1 1 0 0,-3 1-1 0 0,-37 13 193 0 0,28-10-164 0 0,-30 13-682 0 0,17-4-6112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4.308"/>
    </inkml:context>
    <inkml:brush xml:id="br0">
      <inkml:brushProperty name="width" value="0.1" units="cm"/>
      <inkml:brushProperty name="height" value="0.1" units="cm"/>
      <inkml:brushProperty name="color" value="#E71224"/>
    </inkml:brush>
  </inkml:definitions>
  <inkml:trace contextRef="#ctx0" brushRef="#br0">49 15 3160 0 0,'-1'-15'16208'0'0,"-1"16"-16044"0"0,1 0 0 0 0,-1 0 0 0 0,1 0 0 0 0,0 1 0 0 0,-1-1 0 0 0,1 0 0 0 0,0 0 0 0 0,0 1 0 0 0,0-1 0 0 0,-1 1 0 0 0,2-1 0 0 0,-1 1 0 0 0,0-1 0 0 0,-1 4 0 0 0,-4 12 542 0 0,0 0 0 0 0,1 1 0 0 0,2-1 0 0 0,-1 1 0 0 0,2 0 0 0 0,0 0 0 0 0,2 0-1 0 0,0-1 1 0 0,4 36 0 0 0,-3-46-634 0 0,1 1-1 0 0,0-1 1 0 0,1 0-1 0 0,0 0 0 0 0,0 0 1 0 0,0 0-1 0 0,1-1 1 0 0,0 1-1 0 0,0-1 0 0 0,0 0 1 0 0,1 0-1 0 0,6 6 1 0 0,-9-10-107 0 0,0-1 0 0 0,0 1 1 0 0,-1-1-1 0 0,1 1 1 0 0,0-1-1 0 0,0 0 0 0 0,1 0 1 0 0,-1 0-1 0 0,0 0 1 0 0,0 0-1 0 0,0 0 0 0 0,1 0 1 0 0,-1-1-1 0 0,0 1 0 0 0,1-1 1 0 0,-1 0-1 0 0,0 0 1 0 0,1 0-1 0 0,-1 0 0 0 0,0 0 1 0 0,1 0-1 0 0,-1-1 1 0 0,1 1-1 0 0,-1-1 0 0 0,0 1 1 0 0,0-1-1 0 0,1 0 1 0 0,-1 0-1 0 0,0 0 0 0 0,0 0 1 0 0,0-1-1 0 0,0 1 0 0 0,0 0 1 0 0,0-1-1 0 0,-1 1 1 0 0,1-1-1 0 0,0 0 0 0 0,-1 0 1 0 0,1 0-1 0 0,-1 1 1 0 0,0-1-1 0 0,2-3 0 0 0,7-9-568 0 0,-1-1 0 0 0,-1 1-1 0 0,0-1 1 0 0,10-27 0 0 0,-15 33 336 0 0,0-1 1 0 0,0 1-1 0 0,-1-1 0 0 0,0 0 1 0 0,-1 0-1 0 0,0 0 1 0 0,0 0-1 0 0,-1 0 0 0 0,-1-12 1 0 0,0 19 197 0 0,1-1 0 0 0,-1 1 0 0 0,0 0 0 0 0,0 0 0 0 0,0 0 0 0 0,-1 0 0 0 0,1 0 0 0 0,-1 0 0 0 0,0 0 1 0 0,1 0-1 0 0,-1 1 0 0 0,0-1 0 0 0,-1 0 0 0 0,1 1 0 0 0,0 0 0 0 0,-3-3 0 0 0,-2 1 132 0 0,0 0-1 0 0,0 0 1 0 0,-1 1-1 0 0,-13-6 1 0 0,-18-7-4567 0 0,36 14 3191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4.972"/>
    </inkml:context>
    <inkml:brush xml:id="br0">
      <inkml:brushProperty name="width" value="0.1" units="cm"/>
      <inkml:brushProperty name="height" value="0.1" units="cm"/>
      <inkml:brushProperty name="color" value="#E71224"/>
    </inkml:brush>
  </inkml:definitions>
  <inkml:trace contextRef="#ctx0" brushRef="#br0">104 89 3500 0 0,'-13'-3'8092'0'0,"12"4"-7867"0"0,-20 15 2632 0 0,-11 23-197 0 0,28-34-2352 0 0,0 1-1 0 0,0 0 1 0 0,0 1-1 0 0,1-1 0 0 0,0 1 1 0 0,0-1-1 0 0,1 1 1 0 0,-1 0-1 0 0,2 0 1 0 0,-1 0-1 0 0,1 0 1 0 0,0 0-1 0 0,0 0 0 0 0,1 1 1 0 0,0-1-1 0 0,0 0 1 0 0,1 0-1 0 0,0 0 1 0 0,0 0-1 0 0,1 0 1 0 0,0 0-1 0 0,0 0 0 0 0,0 0 1 0 0,1 0-1 0 0,0-1 1 0 0,0 1-1 0 0,1-1 1 0 0,0 0-1 0 0,0 0 0 0 0,0 0 1 0 0,1-1-1 0 0,0 0 1 0 0,8 8-1 0 0,3-6 44 0 0,-6-5-177 0 0,-9-2-71 0 0,29-8 97 0 0,-24 4-271 0 0,0 1-1 0 0,-1-1 1 0 0,1 0-1 0 0,-1-1 1 0 0,0 0-1 0 0,0 1 1 0 0,-1-1-1 0 0,0-1 0 0 0,1 1 1 0 0,-2-1-1 0 0,1 0 1 0 0,-1 1-1 0 0,0-2 1 0 0,0 1-1 0 0,0 0 1 0 0,-1 0-1 0 0,0-1 1 0 0,0 0-1 0 0,-1 1 1 0 0,0-1-1 0 0,0 0 1 0 0,0 0-1 0 0,-1 1 0 0 0,-1-12 1 0 0,1 2-412 0 0,-1 1 1 0 0,-1-1-1 0 0,0 0 0 0 0,-2 0 0 0 0,1 1 1 0 0,-2 0-1 0 0,0 0 0 0 0,-1 0 1 0 0,-11-21-1 0 0,14 32 48 0 0,0 0 0 0 0,0 0 1 0 0,0 0-1 0 0,0 1 0 0 0,-1-1 0 0 0,0 1 1 0 0,-5-4-1 0 0,-18-5-9611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5.842"/>
    </inkml:context>
    <inkml:brush xml:id="br0">
      <inkml:brushProperty name="width" value="0.1" units="cm"/>
      <inkml:brushProperty name="height" value="0.1" units="cm"/>
      <inkml:brushProperty name="color" value="#E71224"/>
    </inkml:brush>
  </inkml:definitions>
  <inkml:trace contextRef="#ctx0" brushRef="#br0">103 1 3408 0 0,'0'0'4763'0'0,"-2"3"-3791"0"0,-35 60 4402 0 0,-2 4-1955 0 0,30-52-3894 0 0,-6 6-1526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6.184"/>
    </inkml:context>
    <inkml:brush xml:id="br0">
      <inkml:brushProperty name="width" value="0.1" units="cm"/>
      <inkml:brushProperty name="height" value="0.1" units="cm"/>
      <inkml:brushProperty name="color" value="#E71224"/>
    </inkml:brush>
  </inkml:definitions>
  <inkml:trace contextRef="#ctx0" brushRef="#br0">1 1 3860 0 0,'0'0'1332'0'0,"2"3"-74"0"0,20 27 3351 0 0,25 32 1160 0 0,-12-26-9012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6.534"/>
    </inkml:context>
    <inkml:brush xml:id="br0">
      <inkml:brushProperty name="width" value="0.1" units="cm"/>
      <inkml:brushProperty name="height" value="0.1" units="cm"/>
      <inkml:brushProperty name="color" value="#E71224"/>
    </inkml:brush>
  </inkml:definitions>
  <inkml:trace contextRef="#ctx0" brushRef="#br0">1 65 5865 0 0,'0'0'12371'0'0,"4"-2"-11842"0"0,49-28-1915 0 0,8 3-11399 0 0,-48 22 10187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7.182"/>
    </inkml:context>
    <inkml:brush xml:id="br0">
      <inkml:brushProperty name="width" value="0.1" units="cm"/>
      <inkml:brushProperty name="height" value="0.1" units="cm"/>
      <inkml:brushProperty name="color" value="#E71224"/>
    </inkml:brush>
  </inkml:definitions>
  <inkml:trace contextRef="#ctx0" brushRef="#br0">4 0 3540 0 0,'0'0'2205'0'0,"2"37"1616"0"0,-4 127 6217 0 0,-2-105-6138 0 0,4-57-3698 0 0,1-1-130 0 0,-1 0-1 0 0,0-1 1 0 0,0 1-1 0 0,1 0 1 0 0,-1-1-1 0 0,0 1 1 0 0,1 0-1 0 0,-1 0 1 0 0,0-1-1 0 0,1 1 1 0 0,-1-1-1 0 0,1 1 1 0 0,-1 0-1 0 0,1-1 1 0 0,-1 1-1 0 0,1-1 1 0 0,0 1-1 0 0,-1-1 1 0 0,1 0-1 0 0,0 1 1 0 0,-1-1-1 0 0,1 0 1 0 0,0 1-1 0 0,0-1 1 0 0,-1 0-1 0 0,1 0 1 0 0,1 1-1 0 0,46-2-3120 0 0,-1-6-6465 0 0,-15 2-488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7.531"/>
    </inkml:context>
    <inkml:brush xml:id="br0">
      <inkml:brushProperty name="width" value="0.1" units="cm"/>
      <inkml:brushProperty name="height" value="0.1" units="cm"/>
      <inkml:brushProperty name="color" value="#E71224"/>
    </inkml:brush>
  </inkml:definitions>
  <inkml:trace contextRef="#ctx0" brushRef="#br0">2 1 4044 0 0,'0'0'1490'0'0,"1"3"-17"0"0,1 16 963 0 0,-1-1 1 0 0,-1 0-1 0 0,-3 23 0 0 0,1 33 910 0 0,2-65-3463 0 0,1 0-1 0 0,0-1 1 0 0,1 1 0 0 0,0-1 0 0 0,0 1-1 0 0,5 10 1 0 0,-1 8-4913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8.063"/>
    </inkml:context>
    <inkml:brush xml:id="br0">
      <inkml:brushProperty name="width" value="0.1" units="cm"/>
      <inkml:brushProperty name="height" value="0.1" units="cm"/>
      <inkml:brushProperty name="color" value="#E71224"/>
    </inkml:brush>
  </inkml:definitions>
  <inkml:trace contextRef="#ctx0" brushRef="#br0">0 227 4072 0 0,'3'-2'540'0'0,"-1"-1"0"0"0,1 1-1 0 0,-1 0 1 0 0,1-1 0 0 0,-1 1 0 0 0,0-1-1 0 0,0 0 1 0 0,0 0 0 0 0,-1 0-1 0 0,3-6 1 0 0,0-2-377 0 0,-1 0-1 0 0,0 0 1 0 0,-1-1-1 0 0,1-12 1 0 0,-2 13-553 0 0,0-1 0 0 0,2 1 1 0 0,4-18-1 0 0,16-31 1486 0 0,-22 61-1029 0 0,0 0 0 0 0,-1 0 1 0 0,1-1-1 0 0,0 1 0 0 0,-1 0 0 0 0,1 0 0 0 0,-1 0 1 0 0,1 0-1 0 0,-1 0 0 0 0,1 0 0 0 0,-1 0 1 0 0,0 0-1 0 0,1 0 0 0 0,-1 0 0 0 0,0 0 0 0 0,0 0 1 0 0,0 0-1 0 0,0 0 0 0 0,0 0 0 0 0,0 0 0 0 0,0 2 1 0 0,0 31 1732 0 0,0-29-1245 0 0,-2 108 5512 0 0,1-58-5451 0 0,0 1-4678 0 0,2-51 3389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8.695"/>
    </inkml:context>
    <inkml:brush xml:id="br0">
      <inkml:brushProperty name="width" value="0.1" units="cm"/>
      <inkml:brushProperty name="height" value="0.1" units="cm"/>
      <inkml:brushProperty name="color" value="#E71224"/>
    </inkml:brush>
  </inkml:definitions>
  <inkml:trace contextRef="#ctx0" brushRef="#br0">31 1 2948 0 0,'-4'6'1110'0'0,"0"0"0"0"0,0 0 0 0 0,1 0 0 0 0,0 0 0 0 0,0 1 0 0 0,0-1 0 0 0,1 1 0 0 0,-2 7 325 0 0,4-13-1356 0 0,0 0 1 0 0,1 0-1 0 0,-1 0 1 0 0,0 1-1 0 0,1-1 1 0 0,-1 0-1 0 0,0-1 0 0 0,1 1 1 0 0,0 0-1 0 0,-1 0 1 0 0,1 0-1 0 0,0 0 1 0 0,-1 0-1 0 0,1 0 1 0 0,0-1-1 0 0,0 1 1 0 0,-1 0-1 0 0,1-1 1 0 0,0 1-1 0 0,0 0 1 0 0,2 0-1 0 0,69 1 1390 0 0,-52-3-1259 0 0,-1 1-1 0 0,34 5 1 0 0,-50-5-183 0 0,-1 0 0 0 0,0 1 0 0 0,1-1-1 0 0,-1 1 1 0 0,0 0 0 0 0,0 0 0 0 0,0 0 0 0 0,0 0 0 0 0,1 0 0 0 0,-1 0 0 0 0,0 1 0 0 0,-1-1-1 0 0,1 0 1 0 0,0 1 0 0 0,0 0 0 0 0,-1-1 0 0 0,1 1 0 0 0,-1 0 0 0 0,1 0 0 0 0,-1 0 0 0 0,0 0-1 0 0,0 0 1 0 0,0 0 0 0 0,0 0 0 0 0,0 1 0 0 0,0-1 0 0 0,-1 0 0 0 0,1 0 0 0 0,-1 1 0 0 0,1-1-1 0 0,-1 0 1 0 0,0 1 0 0 0,0 3 0 0 0,0-2 217 0 0,0 1-1 0 0,-1 0 1 0 0,0-1 0 0 0,0 1-1 0 0,0-1 1 0 0,0 1-1 0 0,-1-1 1 0 0,1 0 0 0 0,-1 1-1 0 0,-1-1 1 0 0,1 0-1 0 0,0 0 1 0 0,-1 0 0 0 0,-5 6-1 0 0,2-4-212 0 0,0 0 0 0 0,-1 0 0 0 0,0-1-1 0 0,0 0 1 0 0,-12 7 0 0 0,17-12-454 0 0,0 1 0 0 0,0 0-1 0 0,0 0 1 0 0,0-1 0 0 0,0 1 0 0 0,0-1-1 0 0,0 0 1 0 0,-1 1 0 0 0,1-1 0 0 0,0 0-1 0 0,-3-1 1 0 0,2 1-497 0 0,1-1 0 0 0,-29-25-12747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9.052"/>
    </inkml:context>
    <inkml:brush xml:id="br0">
      <inkml:brushProperty name="width" value="0.1" units="cm"/>
      <inkml:brushProperty name="height" value="0.1" units="cm"/>
      <inkml:brushProperty name="color" value="#E71224"/>
    </inkml:brush>
  </inkml:definitions>
  <inkml:trace contextRef="#ctx0" brushRef="#br0">1 113 5813 0 0,'9'-11'2336'0'0,"-3"6"-256"0"0,2 1-176 0 0,5-3-184 0 0,-6 1-144 0 0,7-1-223 0 0,-5 1-321 0 0,5-1-212 0 0,3-1-380 0 0,-4 2-348 0 0,0-2-356 0 0,5 2-340 0 0,-5 1-668 0 0,0-3-2525 0 0,4 3 273 0 0,-3 0 392 0 0,-5 2 255 0 0,5-2 345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9.521"/>
    </inkml:context>
    <inkml:brush xml:id="br0">
      <inkml:brushProperty name="width" value="0.1" units="cm"/>
      <inkml:brushProperty name="height" value="0.1" units="cm"/>
      <inkml:brushProperty name="color" value="#E71224"/>
    </inkml:brush>
  </inkml:definitions>
  <inkml:trace contextRef="#ctx0" brushRef="#br0">53 1 4492 0 0,'0'0'4614'0'0,"-1"4"-3740"0"0,-46 108 4577 0 0,43-80-7142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19.849"/>
    </inkml:context>
    <inkml:brush xml:id="br0">
      <inkml:brushProperty name="width" value="0.1" units="cm"/>
      <inkml:brushProperty name="height" value="0.1" units="cm"/>
      <inkml:brushProperty name="color" value="#E71224"/>
    </inkml:brush>
  </inkml:definitions>
  <inkml:trace contextRef="#ctx0" brushRef="#br0">1 1 4616 0 0,'17'24'7271'0'0,"16"5"-3208"0"0,-9-14-4613 0 0,-4-6-3233 0 0,3-3-3988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0.168"/>
    </inkml:context>
    <inkml:brush xml:id="br0">
      <inkml:brushProperty name="width" value="0.1" units="cm"/>
      <inkml:brushProperty name="height" value="0.1" units="cm"/>
      <inkml:brushProperty name="color" value="#E71224"/>
    </inkml:brush>
  </inkml:definitions>
  <inkml:trace contextRef="#ctx0" brushRef="#br0">0 73 4216 0 0,'3'-4'6721'0'0,"0"1"-6282"0"0,0-1 0 0 0,0 1 0 0 0,0 0 0 0 0,1 0-1 0 0,-1 0 1 0 0,1 0 0 0 0,0 1 0 0 0,0-1 0 0 0,0 1 0 0 0,0 0 0 0 0,8-3 0 0 0,57-13-2103 0 0,-20 7-9704 0 0,-40 7 8892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0.901"/>
    </inkml:context>
    <inkml:brush xml:id="br0">
      <inkml:brushProperty name="width" value="0.1" units="cm"/>
      <inkml:brushProperty name="height" value="0.1" units="cm"/>
      <inkml:brushProperty name="color" value="#E71224"/>
    </inkml:brush>
  </inkml:definitions>
  <inkml:trace contextRef="#ctx0" brushRef="#br0">0 60 3580 0 0,'0'-2'311'0'0,"0"1"0"0"0,1-1-1 0 0,-1 1 1 0 0,0-1-1 0 0,1 1 1 0 0,-1-1 0 0 0,1 1-1 0 0,0-1 1 0 0,-1 1-1 0 0,1-1 1 0 0,0 1 0 0 0,0 0-1 0 0,0-1 1 0 0,0 1-1 0 0,0 0 1 0 0,0 0 0 0 0,0 0-1 0 0,0 0 1 0 0,2-1-1 0 0,33-17 2286 0 0,-25 16-2306 0 0,0 0 0 0 0,0 1 0 0 0,1 0 0 0 0,15 0 0 0 0,-25 2-179 0 0,3 2 50 0 0,-4-2-133 0 0,0 0-1 0 0,0 0 1 0 0,1 1-1 0 0,-1-1 1 0 0,0 1 0 0 0,0-1-1 0 0,0 0 1 0 0,0 1 0 0 0,0-1-1 0 0,0 1 1 0 0,0 0 0 0 0,-1-1-1 0 0,1 1 1 0 0,0 0 0 0 0,0 0-1 0 0,0 0 1 0 0,-1-1 0 0 0,1 1-1 0 0,0 0 1 0 0,-1 0-1 0 0,1 0 1 0 0,-1 0 0 0 0,2 2-1 0 0,-3 5 203 0 0,0 0 0 0 0,-1 0 0 0 0,0 0 0 0 0,0 0 0 0 0,0-1 0 0 0,-1 1-1 0 0,-1-1 1 0 0,-4 9 0 0 0,-16 45 656 0 0,21-23-694 0 0,4-36-168 0 0,2 3-13 0 0,0-1 1 0 0,1 1-1 0 0,0-1 0 0 0,0 0 0 0 0,0-1 0 0 0,0 1 0 0 0,1-1 0 0 0,-1 1 0 0 0,1-1 0 0 0,0-1 0 0 0,6 4 1 0 0,-8-5-9 0 0,1 1 0 0 0,-1 0 1 0 0,1 0-1 0 0,-1 0 1 0 0,1 0-1 0 0,-1 0 1 0 0,0 1-1 0 0,0 0 1 0 0,0-1-1 0 0,-1 1 1 0 0,1 0-1 0 0,-1 0 1 0 0,1 1-1 0 0,3 6 1 0 0,2 7-15 0 0,-6-14 114 0 0,-1 0-1 0 0,1 0 0 0 0,-1 1 0 0 0,0-1 0 0 0,0 0 0 0 0,0 1 0 0 0,0-1 0 0 0,0 0 0 0 0,0 7 0 0 0,-1-7 35 0 0,-1 0-1 0 0,1 0 1 0 0,-1-1-1 0 0,0 1 0 0 0,0 0 1 0 0,0 0-1 0 0,0-1 0 0 0,0 1 1 0 0,0 0-1 0 0,-1-1 1 0 0,1 1-1 0 0,-1-1 0 0 0,0 0 1 0 0,0 0-1 0 0,0 1 1 0 0,0-1-1 0 0,0 0 0 0 0,0-1 1 0 0,0 1-1 0 0,-1 0 0 0 0,1-1 1 0 0,-1 1-1 0 0,1-1 1 0 0,-1 0-1 0 0,1 0 0 0 0,-1 0 1 0 0,0 0-1 0 0,0 0 0 0 0,0 0 1 0 0,1-1-1 0 0,-1 1 1 0 0,0-1-1 0 0,-5 0 0 0 0,-50-1-2914 0 0,11-13-7625 0 0,27 2 4223 0 0,13 6 3512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1.694"/>
    </inkml:context>
    <inkml:brush xml:id="br0">
      <inkml:brushProperty name="width" value="0.1" units="cm"/>
      <inkml:brushProperty name="height" value="0.1" units="cm"/>
      <inkml:brushProperty name="color" value="#E71224"/>
    </inkml:brush>
  </inkml:definitions>
  <inkml:trace contextRef="#ctx0" brushRef="#br0">113 0 5416 0 0,'-8'5'1266'0'0,"1"1"-1"0"0,0-1 0 0 0,0 1 0 0 0,1 1 0 0 0,0-1 0 0 0,0 1 1 0 0,-7 9-1 0 0,7-5-163 0 0,0-1 1 0 0,0 1-1 0 0,1 0 1 0 0,-8 23-1 0 0,8-18-370 0 0,2 1 0 0 0,-1 0-1 0 0,2 1 1 0 0,0-1 0 0 0,1 0-1 0 0,1 1 1 0 0,4 28 0 0 0,-4-45-713 0 0,1 12 169 0 0,0 1 0 0 0,1-1 0 0 0,1 1 0 0 0,0-1 0 0 0,0 0 0 0 0,2 0 0 0 0,-1 0 0 0 0,2-1 0 0 0,0 1 0 0 0,11 16 0 0 0,-16-28-239 0 0,0 1 0 0 0,0-1 0 0 0,0 0 0 0 0,0 0 0 0 0,0-1 0 0 0,0 1 0 0 0,1 0 0 0 0,-1 0 0 0 0,0 0 0 0 0,0-1 0 0 0,1 1 0 0 0,-1-1 0 0 0,0 1 0 0 0,1-1 0 0 0,-1 1 0 0 0,1-1 0 0 0,-1 0 0 0 0,0 0 0 0 0,1 0 0 0 0,-1 0 0 0 0,1 0 0 0 0,-1 0 0 0 0,1 0 0 0 0,-1 0 0 0 0,1 0 0 0 0,-1-1-1 0 0,0 1 1 0 0,1 0 0 0 0,-1-1 0 0 0,0 0 0 0 0,1 1 0 0 0,-1-1 0 0 0,0 0 0 0 0,0 1 0 0 0,1-1 0 0 0,-1 0 0 0 0,0 0 0 0 0,2-2 0 0 0,1-1-339 0 0,0 0 0 0 0,0 0 1 0 0,0 0-1 0 0,0-1 0 0 0,-1 1 0 0 0,0-1 0 0 0,1 0 1 0 0,1-6-1 0 0,-1-1-178 0 0,0 0 0 0 0,-1-1 0 0 0,-1 1 0 0 0,0-1 0 0 0,-1 1 0 0 0,0-1 0 0 0,-1-19 0 0 0,0 20 689 0 0,-1 12-91 0 0,1-1 0 0 0,0 0 0 0 0,0 1 0 0 0,0-1 0 0 0,-1 0 0 0 0,1 1 0 0 0,0-1-1 0 0,-1 1 1 0 0,1-1 0 0 0,0 1 0 0 0,-1-1 0 0 0,1 0 0 0 0,-1 1 0 0 0,1 0-1 0 0,-1-1 1 0 0,1 1 0 0 0,-1-1 0 0 0,1 1 0 0 0,-1 0 0 0 0,1-1 0 0 0,-1 1 0 0 0,0 0-1 0 0,1-1 1 0 0,-1 1 0 0 0,0 0 0 0 0,1 0 0 0 0,-1 0 0 0 0,0 0 0 0 0,1 0 0 0 0,-1 0-1 0 0,0 0 1 0 0,1 0 0 0 0,-1 0 0 0 0,0 0 0 0 0,1 0 0 0 0,-1 0 0 0 0,0 0 0 0 0,1 0-1 0 0,-1 1 1 0 0,1-1 0 0 0,-1 0 0 0 0,0 0 0 0 0,1 1 0 0 0,-2 0 0 0 0,-32 12 968 0 0,33-13-929 0 0,-6 4 130 0 0,1-1-1 0 0,0 1 1 0 0,0 0 0 0 0,0 0-1 0 0,1 1 1 0 0,-9 8 0 0 0,-2 8-2482 0 0,7-5-3873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2.152"/>
    </inkml:context>
    <inkml:brush xml:id="br0">
      <inkml:brushProperty name="width" value="0.1" units="cm"/>
      <inkml:brushProperty name="height" value="0.1" units="cm"/>
      <inkml:brushProperty name="color" value="#E71224"/>
    </inkml:brush>
  </inkml:definitions>
  <inkml:trace contextRef="#ctx0" brushRef="#br0">29 0 4228 0 0,'1'7'918'0'0,"-1"0"0"0"0,0 0 0 0 0,-1 0 0 0 0,1 0 0 0 0,-1 0 0 0 0,-1 0-1 0 0,1 0 1 0 0,-1-1 0 0 0,-5 12 0 0 0,-7 37 3278 0 0,13-43-3418 0 0,0 1 0 0 0,1-1 0 0 0,0 1 1 0 0,1-1-1 0 0,1 0 0 0 0,0 0 0 0 0,5 18 0 0 0,-6-27-685 0 0,0 0 1 0 0,0-1-1 0 0,1 1 0 0 0,-1 0 0 0 0,0-1 1 0 0,1 0-1 0 0,0 1 0 0 0,0-1 1 0 0,0 0-1 0 0,0 0 0 0 0,0 0 0 0 0,0 0 1 0 0,0 0-1 0 0,1-1 0 0 0,3 3 0 0 0,-2-2-82 0 0,-1-1 0 0 0,1 0-1 0 0,-1-1 1 0 0,1 1 0 0 0,0-1-1 0 0,-1 1 1 0 0,1-1 0 0 0,0 0-1 0 0,-1 0 1 0 0,1-1 0 0 0,-1 1-1 0 0,1-1 1 0 0,0 0 0 0 0,-1 0-1 0 0,6-2 1 0 0,-2 1-63 0 0,0-1-1 0 0,0 0 1 0 0,-1 0-1 0 0,1-1 1 0 0,-1 0-1 0 0,0 0 1 0 0,0 0 0 0 0,0-1-1 0 0,0 1 1 0 0,-1-1-1 0 0,0-1 1 0 0,0 1-1 0 0,-1-1 1 0 0,1 0 0 0 0,-1 0-1 0 0,0 0 1 0 0,4-11-1 0 0,-6 13-29 0 0,-1-1-1 0 0,0 1 1 0 0,0-1 0 0 0,0 1-1 0 0,0-1 1 0 0,-1 1 0 0 0,0-1-1 0 0,1 0 1 0 0,-2 1-1 0 0,1-1 1 0 0,-1 0 0 0 0,1 1-1 0 0,-1-1 1 0 0,-1 1-1 0 0,1-1 1 0 0,-1 1 0 0 0,1 0-1 0 0,-1-1 1 0 0,-1 1 0 0 0,1 0-1 0 0,0 0 1 0 0,-1 0-1 0 0,0 1 1 0 0,0-1 0 0 0,0 1-1 0 0,0-1 1 0 0,-1 1-1 0 0,-4-4 1 0 0,3 3-252 0 0,-1 1 0 0 0,1-1-1 0 0,-1 1 1 0 0,0 0 0 0 0,1 0 0 0 0,-1 0 0 0 0,-1 1-1 0 0,-6-2 1 0 0,-30-5-6940 0 0,11 2-1934 0 0,21 4 6680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5.166"/>
    </inkml:context>
    <inkml:brush xml:id="br0">
      <inkml:brushProperty name="width" value="0.1" units="cm"/>
      <inkml:brushProperty name="height" value="0.1" units="cm"/>
      <inkml:brushProperty name="color" value="#E71224"/>
    </inkml:brush>
  </inkml:definitions>
  <inkml:trace contextRef="#ctx0" brushRef="#br0">0 65 2444 0 0,'0'0'7164'0'0,"53"-13"-1483"0"0,9 17-4174 0 0,1-2-1 0 0,0-4 1 0 0,70-10 0 0 0,-82 6-1045 0 0,-49 5-414 0 0,48-4 160 0 0,45-17-131 0 0,-93 22-92 0 0,3-2 12 0 0,1 1 0 0 0,0 0 0 0 0,0 0 0 0 0,0 0 1 0 0,11 1-1 0 0,47-3-5 0 0,-62 2-4 0 0,44 3-36 0 0,-37-2 19 0 0,-7 0-8 0 0,0 0 19 0 0,39 5 40 0 0,-40-5-50 0 0,42 2-2067 0 0,-21-2-172 0 0,38-4-10786 0 0,-57 4 12835 0 0,16-1-2374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6.708"/>
    </inkml:context>
    <inkml:brush xml:id="br0">
      <inkml:brushProperty name="width" value="0.1" units="cm"/>
      <inkml:brushProperty name="height" value="0.1" units="cm"/>
      <inkml:brushProperty name="color" value="#E71224"/>
    </inkml:brush>
  </inkml:definitions>
  <inkml:trace contextRef="#ctx0" brushRef="#br0">1 137 2352 0 0,'0'0'1403'0'0,"2"-45"12977"0"0,169 33-12638 0 0,-97 5-1687 0 0,67-2 265 0 0,-5 0-221 0 0,292-34-624 0 0,-371 38-2054 0 0,-24 3-2806 0 0,-1-2-3313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8.719"/>
    </inkml:context>
    <inkml:brush xml:id="br0">
      <inkml:brushProperty name="width" value="0.1" units="cm"/>
      <inkml:brushProperty name="height" value="0.1" units="cm"/>
      <inkml:brushProperty name="color" value="#E71224"/>
    </inkml:brush>
  </inkml:definitions>
  <inkml:trace contextRef="#ctx0" brushRef="#br0">17 117 5509 0 0,'-17'-19'10877'0'0,"17"16"-10568"0"0,0 0 0 0 0,1 0 0 0 0,-1-1-1 0 0,0 1 1 0 0,1 0 0 0 0,0 0 0 0 0,0 0 0 0 0,0 0-1 0 0,0 0 1 0 0,0 0 0 0 0,1 0 0 0 0,0 0 0 0 0,-1 0-1 0 0,1 1 1 0 0,4-5 0 0 0,-3 3-179 0 0,1 1-1 0 0,-1 1 1 0 0,1-1 0 0 0,0 0-1 0 0,0 1 1 0 0,0 0 0 0 0,0 0 0 0 0,0 0-1 0 0,0 0 1 0 0,6-1 0 0 0,-1 1-95 0 0,1 0 0 0 0,-1 1 1 0 0,1 0-1 0 0,0 0 1 0 0,0 1-1 0 0,-1 1 1 0 0,1-1-1 0 0,0 1 1 0 0,16 5-1 0 0,-12-2 579 0 0,0 0 0 0 0,1 0 0 0 0,0-2 0 0 0,-1 0 0 0 0,1 0 1 0 0,0-2-1 0 0,23 0 0 0 0,-28-2-782 0 0,0 0 1 0 0,0-1 0 0 0,0 0-1 0 0,12-5 1 0 0,-13 4 269 0 0,22-10-6685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29.271"/>
    </inkml:context>
    <inkml:brush xml:id="br0">
      <inkml:brushProperty name="width" value="0.1" units="cm"/>
      <inkml:brushProperty name="height" value="0.1" units="cm"/>
      <inkml:brushProperty name="color" value="#E71224"/>
    </inkml:brush>
  </inkml:definitions>
  <inkml:trace contextRef="#ctx0" brushRef="#br0">3 141 3684 0 0,'-3'9'17073'0'0,"3"-12"-17144"0"0,0 0 0 0 0,0 1 0 0 0,1-1 1 0 0,-1 0-1 0 0,1 0 0 0 0,-1 1 0 0 0,1-1 1 0 0,0 0-1 0 0,0 1 0 0 0,0-1 1 0 0,1 1-1 0 0,-1-1 0 0 0,0 1 0 0 0,1 0 1 0 0,0 0-1 0 0,-1-1 0 0 0,1 1 0 0 0,0 0 1 0 0,0 0-1 0 0,0 1 0 0 0,0-1 1 0 0,1 0-1 0 0,2-1 0 0 0,-1 0 35 0 0,0 0 1 0 0,0 0-1 0 0,1 1 1 0 0,-1-1-1 0 0,1 1 1 0 0,0 0-1 0 0,-1 0 0 0 0,1 1 1 0 0,0-1-1 0 0,0 1 1 0 0,0 0-1 0 0,0 0 0 0 0,6 1 1 0 0,8 0 709 0 0,-1 0 1 0 0,27 6-1 0 0,-33-4-268 0 0,0 0 0 0 0,1-1 0 0 0,-1 0 0 0 0,1-1 0 0 0,-1 0 0 0 0,1-1 0 0 0,20-4 0 0 0,-30 4-318 0 0,54-20-3938 0 0,-53 19 2686 0 0,-1 1-1 0 0,1-1 1 0 0,-1 0 0 0 0,1-1 0 0 0,-1 1 0 0 0,0-1 0 0 0,0 1 0 0 0,0-1 0 0 0,0 0 0 0 0,0 0 0 0 0,-1 0 0 0 0,5-7 0 0 0,-2 0-1541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0.652"/>
    </inkml:context>
    <inkml:brush xml:id="br0">
      <inkml:brushProperty name="width" value="0.1" units="cm"/>
      <inkml:brushProperty name="height" value="0.1" units="cm"/>
      <inkml:brushProperty name="color" value="#E71224"/>
    </inkml:brush>
  </inkml:definitions>
  <inkml:trace contextRef="#ctx0" brushRef="#br0">0 165 3672 0 0,'0'0'14095'0'0,"19"-27"-12569"0"0,5 9-1326 0 0,1 2-1 0 0,1 0 0 0 0,1 1 1 0 0,0 2-1 0 0,1 1 1 0 0,0 1-1 0 0,0 1 0 0 0,2 2 1 0 0,55-9-1 0 0,-75 16-207 0 0,0 0-1 0 0,0 1 1 0 0,0 1-1 0 0,-1 0 1 0 0,1 0-1 0 0,0 1 0 0 0,0 0 1 0 0,-1 1-1 0 0,1 0 1 0 0,16 7-1 0 0,-23-8 23 0 0,0-1-1 0 0,-1 0 1 0 0,1 1 0 0 0,0 0-1 0 0,-1-1 1 0 0,1 1-1 0 0,-1 0 1 0 0,1 1 0 0 0,-1-1-1 0 0,0 0 1 0 0,0 0-1 0 0,0 1 1 0 0,0 0-1 0 0,-1-1 1 0 0,1 1 0 0 0,-1 0-1 0 0,1 0 1 0 0,-1 0-1 0 0,0-1 1 0 0,0 1 0 0 0,0 1-1 0 0,-1-1 1 0 0,1 0-1 0 0,-1 0 1 0 0,1 0 0 0 0,-1 0-1 0 0,0 0 1 0 0,0 0-1 0 0,-1 1 1 0 0,1-1-1 0 0,-1 0 1 0 0,1 0 0 0 0,-1 0-1 0 0,0 0 1 0 0,0 0-1 0 0,-3 5 1 0 0,-18 34 1074 0 0,-46 68 1 0 0,27-45 124 0 0,16-26-276 0 0,-3 5 632 0 0,-36 76-1 0 0,58-107-1444 0 0,0 0 1 0 0,2 1-1 0 0,-1-1 1 0 0,2 1-1 0 0,0 0 1 0 0,1 0-1 0 0,0 1 1 0 0,1-1-1 0 0,0 0 1 0 0,3 26-1 0 0,-1-35-174 0 0,0 1 0 0 0,0-1 0 0 0,1 1 0 0 0,0-1-1 0 0,0 0 1 0 0,0 0 0 0 0,0 1 0 0 0,1-1 0 0 0,0-1-1 0 0,0 1 1 0 0,0 0 0 0 0,1-1 0 0 0,-1 0 0 0 0,1 0-1 0 0,0 0 1 0 0,1 0 0 0 0,-1 0 0 0 0,0-1 0 0 0,1 0-1 0 0,10 6 1 0 0,-11-8-15 0 0,0 0 0 0 0,0 1 0 0 0,0-1 0 0 0,0-1 0 0 0,0 1-1 0 0,0 0 1 0 0,1-1 0 0 0,-1 0 0 0 0,0 0 0 0 0,0 0 0 0 0,1-1 0 0 0,-1 0 0 0 0,0 1-1 0 0,0-1 1 0 0,0-1 0 0 0,0 1 0 0 0,0-1 0 0 0,0 1 0 0 0,0-1 0 0 0,0 0 0 0 0,-1 0-1 0 0,1-1 1 0 0,-1 1 0 0 0,1-1 0 0 0,-1 0 0 0 0,0 0 0 0 0,0 0 0 0 0,4-6 0 0 0,-5 7 2 0 0,1-1 0 0 0,-1 0 0 0 0,0-1 1 0 0,0 1-1 0 0,0 0 0 0 0,0 0 1 0 0,0-1-1 0 0,-1 1 0 0 0,0-1 1 0 0,0 0-1 0 0,0 1 0 0 0,0-1 1 0 0,0 0-1 0 0,-1 0 0 0 0,0 1 0 0 0,1-1 1 0 0,-1 0-1 0 0,-1-4 0 0 0,0 2-1 0 0,-1 0 0 0 0,0-1 0 0 0,0 1 0 0 0,0 0-1 0 0,-1 1 1 0 0,1-1 0 0 0,-1 0 0 0 0,-1 1 0 0 0,-7-11 0 0 0,-7-4-69 0 0,-2 0 0 0 0,0 1 1 0 0,-44-32-1 0 0,53 43 81 0 0,-3-3-94 0 0,-12-8-1160 0 0,-34-33 0 0 0,25 9-5072 0 0,12-7-6579 0 0,19 37 10419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1.711"/>
    </inkml:context>
    <inkml:brush xml:id="br0">
      <inkml:brushProperty name="width" value="0.1" units="cm"/>
      <inkml:brushProperty name="height" value="0.1" units="cm"/>
      <inkml:brushProperty name="color" value="#E71224"/>
    </inkml:brush>
  </inkml:definitions>
  <inkml:trace contextRef="#ctx0" brushRef="#br0">165 1 7473 0 0,'-19'29'16206'0'0,"4"-2"-11051"0"0,-1 4-3848 0 0,-35 62-943 0 0,19-38-2005 0 0,14-16-3026 0 0,5-24-1190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2.060"/>
    </inkml:context>
    <inkml:brush xml:id="br0">
      <inkml:brushProperty name="width" value="0.1" units="cm"/>
      <inkml:brushProperty name="height" value="0.1" units="cm"/>
      <inkml:brushProperty name="color" value="#E71224"/>
    </inkml:brush>
  </inkml:definitions>
  <inkml:trace contextRef="#ctx0" brushRef="#br0">0 0 6337 0 0,'16'8'17144'0'0,"57"28"-12356"0"0,3-1-3540 0 0,5 2-5952 0 0,-39-21-2539 0 0,0-4-4662 0 0,-29-10 9177 0 0,-3-1 187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2.504"/>
    </inkml:context>
    <inkml:brush xml:id="br0">
      <inkml:brushProperty name="width" value="0.1" units="cm"/>
      <inkml:brushProperty name="height" value="0.1" units="cm"/>
      <inkml:brushProperty name="color" value="#E71224"/>
    </inkml:brush>
  </inkml:definitions>
  <inkml:trace contextRef="#ctx0" brushRef="#br0">1 1 5693 0 0,'7'32'7714'0'0,"2"179"5835"0"0,-5-183-12676 0 0,13 48 0 0 0,-11-58-1722 0 0,0-1-1 0 0,1 0 0 0 0,15 27 0 0 0,-5-23-3280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2.982"/>
    </inkml:context>
    <inkml:brush xml:id="br0">
      <inkml:brushProperty name="width" value="0.1" units="cm"/>
      <inkml:brushProperty name="height" value="0.1" units="cm"/>
      <inkml:brushProperty name="color" value="#E71224"/>
    </inkml:brush>
  </inkml:definitions>
  <inkml:trace contextRef="#ctx0" brushRef="#br0">1 1 4288 0 0,'0'0'5288'0'0,"3"29"-735"0"0,-5 32 802 0 0,1 38-464 0 0,4-74-4408 0 0,1 0 0 0 0,1-1 0 0 0,1 0 0 0 0,1 1 0 0 0,1-2 0 0 0,1 1 0 0 0,2-2 0 0 0,0 1 1 0 0,1-1-1 0 0,1-1 0 0 0,1 0 0 0 0,24 28 0 0 0,-35-46-486 0 0,0 0-1 0 0,0-1 1 0 0,0 1 0 0 0,0 0 0 0 0,0-1 0 0 0,0 0 0 0 0,1 1 0 0 0,-1-1-1 0 0,1-1 1 0 0,0 1 0 0 0,-1 0 0 0 0,1-1 0 0 0,0 0 0 0 0,0 0-1 0 0,0 0 1 0 0,0 0 0 0 0,0-1 0 0 0,0 0 0 0 0,0 1 0 0 0,0-1 0 0 0,0-1-1 0 0,0 1 1 0 0,0-1 0 0 0,0 1 0 0 0,0-1 0 0 0,0 0 0 0 0,0-1-1 0 0,0 1 1 0 0,-1-1 0 0 0,1 1 0 0 0,0-1 0 0 0,-1 0 0 0 0,0 0 0 0 0,1-1-1 0 0,-1 1 1 0 0,4-5 0 0 0,3-5-125 0 0,-1 0 0 0 0,0-1 0 0 0,-1 0 0 0 0,-1-1 0 0 0,0 1-1 0 0,0-1 1 0 0,-2-1 0 0 0,0 1 0 0 0,0-1 0 0 0,-2 0 0 0 0,1 0 0 0 0,-2 0 0 0 0,0-1 0 0 0,-1 1-1 0 0,-1 0 1 0 0,0-1 0 0 0,-1 1 0 0 0,0-1 0 0 0,-5-14 0 0 0,5 24 108 0 0,-1-1 0 0 0,0 1 0 0 0,-1 0 0 0 0,1 0 1 0 0,-1 0-1 0 0,-1 1 0 0 0,1-1 0 0 0,-1 1 0 0 0,0-1 0 0 0,0 1 1 0 0,0 0-1 0 0,-1 1 0 0 0,0-1 0 0 0,0 1 0 0 0,0 0 0 0 0,0 0 0 0 0,0 1 1 0 0,-9-5-1 0 0,-49-18-4227 0 0,-3 7-5200 0 0,22 7-1922 0 0,33 7 8901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6.219"/>
    </inkml:context>
    <inkml:brush xml:id="br0">
      <inkml:brushProperty name="width" value="0.1" units="cm"/>
      <inkml:brushProperty name="height" value="0.1" units="cm"/>
      <inkml:brushProperty name="color" value="#E71224"/>
    </inkml:brush>
  </inkml:definitions>
  <inkml:trace contextRef="#ctx0" brushRef="#br0">0 67 6377 0 0,'1'-7'13978'0'0,"15"0"-12464"0"0,0 1-1 0 0,0 0 0 0 0,1 1 1 0 0,0 1-1 0 0,0 1 1 0 0,32-3-1 0 0,11-2-4578 0 0,-3-7-8791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4:57.331"/>
    </inkml:context>
    <inkml:brush xml:id="br0">
      <inkml:brushProperty name="width" value="0.1" units="cm"/>
      <inkml:brushProperty name="height" value="0.1" units="cm"/>
      <inkml:brushProperty name="color" value="#E71224"/>
    </inkml:brush>
  </inkml:definitions>
  <inkml:trace contextRef="#ctx0" brushRef="#br0">10 74 6193 0 0,'0'0'8100'0'0,"9"-17"-1334"0"0,-2 12-6428 0 0,0 1 0 0 0,1-1 0 0 0,0 1 1 0 0,0 0-1 0 0,0 1 0 0 0,0 0 0 0 0,1 0 1 0 0,13-2-1 0 0,76-9-450 0 0,-73 11 141 0 0,-11 1-148 0 0,1 1 1 0 0,-1 0-1 0 0,1 1 0 0 0,25 3 0 0 0,-38-2 81 0 0,-1 1 33 0 0,-1-1 0 0 0,1 0-1 0 0,0 0 1 0 0,-1 1 0 0 0,1-1-1 0 0,-1 1 1 0 0,0-1 0 0 0,1 0 0 0 0,-1 1-1 0 0,0-1 1 0 0,0 1 0 0 0,0-1-1 0 0,0 1 1 0 0,0-1 0 0 0,0 0 0 0 0,0 1-1 0 0,0-1 1 0 0,-1 1 0 0 0,1-1-1 0 0,0 0 1 0 0,-2 3 0 0 0,-15 29 210 0 0,9-17-23 0 0,-33 63 500 0 0,29-58-303 0 0,1 1-1 0 0,-13 34 1 0 0,22-50-311 0 0,-7 21 481 0 0,-11 54 1 0 0,19-74-526 0 0,0 1 0 0 0,0 0-1 0 0,1-1 1 0 0,0 1 0 0 0,0-1 0 0 0,1 1 0 0 0,0-1 0 0 0,1 1 0 0 0,-1-1 0 0 0,1 1 0 0 0,0-1 0 0 0,6 10-1 0 0,-8-15-134 0 0,1 0 0 0 0,1 0 0 0 0,-1 0-1 0 0,0 0 1 0 0,0 0 0 0 0,1-1 0 0 0,-1 1 0 0 0,1-1-1 0 0,-1 1 1 0 0,1-1 0 0 0,0 1 0 0 0,0-1-1 0 0,-1 0 1 0 0,1 0 0 0 0,0 0 0 0 0,0 0-1 0 0,0 0 1 0 0,0 0 0 0 0,0-1 0 0 0,1 1-1 0 0,-1-1 1 0 0,0 1 0 0 0,0-1 0 0 0,0 0-1 0 0,0 0 1 0 0,1 0 0 0 0,-1 0 0 0 0,0 0-1 0 0,0 0 1 0 0,0-1 0 0 0,0 1 0 0 0,0-1-1 0 0,1 1 1 0 0,-1-1 0 0 0,0 0 0 0 0,0 0-1 0 0,0 0 1 0 0,-1 0 0 0 0,1 0 0 0 0,0 0-1 0 0,2-3 1 0 0,-1 2-24 0 0,0 0 0 0 0,-1 0 1 0 0,1 0-1 0 0,-1 0 0 0 0,0-1 0 0 0,0 1 0 0 0,0-1 0 0 0,0 0 0 0 0,0 1 0 0 0,0-1 1 0 0,-1 0-1 0 0,1 0 0 0 0,-1 0 0 0 0,0 0 0 0 0,0 0 0 0 0,0 0 0 0 0,0-1 1 0 0,0 1-1 0 0,-1 0 0 0 0,0 0 0 0 0,1-1 0 0 0,-1 1 0 0 0,-1 0 0 0 0,1-1 0 0 0,0 1 1 0 0,-1 0-1 0 0,1 0 0 0 0,-2-4 0 0 0,-1 1 103 0 0,0 1 0 0 0,-1 0 0 0 0,1-1 0 0 0,-1 1 0 0 0,0 0 0 0 0,0 1 0 0 0,0-1 0 0 0,-1 1 0 0 0,-9-7 0 0 0,-55-33 271 0 0,9 7-520 0 0,8-9-1882 0 0,-14-33-10550 0 0,52 60 10172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6:10.178"/>
    </inkml:context>
    <inkml:brush xml:id="br0">
      <inkml:brushProperty name="width" value="0.1" units="cm"/>
      <inkml:brushProperty name="height" value="0.6" units="cm"/>
      <inkml:brushProperty name="inkEffects" value="pencil"/>
    </inkml:brush>
  </inkml:definitions>
  <inkml:trace contextRef="#ctx0" brushRef="#br0">32 53 6981 248466 69546,'-1'-1'2244'0'0,"-1"-2"-260"0"0,-1-1-192 0 0,0-1-256 0 0,-1 0-256 0 0,1-1-275 0 0,-1 0-369 0 0,1 2-412 0 0,1-1-376 0 0,0 0-352 0 0,0 2-193 0 0,1 0-191 0 0,0 2-384 0 0,1 0-1204 0 0,0 1-936 0 0,0 0 279 0 0,0 0 317 759-650,0 0 484-759 650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26:17.366"/>
    </inkml:context>
    <inkml:brush xml:id="br0">
      <inkml:brushProperty name="width" value="0.1" units="cm"/>
      <inkml:brushProperty name="height" value="0.6" units="cm"/>
      <inkml:brushProperty name="inkEffects" value="pencil"/>
    </inkml:brush>
  </inkml:definitions>
  <inkml:trace contextRef="#ctx0" brushRef="#br0">17 17 5372 284831 68803,'0'-2'1917'0'0,"0"1"-165"0"0,0-1-216 0 0,0 0-208 0 0,-1 0-252 0 0,0 0-216 0 0,0 0-336 0 0,1 0-228 0 0,-1 1-216 0 0,1 0-192 0 0,0 1-236 1771-169,0 0-216-1771 169,-2 3-324 0 0,0 3-476 0 0,-1 0-2024 0 0,1 2 287 0 0,0 0 365 0 0,0-1 496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5.902"/>
    </inkml:context>
    <inkml:brush xml:id="br0">
      <inkml:brushProperty name="width" value="0.05" units="cm"/>
      <inkml:brushProperty name="height" value="0.05" units="cm"/>
      <inkml:brushProperty name="color" value="#849398"/>
    </inkml:brush>
  </inkml:definitions>
  <inkml:trace contextRef="#ctx0" brushRef="#br0">435 107 6225 0 0,'0'-3'720'0'0,"0"-1"1"0"0,0 0-1 0 0,0 0 1 0 0,-1 1 0 0 0,0-1-1 0 0,0 0 1 0 0,0 1 0 0 0,0-1-1 0 0,0 0 1 0 0,-1 1-1 0 0,0 0 1 0 0,1-1 0 0 0,-1 1-1 0 0,0 0 1 0 0,-1 0-1 0 0,1 0 1 0 0,-1 0 0 0 0,-5-4-1 0 0,3 2-276 0 0,-1 1 0 0 0,0 1 1 0 0,-1 0-1 0 0,1-1 0 0 0,0 2 0 0 0,-1-1 0 0 0,0 1 0 0 0,0 0 0 0 0,-10-2 0 0 0,-12 1-26 0 0,-1 1 1 0 0,1 1-1 0 0,-53 5 1 0 0,81-4-370 0 0,-13 1 203 0 0,-1 1-1 0 0,1 0 0 0 0,-1 1 1 0 0,1 0-1 0 0,0 1 1 0 0,-16 7-1 0 0,27-10-166 0 0,0 0-1 0 0,1 1 1 0 0,-1-1-1 0 0,1 1 1 0 0,-1-1 0 0 0,1 1-1 0 0,0 0 1 0 0,0 0 0 0 0,0 0-1 0 0,0 0 1 0 0,0 0 0 0 0,0 1-1 0 0,0-1 1 0 0,1 0 0 0 0,-1 1-1 0 0,1-1 1 0 0,0 1 0 0 0,0 0-1 0 0,0-1 1 0 0,0 1 0 0 0,0 0-1 0 0,1 0 1 0 0,-1 0 0 0 0,1 0-1 0 0,-1-1 1 0 0,1 1 0 0 0,0 0-1 0 0,0 0 1 0 0,1 0 0 0 0,-1 0-1 0 0,1 0 1 0 0,-1 0 0 0 0,1-1-1 0 0,0 1 1 0 0,0 0 0 0 0,0-1-1 0 0,3 6 1 0 0,5 8 99 0 0,1 1 0 0 0,1-1 1 0 0,0-1-1 0 0,1 0 0 0 0,1 0 0 0 0,1-1 1 0 0,28 23-1 0 0,6 7 52 0 0,59 55-256 0 0,-66-63-145 0 0,-1 1 0 0 0,-2 2 0 0 0,-1 1 1 0 0,56 82-1 0 0,-84-102-1872 0 0,-2 3-3479 0 0,-2 23-12917 0 0,-9-36 13100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6.666"/>
    </inkml:context>
    <inkml:brush xml:id="br0">
      <inkml:brushProperty name="width" value="0.05" units="cm"/>
      <inkml:brushProperty name="height" value="0.05" units="cm"/>
      <inkml:brushProperty name="color" value="#849398"/>
    </inkml:brush>
  </inkml:definitions>
  <inkml:trace contextRef="#ctx0" brushRef="#br0">48 0 6357 0 0,'0'0'8677'0'0,"-17"32"-3960"0"0,-2 88 2169 0 0,7 63-1053 0 0,12-168-5798 0 0,1 0 0 0 0,0-1 1 0 0,2 1-1 0 0,-1 0 1 0 0,2-1-1 0 0,5 17 0 0 0,-8-27-33 0 0,1 1 0 0 0,0-1 0 0 0,-1 0 0 0 0,1 0 0 0 0,0-1 0 0 0,1 1 0 0 0,-1 0 0 0 0,1-1 0 0 0,0 1 0 0 0,0-1 0 0 0,0 0 0 0 0,0 0 0 0 0,0 0 0 0 0,1 0 0 0 0,-1-1 0 0 0,1 1 0 0 0,0-1 0 0 0,0 0 0 0 0,0 0 0 0 0,0 0 0 0 0,0-1 0 0 0,0 1 0 0 0,0-1 0 0 0,8 1 0 0 0,-7-2-2 0 0,-1 0 0 0 0,0 0 0 0 0,0 0 0 0 0,0-1 0 0 0,0 1 0 0 0,0-1 0 0 0,0 0 0 0 0,-1-1 0 0 0,1 1 0 0 0,0-1 0 0 0,0 1 0 0 0,-1-1 0 0 0,1 0 0 0 0,-1 0 0 0 0,1-1 0 0 0,-1 1 0 0 0,0-1 0 0 0,4-4 0 0 0,1-2 0 0 0,0 0 0 0 0,-1-1 0 0 0,-1 0 0 0 0,7-12 0 0 0,-11 20 0 0 0,3-7-75 0 0,-1 1 1 0 0,1-1-1 0 0,-1 0 0 0 0,-1 0 1 0 0,1-1-1 0 0,-2 1 0 0 0,1-1 0 0 0,-1 1 1 0 0,-1-1-1 0 0,0 0 0 0 0,0 0 1 0 0,-1 1-1 0 0,0-1 0 0 0,0 0 1 0 0,-1 0-1 0 0,-1 0 0 0 0,0 1 1 0 0,0-1-1 0 0,-1 1 0 0 0,0-1 0 0 0,0 1 1 0 0,-1 0-1 0 0,-1 0 0 0 0,1 1 1 0 0,-1-1-1 0 0,-1 1 0 0 0,0 0 1 0 0,0 0-1 0 0,0 1 0 0 0,-1 0 1 0 0,0 0-1 0 0,-1 0 0 0 0,1 1 1 0 0,-1 0-1 0 0,0 1 0 0 0,-12-6 0 0 0,2 0-1613 0 0,-5-2 734 0 0,7 5-3068 0 0,3 4-3577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7.309"/>
    </inkml:context>
    <inkml:brush xml:id="br0">
      <inkml:brushProperty name="width" value="0.05" units="cm"/>
      <inkml:brushProperty name="height" value="0.05" units="cm"/>
      <inkml:brushProperty name="color" value="#849398"/>
    </inkml:brush>
  </inkml:definitions>
  <inkml:trace contextRef="#ctx0" brushRef="#br0">50 5 5701 0 0,'-7'-4'17239'0'0,"4"6"-16871"0"0,1 1 0 0 0,1-1 0 0 0,-1 0 0 0 0,0 1 0 0 0,1 0 1 0 0,-1-1-1 0 0,1 1 0 0 0,0 0 0 0 0,-1 0 0 0 0,1 0 0 0 0,1-1 0 0 0,-1 1 0 0 0,0 0 0 0 0,0 5 0 0 0,-4 15 2036 0 0,2-17-1884 0 0,2-20 206 0 0,-1-13-70 0 0,0 18-3752 0 0,-6-15-9315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7.973"/>
    </inkml:context>
    <inkml:brush xml:id="br0">
      <inkml:brushProperty name="width" value="0.05" units="cm"/>
      <inkml:brushProperty name="height" value="0.05" units="cm"/>
      <inkml:brushProperty name="color" value="#849398"/>
    </inkml:brush>
  </inkml:definitions>
  <inkml:trace contextRef="#ctx0" brushRef="#br0">6 0 5300 0 0,'1'7'9656'0'0,"2"21"-4329"0"0,10 32 3047 0 0,-13-59-7834 0 0,0 0-504 0 0,0-1 0 0 0,0 0 0 0 0,0 0 0 0 0,0 0 0 0 0,0 0 1 0 0,1 1-1 0 0,-1-1 0 0 0,0 0 0 0 0,0 0 0 0 0,0 0 0 0 0,0 0 1 0 0,0 1-1 0 0,0-1 0 0 0,0 0 0 0 0,0 0 0 0 0,0 0 0 0 0,0 0 1 0 0,1 0-1 0 0,-1 0 0 0 0,0 0 0 0 0,0 1 0 0 0,0-1 0 0 0,0 0 1 0 0,0 0-1 0 0,1 0 0 0 0,-1 0 0 0 0,0 0 0 0 0,0 0 0 0 0,0 0 1 0 0,0 0-1 0 0,0 0 0 0 0,1 0 0 0 0,-1 0 0 0 0,0 0 0 0 0,0 0 0 0 0,0 0 1 0 0,0 0-1 0 0,1 0 0 0 0,-1 0 0 0 0,0 0 0 0 0,0 0 0 0 0,0 0 1 0 0,0 0-1 0 0,1 0 0 0 0,-1 0 0 0 0,0 0 0 0 0,0 0 0 0 0,0 0 1 0 0,0 0-1 0 0,1-1 0 0 0,2-1-76 0 0,-2 2 54 0 0,0-1 1 0 0,0 1 0 0 0,-1-1 0 0 0,1 0-1 0 0,0 1 1 0 0,0-1 0 0 0,-1 0-1 0 0,1 0 1 0 0,0 0 0 0 0,-1 1 0 0 0,1-1-1 0 0,-1 0 1 0 0,1 0 0 0 0,-1 0-1 0 0,1 0 1 0 0,-1 0 0 0 0,0 0 0 0 0,0 0-1 0 0,1 0 1 0 0,-1 0 0 0 0,0 0 0 0 0,0 0-1 0 0,0 0 1 0 0,0 0 0 0 0,0 0-1 0 0,0 0 1 0 0,0 0 0 0 0,-1-2 0 0 0,1 2-105 0 0,4-3 51 0 0,-3 3-50 0 0,-2 2-486 0 0,-1 2 722 0 0,0-1 0 0 0,1 1 1 0 0,-1-1-1 0 0,1 1 0 0 0,-1 0 0 0 0,1 0 1 0 0,0-1-1 0 0,0 1 0 0 0,0 4 0 0 0,0-5 723 0 0,0-6-1887 0 0,-4-22-7225 0 0,-22 19-14968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8.523"/>
    </inkml:context>
    <inkml:brush xml:id="br0">
      <inkml:brushProperty name="width" value="0.05" units="cm"/>
      <inkml:brushProperty name="height" value="0.05" units="cm"/>
      <inkml:brushProperty name="color" value="#849398"/>
    </inkml:brush>
  </inkml:definitions>
  <inkml:trace contextRef="#ctx0" brushRef="#br0">7 1 2312 0 0,'0'0'6349'0'0,"0"26"-2964"0"0,-3 1 4315 0 0,0-26-9777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0.126"/>
    </inkml:context>
    <inkml:brush xml:id="br0">
      <inkml:brushProperty name="width" value="0.05" units="cm"/>
      <inkml:brushProperty name="height" value="0.05" units="cm"/>
      <inkml:brushProperty name="color" value="#849398"/>
    </inkml:brush>
  </inkml:definitions>
  <inkml:trace contextRef="#ctx0" brushRef="#br0">650 45 5609 0 0,'6'6'13231'0'0,"11"21"-8817"0"0,-4-6-2284 0 0,19 12-184 0 0,-31-32-2030 0 0,0 0-1 0 0,1 0 1 0 0,-1 0 0 0 0,0 0 0 0 0,0 0-1 0 0,1 0 1 0 0,-1-1 0 0 0,1 1 0 0 0,-1-1 0 0 0,0 1-1 0 0,1-1 1 0 0,-1 1 0 0 0,1-1 0 0 0,-1 0-1 0 0,1 1 1 0 0,0-1 0 0 0,-1 0 0 0 0,1 0-1 0 0,-1 0 1 0 0,1-1 0 0 0,-1 1 0 0 0,1 0 0 0 0,-1 0-1 0 0,1-1 1 0 0,-1 1 0 0 0,3-2 0 0 0,-3 1-86 0 0,1-1 0 0 0,-1 0 0 0 0,1 0-1 0 0,-1 0 1 0 0,0 0 0 0 0,0 0 0 0 0,0 0 0 0 0,0 0 0 0 0,0 0 0 0 0,0 0 0 0 0,-1 0 0 0 0,1-1 0 0 0,-1 1 0 0 0,1 0 0 0 0,-1 0 0 0 0,0-1 0 0 0,0 1 0 0 0,-1-4 0 0 0,2 0 22 0 0,-2 1 1 0 0,1 0-1 0 0,-1 0 1 0 0,0 0-1 0 0,0 0 1 0 0,-3-9 0 0 0,3 11 198 0 0,-1 0 0 0 0,1 0 0 0 0,-1 0 0 0 0,0 0 0 0 0,0 0 0 0 0,0 0 0 0 0,0 1 0 0 0,0-1 0 0 0,-1 1 0 0 0,1-1 0 0 0,-1 1 0 0 0,1 0 0 0 0,-1 0 0 0 0,0 0 0 0 0,0 0 0 0 0,0 1 0 0 0,0-1 0 0 0,0 1 0 0 0,0 0 0 0 0,-1 0 0 0 0,1 0 0 0 0,0 0 0 0 0,0 0 0 0 0,-1 1 0 0 0,-5-1 0 0 0,7 1 20 0 0,-39 8 572 0 0,26 1-190 0 0,1 1-1 0 0,0 0 0 0 0,0 1 0 0 0,1 1 1 0 0,0 0-1 0 0,1 1 0 0 0,1 1 1 0 0,0-1-1 0 0,1 2 0 0 0,0-1 0 0 0,1 1 1 0 0,0 1-1 0 0,2 0 0 0 0,-11 29 0 0 0,0 10 72 0 0,14-39-262 0 0,0-1 1 0 0,-1 0 0 0 0,-1 0-1 0 0,-1-1 1 0 0,0 1-1 0 0,0-1 1 0 0,-1-1 0 0 0,-1 0-1 0 0,-16 19 1 0 0,-35 21-3049 0 0,38-36-800 0 0,0-1 0 0 0,-30 16-1 0 0,33-22 778 0 0,0-1 0 0 0,-1-1-1 0 0,-30 8 1 0 0,-29-2-825 0 0,52-12 1083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0.901"/>
    </inkml:context>
    <inkml:brush xml:id="br0">
      <inkml:brushProperty name="width" value="0.05" units="cm"/>
      <inkml:brushProperty name="height" value="0.05" units="cm"/>
      <inkml:brushProperty name="color" value="#849398"/>
    </inkml:brush>
  </inkml:definitions>
  <inkml:trace contextRef="#ctx0" brushRef="#br0">413 23 5661 0 0,'6'-10'11360'0'0,"-3"17"-4986"0"0,-7 22-3523 0 0,0-20-2412 0 0,-1 0 1 0 0,0 0 0 0 0,-1-1 0 0 0,0 1-1 0 0,0-1 1 0 0,-14 13 0 0 0,-21 29 863 0 0,41-49-1367 0 0,0 0 0 0 0,-1 0 0 0 0,1-1 0 0 0,-1 1 0 0 0,1 0-1 0 0,-1 0 1 0 0,1 0 0 0 0,-1 0 0 0 0,0-1 0 0 0,1 1 0 0 0,-1 0-1 0 0,0-1 1 0 0,1 1 0 0 0,-1 0 0 0 0,0-1 0 0 0,0 1-1 0 0,0-1 1 0 0,0 1 0 0 0,0-1 0 0 0,1 0 0 0 0,-1 1 0 0 0,0-1-1 0 0,0 0 1 0 0,0 1 0 0 0,0-1 0 0 0,0 0 0 0 0,0 0 0 0 0,0 0-1 0 0,0 0 1 0 0,-2 0 0 0 0,1-1-95 0 0,0 0-1 0 0,1 0 1 0 0,-1-1-1 0 0,0 1 1 0 0,1 0 0 0 0,-1-1-1 0 0,1 1 1 0 0,-1-1 0 0 0,1 1-1 0 0,-1-1 1 0 0,1 0-1 0 0,0 1 1 0 0,-2-4 0 0 0,0-3-496 0 0,-1 1 1 0 0,1 0 0 0 0,0-1-1 0 0,1 0 1 0 0,-1 1-1 0 0,-1-15 1 0 0,3 22 601 0 0,0 0-1 0 0,0 0 1 0 0,-1 1 0 0 0,1-1 0 0 0,0 0-1 0 0,0 1 1 0 0,0-1 0 0 0,0 1 0 0 0,0 0-1 0 0,0-1 1 0 0,-1 1 0 0 0,1 0-1 0 0,1-1 1 0 0,-1 1 0 0 0,0 0 0 0 0,0 0-1 0 0,0 0 1 0 0,0 0 0 0 0,1 0 0 0 0,-2 1-1 0 0,-43 66 2801 0 0,40-61-2255 0 0,0-1 0 0 0,0 0 0 0 0,-1-1 0 0 0,1 1 0 0 0,-2-1 0 0 0,1 0 0 0 0,0 0 0 0 0,-9 4 0 0 0,12-8-374 0 0,1 1 0 0 0,0-1-1 0 0,-1 0 1 0 0,0 0 0 0 0,1-1 0 0 0,-1 1 0 0 0,0-1-1 0 0,1 1 1 0 0,-1-1 0 0 0,0 0 0 0 0,1 0 0 0 0,-1 0 0 0 0,0 0-1 0 0,0-1 1 0 0,1 1 0 0 0,-1-1 0 0 0,1 1 0 0 0,-1-1 0 0 0,0 0-1 0 0,1 0 1 0 0,-1 0 0 0 0,-2-2 0 0 0,1 0-104 0 0,0-1 0 0 0,0 1 1 0 0,0-1-1 0 0,1 1 0 0 0,-1-1 0 0 0,1 0 1 0 0,0-1-1 0 0,1 1 0 0 0,-1 0 1 0 0,1-1-1 0 0,-3-6 0 0 0,0-1-839 0 0,1 0 0 0 0,1 0 1 0 0,-1 0-1 0 0,0-14 0 0 0,2 16-1210 0 0,2 1 0 0 0,-1-1-1 0 0,1 0 1 0 0,1-14 0 0 0,7-11-11076 0 0,-5 28 10547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1.510"/>
    </inkml:context>
    <inkml:brush xml:id="br0">
      <inkml:brushProperty name="width" value="0.05" units="cm"/>
      <inkml:brushProperty name="height" value="0.05" units="cm"/>
      <inkml:brushProperty name="color" value="#849398"/>
    </inkml:brush>
  </inkml:definitions>
  <inkml:trace contextRef="#ctx0" brushRef="#br0">148 55 6297 0 0,'-17'1'9054'0'0,"4"0"-7224"0"0,8 1-1187 0 0,0 1 0 0 0,0 0 0 0 0,0 0 0 0 0,0 0 0 0 0,1 1 0 0 0,-1-1 0 0 0,1 1 0 0 0,0 0 0 0 0,0 1-1 0 0,0-1 1 0 0,1 0 0 0 0,-1 1 0 0 0,-2 5 0 0 0,-33 70 4351 0 0,34-68-4352 0 0,3-5-574 0 0,0 0-1 0 0,0 0 1 0 0,0 1-1 0 0,1-1 1 0 0,0 0 0 0 0,1 1-1 0 0,-1-1 1 0 0,2 10-1 0 0,-1-14-52 0 0,0 1 0 0 0,1-1 0 0 0,-1 0-1 0 0,1 1 1 0 0,0-1 0 0 0,-1 0 0 0 0,2 1 0 0 0,-1-1 0 0 0,0 0-1 0 0,1 0 1 0 0,-1 0 0 0 0,1 0 0 0 0,0 0 0 0 0,0-1-1 0 0,0 1 1 0 0,0 0 0 0 0,1-1 0 0 0,-1 0 0 0 0,1 1 0 0 0,-1-1-1 0 0,1 0 1 0 0,4 2 0 0 0,4 0-15 0 0,-10-4 0 0 0,1 1 0 0 0,-1-1 0 0 0,0 0 0 0 0,1 1 0 0 0,-1-1 0 0 0,1 0 0 0 0,-1 0 0 0 0,0 0 0 0 0,1 0 0 0 0,-1 0 0 0 0,1-1 0 0 0,-1 1 0 0 0,0 0 0 0 0,1-1 0 0 0,-1 1 0 0 0,0 0 0 0 0,1-1 0 0 0,-1 0 0 0 0,0 1 0 0 0,0-1 0 0 0,0 0 0 0 0,1 0 0 0 0,-1 1 0 0 0,0-1 0 0 0,2-2 0 0 0,0-1 0 0 0,8-3-73 0 0,-1-1 1 0 0,-1 0-1 0 0,1-1 1 0 0,-1 0-1 0 0,-1 0 1 0 0,0-1-1 0 0,0 0 1 0 0,12-21-1 0 0,2-8-387 0 0,18-46 0 0 0,-31 55 448 0 0,-9 4-3710 0 0,-1 23 2700 0 0,1 0-1 0 0,-2 0 1 0 0,1 0 0 0 0,0 0 0 0 0,-1 0-1 0 0,1 0 1 0 0,-1 0 0 0 0,0 0-1 0 0,0 1 1 0 0,0-1 0 0 0,0 1 0 0 0,0-1-1 0 0,0 1 1 0 0,-1 0 0 0 0,1 0 0 0 0,-1 0-1 0 0,0 0 1 0 0,0 1 0 0 0,1-1 0 0 0,-1 1-1 0 0,0-1 1 0 0,-6 0 0 0 0,-1-2-1618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1.839"/>
    </inkml:context>
    <inkml:brush xml:id="br0">
      <inkml:brushProperty name="width" value="0.05" units="cm"/>
      <inkml:brushProperty name="height" value="0.05" units="cm"/>
      <inkml:brushProperty name="color" value="#849398"/>
    </inkml:brush>
  </inkml:definitions>
  <inkml:trace contextRef="#ctx0" brushRef="#br0">0 126 8569 0 0,'0'0'13593'0'0,"3"-3"-12439"0"0,3-3-934 0 0,1 0-1 0 0,0 0 1 0 0,0 1 0 0 0,13-8-1 0 0,39-19-6344 0 0,21-14-8419 0 0,-67 38 12055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2.644"/>
    </inkml:context>
    <inkml:brush xml:id="br0">
      <inkml:brushProperty name="width" value="0.05" units="cm"/>
      <inkml:brushProperty name="height" value="0.05" units="cm"/>
      <inkml:brushProperty name="color" value="#849398"/>
    </inkml:brush>
  </inkml:definitions>
  <inkml:trace contextRef="#ctx0" brushRef="#br0">10 38 6141 0 0,'-2'-7'4129'0'0,"-6"-21"12615"0"0,8 28-16723 0 0,0 0 0 0 0,0-1 0 0 0,0 1-1 0 0,1 0 1 0 0,-1 0 0 0 0,0 0 0 0 0,0 0-1 0 0,0 0 1 0 0,0 0 0 0 0,0-1 0 0 0,0 1-1 0 0,0 0 1 0 0,1 0 0 0 0,-1 0-1 0 0,0 0 1 0 0,0 0 0 0 0,0 0 0 0 0,0 0-1 0 0,0 0 1 0 0,1 0 0 0 0,-1 0 0 0 0,0 0-1 0 0,0 0 1 0 0,0 0 0 0 0,0 0 0 0 0,1 0-1 0 0,-1 0 1 0 0,0 0 0 0 0,0 0-1 0 0,0 0 1 0 0,0 0 0 0 0,1 0 0 0 0,-1 0-1 0 0,0 0 1 0 0,0 0 0 0 0,0 0 0 0 0,0 0-1 0 0,0 0 1 0 0,1 0 0 0 0,-1 0-1 0 0,0 1 1 0 0,0-1 0 0 0,0 0 0 0 0,0 0-1 0 0,0 0 1 0 0,0 0 0 0 0,0 0 0 0 0,1 0-1 0 0,-1 0 1 0 0,0 1 0 0 0,0-1 0 0 0,0 0-1 0 0,0 0 1 0 0,0 0 0 0 0,0 1-1 0 0,16 13 1929 0 0,14 18 694 0 0,20 36-2643 0 0,-2 2 0 0 0,51 105 0 0 0,-54-94 0 0 0,-15-26-2779 0 0,12 36-7961 0 0,-35-72 6995 0 0,-1 0 0 0 0,7 38 0 0 0,-10 5 86 0 0,-7-38 1001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3.132"/>
    </inkml:context>
    <inkml:brush xml:id="br0">
      <inkml:brushProperty name="width" value="0.05" units="cm"/>
      <inkml:brushProperty name="height" value="0.05" units="cm"/>
      <inkml:brushProperty name="color" value="#849398"/>
    </inkml:brush>
  </inkml:definitions>
  <inkml:trace contextRef="#ctx0" brushRef="#br0">67 102 5509 0 0,'0'0'11527'0'0,"-19"25"-6481"0"0,6-11 3987 0 0,13-14-8985 0 0,-1 0 1 0 0,1 0-1 0 0,-1 0 0 0 0,1 0 1 0 0,-1 0-1 0 0,1 0 0 0 0,-1 0 1 0 0,1 0-1 0 0,0 0 0 0 0,-1-1 1 0 0,1 1-1 0 0,-1 0 0 0 0,1 0 1 0 0,-1 0-1 0 0,1-1 0 0 0,0 1 1 0 0,-1 0-1 0 0,1-1 0 0 0,-1 1 1 0 0,1 0-1 0 0,0-1 0 0 0,0 1 1 0 0,-1 0-1 0 0,1-1 0 0 0,0 1 1 0 0,-1-1-1 0 0,1 1 0 0 0,0-1 1 0 0,0 1-1 0 0,0 0 1 0 0,0-1-1 0 0,-1 0 0 0 0,-6-28-2193 0 0,2-4-4166 0 0,4 9-4590 0 0,-6-10 1248 0 0,5 23 7025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3.701"/>
    </inkml:context>
    <inkml:brush xml:id="br0">
      <inkml:brushProperty name="width" value="0.05" units="cm"/>
      <inkml:brushProperty name="height" value="0.05" units="cm"/>
      <inkml:brushProperty name="color" value="#849398"/>
    </inkml:brush>
  </inkml:definitions>
  <inkml:trace contextRef="#ctx0" brushRef="#br0">1 34 3212 0 0,'0'-34'12244'0'0,"23"71"-2490"0"0,49 82-7335 0 0,110 272-143 0 0,-135-302-3391 0 0,-17-32-1325 0 0,-3 1-3371 0 0,-21-44 1832 0 0,-1 1 0 0 0,-1-1 0 0 0,4 22 1 0 0,-8-24 1286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4.409"/>
    </inkml:context>
    <inkml:brush xml:id="br0">
      <inkml:brushProperty name="width" value="0.05" units="cm"/>
      <inkml:brushProperty name="height" value="0.05" units="cm"/>
      <inkml:brushProperty name="color" value="#849398"/>
    </inkml:brush>
  </inkml:definitions>
  <inkml:trace contextRef="#ctx0" brushRef="#br0">1 46 4412 0 0,'3'-16'5551'0'0,"-3"-14"17226"0"0,27 56-22775 0 0,-1 1 0 0 0,-1 1 1 0 0,-1 1-1 0 0,-2 1 0 0 0,-1 1 0 0 0,-1 1 1 0 0,-2 1-1 0 0,-1 1 0 0 0,-2 0 0 0 0,-1 1 1 0 0,10 41-1 0 0,-11-28-2756 0 0,29 84-17826 0 0,-20-78 15713 0 0,-16-42 2181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5.107"/>
    </inkml:context>
    <inkml:brush xml:id="br0">
      <inkml:brushProperty name="width" value="0.05" units="cm"/>
      <inkml:brushProperty name="height" value="0.05" units="cm"/>
      <inkml:brushProperty name="color" value="#849398"/>
    </inkml:brush>
  </inkml:definitions>
  <inkml:trace contextRef="#ctx0" brushRef="#br0">42 16 6161 0 0,'-8'1'15320'0'0,"0"5"-14292"0"0,5-2-425 0 0,0 1 1 0 0,0-1-1 0 0,1 1 0 0 0,-1 0 1 0 0,1 0-1 0 0,0 1 1 0 0,0-1-1 0 0,1 0 1 0 0,0 0-1 0 0,0 1 0 0 0,0-1 1 0 0,0 1-1 0 0,1-1 1 0 0,0 1-1 0 0,0-1 1 0 0,1 7-1 0 0,8-25-603 0 0,1-15 0 0 0,-9 24-507 0 0,-1 0 1 0 0,0 0-1 0 0,1-1 0 0 0,-2 1 0 0 0,1 0 1 0 0,0-1-1 0 0,-1 1 0 0 0,0 0 1 0 0,0 0-1 0 0,0-1 0 0 0,-1 1 0 0 0,1 0 1 0 0,-1 0-1 0 0,0 0 0 0 0,0 1 1 0 0,-4-7-1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25.724"/>
    </inkml:context>
    <inkml:brush xml:id="br0">
      <inkml:brushProperty name="width" value="0.05" units="cm"/>
      <inkml:brushProperty name="height" value="0.05" units="cm"/>
      <inkml:brushProperty name="color" value="#849398"/>
    </inkml:brush>
  </inkml:definitions>
  <inkml:trace contextRef="#ctx0" brushRef="#br0">12 1 5148 0 0,'0'0'1522'0'0,"0"45"6648"0"0,-4-26-5042 0 0,1-1-1 0 0,1 1 1 0 0,0 34 0 0 0,2-52-3093 0 0,0-1 1 0 0,0 1 0 0 0,0-1 0 0 0,0 0 0 0 0,0 1 0 0 0,0-1 0 0 0,0 1-1 0 0,0-1 1 0 0,0 0 0 0 0,0 1 0 0 0,1-1 0 0 0,-1 1 0 0 0,0-1 0 0 0,0 0 0 0 0,0 1-1 0 0,1-1 1 0 0,-1 0 0 0 0,0 1 0 0 0,0-1 0 0 0,1 0 0 0 0,-1 1 0 0 0,0-1 0 0 0,1 0-1 0 0,-1 0 1 0 0,0 1 0 0 0,1-1 0 0 0,-1 0 0 0 0,0 0 0 0 0,1 0 0 0 0,-1 0 0 0 0,1 1-1 0 0,-1-1 1 0 0,0 0 0 0 0,1 0 0 0 0,-1 0 0 0 0,1 0 0 0 0,-1 0 0 0 0,0 0 0 0 0,1 0-1 0 0,-1 0 1 0 0,1 0 0 0 0,-1 0 0 0 0,0 0 0 0 0,1 0 0 0 0,-1-1 0 0 0,1 1 0 0 0,-1 0-1 0 0,0 0 1 0 0,1 0 0 0 0,-1 0 0 0 0,0-1 0 0 0,1 1 0 0 0,-1 0 0 0 0,0 0 0 0 0,1-1-1 0 0,-1 1 1 0 0,0 0 0 0 0,1-1 0 0 0,-1 1 0 0 0,0 0 0 0 0,0-1 0 0 0,1 1 0 0 0,-1-1-1 0 0,20-18 339 0 0,-18 16-390 0 0,-1 0 0 0 0,1 0 1 0 0,-1-1-1 0 0,0 1 0 0 0,0-1 0 0 0,0 1 1 0 0,0-1-1 0 0,0 1 0 0 0,-1-1 0 0 0,0 1 0 0 0,1-1 1 0 0,-2-5-1 0 0,-9-25-5945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1.553"/>
    </inkml:context>
    <inkml:brush xml:id="br0">
      <inkml:brushProperty name="width" value="0.05" units="cm"/>
      <inkml:brushProperty name="height" value="0.05" units="cm"/>
      <inkml:brushProperty name="color" value="#849398"/>
    </inkml:brush>
  </inkml:definitions>
  <inkml:trace contextRef="#ctx0" brushRef="#br0">0 12 6021 0 0,'6'-11'21763'0'0,"6"32"-21194"0"0,-1 1 1 0 0,-1 1-1 0 0,11 33 0 0 0,-3-7-126 0 0,15 42-909 0 0,-4 0-1 0 0,19 106 1 0 0,-27-67-6390 0 0,-8-2-7240 0 0,-16-74 8481 0 0,-1-27 3157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2.317"/>
    </inkml:context>
    <inkml:brush xml:id="br0">
      <inkml:brushProperty name="width" value="0.05" units="cm"/>
      <inkml:brushProperty name="height" value="0.05" units="cm"/>
      <inkml:brushProperty name="color" value="#849398"/>
    </inkml:brush>
  </inkml:definitions>
  <inkml:trace contextRef="#ctx0" brushRef="#br0">74 1 5116 0 0,'-9'0'8845'0'0,"-1"2"-8180"0"0,6 1-106 0 0,-1 0 0 0 0,1 1 0 0 0,0-1 0 0 0,0 1 0 0 0,0 0 0 0 0,0 1 0 0 0,1-1 0 0 0,-5 8 0 0 0,6-11-450 0 0,1 1-1 0 0,-1 0 0 0 0,1 0 1 0 0,0 0-1 0 0,-1 1 0 0 0,1-1 1 0 0,1 0-1 0 0,-1 0 0 0 0,0 1 1 0 0,0-1-1 0 0,1 0 0 0 0,-1 1 0 0 0,1-1 1 0 0,0 0-1 0 0,0 1 0 0 0,0-1 1 0 0,0 1-1 0 0,0-1 0 0 0,0 1 1 0 0,1 3-1 0 0,1-5-186 0 0,0 1 0 0 0,-1-1 0 0 0,1 0 0 0 0,0 0 0 0 0,0 0 0 0 0,0 1 0 0 0,-1-2 0 0 0,1 1 0 0 0,0 0 0 0 0,0 0 0 0 0,0-1 0 0 0,1 1 0 0 0,-1-1 0 0 0,0 1 0 0 0,0-1 0 0 0,0 0 0 0 0,0 0 0 0 0,0 0 0 0 0,0 0-1 0 0,1-1 1 0 0,-1 1 0 0 0,0 0 0 0 0,3-2 0 0 0,50-12-1936 0 0,75-28 634 0 0,-147 63 2363 0 0,-7-3-1431 0 0,-38 37 1 0 0,24-13-4188 0 0,8 4-4057 0 0,20-32 6146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3.231"/>
    </inkml:context>
    <inkml:brush xml:id="br0">
      <inkml:brushProperty name="width" value="0.05" units="cm"/>
      <inkml:brushProperty name="height" value="0.05" units="cm"/>
      <inkml:brushProperty name="color" value="#849398"/>
    </inkml:brush>
  </inkml:definitions>
  <inkml:trace contextRef="#ctx0" brushRef="#br0">142 9 7045 0 0,'-14'-9'12140'0'0,"20"19"-5909"0"0,21 20-3796 0 0,-17-23-2307 0 0,1 0 0 0 0,0-1 0 0 0,0 0 0 0 0,21 6 1 0 0,-21-8-189 0 0,0 1 1 0 0,0 0-1 0 0,-1 0 1 0 0,1 1 0 0 0,-1 0-1 0 0,13 11 1 0 0,-21-15 89 0 0,0 1 0 0 0,1-1-1 0 0,-2 1 1 0 0,1 0 0 0 0,0-1 0 0 0,0 1 0 0 0,-1 0 0 0 0,0 0 0 0 0,1 0 0 0 0,-1 0 0 0 0,0 0 0 0 0,-1 1 0 0 0,1-1 0 0 0,-1 0-1 0 0,1 0 1 0 0,-1 1 0 0 0,0-1 0 0 0,0 0 0 0 0,0 0 0 0 0,0 1 0 0 0,-1-1 0 0 0,0 0 0 0 0,1 0 0 0 0,-1 0 0 0 0,0 1 0 0 0,-1-1-1 0 0,1 0 1 0 0,-2 3 0 0 0,-10 23 444 0 0,-1 0 0 0 0,-2-1 0 0 0,-20 29 1 0 0,23-40-1230 0 0,0 0 0 0 0,-31 30 0 0 0,38-43-564 0 0,1 0 1 0 0,-1-1 0 0 0,0 1 0 0 0,0-1-1 0 0,0 0 1 0 0,0 0 0 0 0,0-1 0 0 0,0 0-1 0 0,-1 0 1 0 0,1-1 0 0 0,-1 0 0 0 0,0 0-1 0 0,1 0 1 0 0,-11-1 0 0 0,-31-2-3485 0 0,14-2 2317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4.087"/>
    </inkml:context>
    <inkml:brush xml:id="br0">
      <inkml:brushProperty name="width" value="0.05" units="cm"/>
      <inkml:brushProperty name="height" value="0.05" units="cm"/>
      <inkml:brushProperty name="color" value="#849398"/>
    </inkml:brush>
  </inkml:definitions>
  <inkml:trace contextRef="#ctx0" brushRef="#br0">750 46 5076 0 0,'0'0'5214'0'0,"-20"26"-489"0"0,8-14-4393 0 0,0-1-1 0 0,0-1 0 0 0,-1 0 1 0 0,-1 0-1 0 0,0-2 1 0 0,0 1-1 0 0,-1-2 0 0 0,-18 7 1 0 0,31-13-433 0 0,0-1 0 0 0,1 1 0 0 0,-1-1 0 0 0,0 0 1 0 0,0 1-1 0 0,1-1 0 0 0,-1 0 0 0 0,0 0 0 0 0,0 0 1 0 0,0-1-1 0 0,1 1 0 0 0,-1 0 0 0 0,0-1 0 0 0,1 1 1 0 0,-1-1-1 0 0,0 1 0 0 0,1-1 0 0 0,-1 0 0 0 0,0 0 1 0 0,1 0-1 0 0,-1 0 0 0 0,1 0 0 0 0,0 0 0 0 0,-1 0 1 0 0,1 0-1 0 0,0-1 0 0 0,0 1 0 0 0,-1 0 0 0 0,1-1 0 0 0,0 1 1 0 0,0-1-1 0 0,1 1 0 0 0,-1-1 0 0 0,0 0 0 0 0,0 1 1 0 0,1-1-1 0 0,-1 0 0 0 0,1 1 0 0 0,0-1 0 0 0,-1-2 1 0 0,0-2-190 0 0,0 0 1 0 0,0 1 0 0 0,1-1-1 0 0,0 0 1 0 0,0 0 0 0 0,0 0 0 0 0,1 0-1 0 0,-1 0 1 0 0,2 0 0 0 0,1-7-1 0 0,-1 9 327 0 0,0 1 0 0 0,1-1 0 0 0,-1 1 0 0 0,1 0 0 0 0,0 0 0 0 0,-1 0 0 0 0,1 0 0 0 0,1 0 0 0 0,-1 1 0 0 0,0-1 0 0 0,1 1 0 0 0,-1 0 0 0 0,1 0 0 0 0,0 0 0 0 0,0 0 0 0 0,-1 1 0 0 0,6-2 0 0 0,-3 2 202 0 0,-1-1-1 0 0,0 1 1 0 0,0 0 0 0 0,1 0-1 0 0,-1 0 1 0 0,1 1 0 0 0,-1 0-1 0 0,1 0 1 0 0,-1 0 0 0 0,0 1-1 0 0,1 0 1 0 0,-1 0 0 0 0,8 2-1 0 0,-9 0-88 0 0,0 0-1 0 0,0 0 0 0 0,0 0 0 0 0,0 0 1 0 0,0 1-1 0 0,-1 0 0 0 0,1-1 1 0 0,-1 1-1 0 0,0 0 0 0 0,0 1 0 0 0,0-1 1 0 0,-1 0-1 0 0,0 1 0 0 0,0 0 1 0 0,0-1-1 0 0,3 11 0 0 0,9 19 363 0 0,-11-29-440 0 0,-1-1-1 0 0,0 1 1 0 0,0 0 0 0 0,-1 0-1 0 0,1 0 1 0 0,-1 0 0 0 0,0 0-1 0 0,-1 0 1 0 0,1 0 0 0 0,-1 0-1 0 0,0 1 1 0 0,0-1 0 0 0,-1 0-1 0 0,1 0 1 0 0,-3 9 0 0 0,0-5 118 0 0,0-1 0 0 0,-1 1 0 0 0,0-1 0 0 0,0 1 0 0 0,-1-1 0 0 0,0 0 0 0 0,0-1 0 0 0,-8 9 1 0 0,-5 2 395 0 0,0 0-1 0 0,-1-1 1 0 0,-1-1 0 0 0,0-1 0 0 0,-34 20 0 0 0,22-18-55 0 0,-1 0 0 0 0,0-2-1 0 0,-1-2 1 0 0,-1-1-1 0 0,-66 14 1 0 0,86-23-403 0 0,-1-1 0 0 0,1-1-1 0 0,-1-1 1 0 0,0 0 0 0 0,1-1 0 0 0,-1-1-1 0 0,-18-3 1 0 0,25 2-155 0 0,0 0 0 0 0,0 0 0 0 0,1 0-1 0 0,-1-1 1 0 0,1 0 0 0 0,0-1 0 0 0,0 0 0 0 0,0 0 0 0 0,0-1 0 0 0,1 0-1 0 0,0 0 1 0 0,-12-15 0 0 0,15 15-150 0 0,-1 0-1 0 0,1 0 1 0 0,0-1-1 0 0,0 1 1 0 0,1-1 0 0 0,0 0-1 0 0,0 0 1 0 0,-2-11-1 0 0,3 8-800 0 0,1 0 0 0 0,-1 0 0 0 0,2 0-1 0 0,-1 0 1 0 0,3-17 0 0 0,1 6-1868 0 0,1 0 1 0 0,1 1 0 0 0,1 0-1 0 0,0 0 1 0 0,16-31-1 0 0,-8 24 412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14.418"/>
    </inkml:context>
    <inkml:brush xml:id="br0">
      <inkml:brushProperty name="width" value="0.05" units="cm"/>
      <inkml:brushProperty name="height" value="0.05" units="cm"/>
      <inkml:brushProperty name="color" value="#849398"/>
    </inkml:brush>
  </inkml:definitions>
  <inkml:trace contextRef="#ctx0" brushRef="#br0">0 144 7393 0 0,'0'0'2004'0'0,"8"-15"-252"0"0,1 7-300 0 0,3 0-336 0 0,5-3-388 0 0,6-3-472 0 0,3 1-400 0 0,-3 2-376 0 0,4-4-472 0 0,1 2-2308 0 0,-1 0 188 0 0,-4 0 255 0 0,-2 4 317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0.936"/>
    </inkml:context>
    <inkml:brush xml:id="br0">
      <inkml:brushProperty name="width" value="0.05" units="cm"/>
      <inkml:brushProperty name="height" value="0.05" units="cm"/>
      <inkml:brushProperty name="color" value="#849398"/>
    </inkml:brush>
  </inkml:definitions>
  <inkml:trace contextRef="#ctx0" brushRef="#br0">1 52 4256 0 0,'11'-1'15393'0'0,"-9"16"-13962"0"0,-2-8-1016 0 0,1 0-1 0 0,-1 0 1 0 0,1 0 0 0 0,1-1-1 0 0,-1 1 1 0 0,1 0-1 0 0,1-1 1 0 0,-1 1-1 0 0,1-1 1 0 0,0 0-1 0 0,8 12 1 0 0,-10-17-428 0 0,0-1-1 0 0,0 0 1 0 0,0 1 0 0 0,0-1-1 0 0,0 0 1 0 0,0 1-1 0 0,0-1 1 0 0,0 0 0 0 0,0 0-1 0 0,0 0 1 0 0,0 0-1 0 0,0 0 1 0 0,0 0 0 0 0,0 0-1 0 0,0 0 1 0 0,0-1 0 0 0,0 1-1 0 0,0 0 1 0 0,0 0-1 0 0,0-1 1 0 0,0 1 0 0 0,0-1-1 0 0,0 1 1 0 0,0-1-1 0 0,-1 1 1 0 0,1-1 0 0 0,0 0-1 0 0,0 1 1 0 0,0-1 0 0 0,-1 0-1 0 0,1 0 1 0 0,0 1-1 0 0,0-2 1 0 0,24-28-641 0 0,-18 17 340 0 0,-2 4 84 0 0,0 0 0 0 0,-1 0 0 0 0,0 0 0 0 0,-1-1 0 0 0,0 0 0 0 0,0 1 0 0 0,-1-1 1 0 0,2-14-1 0 0,-4 23 223 0 0,-1 1 1 0 0,1 0-1 0 0,0-1 0 0 0,0 1 1 0 0,0 0-1 0 0,0-1 1 0 0,0 1-1 0 0,-1 0 0 0 0,1 0 1 0 0,0-1-1 0 0,0 1 1 0 0,-1 0-1 0 0,1-1 1 0 0,0 1-1 0 0,0 0 0 0 0,-1 0 1 0 0,1 0-1 0 0,0-1 1 0 0,-1 1-1 0 0,1 0 1 0 0,0 0-1 0 0,-1 0 0 0 0,1 0 1 0 0,0 0-1 0 0,-1 0 1 0 0,1-1-1 0 0,0 1 0 0 0,-1 0 1 0 0,1 0-1 0 0,0 0 1 0 0,-1 0-1 0 0,1 0 1 0 0,0 0-1 0 0,-1 0 0 0 0,1 1 1 0 0,-1-1-1 0 0,1 0 1 0 0,0 0-1 0 0,-1 0 0 0 0,1 0 1 0 0,0 0-1 0 0,0 0 1 0 0,-1 1-1 0 0,1-1 1 0 0,0 0-1 0 0,-1 0 0 0 0,1 1 1 0 0,-14 5 68 0 0,10-3 57 0 0,-1 0 1 0 0,1 1 0 0 0,0-1-1 0 0,0 1 1 0 0,0 0-1 0 0,0 0 1 0 0,1 0 0 0 0,0 0-1 0 0,0 0 1 0 0,0 1 0 0 0,0 0-1 0 0,0 0 1 0 0,1 0-1 0 0,-2 6 1 0 0,0-1 290 0 0,1 0 0 0 0,0 0-1 0 0,1 0 1 0 0,0 1 0 0 0,1-1 0 0 0,0 12 0 0 0,0-21-400 0 0,1-1 0 0 0,0 0 0 0 0,0 0 0 0 0,0 1 0 0 0,0-1 0 0 0,0 0 0 0 0,0 0 0 0 0,0 1 0 0 0,0-1 0 0 0,0 0 0 0 0,0 0 0 0 0,0 1 0 0 0,0-1 0 0 0,0 0 0 0 0,0 0 0 0 0,0 0 0 0 0,1 1 0 0 0,-1-1 0 0 0,0 0 0 0 0,0 0 0 0 0,0 1 0 0 0,0-1 0 0 0,0 0 0 0 0,0 0 0 0 0,1 0 0 0 0,-1 0 0 0 0,0 1 0 0 0,0-1 0 0 0,0 0 0 0 0,0 0 0 0 0,1 0 0 0 0,-1 0 0 0 0,0 0 0 0 0,0 1 0 0 0,0-1 0 0 0,1 0 0 0 0,-1 0 0 0 0,0 0 0 0 0,0 0 0 0 0,1 0 0 0 0,10-6 154 0 0,8-17-190 0 0,-18 22 21 0 0,2-3-89 0 0,0-1 1 0 0,0 0 0 0 0,-1 0 0 0 0,0 0 0 0 0,0 0 0 0 0,0-1-1 0 0,0 1 1 0 0,-1-1 0 0 0,0 1 0 0 0,0-1 0 0 0,-1 1 0 0 0,1-1-1 0 0,-1 1 1 0 0,0-1 0 0 0,-1 1 0 0 0,1-1 0 0 0,-3-10 0 0 0,2 15 75 0 0,-1 0-1 0 0,1-1 1 0 0,0 1 0 0 0,0 0 0 0 0,0 0 0 0 0,0 0 0 0 0,-1 1 0 0 0,1-1-1 0 0,-1 0 1 0 0,1 0 0 0 0,0 1 0 0 0,-1-1 0 0 0,1 1 0 0 0,-1-1 0 0 0,1 1-1 0 0,-1 0 1 0 0,0-1 0 0 0,1 1 0 0 0,-1 0 0 0 0,1 0 0 0 0,-1 0-1 0 0,1 0 1 0 0,-1 1 0 0 0,1-1 0 0 0,-1 0 0 0 0,0 1 0 0 0,1-1 0 0 0,-1 1-1 0 0,1-1 1 0 0,0 1 0 0 0,-1 0 0 0 0,1-1 0 0 0,0 1 0 0 0,-1 0 0 0 0,-1 2-1 0 0,1-2-218 0 0,0 1 0 0 0,-1-1-1 0 0,1 1 1 0 0,1 0-1 0 0,-1 0 1 0 0,0 0-1 0 0,0 0 1 0 0,1 0-1 0 0,-3 4 1 0 0,3-5-179 0 0,1 0-1 0 0,-1 0 1 0 0,1 0 0 0 0,-1 0-1 0 0,1 0 1 0 0,0 0 0 0 0,-1 0 0 0 0,1 1-1 0 0,0-1 1 0 0,0 0 0 0 0,0 0 0 0 0,0 0-1 0 0,0 0 1 0 0,0 0 0 0 0,0 1 0 0 0,1-1-1 0 0,-1 0 1 0 0,0 0 0 0 0,0 0-1 0 0,1 0 1 0 0,0 2 0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1.819"/>
    </inkml:context>
    <inkml:brush xml:id="br0">
      <inkml:brushProperty name="width" value="0.05" units="cm"/>
      <inkml:brushProperty name="height" value="0.05" units="cm"/>
      <inkml:brushProperty name="color" value="#849398"/>
    </inkml:brush>
  </inkml:definitions>
  <inkml:trace contextRef="#ctx0" brushRef="#br0">27 0 5372 0 0,'0'1'19532'0'0,"-4"12"-19005"0"0,-1 6 1126 0 0,0-1-238 0 0,1 0 1 0 0,1 0 0 0 0,-3 32-1 0 0,13-16-1394 0 0,-7-34-21 0 0,0 0 1 0 0,1 1-1 0 0,-1-1 1 0 0,0 0-1 0 0,1 0 0 0 0,-1 1 1 0 0,0-1-1 0 0,1 0 0 0 0,-1 0 1 0 0,0 0-1 0 0,1 1 1 0 0,-1-1-1 0 0,1 0 0 0 0,-1 0 1 0 0,1 0-1 0 0,-1 0 0 0 0,0 0 1 0 0,1 0-1 0 0,-1 0 1 0 0,1 0-1 0 0,-1 0 0 0 0,1 0 1 0 0,-1 0-1 0 0,0 0 0 0 0,1 0 1 0 0,-1 0-1 0 0,1 0 1 0 0,-1 0-1 0 0,0 0 0 0 0,1-1 1 0 0,-1 1-1 0 0,1 0 1 0 0,7-4-64 0 0,-3 1-142 0 0,0-1 1 0 0,0 1-1 0 0,-1-1 1 0 0,0 0-1 0 0,0 0 1 0 0,0 0-1 0 0,0-1 1 0 0,-1 1-1 0 0,1-1 1 0 0,3-7-1 0 0,22-52-1323 0 0,-28 63 1517 0 0,-1 1 0 0 0,1-1 1 0 0,-1 0-1 0 0,1 1 0 0 0,-1-1 1 0 0,0 0-1 0 0,1 1 1 0 0,-1-1-1 0 0,0 0 0 0 0,0 0 1 0 0,0 1-1 0 0,1-1 0 0 0,-1 0 1 0 0,0 0-1 0 0,0 0 1 0 0,0 1-1 0 0,0-1 0 0 0,0 0 1 0 0,-1 0-1 0 0,1 1 0 0 0,0-1 1 0 0,0 0-1 0 0,0 0 0 0 0,-1 1 1 0 0,1-1-1 0 0,0 0 1 0 0,-1 1-1 0 0,1-1 0 0 0,0 0 1 0 0,-1 1-1 0 0,1-1 0 0 0,-1 0 1 0 0,1 1-1 0 0,-1-1 1 0 0,0 1-1 0 0,0-1 0 0 0,-1 0 98 0 0,-22 30 562 0 0,19-21-342 0 0,-1 0 0 0 0,1 0 0 0 0,1 1 0 0 0,-1-1-1 0 0,1 1 1 0 0,1 0 0 0 0,0 0 0 0 0,0 1 0 0 0,1-1-1 0 0,-2 16 1 0 0,4-23-213 0 0,2-1-93 0 0,-1-1-1 0 0,0 0 1 0 0,0-1 0 0 0,0 1 0 0 0,0 0 0 0 0,1 0 0 0 0,-1 0 0 0 0,0-1-1 0 0,0 1 1 0 0,0 0 0 0 0,0-1 0 0 0,0 1 0 0 0,0-1 0 0 0,0 0 0 0 0,0 1 0 0 0,0-1-1 0 0,0 0 1 0 0,0 0 0 0 0,1-1 0 0 0,2-2-357 0 0,0-1 0 0 0,0 1 0 0 0,-1-1-1 0 0,0 0 1 0 0,0 0 0 0 0,0 0 0 0 0,-1 0 0 0 0,0 0 0 0 0,0-1 0 0 0,0 1-1 0 0,0-1 1 0 0,-1 0 0 0 0,0 1 0 0 0,0-1 0 0 0,-1 0 0 0 0,1 0 0 0 0,-1 1-1 0 0,-1-1 1 0 0,1 0 0 0 0,-1 0 0 0 0,0 1 0 0 0,0-1 0 0 0,-4-10 0 0 0,4 15 10 0 0,1 1 0 0 0,-1 0 0 0 0,1-1 0 0 0,-1 1 1 0 0,1 0-1 0 0,-1 0 0 0 0,1-1 0 0 0,-1 1 1 0 0,0 0-1 0 0,1 0 0 0 0,-1 0 0 0 0,1 0 0 0 0,-1 0 1 0 0,0 0-1 0 0,1 0 0 0 0,-1 0 0 0 0,1 0 1 0 0,-1 0-1 0 0,0 0 0 0 0,1 0 0 0 0,-1 1 0 0 0,1-1 1 0 0,-1 0-1 0 0,1 0 0 0 0,-1 1 0 0 0,1-1 1 0 0,-1 0-1 0 0,1 1 0 0 0,-1-1 0 0 0,1 0 0 0 0,-2 2 1 0 0,-14 11-8176 0 0,10-7 5831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4.202"/>
    </inkml:context>
    <inkml:brush xml:id="br0">
      <inkml:brushProperty name="width" value="0.05" units="cm"/>
      <inkml:brushProperty name="height" value="0.05" units="cm"/>
      <inkml:brushProperty name="color" value="#849398"/>
    </inkml:brush>
  </inkml:definitions>
  <inkml:trace contextRef="#ctx0" brushRef="#br0">717 145 4012 0 0,'-3'2'17495'0'0,"-7"7"-16600"0"0,2-6-564 0 0,-1 1 0 0 0,1 0-1 0 0,0 0 1 0 0,0 1 0 0 0,1 0 0 0 0,-14 12-1 0 0,-29 17 672 0 0,3-4 8 0 0,47-30-1028 0 0,-2 0 11 0 0,1 0 1 0 0,0-1-1 0 0,0 1 0 0 0,-1 0 0 0 0,1-1 0 0 0,0 1 1 0 0,0-1-1 0 0,0 0 0 0 0,-1 1 0 0 0,1-1 0 0 0,0 0 1 0 0,0 0-1 0 0,0 1 0 0 0,0-1 0 0 0,0 0 0 0 0,1 0 1 0 0,-1 0-1 0 0,0 0 0 0 0,0-1 0 0 0,0 0 0 0 0,-16-99-2030 0 0,17 52 1641 0 0,0 45 481 0 0,1 1 1 0 0,-1-1 0 0 0,1 1-1 0 0,0-1 1 0 0,1 1-1 0 0,-1 0 1 0 0,1 0 0 0 0,-1-1-1 0 0,1 1 1 0 0,0 0-1 0 0,0 1 1 0 0,0-1 0 0 0,0 0-1 0 0,1 0 1 0 0,-1 1-1 0 0,1-1 1 0 0,0 1-1 0 0,4-3 1 0 0,32-14 1659 0 0,-9 11-1321 0 0,11-1 685 0 0,-40 9-951 0 0,40 5 878 0 0,-34-4-988 0 0,0 1 0 0 0,0-1 0 0 0,-1 1 0 0 0,1 1 0 0 0,-1-1 0 0 0,1 1-1 0 0,-1 0 1 0 0,0 0 0 0 0,0 1 0 0 0,-1 0 0 0 0,1 0 0 0 0,5 5-1 0 0,-1 2 50 0 0,-1 1 0 0 0,0 0 0 0 0,0 0 0 0 0,-1 1-1 0 0,-1 0 1 0 0,7 16 0 0 0,-8-12-97 0 0,-2-7 84 0 0,-1 1 1 0 0,0 0-1 0 0,0-1 1 0 0,-1 1-1 0 0,0 0 1 0 0,0 12-1 0 0,-3-15-45 0 0,-1 1 0 0 0,1-1 0 0 0,-2 0 0 0 0,1 0 0 0 0,-1-1 1 0 0,-1 1-1 0 0,1 0 0 0 0,-1-1 0 0 0,0 0 0 0 0,-1 0 0 0 0,0 0 0 0 0,-11 11 0 0 0,-14 24 96 0 0,15-20-135 0 0,-2-1 0 0 0,-1-1 0 0 0,0 0 0 0 0,-1-1 0 0 0,-36 26 0 0 0,30-24 0 0 0,9-10 0 0 0,-1-1 0 0 0,0 0 0 0 0,0-1 0 0 0,-1-1 0 0 0,-30 9 0 0 0,-4 3 0 0 0,44-16 0 0 0,-1-1 0 0 0,0-1 0 0 0,0 1 0 0 0,0-1 0 0 0,-13 1 0 0 0,16-2 0 0 0,0-1 0 0 0,1 1 0 0 0,-1-1 0 0 0,1 0 0 0 0,-1 0 0 0 0,0-1 0 0 0,1 1 0 0 0,-1-1 0 0 0,0 0 0 0 0,1-1 0 0 0,0 0 0 0 0,-1 0 0 0 0,1 0 0 0 0,-6-3 0 0 0,5 2 0 0 0,-5-4 0 0 0,1 0 0 0 0,-1-1 0 0 0,1 0 0 0 0,0-1 0 0 0,1 0 0 0 0,-14-17 0 0 0,11 13 0 0 0,0 0 0 0 0,-24-20 0 0 0,23 21-56 0 0,1-1-1 0 0,0 0 1 0 0,1 0-1 0 0,0-1 1 0 0,1-1-1 0 0,1 0 1 0 0,-11-23 0 0 0,17 24-1241 0 0,0 0 1 0 0,0 0-1 0 0,1 0 1 0 0,0-23-1 0 0,-2-18-8409 0 0,-5-9-3433 0 0,9 51 10591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6.169"/>
    </inkml:context>
    <inkml:brush xml:id="br0">
      <inkml:brushProperty name="width" value="0.05" units="cm"/>
      <inkml:brushProperty name="height" value="0.05" units="cm"/>
      <inkml:brushProperty name="color" value="#849398"/>
    </inkml:brush>
  </inkml:definitions>
  <inkml:trace contextRef="#ctx0" brushRef="#br0">59 383 4032 0 0,'3'1'27422'0'0,"2"4"-31571"0"0,-3-2 6269 0 0,2 2-1979 0 0,0-1 0 0 0,0 1 0 0 0,1-1 0 0 0,-1 0 0 0 0,1 0 0 0 0,0-1 0 0 0,1 1 0 0 0,-1-1 0 0 0,0 0 0 0 0,1 0 0 0 0,-1-1 0 0 0,1 0 0 0 0,0 0 0 0 0,0 0 0 0 0,10 1 0 0 0,-13-3-203 0 0,0 0-129 0 0,1 0 103 0 0,0-1 1 0 0,-1 0-1 0 0,1 1 0 0 0,0-1 0 0 0,-1-1 0 0 0,1 1 0 0 0,-1 0 0 0 0,1-1 0 0 0,-1 0 0 0 0,6-4 1 0 0,-1 2-96 0 0,36-25-258 0 0,-43 28 402 0 0,34-22-339 0 0,16-8-1524 0 0,-50 30 1983 0 0,-3-9-85 0 0,-1 0 0 0 0,-1-1 0 0 0,0 1 0 0 0,0 1 0 0 0,-1-1 0 0 0,0 1 0 0 0,-12-16 0 0 0,11 18 167 0 0,0 0 0 0 0,0 0 0 0 0,-1 1 1 0 0,0 0-1 0 0,-1 0 0 0 0,-12-7 0 0 0,12 7-63 0 0,-1 1 1 0 0,1-1-1 0 0,1-1 1 0 0,-14-13-1 0 0,16 15-30 0 0,0 0-1 0 0,0 1 1 0 0,0-1-1 0 0,0 1 1 0 0,-11-6-1 0 0,10 7 12 0 0,1-1-1 0 0,-1 0 1 0 0,1 0 0 0 0,0 0-1 0 0,-7-8 1 0 0,-32-22 473 0 0,12 13-312 0 0,5 0 81 0 0,16 12 536 0 0,25 14-575 0 0,44 27-1377 0 0,-29-14-4683 0 0,5-4-6551 0 0,-3-4 2912 0 0,-21-10 6907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7.249"/>
    </inkml:context>
    <inkml:brush xml:id="br0">
      <inkml:brushProperty name="width" value="0.05" units="cm"/>
      <inkml:brushProperty name="height" value="0.05" units="cm"/>
      <inkml:brushProperty name="color" value="#849398"/>
    </inkml:brush>
  </inkml:definitions>
  <inkml:trace contextRef="#ctx0" brushRef="#br0">16 38 2556 0 0,'0'0'2963'0'0,"-6"-18"6171"0"0,-3-1 461 0 0,14 69-7339 0 0,35 72 800 0 0,-25-84-1453 0 0,12 55 1 0 0,-17-53-1604 0 0,23 59 0 0 0,-23-69 0 0 0,12 61 0 0 0,-17-65 0 0 0,1 0 0 0 0,2 0 0 0 0,17 43 0 0 0,-6-32-3537 0 0,28 47-11504 0 0,-41-62 5255 0 0,-6-15 7059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3:38.435"/>
    </inkml:context>
    <inkml:brush xml:id="br0">
      <inkml:brushProperty name="width" value="0.05" units="cm"/>
      <inkml:brushProperty name="height" value="0.05" units="cm"/>
      <inkml:brushProperty name="color" value="#849398"/>
    </inkml:brush>
  </inkml:definitions>
  <inkml:trace contextRef="#ctx0" brushRef="#br0">59 37 4164 0 0,'1'-11'6200'0'0,"-2"-4"4968"0"0,-5 4-6118 0 0,-3 18-4542 0 0,8-7-464 0 0,0 0 1 0 0,0 1-1 0 0,-1-1 0 0 0,1 0 0 0 0,0 1 0 0 0,0-1 0 0 0,0 1 1 0 0,0-1-1 0 0,1 1 0 0 0,-1 0 0 0 0,0-1 0 0 0,0 1 1 0 0,0 0-1 0 0,0 0 0 0 0,1 0 0 0 0,-2 1 0 0 0,-3 6 363 0 0,1 0 1 0 0,1 0-1 0 0,-1 1 0 0 0,1-1 0 0 0,1 1 0 0 0,-3 12 0 0 0,5-18-348 0 0,0 0 0 0 0,-1 1 0 0 0,1-1 0 0 0,1 0 0 0 0,-1 1 0 0 0,1-1 0 0 0,-1 0 0 0 0,1 0-1 0 0,0 1 1 0 0,0-1 0 0 0,0 0 0 0 0,0 0 0 0 0,1 0 0 0 0,0 0 0 0 0,-1 0 0 0 0,1-1 0 0 0,0 1 0 0 0,0 0-1 0 0,0-1 1 0 0,4 4 0 0 0,-5-5-150 0 0,1 1-1 0 0,0 0 0 0 0,0 0 0 0 0,0-1 1 0 0,0 0-1 0 0,0 1 0 0 0,0-1 0 0 0,0 0 1 0 0,1 0-1 0 0,-1 0 0 0 0,0 0 0 0 0,1 0 1 0 0,-1 0-1 0 0,0-1 0 0 0,1 0 1 0 0,-1 1-1 0 0,1-1 0 0 0,-1 0 0 0 0,1 0 1 0 0,-1 0-1 0 0,1 0 0 0 0,-1 0 0 0 0,1-1 1 0 0,-1 1-1 0 0,0-1 0 0 0,1 0 1 0 0,1-1-1 0 0,5-2-668 0 0,-1-1 1 0 0,0 0 0 0 0,-1 0 0 0 0,0-1-1 0 0,13-11 1 0 0,-3 1-217 0 0,-1 0-132 0 0,-5 4 2369 0 0,-15 25 26 0 0,-36 52 1998 0 0,8-13-5883 0 0,15-16-8137 0 0,4-18-1949 0 0,13-13 10308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4.267"/>
    </inkml:context>
    <inkml:brush xml:id="br0">
      <inkml:brushProperty name="width" value="0.05" units="cm"/>
      <inkml:brushProperty name="height" value="0.05" units="cm"/>
      <inkml:brushProperty name="color" value="#849398"/>
    </inkml:brush>
  </inkml:definitions>
  <inkml:trace contextRef="#ctx0" brushRef="#br0">0 0 7657 0 0,'1'3'14730'0'0,"2"5"-10285"0"0,13 39-1972 0 0,5 136 1072 0 0,6 21-4935 0 0,-22-185-1505 0 0,-1-10 1008 0 0,-2-2-2833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5.132"/>
    </inkml:context>
    <inkml:brush xml:id="br0">
      <inkml:brushProperty name="width" value="0.05" units="cm"/>
      <inkml:brushProperty name="height" value="0.05" units="cm"/>
      <inkml:brushProperty name="color" value="#849398"/>
    </inkml:brush>
  </inkml:definitions>
  <inkml:trace contextRef="#ctx0" brushRef="#br0">15 346 3716 0 0,'-1'-2'493'0'0,"-1"-1"0"0"0,0 1 1 0 0,1-1-1 0 0,-1 1 0 0 0,1-1 0 0 0,0 0 0 0 0,0 1 0 0 0,0-1 0 0 0,0 0 0 0 0,1 0 0 0 0,-1 0 0 0 0,1 1 0 0 0,-1-1 0 0 0,1 0 0 0 0,0-5 0 0 0,1 3-135 0 0,0 0 0 0 0,0 0 0 0 0,0 0 0 0 0,1 1 0 0 0,0-1 0 0 0,0 0-1 0 0,0 0 1 0 0,4-5 0 0 0,5-7-51 0 0,2 0-1 0 0,0 1 1 0 0,24-22 0 0 0,-22 23 426 0 0,8-7-234 0 0,1 2 0 0 0,0 0 0 0 0,2 2 0 0 0,0 1 0 0 0,49-24 0 0 0,-73 40-482 0 0,0 0 1 0 0,-1 0 0 0 0,1 0-1 0 0,0 1 1 0 0,0-1-1 0 0,0 0 1 0 0,-1 1 0 0 0,1-1-1 0 0,0 1 1 0 0,0 0 0 0 0,0-1-1 0 0,0 1 1 0 0,0 0-1 0 0,0 0 1 0 0,0 1 0 0 0,0-1-1 0 0,0 0 1 0 0,0 1-1 0 0,0-1 1 0 0,0 1 0 0 0,2 0-1 0 0,-3 1 2 0 0,1-1-1 0 0,-1 0 0 0 0,0 1 1 0 0,0-1-1 0 0,1 1 1 0 0,-1-1-1 0 0,0 1 0 0 0,-1 0 1 0 0,1-1-1 0 0,0 1 0 0 0,0 0 1 0 0,-1 0-1 0 0,1-1 1 0 0,-1 1-1 0 0,0 0 0 0 0,1 0 1 0 0,-1 0-1 0 0,0 2 0 0 0,0 12 83 0 0,-1 0-1 0 0,0 0 0 0 0,-1 0 1 0 0,-5 18-1 0 0,3-18-34 0 0,-2 14 54 0 0,2-18-68 0 0,2 0 0 0 0,0 0 0 0 0,0 0 0 0 0,1 16-1 0 0,0-27-48 0 0,1 0-1 0 0,0 0 1 0 0,0 0-1 0 0,0 0 1 0 0,0 0-1 0 0,1 0 1 0 0,-1 0-1 0 0,0 0 1 0 0,0 1-1 0 0,1-1 1 0 0,-1 0-1 0 0,0 0 1 0 0,1 0-1 0 0,-1 0 1 0 0,1 0-1 0 0,0 0 0 0 0,-1 0 1 0 0,1-1-1 0 0,0 1 1 0 0,-1 0-1 0 0,1 0 1 0 0,0 0-1 0 0,0-1 1 0 0,0 1-1 0 0,0 0 1 0 0,0-1-1 0 0,-1 1 1 0 0,1-1-1 0 0,0 1 1 0 0,0-1-1 0 0,1 1 1 0 0,-1-1-1 0 0,0 0 1 0 0,0 1-1 0 0,0-1 1 0 0,0 0-1 0 0,0 0 1 0 0,0 0-1 0 0,0 0 1 0 0,0 0-1 0 0,1 0 1 0 0,-1 0-1 0 0,2-1 0 0 0,6-1 35 0 0,0 0 0 0 0,0 0 0 0 0,0-1 0 0 0,12-6-1 0 0,-3 2-23 0 0,-5 3 13 0 0,1 0 1 0 0,1 0-1 0 0,-1 2 1 0 0,0 0-1 0 0,1 0 1 0 0,26 2-1 0 0,-37 0-9 0 0,0 0 0 0 0,0 1 0 0 0,0 0 0 0 0,-1 0 1 0 0,1 0-1 0 0,0 0 0 0 0,-1 0 0 0 0,1 1 0 0 0,-1 0 0 0 0,1-1 0 0 0,-1 1 0 0 0,0 1 0 0 0,1-1 0 0 0,-1 0 1 0 0,0 1-1 0 0,-1 0 0 0 0,1-1 0 0 0,0 1 0 0 0,-1 0 0 0 0,0 0 0 0 0,0 1 0 0 0,0-1 0 0 0,0 0 0 0 0,0 1 0 0 0,0-1 1 0 0,-1 1-1 0 0,0 0 0 0 0,0-1 0 0 0,0 1 0 0 0,1 4 0 0 0,-1-1 218 0 0,0 0 1 0 0,0 0-1 0 0,0 0 1 0 0,-1 1-1 0 0,0-1 0 0 0,0 0 1 0 0,-1 0-1 0 0,0 0 0 0 0,0 0 1 0 0,0 0-1 0 0,-1 0 1 0 0,0 0-1 0 0,-1 0 0 0 0,0-1 1 0 0,0 1-1 0 0,0-1 1 0 0,0 0-1 0 0,-1 0 0 0 0,0 0 1 0 0,-1 0-1 0 0,1 0 0 0 0,-1-1 1 0 0,0 0-1 0 0,-1 0 1 0 0,1-1-1 0 0,-11 8 0 0 0,7-6-114 0 0,0-1 0 0 0,-1 0 0 0 0,1 0 0 0 0,-1-1-1 0 0,0 0 1 0 0,0-1 0 0 0,0 0 0 0 0,-1-1 0 0 0,1 0-1 0 0,-1 0 1 0 0,-10-1 0 0 0,11-1-936 0 0,1-1 0 0 0,0 0 0 0 0,-1 0 0 0 0,1-1 0 0 0,0-1 0 0 0,0 1 0 0 0,0-1 0 0 0,-9-5-1 0 0,-35-8-18550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5.718"/>
    </inkml:context>
    <inkml:brush xml:id="br0">
      <inkml:brushProperty name="width" value="0.05" units="cm"/>
      <inkml:brushProperty name="height" value="0.05" units="cm"/>
      <inkml:brushProperty name="color" value="#849398"/>
    </inkml:brush>
  </inkml:definitions>
  <inkml:trace contextRef="#ctx0" brushRef="#br0">80 0 4648 0 0,'0'0'3196'0'0,"-21"26"2583"0"0,13-13-3991 0 0,0 1 1 0 0,1 0-1 0 0,1 1 1 0 0,-9 28 0 0 0,11-31-1158 0 0,1 0 1 0 0,1 1-1 0 0,0-1 1 0 0,0 1-1 0 0,1 0 1 0 0,1 0-1 0 0,0 0 1 0 0,1-1-1 0 0,0 1 1 0 0,6 24-1 0 0,-6-35-587 0 0,-1-1 1 0 0,1 1-1 0 0,-1 0 0 0 0,1-1 1 0 0,0 1-1 0 0,-1-1 0 0 0,1 1 1 0 0,0-1-1 0 0,0 0 0 0 0,0 1 1 0 0,0-1-1 0 0,0 0 0 0 0,0 0 1 0 0,0 1-1 0 0,1-1 0 0 0,-1 0 1 0 0,0 0-1 0 0,1 0 0 0 0,-1 0 1 0 0,1-1-1 0 0,-1 1 0 0 0,1 0 1 0 0,3 0-1 0 0,-3-1-69 0 0,1 1-1 0 0,-1-1 1 0 0,1-1 0 0 0,-1 1 0 0 0,1 0-1 0 0,0-1 1 0 0,-1 1 0 0 0,0-1 0 0 0,1 0-1 0 0,-1 0 1 0 0,1 0 0 0 0,-1 0 0 0 0,5-3 0 0 0,0-1-232 0 0,1-1 0 0 0,-1 1 0 0 0,0-1 1 0 0,-1-1-1 0 0,1 1 0 0 0,-1-1 0 0 0,9-13 1 0 0,-13 16 212 0 0,1-1 1 0 0,-1 0-1 0 0,0 1 1 0 0,-1-1-1 0 0,1 0 1 0 0,-1 0-1 0 0,0 0 1 0 0,0 0-1 0 0,0 0 1 0 0,-1 0 0 0 0,1-1-1 0 0,-1 1 1 0 0,-1 0-1 0 0,1 0 1 0 0,-1 0-1 0 0,0 0 1 0 0,0 0-1 0 0,0 0 1 0 0,-1 0-1 0 0,1 0 1 0 0,-1 1-1 0 0,-1-1 1 0 0,1 0 0 0 0,-1 1-1 0 0,-3-6 1 0 0,2 5-359 0 0,0 0 1 0 0,-1 0 0 0 0,1 0 0 0 0,-1 1 0 0 0,0-1 0 0 0,0 1-1 0 0,-1 0 1 0 0,1 1 0 0 0,-1-1 0 0 0,-8-3 0 0 0,8 5-961 0 0,1 0 0 0 0,-1 0 0 0 0,0 0 0 0 0,1 1 1 0 0,-1 0-1 0 0,0 0 0 0 0,-8 1 0 0 0,8-1-3233 0 0,-2-4 828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6.390"/>
    </inkml:context>
    <inkml:brush xml:id="br0">
      <inkml:brushProperty name="width" value="0.05" units="cm"/>
      <inkml:brushProperty name="height" value="0.05" units="cm"/>
      <inkml:brushProperty name="color" value="#849398"/>
    </inkml:brush>
  </inkml:definitions>
  <inkml:trace contextRef="#ctx0" brushRef="#br0">0 16 2496 0 0,'1'-15'12625'0'0,"24"86"-6586"0"0,1 48-2016 0 0,-11-46-2091 0 0,-8-42-1303 0 0,1 0 1 0 0,2-1-1 0 0,1 0 0 0 0,1-1 1 0 0,27 48-1 0 0,-31-61-398 0 0,-8-14-235 0 0,1 0 0 0 0,0 0-1 0 0,-1 0 1 0 0,1 0 0 0 0,0 0 0 0 0,0-1 0 0 0,1 1 0 0 0,-1 0-1 0 0,0 0 1 0 0,1-1 0 0 0,-1 1 0 0 0,1-1 0 0 0,2 3 0 0 0,-3-4-99 0 0,11-10-1662 0 0,-1-16-1413 0 0,25-43 0 0 0,23-16 1678 0 0,-58 84 1558 0 0,-1 0 0 0 0,0 1-1 0 0,1-1 1 0 0,-1 0 0 0 0,1 1 0 0 0,-1-1 0 0 0,1 1-1 0 0,0-1 1 0 0,-1 0 0 0 0,1 1 0 0 0,0-1 0 0 0,-1 1-1 0 0,1 0 1 0 0,0-1 0 0 0,-1 1 0 0 0,1 0 0 0 0,0-1 0 0 0,0 1-1 0 0,0 0 1 0 0,-1 0 0 0 0,1 0 0 0 0,0 0 0 0 0,0 0-1 0 0,0-1 1 0 0,-1 1 0 0 0,1 1 0 0 0,0-1 0 0 0,0 0-1 0 0,1 0 1 0 0,-1 1 42 0 0,1 0 0 0 0,-1 0-1 0 0,1 0 1 0 0,-1 0 0 0 0,0 0-1 0 0,0 0 1 0 0,1 1 0 0 0,-1-1-1 0 0,0 0 1 0 0,0 1 0 0 0,0-1-1 0 0,0 1 1 0 0,0 1 0 0 0,17 48 2225 0 0,-15-15-1244 0 0,5 28 530 0 0,-7-61-1846 0 0,0 0-1 0 0,0 0 1 0 0,0 0 0 0 0,0 0 0 0 0,0 0-1 0 0,0 0 1 0 0,1 0 0 0 0,0 0 0 0 0,-1-1-1 0 0,1 1 1 0 0,0-1 0 0 0,0 1 0 0 0,1-1 0 0 0,-1 0-1 0 0,5 4 1 0 0,-5-5-238 0 0,-1 0 0 0 0,1-1-1 0 0,-1 1 1 0 0,1-1 0 0 0,-1 0-1 0 0,1 1 1 0 0,0-1 0 0 0,-1 0 0 0 0,1 0-1 0 0,-1 0 1 0 0,1 0 0 0 0,0 0 0 0 0,-1 0-1 0 0,1-1 1 0 0,0 1 0 0 0,-1 0 0 0 0,1-1-1 0 0,-1 1 1 0 0,1-1 0 0 0,-1 0 0 0 0,1 1-1 0 0,1-3 1 0 0,29-23-10623 0 0,-23 14 8426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6.786"/>
    </inkml:context>
    <inkml:brush xml:id="br0">
      <inkml:brushProperty name="width" value="0.05" units="cm"/>
      <inkml:brushProperty name="height" value="0.05" units="cm"/>
      <inkml:brushProperty name="color" value="#849398"/>
    </inkml:brush>
  </inkml:definitions>
  <inkml:trace contextRef="#ctx0" brushRef="#br0">5 129 3152 0 0,'-1'28'3972'0'0,"2"1"0"0"0,1-1 0 0 0,9 45 3609 0 0,-12-78-5386 0 0,-5-23-825 0 0,-4-44-2111 0 0,10 63 767 0 0,0-1 0 0 0,1 0 0 0 0,0 0 0 0 0,1 1 1 0 0,0-1-1 0 0,0 1 0 0 0,1-1 0 0 0,1 1 0 0 0,-1 0 0 0 0,1 0 0 0 0,1 1 0 0 0,7-12 1 0 0,-9 15-249 0 0,1 1 0 0 0,-1 0 0 0 0,1 1 1 0 0,0-1-1 0 0,0 1 0 0 0,0-1 1 0 0,1 1-1 0 0,-1 0 0 0 0,1 1 1 0 0,5-3-1 0 0,-4 3-762 0 0,-1 0 0 0 0,1 0 0 0 0,-1 1 0 0 0,1 0 0 0 0,-1 0 0 0 0,1 1 0 0 0,0-1 0 0 0,-1 1 0 0 0,1 1 0 0 0,10 1 0 0 0,30 12-8300 0 0,-30-8 6774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8.258"/>
    </inkml:context>
    <inkml:brush xml:id="br0">
      <inkml:brushProperty name="width" value="0.05" units="cm"/>
      <inkml:brushProperty name="height" value="0.05" units="cm"/>
      <inkml:brushProperty name="color" value="#849398"/>
    </inkml:brush>
  </inkml:definitions>
  <inkml:trace contextRef="#ctx0" brushRef="#br0">259 1 3880 0 0,'-27'9'4355'0'0,"14"-3"-3256"0"0,0 1-1 0 0,0 1 1 0 0,1 0-1 0 0,0 1 1 0 0,1 0-1 0 0,-1 0 1 0 0,2 1-1 0 0,0 1 0 0 0,-16 21 1 0 0,18-23-705 0 0,1 1 0 0 0,1 0 0 0 0,0 1 1 0 0,1 0-1 0 0,-1 0 0 0 0,2 0 0 0 0,0 0 0 0 0,0 1 1 0 0,1-1-1 0 0,1 1 0 0 0,0 0 0 0 0,-1 15 0 0 0,3-21-370 0 0,1-1 0 0 0,-1 0 0 0 0,1 1 0 0 0,0-1 0 0 0,1 0 0 0 0,-1 0 0 0 0,1 0 0 0 0,0 0 0 0 0,1 0 0 0 0,-1 0 0 0 0,1 0 0 0 0,0-1 0 0 0,0 1 0 0 0,0-1 0 0 0,1 0 0 0 0,-1 0 0 0 0,1 0 0 0 0,0 0 0 0 0,0-1 0 0 0,0 1 0 0 0,1-1 0 0 0,-1 0 0 0 0,1-1 0 0 0,0 1 0 0 0,5 1 0 0 0,13 6-346 0 0,0-2 0 0 0,0-1 1 0 0,1-1-1 0 0,26 4 0 0 0,-48-9 317 0 0,2-1 27 0 0,0 1 1 0 0,-1 0-1 0 0,1 0 0 0 0,0 0 1 0 0,-1 0-1 0 0,1 0 0 0 0,-1 1 1 0 0,0 0-1 0 0,1 0 0 0 0,-1 0 1 0 0,0 0-1 0 0,0 0 0 0 0,0 0 1 0 0,-1 1-1 0 0,1 0 0 0 0,0-1 1 0 0,-1 1-1 0 0,0 0 0 0 0,0 0 1 0 0,0 0-1 0 0,0 1 0 0 0,0-1 1 0 0,0 0-1 0 0,-1 1 0 0 0,0-1 1 0 0,0 1-1 0 0,0 0 0 0 0,1 3 1 0 0,-2 0 215 0 0,1-1 0 0 0,-1 1 0 0 0,0-1 0 0 0,-1 1 1 0 0,0-1-1 0 0,0 1 0 0 0,0-1 0 0 0,-1 1 0 0 0,0-1 0 0 0,0 0 1 0 0,0 0-1 0 0,-1 0 0 0 0,0 0 0 0 0,0-1 0 0 0,-5 7 1 0 0,3-5 16 0 0,0 0 1 0 0,-1 0-1 0 0,1-1 1 0 0,-1 0-1 0 0,-1 0 1 0 0,1-1-1 0 0,-1 0 1 0 0,0 0-1 0 0,0 0 1 0 0,-1-1-1 0 0,1 0 1 0 0,-1 0-1 0 0,-15 4 1 0 0,17-7-336 0 0,1 1 1 0 0,-1-2-1 0 0,0 1 0 0 0,1-1 1 0 0,-1 1-1 0 0,0-2 1 0 0,0 1-1 0 0,1-1 0 0 0,-7-1 1 0 0,6 1-390 0 0,0-1-1 0 0,0 0 1 0 0,0-1 0 0 0,0 0 0 0 0,0 0 0 0 0,1 0-1 0 0,-1 0 1 0 0,-9-9 0 0 0,-20-19-4610 0 0,29 24 2321 0 0,0 1 1 0 0,0-1 0 0 0,0-1 0 0 0,1 1 0 0 0,-7-13-1 0 0,8 11 170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8.808"/>
    </inkml:context>
    <inkml:brush xml:id="br0">
      <inkml:brushProperty name="width" value="0.05" units="cm"/>
      <inkml:brushProperty name="height" value="0.05" units="cm"/>
      <inkml:brushProperty name="color" value="#849398"/>
    </inkml:brush>
  </inkml:definitions>
  <inkml:trace contextRef="#ctx0" brushRef="#br0">50 8 5885 0 0,'0'0'3616'0'0,"-18"33"2695"0"0,13-23-5239 0 0,0 1 0 0 0,1 0 1 0 0,0 0-1 0 0,1 0 0 0 0,0 0 0 0 0,1 1 0 0 0,-2 13 0 0 0,3-13-502 0 0,1 0 1 0 0,0-1-1 0 0,0 1 0 0 0,1-1 0 0 0,1 1 0 0 0,0-1 0 0 0,0 1 1 0 0,1-1-1 0 0,1 0 0 0 0,0 0 0 0 0,0 0 0 0 0,6 9 1 0 0,-8-17-521 0 0,-1-1 1 0 0,1 0 0 0 0,0 0 0 0 0,0 0 0 0 0,0 0-1 0 0,0-1 1 0 0,0 1 0 0 0,1-1 0 0 0,-1 1 0 0 0,0-1-1 0 0,1 0 1 0 0,-1 1 0 0 0,1-1 0 0 0,-1 0 0 0 0,1-1 0 0 0,0 1-1 0 0,-1 0 1 0 0,6-1 0 0 0,-6 1-51 0 0,-1 0 0 0 0,1-1 0 0 0,0 1 0 0 0,-1-1 0 0 0,1 0 0 0 0,0 1 0 0 0,-1-1 0 0 0,1 0 0 0 0,0 0 0 0 0,-1 0 0 0 0,1 0 0 0 0,0-1 0 0 0,-1 1 0 0 0,1 0 0 0 0,0-1 0 0 0,-1 1 0 0 0,1-1 0 0 0,-1 1 0 0 0,1-1 0 0 0,-1 0 0 0 0,1 0 0 0 0,-1 1 0 0 0,3-3 0 0 0,0-1 0 0 0,2 1-59 0 0,-1-2 1 0 0,0 1-1 0 0,1 0 0 0 0,-2-1 0 0 0,1 0 1 0 0,-1 0-1 0 0,1 0 0 0 0,-1-1 0 0 0,-1 0 1 0 0,1 1-1 0 0,-1-1 0 0 0,0-1 1 0 0,0 1-1 0 0,-1 0 0 0 0,0-1 0 0 0,0 1 1 0 0,0-1-1 0 0,-1 1 0 0 0,0-1 1 0 0,-1 0-1 0 0,1-11 0 0 0,-1 9-28 0 0,0 0 0 0 0,-1-1 1 0 0,0 1-1 0 0,-1 0 0 0 0,0 0 0 0 0,0 0 0 0 0,-1 0 1 0 0,0 0-1 0 0,0 1 0 0 0,-1-1 0 0 0,0 1 0 0 0,-1 0 1 0 0,0 0-1 0 0,0 1 0 0 0,-9-11 0 0 0,10 15-266 0 0,0 0-1 0 0,0-1 1 0 0,0 1-1 0 0,0 0 1 0 0,-1 1-1 0 0,1-1 1 0 0,-1 1-1 0 0,0 0 1 0 0,1 0-1 0 0,-1 1 1 0 0,0-1-1 0 0,0 1 1 0 0,0 0-1 0 0,0 0 1 0 0,-9 0-1 0 0,13 1-994 0 0,-22 5-4760 0 0,9 1-6430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09.605"/>
    </inkml:context>
    <inkml:brush xml:id="br0">
      <inkml:brushProperty name="width" value="0.05" units="cm"/>
      <inkml:brushProperty name="height" value="0.05" units="cm"/>
      <inkml:brushProperty name="color" value="#849398"/>
    </inkml:brush>
  </inkml:definitions>
  <inkml:trace contextRef="#ctx0" brushRef="#br0">0 1 4728 0 0,'0'0'3111'0'0,"14"22"1315"0"0,-11 81 5637 0 0,-1 2-3497 0 0,-2-99-6339 0 0,0 1 0 0 0,0 0 0 0 0,1 0 0 0 0,0-1 0 0 0,0 1 0 0 0,0-1 0 0 0,1 1 0 0 0,0-1 0 0 0,0 1 0 0 0,1-1 0 0 0,0 0 1 0 0,0 0-1 0 0,0 0 0 0 0,5 6 0 0 0,-7-11-286 0 0,0-1-1 0 0,-1 0 1 0 0,1 1 0 0 0,0-1 0 0 0,-1 1 0 0 0,1-1 0 0 0,0 0 0 0 0,0 0 0 0 0,-1 1 0 0 0,1-1 0 0 0,0 0 0 0 0,0 0-1 0 0,0 0 1 0 0,-1 0 0 0 0,1 0 0 0 0,0 0 0 0 0,0 0 0 0 0,0 0 0 0 0,-1 0 0 0 0,1 0 0 0 0,0 0 0 0 0,0-1 0 0 0,0 1 0 0 0,-1 0-1 0 0,1-1 1 0 0,0 1 0 0 0,0 0 0 0 0,-1-1 0 0 0,1 1 0 0 0,0-1 0 0 0,-1 1 0 0 0,1-1 0 0 0,-1 1 0 0 0,1-1 0 0 0,-1 1-1 0 0,2-2 1 0 0,17-26-1527 0 0,-15 22 903 0 0,24-54-3034 0 0,-24 49 3017 0 0,0 1 0 0 0,1-1 0 0 0,1 1 0 0 0,10-17 0 0 0,-16 27 739 0 0,1 0 0 0 0,-1 0 0 0 0,0 0 0 0 0,1-1 0 0 0,-1 1 0 0 0,0 0 0 0 0,1 0 0 0 0,-1 0 0 0 0,1 0 0 0 0,-1 0 0 0 0,0 0 0 0 0,1-1 0 0 0,-1 1 1 0 0,1 0-1 0 0,-1 0 0 0 0,0 0 0 0 0,1 1 0 0 0,-1-1 0 0 0,1 0 0 0 0,-1 0 0 0 0,0 0 0 0 0,1 0 0 0 0,-1 0 0 0 0,0 0 0 0 0,1 0 0 0 0,-1 1 0 0 0,1-1 0 0 0,-1 0 1 0 0,0 0-1 0 0,1 1 0 0 0,-1-1 0 0 0,0 0 0 0 0,0 0 0 0 0,1 1 0 0 0,-1-1 0 0 0,0 0 0 0 0,0 1 0 0 0,1-1 0 0 0,-1 0 0 0 0,0 1 0 0 0,0-1 0 0 0,0 0 1 0 0,0 1-1 0 0,1-1 0 0 0,-1 1 0 0 0,0-1 0 0 0,0 0 0 0 0,0 1 0 0 0,0-1 0 0 0,0 1 0 0 0,7 20 861 0 0,-5-10-339 0 0,0-1 0 0 0,0 1-1 0 0,1-1 1 0 0,0 0-1 0 0,1 0 1 0 0,0 0 0 0 0,1 0-1 0 0,0 0 1 0 0,9 13-1 0 0,-13-22-580 0 0,-1-1-1 0 0,1 1 0 0 0,-1-1 0 0 0,1 0 1 0 0,0 1-1 0 0,-1-1 0 0 0,1 1 0 0 0,-1-1 1 0 0,1 0-1 0 0,0 1 0 0 0,0-1 0 0 0,-1 0 1 0 0,1 0-1 0 0,0 0 0 0 0,-1 1 0 0 0,1-1 0 0 0,0 0 1 0 0,0 0-1 0 0,-1 0 0 0 0,1 0 0 0 0,0 0 1 0 0,0 0-1 0 0,-1-1 0 0 0,1 1 0 0 0,0 0 1 0 0,1-1-1 0 0,18-15-1130 0 0,18-40-1762 0 0,-27 37 1766 0 0,-1 6 688 0 0,0 0 1 0 0,1 0-1 0 0,0 2 0 0 0,1-1 1 0 0,0 1-1 0 0,26-17 0 0 0,-37 27 663 0 0,1 2-66 0 0,1-1 0 0 0,-1 0-1 0 0,0 0 1 0 0,0 1 0 0 0,0-1-1 0 0,0 1 1 0 0,0 0 0 0 0,0-1-1 0 0,0 1 1 0 0,0 0 0 0 0,0 0-1 0 0,0 1 1 0 0,0-1 0 0 0,0 0 0 0 0,-1 1-1 0 0,1-1 1 0 0,0 1 0 0 0,-1-1-1 0 0,1 1 1 0 0,-1 0 0 0 0,0-1-1 0 0,0 1 1 0 0,1 0 0 0 0,-1 0-1 0 0,0 0 1 0 0,0 2 0 0 0,29 61 2684 0 0,-27-58-2468 0 0,27 60 934 0 0,-4-29-6296 0 0,-15-33-2036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0.525"/>
    </inkml:context>
    <inkml:brush xml:id="br0">
      <inkml:brushProperty name="width" value="0.05" units="cm"/>
      <inkml:brushProperty name="height" value="0.05" units="cm"/>
      <inkml:brushProperty name="color" value="#849398"/>
    </inkml:brush>
  </inkml:definitions>
  <inkml:trace contextRef="#ctx0" brushRef="#br0">0 1 4532 0 0,'9'13'1699'0'0,"-1"1"0"0"0,0 0 0 0 0,-2 0 0 0 0,1 1 0 0 0,-2 0 0 0 0,0 0 0 0 0,4 18 0 0 0,1 1 934 0 0,-6-20-1415 0 0,1-1 0 0 0,1 0 1 0 0,11 18-1 0 0,-17-30-1239 0 0,1-1 1 0 0,-1 1 0 0 0,0-1 0 0 0,1 0-1 0 0,-1 0 1 0 0,1 1 0 0 0,-1-1 0 0 0,1 0-1 0 0,-1 0 1 0 0,1 0 0 0 0,-1 1 0 0 0,1-1-1 0 0,-1 0 1 0 0,1 0 0 0 0,-1 0 0 0 0,1 0-1 0 0,-1 0 1 0 0,1 0 0 0 0,-1 0-1 0 0,1 0 1 0 0,-1 0 0 0 0,1 0 0 0 0,-1 0-1 0 0,1 0 1 0 0,-1-1 0 0 0,1 1 0 0 0,-1 0-1 0 0,1 0 1 0 0,-1 0 0 0 0,1-1 0 0 0,-1 1-1 0 0,0 0 1 0 0,1-1 0 0 0,-1 1 0 0 0,1 0-1 0 0,-1-1 1 0 0,0 1 0 0 0,1-1 0 0 0,-1 1-1 0 0,0 0 1 0 0,1-1 0 0 0,-1 0-1 0 0,15-18-1537 0 0,8-35-2157 0 0,-19 42 2735 0 0,0 0 1 0 0,1 1 0 0 0,1 0-1 0 0,13-21 1 0 0,-11 17 171 0 0,-8 14 801 0 0,1 0 0 0 0,-1-1 1 0 0,1 1-1 0 0,-1 0 0 0 0,1 0 0 0 0,-1 0 1 0 0,1-1-1 0 0,0 1 0 0 0,0 0 0 0 0,0 0 0 0 0,0 0 1 0 0,-1 0-1 0 0,1 0 0 0 0,0 0 0 0 0,1 1 1 0 0,-1-1-1 0 0,0 0 0 0 0,0 0 0 0 0,2 0 1 0 0,-2 1 647 0 0,22 35 2293 0 0,-12 23 1130 0 0,-10-50-3536 0 0,0 1 0 0 0,0-1 1 0 0,1 0-1 0 0,0 0 0 0 0,1 0 0 0 0,-1 0 0 0 0,6 10 1 0 0,-8-18-558 0 0,0 1-1 0 0,0-1 1 0 0,1 1 0 0 0,-1-1 0 0 0,0 0 0 0 0,0 1 0 0 0,1-1 0 0 0,-1 0-1 0 0,0 1 1 0 0,0-1 0 0 0,1 0 0 0 0,-1 1 0 0 0,0-1 0 0 0,1 0-1 0 0,-1 0 1 0 0,0 1 0 0 0,1-1 0 0 0,-1 0 0 0 0,1 0 0 0 0,-1 0 0 0 0,0 0-1 0 0,1 1 1 0 0,-1-1 0 0 0,1 0 0 0 0,-1 0 0 0 0,1 0 0 0 0,-1 0 0 0 0,0 0-1 0 0,1 0 1 0 0,-1 0 0 0 0,1 0 0 0 0,-1 0 0 0 0,1 0 0 0 0,0-1 0 0 0,12-12-1532 0 0,9-33-1626 0 0,-17 35 2451 0 0,38-63-2726 0 0,-38 66 3145 0 0,0 1 1 0 0,0 0-1 0 0,1 0 1 0 0,0 0-1 0 0,1 1 0 0 0,-1 0 1 0 0,12-8-1 0 0,-17 14 404 0 0,0-1-1 0 0,0 1 0 0 0,1-1 0 0 0,-1 1 1 0 0,0-1-1 0 0,0 1 0 0 0,1-1 1 0 0,-1 1-1 0 0,0 0 0 0 0,1 0 1 0 0,-1 0-1 0 0,0 0 0 0 0,0 0 1 0 0,1 0-1 0 0,-1 0 0 0 0,0 0 1 0 0,1 0-1 0 0,-1 1 0 0 0,0-1 0 0 0,1 0 1 0 0,-1 1-1 0 0,0-1 0 0 0,0 1 1 0 0,0 0-1 0 0,0-1 0 0 0,1 1 1 0 0,-1 0-1 0 0,0 0 0 0 0,0 0 1 0 0,0-1-1 0 0,0 1 0 0 0,-1 0 1 0 0,1 0-1 0 0,0 0 0 0 0,0 1 0 0 0,-1-1 1 0 0,1 0-1 0 0,0 0 0 0 0,-1 0 1 0 0,1 0-1 0 0,-1 1 0 0 0,1 1 1 0 0,4 9 896 0 0,-1 0 1 0 0,-1 0-1 0 0,4 20 1 0 0,-4-17-414 0 0,-1-4-282 0 0,-1-6-604 0 0,0 1 1 0 0,0-1-1 0 0,1 1 0 0 0,-1-1 1 0 0,1 0-1 0 0,3 6 0 0 0,10 0-4734 0 0,-13-11 4434 0 0,-1 0-1 0 0,0 0 0 0 0,1 0 1 0 0,-1 0-1 0 0,1 0 0 0 0,-1 0 1 0 0,1 0-1 0 0,-1 0 0 0 0,1-1 1 0 0,-1 1-1 0 0,0-1 0 0 0,1 1 1 0 0,-1-1-1 0 0,2-1 0 0 0,5-2-2148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1.010"/>
    </inkml:context>
    <inkml:brush xml:id="br0">
      <inkml:brushProperty name="width" value="0.05" units="cm"/>
      <inkml:brushProperty name="height" value="0.05" units="cm"/>
      <inkml:brushProperty name="color" value="#849398"/>
    </inkml:brush>
  </inkml:definitions>
  <inkml:trace contextRef="#ctx0" brushRef="#br0">63 197 4912 0 0,'9'9'16351'0'0,"-8"-9"-15670"0"0,4-5-664 0 0,1-1-1 0 0,-1 0 1 0 0,0 0-1 0 0,-1-1 1 0 0,1 1-1 0 0,-1-1 1 0 0,-1 0-1 0 0,1 0 1 0 0,3-11-1 0 0,-1 0-344 0 0,0 1-1 0 0,-1-1 0 0 0,3-23 0 0 0,-7 40 368 0 0,-1 0 0 0 0,1-1 0 0 0,-1 1-1 0 0,0 0 1 0 0,0-1 0 0 0,0 1 0 0 0,0 0 0 0 0,0-1 0 0 0,0 1 0 0 0,0-1 0 0 0,0 1-1 0 0,0 0 1 0 0,-1-1 0 0 0,1 1 0 0 0,0 0 0 0 0,-1-1 0 0 0,1 1 0 0 0,-1 0 0 0 0,0 0-1 0 0,1 0 1 0 0,-1-1 0 0 0,0 1 0 0 0,0 0 0 0 0,0 0 0 0 0,-1-2 0 0 0,0 3 28 0 0,0 0 0 0 0,1-1 0 0 0,-1 1 0 0 0,1 0 0 0 0,-1 0 0 0 0,0 0 0 0 0,1 0 0 0 0,-1 0 0 0 0,1 0 0 0 0,-1 0 0 0 0,0 1 0 0 0,1-1 0 0 0,-1 1 0 0 0,1-1 0 0 0,-1 1 0 0 0,1-1 0 0 0,-1 1 0 0 0,-1 1 0 0 0,-4 2 208 0 0,0 0-1 0 0,1 0 0 0 0,-1 1 0 0 0,1 0 1 0 0,0 1-1 0 0,0-1 0 0 0,-10 13 0 0 0,9-7 256 0 0,2-1-1 0 0,-1 1 1 0 0,1 1 0 0 0,1-1-1 0 0,0 1 1 0 0,0-1-1 0 0,1 1 1 0 0,-1 15-1 0 0,3-20-359 0 0,0 0 0 0 0,1 0 0 0 0,0 0 0 0 0,0 0 0 0 0,1 0 0 0 0,0 0 0 0 0,0 0 0 0 0,1 0 0 0 0,-1 0 0 0 0,2-1 0 0 0,-1 1 0 0 0,1 0 0 0 0,0-1 0 0 0,0 0 0 0 0,6 8 0 0 0,-7-11-340 0 0,1-1 0 0 0,0 0 0 0 0,0 0 0 0 0,0 0 0 0 0,1 0 0 0 0,-1 0 1 0 0,0-1-1 0 0,1 1 0 0 0,-1-1 0 0 0,1 0 0 0 0,0 0 0 0 0,-1 0 0 0 0,1 0 0 0 0,0-1 1 0 0,-1 0-1 0 0,1 0 0 0 0,0 0 0 0 0,-1 0 0 0 0,1 0 0 0 0,0-1 0 0 0,0 1 0 0 0,-1-1 1 0 0,8-2-1 0 0,8-3-2105 0 0,1 0 0 0 0,-1-1 0 0 0,20-10-1 0 0,-12 4-3240 0 0,0-1 0 0 0,40-28 0 0 0,-47 25 3044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1.821"/>
    </inkml:context>
    <inkml:brush xml:id="br0">
      <inkml:brushProperty name="width" value="0.05" units="cm"/>
      <inkml:brushProperty name="height" value="0.05" units="cm"/>
      <inkml:brushProperty name="color" value="#849398"/>
    </inkml:brush>
  </inkml:definitions>
  <inkml:trace contextRef="#ctx0" brushRef="#br0">37 628 4000 0 0,'-6'12'2773'0'0,"1"1"-1"0"0,0 0 1 0 0,1 0-1 0 0,0 0 1 0 0,1 1-1 0 0,-3 25 1527 0 0,8-44-4522 0 0,-1 1 114 0 0,0-1-1 0 0,0 0 1 0 0,0 1 0 0 0,-1-1 0 0 0,1 0 0 0 0,-1 0 0 0 0,-1-5 0 0 0,1 8 32 0 0,-9-183-7084 0 0,9 184 7094 0 0,0 0 0 0 0,0-1 1 0 0,0 1-1 0 0,1-1 1 0 0,-1 1-1 0 0,1 0 0 0 0,-1-1 1 0 0,1 1-1 0 0,-1 0 1 0 0,1 0-1 0 0,0-1 1 0 0,-1 1-1 0 0,1 0 0 0 0,0 0 1 0 0,0 0-1 0 0,0 0 1 0 0,0 0-1 0 0,0 0 0 0 0,0 0 1 0 0,0 0-1 0 0,0 0 1 0 0,1 1-1 0 0,-1-1 1 0 0,0 0-1 0 0,0 1 0 0 0,1-1 1 0 0,-1 1-1 0 0,2-1 1 0 0,-2 1 137 0 0,5 0 125 0 0,-1 1 1 0 0,0 0-1 0 0,1 1 1 0 0,-1-1-1 0 0,0 1 1 0 0,0 0-1 0 0,9 5 0 0 0,-8-4 83 0 0,-1 0 0 0 0,1-1-1 0 0,0 0 1 0 0,0 0-1 0 0,11 2 1 0 0,-7-3-106 0 0,0 0 1 0 0,-1-1-1 0 0,1 0 0 0 0,0-1 1 0 0,-1 0-1 0 0,1-1 0 0 0,0 0 1 0 0,-1 0-1 0 0,0-1 0 0 0,0 0 1 0 0,1 0-1 0 0,-2-1 0 0 0,1-1 1 0 0,11-7-1 0 0,-10 5-269 0 0,0-2-1 0 0,0 1 1 0 0,-1-2-1 0 0,-1 1 1 0 0,1-1-1 0 0,-1 0 1 0 0,-1-1-1 0 0,0 0 1 0 0,9-18-1 0 0,1-14-648 0 0,-1-1-1 0 0,-2-1 0 0 0,-2 0 0 0 0,10-81 0 0 0,-21 123 801 0 0,0-1-1 0 0,-1 0 0 0 0,1 1 1 0 0,-1-1-1 0 0,0 1 0 0 0,0-1 0 0 0,0 0 1 0 0,0 1-1 0 0,-1-1 0 0 0,1 1 0 0 0,-1-1 1 0 0,0 1-1 0 0,0-1 0 0 0,-2-3 1 0 0,2 6 630 0 0,-15 22 433 0 0,9-6-613 0 0,0 0 0 0 0,1 0 0 0 0,0 1 0 0 0,1 0 0 0 0,1 0 0 0 0,1 0 0 0 0,-2 19 0 0 0,-2 118 2006 0 0,11-88-1600 0 0,2 0 0 0 0,4-1 0 0 0,35 124 0 0 0,-37-155-768 0 0,8 64 0 0 0,-14-42-5313 0 0,-5-45 1954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2.151"/>
    </inkml:context>
    <inkml:brush xml:id="br0">
      <inkml:brushProperty name="width" value="0.05" units="cm"/>
      <inkml:brushProperty name="height" value="0.05" units="cm"/>
      <inkml:brushProperty name="color" value="#849398"/>
    </inkml:brush>
  </inkml:definitions>
  <inkml:trace contextRef="#ctx0" brushRef="#br0">11 135 7381 0 0,'-10'-15'14389'0'0,"16"4"-6717"0"0,27-5-4305 0 0,-28 14-3464 0 0,17-6-107 0 0,74-26-2180 0 0,-32 14-2998 0 0,-10 5-3158 0 0,1 4-4948 0 0,-45 8 11058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2.835"/>
    </inkml:context>
    <inkml:brush xml:id="br0">
      <inkml:brushProperty name="width" value="0.05" units="cm"/>
      <inkml:brushProperty name="height" value="0.05" units="cm"/>
      <inkml:brushProperty name="color" value="#849398"/>
    </inkml:brush>
  </inkml:definitions>
  <inkml:trace contextRef="#ctx0" brushRef="#br0">4 471 5004 0 0,'1'4'6447'0'0,"7"11"628"0"0,-3-16-6730 0 0,1 0 0 0 0,-1 0 0 0 0,0-1 0 0 0,1 0-1 0 0,-1 0 1 0 0,0 0 0 0 0,0-1 0 0 0,-1 0 0 0 0,1 0-1 0 0,-1 0 1 0 0,1 0 0 0 0,7-8 0 0 0,-1 1-712 0 0,-1-1 1 0 0,0 1 0 0 0,16-25-1 0 0,-22 29 142 0 0,-1 1 0 0 0,0-1-1 0 0,0-1 1 0 0,-1 1 0 0 0,0 0 0 0 0,0 0-1 0 0,-1-1 1 0 0,1 1 0 0 0,-2-1-1 0 0,2-11 1 0 0,-3 18 252 0 0,1-1 0 0 0,0 1 0 0 0,0-1-1 0 0,0 1 1 0 0,-1 0 0 0 0,1-1 0 0 0,0 1 0 0 0,0-1-1 0 0,-1 1 1 0 0,1 0 0 0 0,0-1 0 0 0,-1 1 0 0 0,1 0-1 0 0,-1 0 1 0 0,1-1 0 0 0,0 1 0 0 0,-1 0 0 0 0,1 0-1 0 0,-1-1 1 0 0,1 1 0 0 0,-1 0 0 0 0,1 0 0 0 0,-1 0 0 0 0,1 0-1 0 0,-1 0 1 0 0,1 0 0 0 0,-1 0 0 0 0,1 0 0 0 0,0 0-1 0 0,-1 0 1 0 0,1 0 0 0 0,-1 0 0 0 0,1 0 0 0 0,-1 0-1 0 0,1 0 1 0 0,-1 0 0 0 0,1 1 0 0 0,-1-1 0 0 0,1 0-1 0 0,-1 1 1 0 0,-18 5 1253 0 0,12-2-822 0 0,0 1 0 0 0,0-1 1 0 0,1 1-1 0 0,0 0 0 0 0,0 1 0 0 0,0 0 0 0 0,1 0 0 0 0,0 0 1 0 0,0 0-1 0 0,-7 12 0 0 0,3-3 532 0 0,1 0-1 0 0,0 1 1 0 0,-10 30 0 0 0,14-32-771 0 0,1 0 1 0 0,0 1 0 0 0,1-1 0 0 0,1 1-1 0 0,0 16 1 0 0,0-27-181 0 0,1-1-1 0 0,0 1 1 0 0,0 0 0 0 0,1 0-1 0 0,-1-1 1 0 0,1 1 0 0 0,-1 0-1 0 0,1-1 1 0 0,0 1 0 0 0,1-1 0 0 0,-1 1-1 0 0,1-1 1 0 0,-1 0 0 0 0,1 1-1 0 0,0-1 1 0 0,0 0 0 0 0,0 0-1 0 0,1 0 1 0 0,-1-1 0 0 0,1 1 0 0 0,0 0-1 0 0,-1-1 1 0 0,1 0 0 0 0,0 0-1 0 0,5 3 1 0 0,-3-4-42 0 0,0 0 0 0 0,1 0 0 0 0,-1 0 0 0 0,1 0 0 0 0,-1-1-1 0 0,1 0 1 0 0,-1 0 0 0 0,1-1 0 0 0,-1 0 0 0 0,1 0 0 0 0,-1 0 0 0 0,1 0 0 0 0,-1-1 0 0 0,0 0 0 0 0,0 0 0 0 0,0 0 0 0 0,0-1-1 0 0,0 0 1 0 0,8-6 0 0 0,6-2-110 0 0,5-2-938 0 0,-2-2 0 0 0,0 0 0 0 0,-1-2 0 0 0,0 0 0 0 0,-2-1 0 0 0,0-1 0 0 0,-1-1 0 0 0,-1-1 0 0 0,20-30 0 0 0,-4-1-1748 0 0,-1-3 0 0 0,44-107 0 0 0,-53 95 2519 0 0,-22 63 456 0 0,0 0 0 0 0,0 0-1 0 0,0 0 1 0 0,0 0-1 0 0,-1-1 1 0 0,1 1-1 0 0,-1 0 1 0 0,0 0-1 0 0,-1 0 1 0 0,1-1 0 0 0,-1 1-1 0 0,0 0 1 0 0,0 0-1 0 0,-1-4 1 0 0,1 6-60 0 0,0 1 0 0 0,0 0 0 0 0,0 0 0 0 0,1 0 0 0 0,-1 0 0 0 0,0 0 0 0 0,-1 0 0 0 0,1 0 0 0 0,0 0 0 0 0,0 1 0 0 0,0-1 0 0 0,-1 0-1 0 0,1 1 1 0 0,0-1 0 0 0,0 1 0 0 0,-1-1 0 0 0,1 1 0 0 0,-1 0 0 0 0,1-1 0 0 0,0 1 0 0 0,-1 0 0 0 0,1 0 0 0 0,-1 0 0 0 0,1 0 0 0 0,0 0 0 0 0,-1 0 0 0 0,1 0 0 0 0,-1 1 0 0 0,1-1 0 0 0,0 1 0 0 0,-1-1 0 0 0,1 1 0 0 0,0-1 0 0 0,0 1 0 0 0,-1-1 0 0 0,1 1 0 0 0,0 0 0 0 0,0 0 0 0 0,0 0 0 0 0,0 0 0 0 0,0 0 0 0 0,0 0 0 0 0,-2 2 0 0 0,-4 3 302 0 0,1 1 1 0 0,-1 0-1 0 0,1 0 0 0 0,0 0 1 0 0,-5 10-1 0 0,2-1 56 0 0,1 0-1 0 0,0 0 1 0 0,1 1 0 0 0,1 0-1 0 0,1 0 1 0 0,0 1-1 0 0,2-1 1 0 0,0 1-1 0 0,0 0 1 0 0,2 0 0 0 0,0 0-1 0 0,1 0 1 0 0,4 28-1 0 0,-1-28-779 0 0,1-1-1 0 0,0 0 0 0 0,1 0 1 0 0,1 0-1 0 0,1 0 0 0 0,0-1 1 0 0,1 0-1 0 0,16 23 1 0 0,-18-31-909 0 0,-1-1 0 0 0,1 1 0 0 0,1-1 0 0 0,13 12 0 0 0,-16-16-53 0 0,-1 0-1 0 0,1-1 0 0 0,-1 0 1 0 0,1 0-1 0 0,0 0 1 0 0,0 0-1 0 0,-1-1 1 0 0,1 0-1 0 0,0 1 1 0 0,1-1-1 0 0,-1-1 0 0 0,0 1 1 0 0,7 0-1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3.442"/>
    </inkml:context>
    <inkml:brush xml:id="br0">
      <inkml:brushProperty name="width" value="0.05" units="cm"/>
      <inkml:brushProperty name="height" value="0.05" units="cm"/>
      <inkml:brushProperty name="color" value="#849398"/>
    </inkml:brush>
  </inkml:definitions>
  <inkml:trace contextRef="#ctx0" brushRef="#br0">265 357 4576 0 0,'-1'-3'378'0'0,"0"1"-1"0"0,0 0 0 0 0,0-1 0 0 0,0 1 0 0 0,-1 0 0 0 0,1 0 0 0 0,-1 0 0 0 0,0 0 0 0 0,0 0 0 0 0,1 0 0 0 0,-1 0 0 0 0,0 0 1 0 0,-1 1-1 0 0,1-1 0 0 0,0 1 0 0 0,0 0 0 0 0,-1 0 0 0 0,1-1 0 0 0,-1 1 0 0 0,1 1 0 0 0,-1-1 0 0 0,1 0 0 0 0,-1 1 1 0 0,1-1-1 0 0,-1 1 0 0 0,1 0 0 0 0,-1 0 0 0 0,0 0 0 0 0,1 0 0 0 0,-1 0 0 0 0,-5 2 0 0 0,0-1 334 0 0,0 0-1 0 0,-1 1 1 0 0,1 0-1 0 0,0 1 1 0 0,0 0-1 0 0,0 0 1 0 0,0 0 0 0 0,-10 7-1 0 0,8-2-190 0 0,0 0 1 0 0,1 1-1 0 0,-1-1 0 0 0,2 2 0 0 0,-1-1 1 0 0,1 1-1 0 0,1 1 0 0 0,0-1 0 0 0,-6 13 1 0 0,10-18-325 0 0,0 0 1 0 0,1 0 0 0 0,0 0 0 0 0,0 1 0 0 0,0-1-1 0 0,1 1 1 0 0,-1-1 0 0 0,2 1 0 0 0,-1-1 0 0 0,0 1-1 0 0,1 0 1 0 0,0 0 0 0 0,0-1 0 0 0,1 1 0 0 0,0 0-1 0 0,0-1 1 0 0,0 1 0 0 0,0-1 0 0 0,1 1 0 0 0,0-1-1 0 0,0 0 1 0 0,5 8 0 0 0,-6-11-212 0 0,1 0-1 0 0,-1 0 1 0 0,0 0-1 0 0,1-1 1 0 0,0 1-1 0 0,-1 0 1 0 0,1-1-1 0 0,0 0 1 0 0,0 1-1 0 0,0-1 1 0 0,0 0 0 0 0,0 0-1 0 0,0 0 1 0 0,0 0-1 0 0,0 0 1 0 0,0-1-1 0 0,0 1 1 0 0,1-1-1 0 0,-1 1 1 0 0,0-1-1 0 0,0 0 1 0 0,1 0 0 0 0,-1 0-1 0 0,0 0 1 0 0,0 0-1 0 0,1 0 1 0 0,-1-1-1 0 0,0 1 1 0 0,0-1-1 0 0,3 0 1 0 0,2-2-117 0 0,0 0 0 0 0,0 0-1 0 0,-1-1 1 0 0,1 1 0 0 0,-1-1 0 0 0,10-9 0 0 0,-7 5-484 0 0,-1-1-1 0 0,1 0 1 0 0,-1-1 0 0 0,-1 0 0 0 0,0-1-1 0 0,-1 1 1 0 0,1-1 0 0 0,-2 0 0 0 0,7-18-1 0 0,2-15-1380 0 0,12-57-1 0 0,-9 30 37 0 0,4-20-79 0 0,-14 54 1511 0 0,-2 13 312 0 0,1-2 391 0 0,-4 21 101 0 0,-1-1 1 0 0,1 0-1 0 0,-1 0 0 0 0,0 0 1 0 0,0 0-1 0 0,-1 0 1 0 0,1 0-1 0 0,-2-9 0 0 0,-5 16 2715 0 0,-12 26-2235 0 0,11-3-25 0 0,1 0-1 0 0,1 0 0 0 0,1 0 1 0 0,2 0-1 0 0,0 1 0 0 0,2 0 1 0 0,0-1-1 0 0,5 28 0 0 0,-2-29-770 0 0,2 0 0 0 0,11 33-1 0 0,-8-35-1719 0 0,0-1-1 0 0,2 1 0 0 0,14 22 1 0 0,-12-25-2743 0 0,0-1 1 0 0,1 0-1 0 0,24 23 1 0 0,-23-27 1892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5.609"/>
    </inkml:context>
    <inkml:brush xml:id="br0">
      <inkml:brushProperty name="width" value="0.05" units="cm"/>
      <inkml:brushProperty name="height" value="0.05" units="cm"/>
      <inkml:brushProperty name="color" value="#849398"/>
    </inkml:brush>
  </inkml:definitions>
  <inkml:trace contextRef="#ctx0" brushRef="#br0">223 20 4464 0 0,'0'-1'275'0'0,"0"1"-1"0"0,1-1 1 0 0,-1 0-1 0 0,0 1 1 0 0,0-1-1 0 0,0 0 1 0 0,0 1-1 0 0,0-1 1 0 0,0 0-1 0 0,0 1 1 0 0,0-1-1 0 0,-1 1 1 0 0,1-1-1 0 0,0 0 1 0 0,0 1-1 0 0,0-1 1 0 0,-1 1-1 0 0,1-1 1 0 0,0 0-1 0 0,-1 1 1 0 0,1-1-1 0 0,0 1 1 0 0,-1-1-1 0 0,1 1 1 0 0,-1-1-1 0 0,1 1 1 0 0,-1 0-1 0 0,1-1 1 0 0,-1 1-1 0 0,1-1 1 0 0,-1 1-1 0 0,1 0 1 0 0,-1 0-1 0 0,1-1 1 0 0,-1 1-1 0 0,0 0 1 0 0,-1 0-52 0 0,0 0 0 0 0,0 1 1 0 0,0-1-1 0 0,1 1 1 0 0,-1 0-1 0 0,0 0 0 0 0,1-1 1 0 0,-1 1-1 0 0,0 0 0 0 0,1 0 1 0 0,-1 1-1 0 0,-1 1 1 0 0,-41 43 1522 0 0,32-32-1025 0 0,1 0 0 0 0,1 1 0 0 0,-15 28 0 0 0,22-37-575 0 0,1 0-1 0 0,-1 0 1 0 0,1 0 0 0 0,0 1-1 0 0,1-1 1 0 0,0 1 0 0 0,0-1-1 0 0,0 1 1 0 0,1-1 0 0 0,0 1-1 0 0,0-1 1 0 0,0 1 0 0 0,3 10-1 0 0,-2-11-165 0 0,1-1 0 0 0,0 1 0 0 0,0 0 0 0 0,0-1-1 0 0,0 1 1 0 0,1-1 0 0 0,0 0 0 0 0,0 0 0 0 0,1 0 0 0 0,0 0-1 0 0,-1-1 1 0 0,1 1 0 0 0,1-1 0 0 0,-1 0 0 0 0,1 0 0 0 0,0-1-1 0 0,-1 1 1 0 0,1-1 0 0 0,1 0 0 0 0,-1-1 0 0 0,0 1 0 0 0,1-1-1 0 0,0 0 1 0 0,8 2 0 0 0,-7-2 28 0 0,0 1 1 0 0,-1 0-1 0 0,1 0 0 0 0,-1 1 1 0 0,1 0-1 0 0,-1 0 0 0 0,0 0 0 0 0,-1 1 1 0 0,1 0-1 0 0,-1 0 0 0 0,0 0 1 0 0,0 1-1 0 0,4 6 0 0 0,-7-9 154 0 0,0 0-1 0 0,-1 0 1 0 0,0 0-1 0 0,0 0 1 0 0,0 1 0 0 0,0-1-1 0 0,0 0 1 0 0,-1 0-1 0 0,1 1 1 0 0,-1-1-1 0 0,0 1 1 0 0,0-1 0 0 0,0 0-1 0 0,-1 1 1 0 0,1-1-1 0 0,-1 0 1 0 0,1 1-1 0 0,-1-1 1 0 0,0 0-1 0 0,-1 0 1 0 0,1 0 0 0 0,0 0-1 0 0,-1 0 1 0 0,0 0-1 0 0,1 0 1 0 0,-1 0-1 0 0,-1-1 1 0 0,1 1 0 0 0,0-1-1 0 0,-4 4 1 0 0,-2 3 190 0 0,-1-1 0 0 0,0 0-1 0 0,0 0 1 0 0,-1-1 0 0 0,0 0 0 0 0,0-1 0 0 0,-1 0 0 0 0,0-1 0 0 0,-12 5 0 0 0,17-8-787 0 0,0-1 0 0 0,-1 1 0 0 0,1-1 0 0 0,0 0 0 0 0,-1-1 0 0 0,1 1 0 0 0,-13-2 0 0 0,-12-7-5169 0 0,0-9-3549 0 0,18-1-765 0 0,12 10 7223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6.115"/>
    </inkml:context>
    <inkml:brush xml:id="br0">
      <inkml:brushProperty name="width" value="0.05" units="cm"/>
      <inkml:brushProperty name="height" value="0.05" units="cm"/>
      <inkml:brushProperty name="color" value="#849398"/>
    </inkml:brush>
  </inkml:definitions>
  <inkml:trace contextRef="#ctx0" brushRef="#br0">154 3 3928 0 0,'-19'-3'9037'0'0,"13"6"-8294"0"0,0 0 0 0 0,1 0 0 0 0,-1 0 0 0 0,1 0 0 0 0,-1 1 0 0 0,1 0 0 0 0,0 0 1 0 0,1 1-1 0 0,-1-1 0 0 0,1 1 0 0 0,0 0 0 0 0,0 0 0 0 0,0 1 0 0 0,-2 5 1 0 0,-8 12 1700 0 0,0 1 0 0 0,-9 26 0 0 0,22-46-2353 0 0,-1 1 0 0 0,1-1-1 0 0,-1 1 1 0 0,1 0 0 0 0,1-1 0 0 0,-1 1-1 0 0,1 0 1 0 0,0 0 0 0 0,0 0 0 0 0,0-1-1 0 0,1 1 1 0 0,-1 0 0 0 0,1 0 0 0 0,0-1-1 0 0,1 1 1 0 0,-1-1 0 0 0,4 9 0 0 0,-3-11-179 0 0,-1 1 1 0 0,1 0 0 0 0,0-1 0 0 0,0 1 0 0 0,0-1-1 0 0,0 1 1 0 0,1-1 0 0 0,-1 0 0 0 0,1 0 0 0 0,-1 0-1 0 0,1 0 1 0 0,0-1 0 0 0,0 1 0 0 0,-1-1 0 0 0,1 1-1 0 0,0-1 1 0 0,0 0 0 0 0,0 0 0 0 0,1 0 0 0 0,-1-1-1 0 0,0 1 1 0 0,0-1 0 0 0,0 0 0 0 0,1 0 0 0 0,-1 0-1 0 0,0 0 1 0 0,0 0 0 0 0,4-1 0 0 0,11-3-2106 0 0,0-1 1 0 0,0-1 0 0 0,-1 0-1 0 0,0-1 1 0 0,0-1 0 0 0,-1-1-1 0 0,0 0 1 0 0,0-1-1 0 0,-1 0 1 0 0,0-2 0 0 0,19-19-1 0 0,-15 12-391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6.630"/>
    </inkml:context>
    <inkml:brush xml:id="br0">
      <inkml:brushProperty name="width" value="0.05" units="cm"/>
      <inkml:brushProperty name="height" value="0.05" units="cm"/>
      <inkml:brushProperty name="color" value="#849398"/>
    </inkml:brush>
  </inkml:definitions>
  <inkml:trace contextRef="#ctx0" brushRef="#br0">135 0 4248 0 0,'-3'2'1556'0'0,"-4"2"-788"0"0,1 1 1 0 0,-1 0-1 0 0,1 0 1 0 0,0 0-1 0 0,1 1 1 0 0,0 0-1 0 0,0 0 0 0 0,0 0 1 0 0,0 1-1 0 0,1-1 1 0 0,0 1-1 0 0,0 0 1 0 0,1 0-1 0 0,0 1 1 0 0,-4 14-1 0 0,-3 16 1209 0 0,1 0 0 0 0,-3 41-1 0 0,4-24 204 0 0,3-26-443 0 0,0 50 0 0 0,4-68-1492 0 0,2 1 1 0 0,-1-1 0 0 0,1 1 0 0 0,1-1 0 0 0,0 0-1 0 0,1 1 1 0 0,5 13 0 0 0,-6-20-305 0 0,-1-3-11 0 0,-1-1 0 0 0,0 0 0 0 0,1 0 0 0 0,-1 0-1 0 0,1 0 1 0 0,-1 0 0 0 0,1 0 0 0 0,-1 0 0 0 0,1 0 0 0 0,0 0 0 0 0,0 0-1 0 0,-1 0 1 0 0,1 0 0 0 0,0 0 0 0 0,0-1 0 0 0,0 1 0 0 0,0 0-1 0 0,0-1 1 0 0,0 1 0 0 0,0 0 0 0 0,1 0 0 0 0,0-1-358 0 0,18-22-1824 0 0,-13 3 630 0 0,1 0 0 0 0,0 0 0 0 0,15-22 0 0 0,-19 35 1461 0 0,0-1-1 0 0,1 1 1 0 0,0 0-1 0 0,0 1 1 0 0,0-1-1 0 0,1 1 1 0 0,0 0-1 0 0,0 0 1 0 0,0 1 0 0 0,1 0-1 0 0,12-6 1 0 0,-18 9 237 0 0,1 1 0 0 0,-1 0 0 0 0,1-1 0 0 0,-1 1-1 0 0,1 0 1 0 0,-1 0 0 0 0,1 0 0 0 0,-1 0 0 0 0,1 0 0 0 0,-1 1 0 0 0,1-1 0 0 0,-1 0 0 0 0,1 1 0 0 0,-1-1 0 0 0,1 1 0 0 0,-1-1 0 0 0,0 1 0 0 0,1 0 0 0 0,-1 0 0 0 0,0-1 0 0 0,0 1 0 0 0,1 0 0 0 0,-1 0 0 0 0,0 0-1 0 0,0 0 1 0 0,0 1 0 0 0,0-1 0 0 0,0 0 0 0 0,-1 0 0 0 0,1 0 0 0 0,0 1 0 0 0,0 1 0 0 0,22 48 2071 0 0,-21-46-1850 0 0,7 24 532 0 0,10 26 675 0 0,-18-52-1723 0 0,1 0 1 0 0,-1-1 0 0 0,1 1-1 0 0,-1-1 1 0 0,1 1 0 0 0,0-1-1 0 0,0 1 1 0 0,0-1 0 0 0,0 0-1 0 0,0 0 1 0 0,0 0 0 0 0,1 0-1 0 0,-1 0 1 0 0,4 2-1 0 0,-3-4-585 0 0,-1 0-1 0 0,1 0 0 0 0,-1 0 0 0 0,0 0 1 0 0,1 0-1 0 0,-1 0 0 0 0,0 0 0 0 0,1-1 0 0 0,-1 1 1 0 0,0-1-1 0 0,1 0 0 0 0,-1 0 0 0 0,0 0 1 0 0,0 0-1 0 0,0 0 0 0 0,0 0 0 0 0,0-1 1 0 0,0 1-1 0 0,0 0 0 0 0,3-4 0 0 0,-1 2-742 0 0,4-3-1075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7.057"/>
    </inkml:context>
    <inkml:brush xml:id="br0">
      <inkml:brushProperty name="width" value="0.05" units="cm"/>
      <inkml:brushProperty name="height" value="0.05" units="cm"/>
      <inkml:brushProperty name="color" value="#849398"/>
    </inkml:brush>
  </inkml:definitions>
  <inkml:trace contextRef="#ctx0" brushRef="#br0">57 238 3080 0 0,'-4'13'2047'0'0,"1"-1"0"0"0,-1 1 1 0 0,-1 22-1 0 0,-3 9 1836 0 0,12-14-806 0 0,-4-30-3056 0 0,0-1 0 0 0,0 1-1 0 0,0 0 1 0 0,1-1-1 0 0,-1 1 1 0 0,0 0 0 0 0,0 0-1 0 0,0-1 1 0 0,0 1 0 0 0,0 0-1 0 0,1-1 1 0 0,-1 1-1 0 0,0 0 1 0 0,0 0 0 0 0,0-1-1 0 0,1 1 1 0 0,-1 0 0 0 0,0 0-1 0 0,0 0 1 0 0,1 0-1 0 0,-1-1 1 0 0,0 1 0 0 0,1 0-1 0 0,-1 0 1 0 0,0 0 0 0 0,1 0-1 0 0,-1 0 1 0 0,0 0-1 0 0,1 0 1 0 0,-1-1 0 0 0,0 1-1 0 0,0 0 1 0 0,1 0 0 0 0,-1 0-1 0 0,0 1 1 0 0,1-1-1 0 0,-1 0 1 0 0,0 0 0 0 0,1 0-1 0 0,-1 0 1 0 0,0 0 0 0 0,1 0-1 0 0,-1 0 1 0 0,0 0-1 0 0,1 1 1 0 0,-1-1 0 0 0,0 0-1 0 0,0 0 1 0 0,1 0 0 0 0,-1 1-1 0 0,0-1 1 0 0,0 0-1 0 0,0 0 1 0 0,1 1 0 0 0,-1-1-1 0 0,0 0 1 0 0,0 0 0 0 0,0 1-1 0 0,0-1 1 0 0,1 0-1 0 0,-1 1 1 0 0,0-1 0 0 0,0 0-1 0 0,0 1 1 0 0,0-1 0 0 0,0 1-1 0 0,0-4-64 0 0,1-1 0 0 0,-1 1-1 0 0,0 0 1 0 0,0 0 0 0 0,-1 0-1 0 0,1 0 1 0 0,-1 0 0 0 0,1 0-1 0 0,-1 0 1 0 0,0 0 0 0 0,0 0 0 0 0,-1 0-1 0 0,1 0 1 0 0,-3-4 0 0 0,-4-13-122 0 0,-6-34-484 0 0,9 38 425 0 0,1 0 0 0 0,1 0 1 0 0,0 0-1 0 0,-1-27 1 0 0,4 35 196 0 0,1 1 0 0 0,0-1 0 0 0,0 0 0 0 0,0 1 0 0 0,1 0 0 0 0,0-1 0 0 0,1 1 0 0 0,0 0 0 0 0,0 0 0 0 0,0 0 0 0 0,1 0 0 0 0,0 1 0 0 0,8-11 0 0 0,17-9-3849 0 0,8 11-5404 0 0,-26 12 6639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7.485"/>
    </inkml:context>
    <inkml:brush xml:id="br0">
      <inkml:brushProperty name="width" value="0.05" units="cm"/>
      <inkml:brushProperty name="height" value="0.05" units="cm"/>
      <inkml:brushProperty name="color" value="#849398"/>
    </inkml:brush>
  </inkml:definitions>
  <inkml:trace contextRef="#ctx0" brushRef="#br0">85 1 4544 0 0,'-19'39'4330'0'0,"9"-20"-2120"0"0,0 1 0 0 0,1 1 0 0 0,1 0 0 0 0,1 0 0 0 0,0 0 0 0 0,2 1 0 0 0,-4 33 0 0 0,9-53-2032 0 0,0 1-1 0 0,0-1 0 0 0,0 1 1 0 0,0-1-1 0 0,0 1 0 0 0,1-1 1 0 0,-1 1-1 0 0,1-1 0 0 0,0 1 0 0 0,-1-1 1 0 0,1 0-1 0 0,0 1 0 0 0,1-1 1 0 0,-1 0-1 0 0,0 0 0 0 0,4 4 1 0 0,-4-5-156 0 0,0 0 0 0 0,0 0 0 0 0,1-1 0 0 0,-1 1 0 0 0,1 0 0 0 0,-1-1 0 0 0,0 1 0 0 0,1-1 0 0 0,-1 1 1 0 0,1-1-1 0 0,-1 0 0 0 0,1 0 0 0 0,-1 1 0 0 0,1-1 0 0 0,0 0 0 0 0,-1-1 0 0 0,1 1 0 0 0,-1 0 1 0 0,1 0-1 0 0,1-1 0 0 0,5-2-279 0 0,0 0 0 0 0,0-1 0 0 0,0 1 1 0 0,-1-2-1 0 0,1 1 0 0 0,-1-1 0 0 0,0 0 1 0 0,8-8-1 0 0,-7 4-160 0 0,0 1-1 0 0,0-1 1 0 0,-1 0-1 0 0,0-1 1 0 0,-1 0 0 0 0,0 0-1 0 0,9-21 1 0 0,-13 27 269 0 0,0 0 1 0 0,0 0-1 0 0,-1-1 1 0 0,0 1-1 0 0,0 0 1 0 0,0-1-1 0 0,0 1 1 0 0,-1-1-1 0 0,1 1 0 0 0,-1-1 1 0 0,0 1-1 0 0,-1 0 1 0 0,1-1-1 0 0,-1 1 1 0 0,0-1-1 0 0,0 1 1 0 0,0 0-1 0 0,0-1 1 0 0,-1 1-1 0 0,0 0 1 0 0,0 0-1 0 0,0 0 0 0 0,-5-6 1 0 0,5 8-149 0 0,-1 0 0 0 0,1-1 1 0 0,-1 1-1 0 0,0 0 0 0 0,0 1 0 0 0,0-1 0 0 0,0 0 1 0 0,-1 1-1 0 0,1 0 0 0 0,0 0 0 0 0,-5-1 0 0 0,-23-5-7153 0 0,20 5 2814 0 0,3 1 1779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7.955"/>
    </inkml:context>
    <inkml:brush xml:id="br0">
      <inkml:brushProperty name="width" value="0.05" units="cm"/>
      <inkml:brushProperty name="height" value="0.05" units="cm"/>
      <inkml:brushProperty name="color" value="#849398"/>
    </inkml:brush>
  </inkml:definitions>
  <inkml:trace contextRef="#ctx0" brushRef="#br0">3 1 6921 0 0,'-2'2'11277'0'0,"2"10"-5229"0"0,5 37-2893 0 0,-4-39-1637 0 0,8 28-3517 0 0,-5-25-2261 0 0,2-3-4555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8.282"/>
    </inkml:context>
    <inkml:brush xml:id="br0">
      <inkml:brushProperty name="width" value="0.05" units="cm"/>
      <inkml:brushProperty name="height" value="0.05" units="cm"/>
      <inkml:brushProperty name="color" value="#849398"/>
    </inkml:brush>
  </inkml:definitions>
  <inkml:trace contextRef="#ctx0" brushRef="#br0">0 0 6685 0 0,'1'14'6574'0'0,"3"17"-1222"0"0,2 8-3168 0 0,-2 1-4984 0 0,4 33-11558 0 0,-4-56 11693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9.245"/>
    </inkml:context>
    <inkml:brush xml:id="br0">
      <inkml:brushProperty name="width" value="0.05" units="cm"/>
      <inkml:brushProperty name="height" value="0.05" units="cm"/>
      <inkml:brushProperty name="color" value="#849398"/>
    </inkml:brush>
  </inkml:definitions>
  <inkml:trace contextRef="#ctx0" brushRef="#br0">240 309 3868 0 0,'0'-2'471'0'0,"1"1"0"0"0,-1-1 0 0 0,0 1 0 0 0,-1-1 0 0 0,1 1 1 0 0,0 0-1 0 0,0-1 0 0 0,-1 1 0 0 0,1-1 0 0 0,0 1 0 0 0,-1 0 0 0 0,0-1 0 0 0,1 1 0 0 0,-1 0 0 0 0,0 0 0 0 0,1 0 0 0 0,-1-1 0 0 0,0 1 0 0 0,0 0 0 0 0,0 0 0 0 0,-2-2 0 0 0,1 3-128 0 0,0-1 0 0 0,1 0 0 0 0,-1 1 0 0 0,0-1 0 0 0,1 1 0 0 0,-1-1 0 0 0,0 1 0 0 0,0 0 0 0 0,1 0 0 0 0,-1 0 0 0 0,0 0 0 0 0,0 0 0 0 0,1 0 0 0 0,-1 1 0 0 0,-2-1 0 0 0,-3 2 171 0 0,1 0-1 0 0,-1 1 1 0 0,1 0-1 0 0,-1 0 1 0 0,1 0-1 0 0,0 0 1 0 0,-11 9 0 0 0,6-1 46 0 0,-1 0 1 0 0,1 1 0 0 0,1 0 0 0 0,0 1 0 0 0,0 0 0 0 0,2 0 0 0 0,-1 1-1 0 0,-10 25 1 0 0,7-12 288 0 0,9-21-725 0 0,0 0 0 0 0,0 0-1 0 0,0 0 1 0 0,1 0-1 0 0,-1 0 1 0 0,2 1 0 0 0,-1-1-1 0 0,1 1 1 0 0,0 0 0 0 0,0-1-1 0 0,0 1 1 0 0,1 0-1 0 0,0-1 1 0 0,1 1 0 0 0,1 9-1 0 0,-2-16-175 0 0,0 1 0 0 0,1 0 0 0 0,-1-1 0 0 0,0 1 0 0 0,1-1 1 0 0,-1 1-1 0 0,0 0 0 0 0,1-1 0 0 0,-1 1 0 0 0,1-1 0 0 0,-1 1 0 0 0,1-1 0 0 0,-1 0 0 0 0,1 1 0 0 0,0-1 0 0 0,-1 0 0 0 0,1 1 0 0 0,-1-1 0 0 0,1 0 0 0 0,0 1 0 0 0,-1-1 0 0 0,1 0 0 0 0,0 0 0 0 0,-1 0 0 0 0,1 0 1 0 0,0 0-1 0 0,-1 0 0 0 0,1 0 0 0 0,1 0 0 0 0,23-9-1489 0 0,17-21-1118 0 0,-26 12 1780 0 0,0 0 0 0 0,-2-1 0 0 0,0 0 0 0 0,0-1 0 0 0,-2-1 0 0 0,-1 0 0 0 0,12-30 0 0 0,-11 17 148 0 0,0-1-1 0 0,-3 0 0 0 0,-1-1 1 0 0,5-41-1 0 0,-12 64 768 0 0,-1 0 0 0 0,0 0 0 0 0,0 0 0 0 0,-3-14 1 0 0,2 22 76 0 0,0 0 0 0 0,0 0 0 0 0,0 1 1 0 0,-1-1-1 0 0,1 0 0 0 0,-1 1 0 0 0,0-1 1 0 0,0 1-1 0 0,-1 0 0 0 0,1-1 0 0 0,-1 1 1 0 0,0 0-1 0 0,-4-4 0 0 0,6 7-84 0 0,1 1 0 0 0,0 0-1 0 0,-1 0 1 0 0,1 0 0 0 0,0-1-1 0 0,-1 1 1 0 0,1 0 0 0 0,0 0-1 0 0,-1 0 1 0 0,1-1 0 0 0,0 1-1 0 0,-1 0 1 0 0,1 0 0 0 0,-1 0-1 0 0,1 0 1 0 0,0 0 0 0 0,-1 0-1 0 0,1 0 1 0 0,-1 0 0 0 0,1 0-1 0 0,0 0 1 0 0,-1 0 0 0 0,1 0-1 0 0,-1 0 1 0 0,1 0 0 0 0,0 1-1 0 0,-1-1 1 0 0,1 0 0 0 0,0 0-1 0 0,-1 0 1 0 0,1 1 0 0 0,0-1-1 0 0,-1 0 1 0 0,1 1 0 0 0,-11 15 902 0 0,-1 25 628 0 0,11-37-1352 0 0,-7 26 784 0 0,2 1 0 0 0,2 1 0 0 0,0-1 0 0 0,2 33 0 0 0,2-53-895 0 0,0 0-1 0 0,1 0 1 0 0,0 0 0 0 0,1 0 0 0 0,0 0 0 0 0,1-1-1 0 0,0 1 1 0 0,1-1 0 0 0,0 0 0 0 0,0 1-1 0 0,1-2 1 0 0,0 1 0 0 0,1-1 0 0 0,14 18-1 0 0,-18-25-148 0 0,0 0 0 0 0,0 0-1 0 0,0 0 1 0 0,1 0 0 0 0,-1 0-1 0 0,1 0 1 0 0,-1 0 0 0 0,1-1-1 0 0,0 1 1 0 0,-1-1 0 0 0,1 0-1 0 0,0 0 1 0 0,0 0 0 0 0,0 0-1 0 0,0 0 1 0 0,0-1-1 0 0,0 0 1 0 0,0 1 0 0 0,0-1-1 0 0,0 0 1 0 0,0 0 0 0 0,0-1-1 0 0,1 1 1 0 0,-1-1 0 0 0,0 1-1 0 0,0-1 1 0 0,-1 0 0 0 0,7-3-1 0 0,3-2-541 0 0,-1-1 0 0 0,1-1 0 0 0,-2 0 0 0 0,1-1 0 0 0,13-14 0 0 0,28-21-3246 0 0,-45 40 3351 0 0,1 0 399 0 0,-1 8 282 0 0,-1 10 964 0 0,-4 20 356 0 0,-1-15-461 0 0,2-4-390 0 0,-2-8-225 0 0,0 0 0 0 0,0 0 0 0 0,1 0 0 0 0,0 0 0 0 0,0 0 0 0 0,1-1 1 0 0,6 12-1 0 0,-8-17-481 0 0,0 1 1 0 0,0-1-1 0 0,0 0 1 0 0,0 0-1 0 0,1 0 0 0 0,-1 0 1 0 0,0 0-1 0 0,1 0 1 0 0,-1 0-1 0 0,1 0 1 0 0,-1 0-1 0 0,1-1 1 0 0,-1 1-1 0 0,1-1 0 0 0,2 1 1 0 0,0 0-356 0 0,-1-1 0 0 0,0 0 1 0 0,1 0-1 0 0,-1-1 0 0 0,0 1 1 0 0,1-1-1 0 0,-1 1 0 0 0,0-1 0 0 0,1 0 1 0 0,3-2-1 0 0,16-7-5322 0 0,-1 0 1 0 0,22-15-1 0 0,-27 15 3079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19.715"/>
    </inkml:context>
    <inkml:brush xml:id="br0">
      <inkml:brushProperty name="width" value="0.05" units="cm"/>
      <inkml:brushProperty name="height" value="0.05" units="cm"/>
      <inkml:brushProperty name="color" value="#849398"/>
    </inkml:brush>
  </inkml:definitions>
  <inkml:trace contextRef="#ctx0" brushRef="#br0">31 0 3604 0 0,'-18'22'6643'0'0,"8"49"591"0"0,9-57-6279 0 0,0 1 0 0 0,1 0 0 0 0,0-1 0 0 0,1 1 0 0 0,5 20 0 0 0,-4-23-479 0 0,-2-11-434 0 0,0 0 1 0 0,0 1-1 0 0,0-1 1 0 0,0 1 0 0 0,0-1-1 0 0,1 1 1 0 0,-1-1-1 0 0,0 0 1 0 0,1 1 0 0 0,-1-1-1 0 0,1 1 1 0 0,0-1-1 0 0,-1 0 1 0 0,1 0 0 0 0,0 1-1 0 0,0-1 1 0 0,0 0-1 0 0,0 0 1 0 0,0 0 0 0 0,0 0-1 0 0,0 0 1 0 0,0 0-1 0 0,0 0 1 0 0,2 0 0 0 0,-2 0-175 0 0,23-30-1686 0 0,-14 10 606 0 0,1 1 0 0 0,0 0 0 0 0,26-30 0 0 0,-32 43 1029 0 0,1-1-1 0 0,-1 1 1 0 0,1-1 0 0 0,1 2-1 0 0,-1-1 1 0 0,0 1 0 0 0,1 0-1 0 0,0 0 1 0 0,0 0 0 0 0,0 1-1 0 0,1 1 1 0 0,-1-1 0 0 0,10-1-1 0 0,-15 3 218 0 0,1 1 0 0 0,-1 0 0 0 0,0 0 0 0 0,0 0 0 0 0,0 1 0 0 0,1-1 0 0 0,-1 0 0 0 0,0 1 0 0 0,0-1 0 0 0,0 1 0 0 0,0 0 0 0 0,0 0 0 0 0,0 0 0 0 0,0 0 0 0 0,0 0 0 0 0,0 0 0 0 0,-1 0 0 0 0,1 1 0 0 0,0-1 0 0 0,-1 1 0 0 0,1-1 0 0 0,2 4 0 0 0,28 48 818 0 0,-10-15-905 0 0,-10-21-515 0 0,0 0-2211 0 0,-1-12-5688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0.048"/>
    </inkml:context>
    <inkml:brush xml:id="br0">
      <inkml:brushProperty name="width" value="0.05" units="cm"/>
      <inkml:brushProperty name="height" value="0.05" units="cm"/>
      <inkml:brushProperty name="color" value="#849398"/>
    </inkml:brush>
  </inkml:definitions>
  <inkml:trace contextRef="#ctx0" brushRef="#br0">31 28 6705 0 0,'-4'-4'3780'0'0,"-4"1"-772"0"0,2-5-2016 0 0,3 7-244 0 0,-1-4-1096 0 0,-2-2-4096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0.991"/>
    </inkml:context>
    <inkml:brush xml:id="br0">
      <inkml:brushProperty name="width" value="0.05" units="cm"/>
      <inkml:brushProperty name="height" value="0.05" units="cm"/>
      <inkml:brushProperty name="color" value="#849398"/>
    </inkml:brush>
  </inkml:definitions>
  <inkml:trace contextRef="#ctx0" brushRef="#br0">175 44 3132 0 0,'0'-6'1004'0'0,"0"3"-10"0"0,1 1 0 0 0,-1-1 0 0 0,0 1 0 0 0,-1 0 0 0 0,1-1 0 0 0,0 1 0 0 0,-1-1 0 0 0,1 1 0 0 0,-1 0 0 0 0,-1-5 0 0 0,-13 0 4287 0 0,-3 7-4591 0 0,10 3-221 0 0,0-1 0 0 0,0 1-1 0 0,1 0 1 0 0,-1 1 0 0 0,1-1 0 0 0,0 2-1 0 0,-1-1 1 0 0,2 1 0 0 0,-1 0-1 0 0,1 0 1 0 0,-1 1 0 0 0,2 0-1 0 0,-1 0 1 0 0,0 0 0 0 0,-4 8 0 0 0,7-10-315 0 0,0 1 0 0 0,1-1 1 0 0,-1 0-1 0 0,1 1 1 0 0,0 0-1 0 0,0 0 0 0 0,1-1 1 0 0,-1 1-1 0 0,1 0 1 0 0,0 0-1 0 0,0 8 0 0 0,1-10-113 0 0,0 0 0 0 0,0 0 0 0 0,1 0 1 0 0,-1 0-1 0 0,1-1 0 0 0,0 1 0 0 0,0 0 0 0 0,0 0 0 0 0,0-1 0 0 0,0 1 0 0 0,0 0 0 0 0,1-1 0 0 0,0 1 0 0 0,-1-1 0 0 0,1 0 0 0 0,0 1 0 0 0,0-1 0 0 0,0 0 0 0 0,0 0 0 0 0,5 3 1 0 0,-4-3-190 0 0,-1 0 1 0 0,1 0 0 0 0,0 0 0 0 0,-1-1 0 0 0,1 1 0 0 0,0-1 0 0 0,0 0 0 0 0,0 1 0 0 0,0-1-1 0 0,0 0 1 0 0,0-1 0 0 0,1 1 0 0 0,-1-1 0 0 0,0 1 0 0 0,0-1 0 0 0,1 0 0 0 0,-1 0-1 0 0,0 0 1 0 0,0-1 0 0 0,0 1 0 0 0,1-1 0 0 0,-1 0 0 0 0,0 0 0 0 0,0 0 0 0 0,0 0 0 0 0,0 0-1 0 0,0-1 1 0 0,-1 1 0 0 0,1-1 0 0 0,0 0 0 0 0,-1 0 0 0 0,1 0 0 0 0,-1 0 0 0 0,4-4 0 0 0,3-5-650 0 0,0 0 0 0 0,-1-1 1 0 0,0 0-1 0 0,-1 0 0 0 0,0-1 1 0 0,6-17-1 0 0,-8 12 167 0 0,-3 10 317 0 0,0 2 109 0 0,2-3-113 0 0,-4 9 303 0 0,0-1 0 0 0,0 1 0 0 0,0 0 0 0 0,0-1 0 0 0,0 1 0 0 0,1 0 0 0 0,-1-1 0 0 0,0 1 0 0 0,0 0 0 0 0,0 0 0 0 0,0-1 0 0 0,0 1 0 0 0,0 0 0 0 0,1-1 0 0 0,-1 1 0 0 0,0 0 0 0 0,0 0 0 0 0,0-1 0 0 0,1 1-1 0 0,-1 0 1 0 0,0 0 0 0 0,0 0 0 0 0,0-1 0 0 0,1 1 0 0 0,-1 0 0 0 0,0 0 0 0 0,1 0 0 0 0,-1 0 0 0 0,0 0 0 0 0,0 0 0 0 0,1-1 0 0 0,-1 1 0 0 0,0 0 0 0 0,1 0 0 0 0,-1 0 0 0 0,0 0 0 0 0,1 0 0 0 0,-1 0 0 0 0,0 0-1 0 0,1 0 1 0 0,-1 1 0 0 0,4 18 82 0 0,44 252 4354 0 0,-48-262-3990 0 0,0 1 0 0 0,0-1 0 0 0,-1 0 0 0 0,0 1 0 0 0,-1-1 0 0 0,0 0 0 0 0,0 0 0 0 0,-1 0 0 0 0,0 0 0 0 0,0 0 0 0 0,-1-1 0 0 0,0 1 0 0 0,-1-1 0 0 0,-6 9 0 0 0,5-9-619 0 0,0-1 0 0 0,0 1 0 0 0,-1-1 0 0 0,0 0 0 0 0,0 0 0 0 0,0-1 0 0 0,-1 0 0 0 0,-11 6 0 0 0,6-8-2156 0 0,12-3 1592 0 0,-1-1 0 0 0,1 0-1 0 0,0 0 1 0 0,-1 0 0 0 0,1 0-1 0 0,-1-1 1 0 0,1 1 0 0 0,0 0-1 0 0,-1 0 1 0 0,1-1 0 0 0,0 1-1 0 0,-1-1 1 0 0,1 1 0 0 0,0-1-1 0 0,0 0 1 0 0,-1 0 0 0 0,1 1-1 0 0,0-1 1 0 0,0 0 0 0 0,0 0-1 0 0,0 0 1 0 0,-1-2 0 0 0,-5-11-3018 0 0,4 2 994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1.545"/>
    </inkml:context>
    <inkml:brush xml:id="br0">
      <inkml:brushProperty name="width" value="0.05" units="cm"/>
      <inkml:brushProperty name="height" value="0.05" units="cm"/>
      <inkml:brushProperty name="color" value="#849398"/>
    </inkml:brush>
  </inkml:definitions>
  <inkml:trace contextRef="#ctx0" brushRef="#br0">37 212 4156 0 0,'3'0'8521'0'0,"5"0"-5016"0"0,13-2-2173 0 0,-11-6-1869 0 0,-1-1 1 0 0,-1 0-1 0 0,1 0 0 0 0,-1-1 0 0 0,-1 0 0 0 0,0 0 1 0 0,-1 0-1 0 0,0-1 0 0 0,0 0 0 0 0,-1-1 0 0 0,0 1 1 0 0,-1-1-1 0 0,-1 0 0 0 0,3-14 0 0 0,-5 25 659 0 0,-1-1-1 0 0,0 0 0 0 0,1 0 0 0 0,-1 0 1 0 0,0 0-1 0 0,0 0 0 0 0,0 0 1 0 0,0 1-1 0 0,-1-1 0 0 0,1 0 1 0 0,0 0-1 0 0,-1 0 0 0 0,1 0 1 0 0,-1 1-1 0 0,0-1 0 0 0,0 0 1 0 0,0 0-1 0 0,1 1 0 0 0,-2-1 0 0 0,0-1 1 0 0,1 2 493 0 0,-46 26 3985 0 0,37-16-3801 0 0,0 0 1 0 0,0 0 0 0 0,1 1-1 0 0,0 0 1 0 0,1 0-1 0 0,0 1 1 0 0,1 0 0 0 0,0 1-1 0 0,1-1 1 0 0,0 1-1 0 0,1 1 1 0 0,0-1 0 0 0,1 1-1 0 0,-3 13 1 0 0,7-22-762 0 0,-1 1 1 0 0,1-1 0 0 0,0 1 0 0 0,0 0-1 0 0,1-1 1 0 0,-1 1 0 0 0,1 0 0 0 0,0-1 0 0 0,0 1-1 0 0,1-1 1 0 0,-1 1 0 0 0,1-1 0 0 0,0 0-1 0 0,0 0 1 0 0,1 0 0 0 0,-1 0 0 0 0,1 0-1 0 0,0 0 1 0 0,0-1 0 0 0,6 7 0 0 0,-6-8-424 0 0,1 1 0 0 0,0-1 0 0 0,-1 0 0 0 0,1 0 1 0 0,0 0-1 0 0,0 0 0 0 0,1-1 0 0 0,-1 1 0 0 0,6 0 1 0 0,-4-1-672 0 0,1 0 1 0 0,0-1-1 0 0,0 0 1 0 0,0 0 0 0 0,0 0-1 0 0,9-3 1 0 0,-6 1-1638 0 0,1 0-1 0 0,-1-1 1 0 0,-1 0-1 0 0,1-1 1 0 0,10-5-1 0 0,-10 2 282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1.940"/>
    </inkml:context>
    <inkml:brush xml:id="br0">
      <inkml:brushProperty name="width" value="0.05" units="cm"/>
      <inkml:brushProperty name="height" value="0.05" units="cm"/>
      <inkml:brushProperty name="color" value="#849398"/>
    </inkml:brush>
  </inkml:definitions>
  <inkml:trace contextRef="#ctx0" brushRef="#br0">25 220 4072 0 0,'-19'78'10154'0'0,"13"-26"2913"0"0,9-75-12531 0 0,2-1-602 0 0,0 0 1 0 0,2 0 0 0 0,1 0 0 0 0,0 1 0 0 0,2 0 0 0 0,0 1 0 0 0,2 0 0 0 0,1 1 0 0 0,0 0 0 0 0,21-25-1 0 0,-30 42-59 0 0,1-1-1 0 0,-1 0 1 0 0,0 1-1 0 0,1 0 0 0 0,0 0 1 0 0,6-3-1 0 0,-6 4-632 0 0,0 0 0 0 0,0 1 0 0 0,0 0 0 0 0,1 0 0 0 0,-1 0-1 0 0,6-1 1 0 0,-2 2-1203 0 0,0 0-1 0 0,0 0 1 0 0,1 1-1 0 0,-1 0 1 0 0,0 1-1 0 0,0 0 0 0 0,0 0 1 0 0,12 5-1 0 0,-7-1-502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3.378"/>
    </inkml:context>
    <inkml:brush xml:id="br0">
      <inkml:brushProperty name="width" value="0.05" units="cm"/>
      <inkml:brushProperty name="height" value="0.05" units="cm"/>
      <inkml:brushProperty name="color" value="#849398"/>
    </inkml:brush>
  </inkml:definitions>
  <inkml:trace contextRef="#ctx0" brushRef="#br0">1 1 6489 0 0,'2'89'10964'0'0,"1"-55"-8280"0"0,13 66 0 0 0,5-33-1522 0 0,1 9-4369 0 0,-16-24-9783 0 0,-5-44 10099 0 0,2-2 256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3.994"/>
    </inkml:context>
    <inkml:brush xml:id="br0">
      <inkml:brushProperty name="width" value="0.05" units="cm"/>
      <inkml:brushProperty name="height" value="0.05" units="cm"/>
      <inkml:brushProperty name="color" value="#849398"/>
    </inkml:brush>
  </inkml:definitions>
  <inkml:trace contextRef="#ctx0" brushRef="#br0">1 183 4092 0 0,'1'-23'7348'0'0,"2"-3"-3367"0"0,-1 19-3640 0 0,1 0 0 0 0,-1 0 0 0 0,2 1 0 0 0,-1-1 0 0 0,1 1 0 0 0,-1 0 0 0 0,2 0 0 0 0,-1 0 0 0 0,1 0 0 0 0,0 1 0 0 0,0 0 0 0 0,0 0 0 0 0,1 0 0 0 0,0 0 0 0 0,0 1 0 0 0,0 0 0 0 0,0 1 0 0 0,12-6 0 0 0,-6 4-208 0 0,0 1 0 0 0,0 0-1 0 0,0 1 1 0 0,1 0-1 0 0,-1 1 1 0 0,1 0-1 0 0,-1 1 1 0 0,1 1 0 0 0,0 0-1 0 0,14 2 1 0 0,70 5-79 0 0,32 4-296 0 0,-114-9 222 0 0,-1 1-1 0 0,0 0 1 0 0,0 1 0 0 0,-1 1 0 0 0,1 0 0 0 0,20 12-1 0 0,-31-15 87 0 0,1 0-1 0 0,-1 0 0 0 0,1 1 0 0 0,-1-1 1 0 0,0 1-1 0 0,0 0 0 0 0,0 0 1 0 0,0 0-1 0 0,-1 0 0 0 0,1 0 0 0 0,-1 1 1 0 0,0-1-1 0 0,0 1 0 0 0,0-1 0 0 0,0 1 1 0 0,-1 0-1 0 0,1 0 0 0 0,-1 0 0 0 0,0 0 1 0 0,0 0-1 0 0,-1 0 0 0 0,1 0 0 0 0,-1 0 1 0 0,0 0-1 0 0,0 0 0 0 0,0 1 0 0 0,-1-1 1 0 0,1 0-1 0 0,-1 0 0 0 0,0 0 0 0 0,0 0 1 0 0,-3 6-1 0 0,-5 11 531 0 0,0-1 1 0 0,-2 0-1 0 0,0-1 1 0 0,-26 33 0 0 0,19-26-232 0 0,-81 104 1285 0 0,86-115-3198 0 0,-2 0 0 0 0,0-1 0 0 0,-19 15 0 0 0,30-27 127 0 0,-1 1 0 0 0,1-1 0 0 0,-1 0 0 0 0,0 0 0 0 0,1 0 1 0 0,-1-1-1 0 0,0 0 0 0 0,0 0 0 0 0,0 0 0 0 0,-6 0 0 0 0,-15 0-2844 0 0,9-1 1695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4.549"/>
    </inkml:context>
    <inkml:brush xml:id="br0">
      <inkml:brushProperty name="width" value="0.05" units="cm"/>
      <inkml:brushProperty name="height" value="0.05" units="cm"/>
      <inkml:brushProperty name="color" value="#849398"/>
    </inkml:brush>
  </inkml:definitions>
  <inkml:trace contextRef="#ctx0" brushRef="#br0">1 1 6213 0 0,'0'0'5543'0'0,"7"7"-1432"0"0,8 10-450 0 0,10 89 3453 0 0,-5-19-6784 0 0,-11-65-2008 0 0,-2-11-3309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4.911"/>
    </inkml:context>
    <inkml:brush xml:id="br0">
      <inkml:brushProperty name="width" value="0.05" units="cm"/>
      <inkml:brushProperty name="height" value="0.05" units="cm"/>
      <inkml:brushProperty name="color" value="#849398"/>
    </inkml:brush>
  </inkml:definitions>
  <inkml:trace contextRef="#ctx0" brushRef="#br0">4 44 8485 0 0,'-2'-21'10634'0'0,"0"-1"-4301"0"0,3 22-6217 0 0,0 0-448 0 0,1 1 1 0 0,-1-1-1 0 0,1 1 1 0 0,-1 0-1 0 0,1 0 1 0 0,-1-1-1 0 0,1 1 1 0 0,-1 0-1 0 0,0 1 1 0 0,0-1 0 0 0,1 0-1 0 0,1 3 1 0 0,18 41-16412 0 0,-19-39 13975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5.255"/>
    </inkml:context>
    <inkml:brush xml:id="br0">
      <inkml:brushProperty name="width" value="0.05" units="cm"/>
      <inkml:brushProperty name="height" value="0.05" units="cm"/>
      <inkml:brushProperty name="color" value="#849398"/>
    </inkml:brush>
  </inkml:definitions>
  <inkml:trace contextRef="#ctx0" brushRef="#br0">0 216 2568 0 0,'18'57'5058'0'0,"-11"-31"-1674"0"0,1 0-1 0 0,20 42 1 0 0,-17-45-246 0 0,-12-17-1067 0 0,-7-9-1676 0 0,5-1-363 0 0,1 1 0 0 0,-1-1 0 0 0,1 0-1 0 0,-1 0 1 0 0,1 0 0 0 0,0 0 0 0 0,1 0-1 0 0,-1 0 1 0 0,1-1 0 0 0,0 1 0 0 0,-1-5-1 0 0,-2-6-30 0 0,-2-3 18 0 0,2 1 0 0 0,0-1 0 0 0,1-1 0 0 0,1 1 1 0 0,0 0-1 0 0,2 0 0 0 0,1-28 0 0 0,0 34-266 0 0,1-1 1 0 0,0 0-1 0 0,1 1 0 0 0,0-1 1 0 0,1 1-1 0 0,0 0 0 0 0,1 0 1 0 0,0 0-1 0 0,1 1 0 0 0,1-1 1 0 0,11-15-1 0 0,-17 26 29 0 0,0-1 0 0 0,1 1 0 0 0,-1 0 0 0 0,1-1 0 0 0,-1 1 0 0 0,1 0 0 0 0,0 0 0 0 0,-1 0 0 0 0,1 0 0 0 0,0 0 0 0 0,0 0 0 0 0,0 0 0 0 0,-1 1 0 0 0,1-1 0 0 0,0 1 0 0 0,4-1 0 0 0,-3 1-706 0 0,1 0-1 0 0,-1 0 0 0 0,1 1 1 0 0,-1 0-1 0 0,1-1 0 0 0,-1 1 0 0 0,1 0 1 0 0,-1 1-1 0 0,0-1 0 0 0,1 1 1 0 0,-1-1-1 0 0,0 1 0 0 0,5 3 0 0 0,5 4-1835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5.889"/>
    </inkml:context>
    <inkml:brush xml:id="br0">
      <inkml:brushProperty name="width" value="0.05" units="cm"/>
      <inkml:brushProperty name="height" value="0.05" units="cm"/>
      <inkml:brushProperty name="color" value="#849398"/>
    </inkml:brush>
  </inkml:definitions>
  <inkml:trace contextRef="#ctx0" brushRef="#br0">255 19 2904 0 0,'-6'-3'1099'0'0,"1"0"-1"0"0,-1 1 0 0 0,1 0 1 0 0,-1 0-1 0 0,0 0 0 0 0,0 1 1 0 0,0 0-1 0 0,0 0 0 0 0,-8 0 1 0 0,7 1-450 0 0,1 0 0 0 0,-1 1 1 0 0,0 0-1 0 0,1 0 0 0 0,-1 0 1 0 0,1 1-1 0 0,-12 4 0 0 0,10-2-194 0 0,0 0-1 0 0,0 1 0 0 0,0 0 1 0 0,1 0-1 0 0,0 1 0 0 0,0 0 1 0 0,0 0-1 0 0,1 0 1 0 0,-1 1-1 0 0,2 0 0 0 0,-1 0 1 0 0,-8 16-1 0 0,10-16-43 0 0,0 1-1 0 0,0 0 1 0 0,1-1-1 0 0,1 1 1 0 0,-1 0-1 0 0,1 1 1 0 0,0-1 0 0 0,1 0-1 0 0,0 1 1 0 0,0 13-1 0 0,2-19-390 0 0,-1 1-1 0 0,0-1 0 0 0,1 0 0 0 0,-1 0 1 0 0,1 0-1 0 0,0 0 0 0 0,0 0 1 0 0,0 0-1 0 0,1 0 0 0 0,-1 0 0 0 0,1-1 1 0 0,-1 1-1 0 0,1 0 0 0 0,0-1 1 0 0,0 0-1 0 0,0 1 0 0 0,0-1 1 0 0,1 0-1 0 0,-1 0 0 0 0,1 0 0 0 0,-1 0 1 0 0,1 0-1 0 0,0-1 0 0 0,-1 1 1 0 0,1-1-1 0 0,0 0 0 0 0,0 0 1 0 0,0 0-1 0 0,4 1 0 0 0,-2-1-205 0 0,-1 0 0 0 0,0-1-1 0 0,1 1 1 0 0,-1-1 0 0 0,1 0 0 0 0,-1 0-1 0 0,0-1 1 0 0,1 1 0 0 0,-1-1 0 0 0,0 0-1 0 0,1 0 1 0 0,-1 0 0 0 0,0-1 0 0 0,0 0-1 0 0,0 1 1 0 0,0-1 0 0 0,0-1-1 0 0,0 1 1 0 0,-1-1 0 0 0,1 1 0 0 0,-1-1-1 0 0,0 0 1 0 0,5-6 0 0 0,5-7-812 0 0,0 0 1 0 0,-2-1-1 0 0,0-1 0 0 0,9-19 1 0 0,23-33-2481 0 0,-9 26 3477 0 0,-17 72 1770 0 0,-10 31 1563 0 0,-7-50-3222 0 0,0 0 0 0 0,1 0 1 0 0,0 0-1 0 0,1 0 1 0 0,0 0-1 0 0,0 0 0 0 0,1-1 1 0 0,0 1-1 0 0,5 9 0 0 0,5-7-4563 0 0,-6-9-859 0 0,15-7-6258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6.282"/>
    </inkml:context>
    <inkml:brush xml:id="br0">
      <inkml:brushProperty name="width" value="0.05" units="cm"/>
      <inkml:brushProperty name="height" value="0.05" units="cm"/>
      <inkml:brushProperty name="color" value="#849398"/>
    </inkml:brush>
  </inkml:definitions>
  <inkml:trace contextRef="#ctx0" brushRef="#br0">342 10 5529 0 0,'-16'-9'8380'0'0,"3"10"-7442"0"0,-1 2 0 0 0,1 0 0 0 0,1 1 0 0 0,-1 0 0 0 0,0 0 1 0 0,1 2-1 0 0,0-1 0 0 0,0 2 0 0 0,1 0 0 0 0,-15 10 0 0 0,6-1 49 0 0,1 0 0 0 0,0 2 0 0 0,1 0 0 0 0,-24 32 0 0 0,34-40-556 0 0,0 1-1 0 0,1-1 1 0 0,1 2-1 0 0,0-1 1 0 0,1 1-1 0 0,-8 22 1 0 0,12-31-434 0 0,0-1 0 0 0,1 0 0 0 0,-1 1 1 0 0,1-1-1 0 0,-1 1 0 0 0,1-1 0 0 0,0 1 1 0 0,0-1-1 0 0,0 1 0 0 0,0-1 0 0 0,1 1 1 0 0,-1-1-1 0 0,1 0 0 0 0,-1 1 1 0 0,1-1-1 0 0,0 1 0 0 0,0-1 0 0 0,0 0 1 0 0,0 0-1 0 0,1 0 0 0 0,-1 1 0 0 0,0-1 1 0 0,1 0-1 0 0,-1-1 0 0 0,1 1 0 0 0,0 0 1 0 0,0 0-1 0 0,0-1 0 0 0,0 1 0 0 0,0-1 1 0 0,0 1-1 0 0,0-1 0 0 0,0 0 1 0 0,0 0-1 0 0,1 0 0 0 0,-1 0 0 0 0,1-1 1 0 0,-1 1-1 0 0,0 0 0 0 0,1-1 0 0 0,2 1 1 0 0,33 3-3553 0 0,-18-3-420 0 0,0-2-1 0 0,0 0 1 0 0,0-1 0 0 0,-1-1 0 0 0,36-10 0 0 0,-31 6 1343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8.389"/>
    </inkml:context>
    <inkml:brush xml:id="br0">
      <inkml:brushProperty name="width" value="0.05" units="cm"/>
      <inkml:brushProperty name="height" value="0.05" units="cm"/>
      <inkml:brushProperty name="color" value="#849398"/>
    </inkml:brush>
  </inkml:definitions>
  <inkml:trace contextRef="#ctx0" brushRef="#br0">1 0 3508 0 0,'5'28'1643'0'0,"1"-1"1"0"0,1 0-1 0 0,15 35 0 0 0,-9-31-1437 0 0,2-1 0 0 0,27 40 0 0 0,-34-49-6341 0 0,-8-16 3515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9.371"/>
    </inkml:context>
    <inkml:brush xml:id="br0">
      <inkml:brushProperty name="width" value="0.05" units="cm"/>
      <inkml:brushProperty name="height" value="0.05" units="cm"/>
      <inkml:brushProperty name="color" value="#849398"/>
    </inkml:brush>
  </inkml:definitions>
  <inkml:trace contextRef="#ctx0" brushRef="#br0">10 213 3532 0 0,'-9'-26'11842'0'0,"9"22"-11387"0"0,0 0-1 0 0,1-1 1 0 0,-1 1-1 0 0,1-1 1 0 0,0 1-1 0 0,0 0 1 0 0,1 0-1 0 0,-1-1 1 0 0,1 1 0 0 0,0 0-1 0 0,0 0 1 0 0,1 1-1 0 0,-1-1 1 0 0,1 0-1 0 0,5-5 1 0 0,-2 2-103 0 0,1 2 0 0 0,0-1 0 0 0,1 1 0 0 0,-1 0 0 0 0,1 0 0 0 0,0 1 0 0 0,12-5 0 0 0,13-3-249 0 0,1 2 1 0 0,-1 2 0 0 0,42-6 0 0 0,-57 12 82 0 0,152-19-935 0 0,-149 19 468 0 0,0 2 0 0 0,1 1 0 0 0,-1 0 0 0 0,0 1 0 0 0,0 2 0 0 0,21 5-1 0 0,-40-8 254 0 0,0-1-1 0 0,0 1 0 0 0,0 0 1 0 0,0-1-1 0 0,0 1 0 0 0,0 0 1 0 0,-1 0-1 0 0,1 0 0 0 0,0 0 1 0 0,0 1-1 0 0,-1-1 0 0 0,1 0 1 0 0,0 1-1 0 0,-1-1 0 0 0,0 1 0 0 0,1 0 1 0 0,-1-1-1 0 0,0 1 0 0 0,0 0 1 0 0,0 0-1 0 0,0 0 0 0 0,0-1 1 0 0,0 1-1 0 0,0 0 0 0 0,0 3 1 0 0,-1-1 45 0 0,0 0 1 0 0,0-1 0 0 0,-1 1 0 0 0,1 0 0 0 0,-1 0 0 0 0,0-1-1 0 0,0 1 1 0 0,0 0 0 0 0,0-1 0 0 0,-1 1 0 0 0,0-1 0 0 0,-3 7 0 0 0,-6 6 146 0 0,-1-1 1 0 0,0 0 0 0 0,-1 0 0 0 0,-21 18-1 0 0,-87 91-898 0 0,121-124 716 0 0,-1 0 1 0 0,1 0-1 0 0,0 0 1 0 0,0 1 0 0 0,0-1-1 0 0,-1 0 1 0 0,1 0-1 0 0,0 0 1 0 0,0 0-1 0 0,0 0 1 0 0,-1 1-1 0 0,1-1 1 0 0,0 0-1 0 0,0 0 1 0 0,0 0 0 0 0,0 1-1 0 0,-1-1 1 0 0,1 0-1 0 0,0 0 1 0 0,0 1-1 0 0,0-1 1 0 0,0 0-1 0 0,0 0 1 0 0,0 1-1 0 0,0-1 1 0 0,0 0 0 0 0,0 0-1 0 0,0 1 1 0 0,0-1-1 0 0,0 0 1 0 0,0 0-1 0 0,0 1 1 0 0,0-1-1 0 0,0 0 1 0 0,0 0-1 0 0,0 1 1 0 0,0-1 0 0 0,0 0-1 0 0,0 0 1 0 0,1 1-1 0 0,-1-1 1 0 0,0 0-1 0 0,0 0 1 0 0,0 0-1 0 0,0 1 1 0 0,1-1-1 0 0,-1 0 1 0 0,0 0 0 0 0,0 0-1 0 0,0 0 1 0 0,1 1-1 0 0,-1-1 1 0 0,21 2-790 0 0,38-9-465 0 0,-47 5 917 0 0,14-1-3 0 0,-15 1 304 0 0,0 1 0 0 0,0-1 0 0 0,-1 2 0 0 0,1 0 0 0 0,0 0 0 0 0,0 1 0 0 0,0 0 0 0 0,17 5 0 0 0,-26-5 129 0 0,0 1 0 0 0,0-1-1 0 0,0 1 1 0 0,-1 0-1 0 0,1 0 1 0 0,0 0 0 0 0,-1 0-1 0 0,1 0 1 0 0,-1 0-1 0 0,1 0 1 0 0,-1 0 0 0 0,0 1-1 0 0,0-1 1 0 0,0 0-1 0 0,-1 1 1 0 0,1-1 0 0 0,0 1-1 0 0,-1-1 1 0 0,1 4-1 0 0,4 48 918 0 0,-5-45-678 0 0,-1 0 0 0 0,0 0 0 0 0,-1 0 0 0 0,1 0 0 0 0,-2 0 0 0 0,1-1 0 0 0,-1 1-1 0 0,-1-1 1 0 0,0 1 0 0 0,0-1 0 0 0,0 0 0 0 0,-1-1 0 0 0,0 1 0 0 0,0-1 0 0 0,-1 0 0 0 0,0 0 0 0 0,-1-1 0 0 0,1 0 0 0 0,-1 0 0 0 0,0 0 0 0 0,-1-1 0 0 0,-11 7 0 0 0,5-4-119 0 0,-1-1 1 0 0,1 0 0 0 0,-1-1 0 0 0,0-1 0 0 0,-18 4 0 0 0,16-5-878 0 0,-1-1-1 0 0,0-1 1 0 0,0-1 0 0 0,-21 0-1 0 0,-23-6-6108 0 0,54 3 4693 0 0,0 1-1 0 0,1-1 0 0 0,-1-1 0 0 0,1 1 1 0 0,-1-1-1 0 0,-6-4 0 0 0,1-1-519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29.987"/>
    </inkml:context>
    <inkml:brush xml:id="br0">
      <inkml:brushProperty name="width" value="0.05" units="cm"/>
      <inkml:brushProperty name="height" value="0.05" units="cm"/>
      <inkml:brushProperty name="color" value="#849398"/>
    </inkml:brush>
  </inkml:definitions>
  <inkml:trace contextRef="#ctx0" brushRef="#br0">139 20 5024 0 0,'-8'-3'10228'0'0,"-1"12"-9051"0"0,0 0 0 0 0,1 1 0 0 0,0 0 0 0 0,1 0 0 0 0,0 1 0 0 0,1-1 0 0 0,-11 24 0 0 0,-28 91 3961 0 0,36-99-4161 0 0,8-23-897 0 0,0 1-1 0 0,0-1 0 0 0,0 1 0 0 0,1-1 0 0 0,-1 1 0 0 0,1-1 0 0 0,0 1 0 0 0,0-1 0 0 0,0 1 0 0 0,0 0 0 0 0,0-1 0 0 0,1 1 0 0 0,0-1 0 0 0,0 1 0 0 0,0-1 0 0 0,0 0 0 0 0,0 1 0 0 0,1-1 0 0 0,3 5 0 0 0,-4-6-122 0 0,1 0 1 0 0,-1-1-1 0 0,1 1 1 0 0,0-1-1 0 0,0 0 1 0 0,0 0-1 0 0,0 1 1 0 0,0-1-1 0 0,0 0 1 0 0,0-1-1 0 0,0 1 0 0 0,0 0 1 0 0,0-1-1 0 0,1 1 1 0 0,-1-1-1 0 0,0 1 1 0 0,0-1-1 0 0,1 0 1 0 0,-1 0-1 0 0,0 0 1 0 0,0 0-1 0 0,1-1 1 0 0,-1 1-1 0 0,0-1 1 0 0,0 1-1 0 0,0-1 1 0 0,1 0-1 0 0,-1 1 0 0 0,0-1 1 0 0,0-1-1 0 0,3-1 1 0 0,5-3-262 0 0,0-1 1 0 0,0 0-1 0 0,0-1 1 0 0,-1 0-1 0 0,0-1 0 0 0,-1 0 1 0 0,0 0-1 0 0,-1 0 1 0 0,1-1-1 0 0,-2-1 0 0 0,1 1 1 0 0,-2-1-1 0 0,1 0 1 0 0,-1 0-1 0 0,-1-1 1 0 0,0 1-1 0 0,-1-1 0 0 0,0 0 1 0 0,-1 0-1 0 0,0 0 1 0 0,-1 0-1 0 0,0 0 0 0 0,-1-15 1 0 0,-1 22 166 0 0,0 1 0 0 0,0-1 1 0 0,0 0-1 0 0,-1 1 0 0 0,0 0 0 0 0,0-1 1 0 0,0 1-1 0 0,0 0 0 0 0,0 0 0 0 0,-1 0 1 0 0,0 0-1 0 0,0 0 0 0 0,0 1 0 0 0,0-1 1 0 0,0 1-1 0 0,-1 0 0 0 0,-7-5 0 0 0,7 5-391 0 0,0 1-1 0 0,0 0 0 0 0,0 0 1 0 0,0 0-1 0 0,-1 1 0 0 0,1 0 1 0 0,-1-1-1 0 0,1 1 0 0 0,-1 1 1 0 0,0-1-1 0 0,-5 1 0 0 0,-7 6-6808 0 0,11-3 4882 0 0,1 0-372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30.758"/>
    </inkml:context>
    <inkml:brush xml:id="br0">
      <inkml:brushProperty name="width" value="0.05" units="cm"/>
      <inkml:brushProperty name="height" value="0.05" units="cm"/>
      <inkml:brushProperty name="color" value="#849398"/>
    </inkml:brush>
  </inkml:definitions>
  <inkml:trace contextRef="#ctx0" brushRef="#br0">1 1 3540 0 0,'2'10'8930'0'0,"-1"27"-5544"0"0,0-4-1336 0 0,3 3-86 0 0,2 23 1046 0 0,2 1-1 0 0,31 114 1 0 0,35 25-565 0 0,-71-191-2512 0 0,-3-7 35 0 0,0 0 0 0 0,0 0 0 0 0,1 1 0 0 0,-1-1 0 0 0,1 0 0 0 0,-1 0 0 0 0,1 0 0 0 0,-1 0 0 0 0,1-1 0 0 0,-1 1 0 0 0,1 0 0 0 0,0 0-1 0 0,0 0 1 0 0,-1 0 0 0 0,1-1 0 0 0,0 1 0 0 0,1 1 0 0 0,-1-2-167 0 0,13-52-2703 0 0,-10 37 2160 0 0,0 0 0 0 0,1 0 0 0 0,1 1 1 0 0,0-1-1 0 0,1 1 0 0 0,9-14 0 0 0,-11 21 722 0 0,-1 1 0 0 0,1-1-1 0 0,1 1 1 0 0,-1 0 0 0 0,1 1 0 0 0,0-1 0 0 0,0 1 0 0 0,8-5 0 0 0,-11 9 95 0 0,-1 0 1 0 0,1 0-1 0 0,0 0 1 0 0,0 0-1 0 0,0 0 1 0 0,0 1-1 0 0,0-1 1 0 0,0 1-1 0 0,0 0 1 0 0,0 0-1 0 0,0 0 1 0 0,1 0-1 0 0,-1 1 1 0 0,0-1-1 0 0,0 1 0 0 0,0 0 1 0 0,0-1-1 0 0,-1 1 1 0 0,1 1-1 0 0,0-1 1 0 0,0 0-1 0 0,-1 1 1 0 0,1-1-1 0 0,0 1 1 0 0,-1 0-1 0 0,0 0 1 0 0,1 0-1 0 0,-1 0 1 0 0,2 3-1 0 0,6 5 315 0 0,0 1-1 0 0,0 1 0 0 0,-1-1 0 0 0,11 21 1 0 0,-6-4-8 0 0,-9-16-279 0 0,-2-5-69 0 0,8 17-103 0 0,4 11-1055 0 0,-10-15-3819 0 0,19-32-13370 0 0,-22 5 15899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31.597"/>
    </inkml:context>
    <inkml:brush xml:id="br0">
      <inkml:brushProperty name="width" value="0.05" units="cm"/>
      <inkml:brushProperty name="height" value="0.05" units="cm"/>
      <inkml:brushProperty name="color" value="#849398"/>
    </inkml:brush>
  </inkml:definitions>
  <inkml:trace contextRef="#ctx0" brushRef="#br0">1 66 5036 0 0,'0'0'3385'0'0,"7"36"3460"0"0,-7 32-589 0 0,0-51-4973 0 0,-7 96 5577 0 0,7-112-6847 0 0,0 0-1 0 0,0 0 0 0 0,0 0 0 0 0,0 0 0 0 0,0 0 0 0 0,0 0 1 0 0,1 0-1 0 0,-1 0 0 0 0,0 1 0 0 0,1-1 0 0 0,-1 0 1 0 0,0 0-1 0 0,1 0 0 0 0,0 0 0 0 0,-1-1 0 0 0,1 1 0 0 0,0 0 1 0 0,-1 0-1 0 0,1 0 0 0 0,0 0 0 0 0,0-1 0 0 0,-1 1 1 0 0,1 0-1 0 0,0-1 0 0 0,2 2 0 0 0,-2-2-325 0 0,32-34-3090 0 0,-12-1 1197 0 0,2 1 1 0 0,1 1 0 0 0,1 1-1 0 0,44-42 1 0 0,-69 73 2228 0 0,0 1 0 0 0,1-1 0 0 0,-1 1 0 0 0,1-1 1 0 0,-1 1-1 0 0,0 0 0 0 0,1-1 0 0 0,-1 1 0 0 0,1-1 0 0 0,-1 1 1 0 0,1 0-1 0 0,0-1 0 0 0,-1 1 0 0 0,1 0 0 0 0,-1 0 0 0 0,1 0 1 0 0,-1-1-1 0 0,1 1 0 0 0,0 0 0 0 0,-1 0 0 0 0,1 0 0 0 0,0 0 1 0 0,-1 0-1 0 0,1 0 0 0 0,-1 0 0 0 0,1 0 0 0 0,0 0 0 0 0,-1 0 1 0 0,1 0-1 0 0,-1 1 0 0 0,2-1 0 0 0,8 18 1076 0 0,-4 28 1614 0 0,-22 93 5481 0 0,16-139-8189 0 0,0 0 0 0 0,0 1 1 0 0,0-1-1 0 0,0 1 0 0 0,0-1 0 0 0,0 1 1 0 0,0-1-1 0 0,0 1 0 0 0,0-1 0 0 0,0 0 1 0 0,0 1-1 0 0,0-1 0 0 0,0 1 0 0 0,0-1 1 0 0,1 1-1 0 0,-1-1 0 0 0,0 0 0 0 0,0 1 1 0 0,0-1-1 0 0,1 1 0 0 0,-1-1 0 0 0,0 0 1 0 0,0 1-1 0 0,1-1 0 0 0,-1 0 0 0 0,0 1 0 0 0,1-1 1 0 0,-1 0-1 0 0,0 0 0 0 0,1 1 0 0 0,-1-1 1 0 0,1 0-1 0 0,-1 0 0 0 0,0 0 0 0 0,1 0 1 0 0,-1 1-1 0 0,1-1 0 0 0,17-8-715 0 0,12-21-1266 0 0,12-24-984 0 0,3 2 0 0 0,61-54 1 0 0,-97 96 2836 0 0,12-9 19 0 0,-6 7 532 0 0,0 4 736 0 0,-4 5 165 0 0,-9 3-1149 0 0,0-1 0 0 0,0 0 0 0 0,0 1 0 0 0,0-1-1 0 0,0 1 1 0 0,0-1 0 0 0,0 1 0 0 0,0 0 0 0 0,-1 0-1 0 0,1 0 1 0 0,0 0 0 0 0,-1 0 0 0 0,1 0-1 0 0,0 1 1 0 0,-1-1 0 0 0,0 0 0 0 0,1 1 0 0 0,-1 0-1 0 0,0-1 1 0 0,0 1 0 0 0,1-1 0 0 0,-1 1 0 0 0,-1 0-1 0 0,1 0 1 0 0,1 3 0 0 0,15 60 3094 0 0,-8-29-1884 0 0,-4-20-1589 0 0,13 36 810 0 0,-3-32-5550 0 0,3-12-7617 0 0,4-9 1262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2:34:32.746"/>
    </inkml:context>
    <inkml:brush xml:id="br0">
      <inkml:brushProperty name="width" value="0.05" units="cm"/>
      <inkml:brushProperty name="height" value="0.05" units="cm"/>
      <inkml:brushProperty name="color" value="#849398"/>
    </inkml:brush>
  </inkml:definitions>
  <inkml:trace contextRef="#ctx0" brushRef="#br0">2 81 2056 0 0,'-2'-56'10857'0'0,"2"55"-10597"0"0,7-19 2437 0 0,-2 16 1083 0 0,-1 8-3535 0 0,0 0 0 0 0,-1 0 0 0 0,0 0 0 0 0,1 1 0 0 0,-1-1 0 0 0,-1 1 0 0 0,1-1 0 0 0,-1 1 0 0 0,1 0-1 0 0,-2 0 1 0 0,4 10 0 0 0,13 69 1581 0 0,-13-58-1407 0 0,15 69 1328 0 0,4 0 0 0 0,41 100 0 0 0,-54-165-2059 0 0,22 50-166 0 0,-19-58-3806 0 0,2-5-4074 0 0,-3-17-1777 0 0,-5-3 7325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0:58.854"/>
    </inkml:context>
    <inkml:brush xml:id="br0">
      <inkml:brushProperty name="width" value="0.05" units="cm"/>
      <inkml:brushProperty name="height" value="0.05" units="cm"/>
      <inkml:brushProperty name="color" value="#008C3A"/>
    </inkml:brush>
  </inkml:definitions>
  <inkml:trace contextRef="#ctx0" brushRef="#br0">520 485 5108 0 0,'0'0'13670'0'0,"1"-4"-12926"0"0,3-8 364 0 0,-2-1-1 0 0,1 1 1 0 0,0-25-1 0 0,-7-88 596 0 0,-1 32-1308 0 0,5 93-394 0 0,-1-16 47 0 0,1 1 0 0 0,1 0 0 0 0,1-1 0 0 0,0 1-1 0 0,5-19 1 0 0,-5 30-95 0 0,-1-1 0 0 0,1 1 0 0 0,0 0-1 0 0,1 0 1 0 0,-1 0 0 0 0,1 0-1 0 0,-1 0 1 0 0,1 1 0 0 0,0 0-1 0 0,1-1 1 0 0,-1 1 0 0 0,1 0-1 0 0,-1 0 1 0 0,1 1 0 0 0,0-1 0 0 0,0 1-1 0 0,0 0 1 0 0,0 0 0 0 0,0 0-1 0 0,1 0 1 0 0,7-1 0 0 0,8-1-428 0 0,0 2 1 0 0,0 1-1 0 0,-1 1 1 0 0,1 0-1 0 0,0 1 1 0 0,0 2 0 0 0,0 0-1 0 0,-1 0 1 0 0,22 9-1 0 0,22 1-823 0 0,-61-12 1135 0 0,-3 1 161 0 0,0 1 0 0 0,0-1 1 0 0,0 0-1 0 0,-1 1 1 0 0,1-1-1 0 0,-1 0 0 0 0,0 0 1 0 0,1 0-1 0 0,-1 0 0 0 0,0 0 1 0 0,0 0-1 0 0,0-1 1 0 0,-1 1-1 0 0,1-1 0 0 0,0 1 1 0 0,-1-1-1 0 0,1 0 0 0 0,-4 2 1 0 0,-62 28 361 0 0,48-23-346 0 0,-50 28 494 0 0,2 3 1 0 0,1 2-1 0 0,-103 86 1 0 0,10-13 1867 0 0,73-65-4093 0 0,-2-15-6672 0 0,43-25-1116 0 0,32-9 6939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0:59.585"/>
    </inkml:context>
    <inkml:brush xml:id="br0">
      <inkml:brushProperty name="width" value="0.05" units="cm"/>
      <inkml:brushProperty name="height" value="0.05" units="cm"/>
      <inkml:brushProperty name="color" value="#008C3A"/>
    </inkml:brush>
  </inkml:definitions>
  <inkml:trace contextRef="#ctx0" brushRef="#br0">596 8 4064 0 0,'2'-8'11464'0'0,"0"9"-11397"0"0,-1 1 0 0 0,0-1 1 0 0,0 0-1 0 0,1 0 0 0 0,-1 1 0 0 0,0-1 0 0 0,0 1 0 0 0,-1-1 0 0 0,1 1 1 0 0,0-1-1 0 0,0 1 0 0 0,-1-1 0 0 0,1 1 0 0 0,-1 0 0 0 0,1-1 1 0 0,-1 1-1 0 0,0 0 0 0 0,1 1 0 0 0,4 33 620 0 0,-5-28-631 0 0,0 1 1 0 0,0 0-1 0 0,-1-1 0 0 0,-1 1 0 0 0,0-1 1 0 0,0 1-1 0 0,0-1 0 0 0,-1 0 0 0 0,0 0 1 0 0,-1 0-1 0 0,0 0 0 0 0,0-1 1 0 0,-1 1-1 0 0,1-1 0 0 0,-2 0 0 0 0,1 0 1 0 0,-1-1-1 0 0,0 0 0 0 0,0 0 1 0 0,-1 0-1 0 0,0-1 0 0 0,0 0 0 0 0,-11 7 1 0 0,-3-1 156 0 0,1 0 0 0 0,-2-2 0 0 0,1 0 1 0 0,-1-2-1 0 0,0 0 0 0 0,-1-1 0 0 0,0-2 1 0 0,1 0-1 0 0,-27 1 0 0 0,37-5-212 0 0,0 0-1 0 0,-1-1 1 0 0,1 0 0 0 0,0-1-1 0 0,0-1 1 0 0,0 1 0 0 0,1-2-1 0 0,-1 0 1 0 0,1 0 0 0 0,-1-1-1 0 0,1 0 1 0 0,1-1 0 0 0,-1 0-1 0 0,1-1 1 0 0,0 0 0 0 0,1-1-1 0 0,-1 0 1 0 0,-14-17 0 0 0,18 17-283 0 0,0 1 0 0 0,0-1 0 0 0,1 0 1 0 0,0 0-1 0 0,-4-10 0 0 0,3-14-3502 0 0,6 30 3030 0 0,0 0-1 0 0,1 0 1 0 0,-1 0-1 0 0,1 0 1 0 0,-1 0-1 0 0,1 0 1 0 0,0 0-1 0 0,0 0 1 0 0,0 0-1 0 0,0 1 1 0 0,0-1-1 0 0,0 0 1 0 0,3-2-1 0 0,3-4-1942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0:59.932"/>
    </inkml:context>
    <inkml:brush xml:id="br0">
      <inkml:brushProperty name="width" value="0.05" units="cm"/>
      <inkml:brushProperty name="height" value="0.05" units="cm"/>
      <inkml:brushProperty name="color" value="#008C3A"/>
    </inkml:brush>
  </inkml:definitions>
  <inkml:trace contextRef="#ctx0" brushRef="#br0">24 1 7565 0 0,'-6'1'4064'0'0,"-2"1"484"0"0,1-2-3247 0 0,5 3-3134 0 0,2 5-3811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0.788"/>
    </inkml:context>
    <inkml:brush xml:id="br0">
      <inkml:brushProperty name="width" value="0.05" units="cm"/>
      <inkml:brushProperty name="height" value="0.05" units="cm"/>
      <inkml:brushProperty name="color" value="#008C3A"/>
    </inkml:brush>
  </inkml:definitions>
  <inkml:trace contextRef="#ctx0" brushRef="#br0">515 152 4840 0 0,'0'-4'12904'0'0,"-40"22"-9720"0"0,-54 18-351 0 0,29-22-3804 0 0,62-14 680 0 0,-1 0 1 0 0,1-1-1 0 0,-1 1 0 0 0,0-1 1 0 0,1 0-1 0 0,-1 1 0 0 0,1-2 1 0 0,0 1-1 0 0,-1 0 0 0 0,1-1 0 0 0,0 1 1 0 0,0-1-1 0 0,0 0 0 0 0,0 0 1 0 0,0 0-1 0 0,0 0 0 0 0,0-1 1 0 0,1 1-1 0 0,-1-1 0 0 0,1 0 1 0 0,0 0-1 0 0,-1 0 0 0 0,1 0 0 0 0,1 0 1 0 0,-4-6-1 0 0,3 8 251 0 0,-1-1 0 0 0,0 1 0 0 0,0 0-1 0 0,1 0 1 0 0,-1 1 0 0 0,0-1 0 0 0,0 1 0 0 0,0-1 0 0 0,0 1-1 0 0,0 0 1 0 0,0 0 0 0 0,1 0 0 0 0,-1 0 0 0 0,-4 2 0 0 0,-2-2 204 0 0,6 0-125 0 0,-14 0 369 0 0,0 0 0 0 0,0-1 0 0 0,0-1 0 0 0,-29-7 0 0 0,43 9-457 0 0,-1-1-1 0 0,1 0 1 0 0,0-1 0 0 0,-1 1-1 0 0,1 0 1 0 0,0-1 0 0 0,0 0-1 0 0,0 0 1 0 0,0 0-1 0 0,0 0 1 0 0,1 0 0 0 0,-1-1-1 0 0,1 1 1 0 0,-1-1 0 0 0,1 0-1 0 0,0 1 1 0 0,0-1 0 0 0,0 0-1 0 0,0 0 1 0 0,0-1-1 0 0,1 1 1 0 0,0 0 0 0 0,-1 0-1 0 0,1-1 1 0 0,1 1 0 0 0,-1-1-1 0 0,0 1 1 0 0,1-1-1 0 0,-1-6 1 0 0,4-19-2756 0 0,8 2-5894 0 0,-8 19 6111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1.479"/>
    </inkml:context>
    <inkml:brush xml:id="br0">
      <inkml:brushProperty name="width" value="0.05" units="cm"/>
      <inkml:brushProperty name="height" value="0.05" units="cm"/>
      <inkml:brushProperty name="color" value="#008C3A"/>
    </inkml:brush>
  </inkml:definitions>
  <inkml:trace contextRef="#ctx0" brushRef="#br0">0 4 6521 0 0,'0'0'9032'0'0,"14"-3"-15196"0"0,-11 13-2193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3.253"/>
    </inkml:context>
    <inkml:brush xml:id="br0">
      <inkml:brushProperty name="width" value="0.05" units="cm"/>
      <inkml:brushProperty name="height" value="0.05" units="cm"/>
      <inkml:brushProperty name="color" value="#008C3A"/>
    </inkml:brush>
  </inkml:definitions>
  <inkml:trace contextRef="#ctx0" brushRef="#br0">923 311 3704 0 0,'0'0'3679'0'0,"-5"-1"-2656"0"0,-28-15 3833 0 0,32 15-4683 0 0,0 0 0 0 0,0 1 1 0 0,0-1-1 0 0,0 0 1 0 0,0 0-1 0 0,0 0 0 0 0,0 0 1 0 0,1 0-1 0 0,-1 0 1 0 0,0 0-1 0 0,1-1 1 0 0,-1 1-1 0 0,1 0 0 0 0,-1 0 1 0 0,1 0-1 0 0,-1-3 1 0 0,7-13-1295 0 0,2 6 285 0 0,-8 10 738 0 0,1 0-1 0 0,-1 0 1 0 0,1 0-1 0 0,-1 1 1 0 0,1-1-1 0 0,-1 0 1 0 0,1 0-1 0 0,0 1 1 0 0,-1-1-1 0 0,1 1 1 0 0,0-1-1 0 0,-1 0 1 0 0,1 1-1 0 0,0-1 1 0 0,0 1 0 0 0,0-1-1 0 0,0 1 1 0 0,-1 0-1 0 0,1-1 1 0 0,0 1-1 0 0,0 0 1 0 0,0 0-1 0 0,0 0 1 0 0,0-1-1 0 0,0 1 1 0 0,0 0-1 0 0,0 0 1 0 0,0 0-1 0 0,0 1 1 0 0,-1-1-1 0 0,3 0 1 0 0,0 0-166 0 0,36 22-2461 0 0,-38-21 2775 0 0,-1 0 0 0 0,1 0 0 0 0,0 0 0 0 0,-1 0 0 0 0,1 0 0 0 0,0 0 0 0 0,-1 0 0 0 0,1 0 0 0 0,-1 0 0 0 0,0 0 1 0 0,1 0-1 0 0,-1 0 0 0 0,0 0 0 0 0,0 1 0 0 0,0-1 0 0 0,0 0 0 0 0,0 0 0 0 0,0 0 0 0 0,0 0 0 0 0,0 0 0 0 0,0 0 0 0 0,0 1 0 0 0,-1-1 0 0 0,1 0 0 0 0,-1 2 1 0 0,-1 0 124 0 0,0 0 1 0 0,0 0 0 0 0,0 0 0 0 0,0 0 0 0 0,0 0 0 0 0,-1-1 0 0 0,1 1 0 0 0,-5 3 0 0 0,-8 4 694 0 0,0 0 0 0 0,-25 13-1 0 0,37-21-769 0 0,-222 100 5017 0 0,205-93-4803 0 0,7-3-3 0 0,-1 0-1 0 0,1-1 0 0 0,-1-1 1 0 0,-22 5-1 0 0,32-8-327 0 0,0-1 0 0 0,0 0 0 0 0,0 0 0 0 0,0 0-1 0 0,1 0 1 0 0,-1-1 0 0 0,0 1 0 0 0,0-1 0 0 0,0 0-1 0 0,0 0 1 0 0,1-1 0 0 0,-1 1 0 0 0,1-1-1 0 0,-1 0 1 0 0,1 0 0 0 0,-1 0 0 0 0,1 0 0 0 0,0 0-1 0 0,0-1 1 0 0,0 1 0 0 0,-4-6 0 0 0,0-2-310 0 0,-1 0 1 0 0,2 0-1 0 0,-1-1 0 0 0,-7-19 0 0 0,9 18 59 0 0,-1 0 0 0 0,-1 0 0 0 0,0 0 0 0 0,-9-11 0 0 0,8 13 251 0 0,0 0 1 0 0,-1 1 0 0 0,0 0-1 0 0,-1 0 1 0 0,0 1 0 0 0,0 0-1 0 0,0 1 1 0 0,-1 0 0 0 0,-18-8-1 0 0,28 15 87 0 0,-8-2-5 0 0,4 1 69 0 0,4 1 131 0 0,47 16-2040 0 0,-30-13 1064 0 0,0-2 0 0 0,-1 1 0 0 0,1-2 0 0 0,29-3 0 0 0,-1-3-79 0 0,-17 0 486 0 0,4 1 307 0 0,-30 10 199 0 0,-15 7 25 0 0,-102 78 2166 0 0,-67 45 3206 0 0,167-124-4690 0 0,12-8-363 0 0,-1 1 0 0 0,0-1 0 0 0,0 0 1 0 0,0 0-1 0 0,-1 0 0 0 0,1-1 0 0 0,-1 0 0 0 0,1 0 0 0 0,-1 0 0 0 0,0-1 0 0 0,-9 2 0 0 0,14-3-457 0 0,-1-1 0 0 0,0 1 0 0 0,1-1 0 0 0,-1 1-1 0 0,0-1 1 0 0,1 1 0 0 0,-1-1 0 0 0,1 0 0 0 0,-1 0-1 0 0,1 0 1 0 0,-1 0 0 0 0,1 0 0 0 0,-1 0-1 0 0,1 0 1 0 0,0 0 0 0 0,0-1 0 0 0,0 1 0 0 0,0-1-1 0 0,0 1 1 0 0,0 0 0 0 0,0-1 0 0 0,0 0-1 0 0,-1-2 1 0 0,-13-43-24 0 0,13 38-142 0 0,-7-34-969 0 0,1 0 0 0 0,-1-77-1 0 0,4 49-1642 0 0,5 69 2706 0 0,-4-54-4691 0 0,4 43 1404 0 0,0 0 1 0 0,0 0 0 0 0,1 1-1 0 0,5-22 1 0 0,-2 19 880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3.615"/>
    </inkml:context>
    <inkml:brush xml:id="br0">
      <inkml:brushProperty name="width" value="0.05" units="cm"/>
      <inkml:brushProperty name="height" value="0.05" units="cm"/>
      <inkml:brushProperty name="color" value="#008C3A"/>
    </inkml:brush>
  </inkml:definitions>
  <inkml:trace contextRef="#ctx0" brushRef="#br0">0 24 7257 0 0,'8'-6'1976'0'0,"1"1"-316"0"0,1 2-432 0 0,1-2-356 0 0,-1 2-496 0 0,7 1-456 0 0,-4 2-472 0 0,1 0-2768 0 0,-1 0 252 0 0,0 2 299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4.580"/>
    </inkml:context>
    <inkml:brush xml:id="br0">
      <inkml:brushProperty name="width" value="0.05" units="cm"/>
      <inkml:brushProperty name="height" value="0.05" units="cm"/>
      <inkml:brushProperty name="color" value="#008C3A"/>
    </inkml:brush>
  </inkml:definitions>
  <inkml:trace contextRef="#ctx0" brushRef="#br0">1005 2 3440 0 0,'0'0'93'0'0,"-1"0"0"0"0,1 0 0 0 0,0 0-1 0 0,0 0 1 0 0,0 0 0 0 0,0 0 0 0 0,0-1 185 0 0,0 1-185 0 0,0 0 0 0 0,-1 0 0 0 0,1 0-1 0 0,0 0 1 0 0,0 0 0 0 0,0 0 0 0 0,0 0 0 0 0,0 0-1 0 0,0 0 1 0 0,-1-1 0 0 0,1 1 0 0 0,0 0 0 0 0,0 0-1 0 0,0 0 1 0 0,0 0 0 0 0,0 0 0 0 0,-1 0 0 0 0,1 0-1 0 0,0 0 1 0 0,0 0 0 0 0,0 0 0 0 0,0 0 0 0 0,0 0-1 0 0,-1 1 1 0 0,1-1 0 0 0,0 0 0 0 0,0 0 0 0 0,0 0-1 0 0,0 0 1 0 0,0 0 0 0 0,-1 0 0 0 0,1 0 0 0 0,0 0 185 0 0,0 0-185 0 0,0 1 0 0 0,0-1-1 0 0,0 0 1 0 0,0 0 0 0 0,0 0 0 0 0,-1 0 0 0 0,1 0-1 0 0,0 0 1 0 0,0 1 0 0 0,0-1 0 0 0,0 0-1 0 0,0 0 1 0 0,0 0 0 0 0,0 0 0 0 0,0 0 0 0 0,0 1-1 0 0,0-1 1 0 0,0 0 0 0 0,-5 20 2126 0 0,-1 21 59 0 0,8-24-1624 0 0,-1-1 1 0 0,2 1 0 0 0,0-1-1 0 0,1 0 1 0 0,7 17 0 0 0,-5-17-461 0 0,-1 0 0 0 0,-1 0 1 0 0,-1 0-1 0 0,0 0 0 0 0,0 19 0 0 0,-4-28-158 0 0,1 0 0 0 0,-2-1 0 0 0,1 1 0 0 0,-1-1 0 0 0,0 1 0 0 0,0-1 0 0 0,-1 0 0 0 0,1 0-1 0 0,-2 0 1 0 0,1 0 0 0 0,-1 0 0 0 0,1-1 0 0 0,-1 0 0 0 0,-1 0 0 0 0,1 0 0 0 0,-1 0-1 0 0,0 0 1 0 0,0-1 0 0 0,0 0 0 0 0,-1 0 0 0 0,-11 5 0 0 0,-10 6 108 0 0,-1-1 0 0 0,0-1-1 0 0,-40 11 1 0 0,55-19-307 0 0,-38 8-1420 0 0,49-13 1485 0 0,0 0-1 0 0,0 0 0 0 0,0 0 0 0 0,0 0 0 0 0,0 0 0 0 0,0 0 0 0 0,0-1 0 0 0,1 1 0 0 0,-1-1 0 0 0,0 1 0 0 0,0-1 0 0 0,0 0 1 0 0,1 0-1 0 0,-1 0 0 0 0,0 0 0 0 0,1 0 0 0 0,-1 0 0 0 0,1 0 0 0 0,-1 0 0 0 0,1-1 0 0 0,-1 1 0 0 0,1-1 0 0 0,-2-2 0 0 0,-40-51-2813 0 0,42 54 2770 0 0,-1 3-299 0 0,-4 2 691 0 0,0 1 1 0 0,0 1-1 0 0,0-1 0 0 0,1 1 1 0 0,-1 0-1 0 0,1 0 1 0 0,-8 14-1 0 0,-10 12 920 0 0,7-16-279 0 0,-26 28 1420 0 0,14-15-876 0 0,18-19-957 0 0,4-3-146 0 0,5-6-275 0 0,0 1-1 0 0,0-1 1 0 0,0 1-1 0 0,-1-1 1 0 0,1 0 0 0 0,0 0-1 0 0,-1 1 1 0 0,1-1-1 0 0,0 0 1 0 0,-1 0 0 0 0,0 0-1 0 0,1 0 1 0 0,-1-1 0 0 0,1 1-1 0 0,-1 0 1 0 0,0-1-1 0 0,0 1 1 0 0,1-1 0 0 0,-1 1-1 0 0,0-1 1 0 0,0 0-1 0 0,0 0 1 0 0,1 0 0 0 0,-4 0-1 0 0,3-2-111 0 0,0 0 0 0 0,0 0-1 0 0,0 0 1 0 0,0-1-1 0 0,0 1 1 0 0,0 0 0 0 0,1-1-1 0 0,-1 1 1 0 0,1-1 0 0 0,0 0-1 0 0,0 1 1 0 0,0-1-1 0 0,0 0 1 0 0,0 0 0 0 0,0-3-1 0 0,-6-15-365 0 0,3 4 61 0 0,-2 0 1 0 0,0 1 0 0 0,0 0-1 0 0,-2 0 1 0 0,-9-15-1 0 0,14 27 335 0 0,0 0-1 0 0,0 0 0 0 0,0 0 0 0 0,-1 1 0 0 0,1-1 0 0 0,-1 1 0 0 0,0 0 0 0 0,0 0 0 0 0,0 1 0 0 0,0-1 1 0 0,-1 1-1 0 0,1 0 0 0 0,-1 0 0 0 0,1 0 0 0 0,-1 1 0 0 0,0-1 0 0 0,1 1 0 0 0,-1 1 0 0 0,0-1 0 0 0,0 0 1 0 0,0 1-1 0 0,-8 1 0 0 0,-13 0 312 0 0,0 2 1 0 0,-46 11 0 0 0,62-11-151 0 0,-1 0 1 0 0,1 1 0 0 0,0-1-1 0 0,0 2 1 0 0,1 0 0 0 0,-1 0-1 0 0,1 0 1 0 0,0 1 0 0 0,-12 11 0 0 0,18-14-72 0 0,-1 2 27 0 0,1 1 7 0 0,3-6-120 0 0,0 1 1 0 0,-1-1 0 0 0,1 1 0 0 0,0 0 0 0 0,0-1 0 0 0,0 1 0 0 0,-1-1-1 0 0,1 1 1 0 0,0 0 0 0 0,0-1 0 0 0,0 1 0 0 0,0-1 0 0 0,0 1 0 0 0,0 0-1 0 0,0-1 1 0 0,0 1 0 0 0,1 0 0 0 0,-1-1 0 0 0,0 1 0 0 0,0-1-1 0 0,0 1 1 0 0,1-1 0 0 0,-1 1 0 0 0,0 0 0 0 0,1-1 0 0 0,-1 1 0 0 0,0-1-1 0 0,1 1 1 0 0,-1-1 0 0 0,1 0 0 0 0,-1 1 0 0 0,1-1 0 0 0,0 1 0 0 0,26 5-1102 0 0,35-11-1246 0 0,-60 5 2227 0 0,68-17-3475 0 0,-60 13 1964 0 0,1-1 0 0 0,-1 0-1 0 0,1-1 1 0 0,11-8 0 0 0,-2 0-1102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4.926"/>
    </inkml:context>
    <inkml:brush xml:id="br0">
      <inkml:brushProperty name="width" value="0.05" units="cm"/>
      <inkml:brushProperty name="height" value="0.05" units="cm"/>
      <inkml:brushProperty name="color" value="#008C3A"/>
    </inkml:brush>
  </inkml:definitions>
  <inkml:trace contextRef="#ctx0" brushRef="#br0">0 1 5392 0 0,'0'0'1581'0'0,"21"3"-137"0"0,-11-3 992 0 0,11 3-1432 0 0,-4-3-248 0 0,4 0-296 0 0,-2 2-212 0 0,4-2-352 0 0,2 0-356 0 0,1 0-668 0 0,1 5-2084 0 0,3-5 219 0 0,-3 1 269 0 0,4 1 320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5.255"/>
    </inkml:context>
    <inkml:brush xml:id="br0">
      <inkml:brushProperty name="width" value="0.05" units="cm"/>
      <inkml:brushProperty name="height" value="0.05" units="cm"/>
      <inkml:brushProperty name="color" value="#008C3A"/>
    </inkml:brush>
  </inkml:definitions>
  <inkml:trace contextRef="#ctx0" brushRef="#br0">1 7 4676 0 0,'7'8'1765'0'0,"-3"-5"1539"0"0,6 0-640 0 0,3-3-1568 0 0,-2 4-248 0 0,1-4-316 0 0,-1-4-428 0 0,8 4-380 0 0,-2 0-300 0 0,4-1-704 0 0,2-1-2076 0 0,4-1 264 0 0,0-3 315 0 0,-3-2 281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5.716"/>
    </inkml:context>
    <inkml:brush xml:id="br0">
      <inkml:brushProperty name="width" value="0.05" units="cm"/>
      <inkml:brushProperty name="height" value="0.05" units="cm"/>
      <inkml:brushProperty name="color" value="#008C3A"/>
    </inkml:brush>
  </inkml:definitions>
  <inkml:trace contextRef="#ctx0" brushRef="#br0">0 0 4236 0 0,'0'0'8226'0'0,"0"5"-6947"0"0,4 67 2446 0 0,14 83 1 0 0,-3-37-6912 0 0,-8-1-7749 0 0,-6-99 8073 0 0,2-3 229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6.222"/>
    </inkml:context>
    <inkml:brush xml:id="br0">
      <inkml:brushProperty name="width" value="0.05" units="cm"/>
      <inkml:brushProperty name="height" value="0.05" units="cm"/>
      <inkml:brushProperty name="color" value="#008C3A"/>
    </inkml:brush>
  </inkml:definitions>
  <inkml:trace contextRef="#ctx0" brushRef="#br0">589 16 4812 0 0,'-12'-16'14548'0'0,"23"44"-14012"0"0,1-1 0 0 0,1 0 0 0 0,28 41 0 0 0,-13-22-2312 0 0,-27-43 1719 0 0,0 0-1 0 0,0 0 0 0 0,0 0 0 0 0,0 0 0 0 0,-1 0 0 0 0,1 0 1 0 0,-1 0-1 0 0,0 1 0 0 0,0-1 0 0 0,0 0 0 0 0,0 0 0 0 0,-1 0 1 0 0,1 0-1 0 0,-1 1 0 0 0,0-1 0 0 0,1 0 0 0 0,-2 0 0 0 0,1 0 0 0 0,0 0 1 0 0,0-1-1 0 0,-1 1 0 0 0,0 0 0 0 0,0 0 0 0 0,0-1 0 0 0,0 1 1 0 0,0-1-1 0 0,-3 3 0 0 0,-10 11 293 0 0,-1-1 1 0 0,-34 26-1 0 0,35-29-105 0 0,-108 90 1493 0 0,-65 50 888 0 0,50-64-5130 0 0,100-69-505 0 0,27-15-53 0 0,0 0 1 0 0,0 0-1 0 0,-19 3 0 0 0,13-5 492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6.653"/>
    </inkml:context>
    <inkml:brush xml:id="br0">
      <inkml:brushProperty name="width" value="0.05" units="cm"/>
      <inkml:brushProperty name="height" value="0.05" units="cm"/>
      <inkml:brushProperty name="color" value="#008C3A"/>
    </inkml:brush>
  </inkml:definitions>
  <inkml:trace contextRef="#ctx0" brushRef="#br0">268 289 4380 0 0,'0'0'4346'0'0,"-19"32"-1395"0"0,1 5-482 0 0,-1 0 0 0 0,-2-2-1 0 0,-29 38 1 0 0,23-38 1681 0 0,8-63-3454 0 0,-55-312-4298 0 0,67 297 2810 0 0,3 24-354 0 0,-6-44-1316 0 0,10 43-1578 0 0,4 1-3342 0 0,-2 14 4548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6.981"/>
    </inkml:context>
    <inkml:brush xml:id="br0">
      <inkml:brushProperty name="width" value="0.05" units="cm"/>
      <inkml:brushProperty name="height" value="0.05" units="cm"/>
      <inkml:brushProperty name="color" value="#008C3A"/>
    </inkml:brush>
  </inkml:definitions>
  <inkml:trace contextRef="#ctx0" brushRef="#br0">0 118 5865 0 0,'0'0'7700'0'0,"4"-2"-6578"0"0,97-55 657 0 0,-46 30-6028 0 0,0 2-4522 0 0,-37 19 6225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8.266"/>
    </inkml:context>
    <inkml:brush xml:id="br0">
      <inkml:brushProperty name="width" value="0.05" units="cm"/>
      <inkml:brushProperty name="height" value="0.05" units="cm"/>
      <inkml:brushProperty name="color" value="#008C3A"/>
    </inkml:brush>
  </inkml:definitions>
  <inkml:trace contextRef="#ctx0" brushRef="#br0">707 707 3652 0 0,'0'0'2887'0'0,"14"-24"368"0"0,-1 6-1923 0 0,-1-1 0 0 0,17-38 1 0 0,30-101-622 0 0,-41 105-771 0 0,-1 1-98 0 0,-1 3-367 0 0,1 1-1 0 0,2 1 0 0 0,45-78 1 0 0,-61 120 536 0 0,1 1-1 0 0,-1 0 1 0 0,1-1 0 0 0,0 1 0 0 0,0 1 0 0 0,1-1 0 0 0,-1 1 0 0 0,1-1-1 0 0,0 1 1 0 0,0 1 0 0 0,0-1 0 0 0,0 1 0 0 0,0-1 0 0 0,1 2 0 0 0,-1-1-1 0 0,1 1 1 0 0,-1-1 0 0 0,1 1 0 0 0,-1 1 0 0 0,1-1 0 0 0,0 1 0 0 0,-1 0-1 0 0,1 0 1 0 0,0 1 0 0 0,-1 0 0 0 0,1 0 0 0 0,8 2 0 0 0,-2 1-14 0 0,0 0 0 0 0,0 0-1 0 0,0 1 1 0 0,0 0 0 0 0,-1 1 0 0 0,14 9 0 0 0,24 27-52 0 0,-44-37 53 0 0,0 0-1 0 0,0 0 1 0 0,-1 1-1 0 0,1 0 0 0 0,-1 0 1 0 0,-1 0-1 0 0,1 0 1 0 0,-1 0-1 0 0,3 10 1 0 0,-5-13 44 0 0,-1 0 0 0 0,0 0 1 0 0,0 0-1 0 0,0 0 0 0 0,-1 0 1 0 0,1 1-1 0 0,-1-1 0 0 0,1 0 1 0 0,-1 0-1 0 0,0 0 0 0 0,0 0 0 0 0,-1-1 1 0 0,1 1-1 0 0,-1 0 0 0 0,1 0 1 0 0,-1-1-1 0 0,0 1 0 0 0,0-1 1 0 0,0 1-1 0 0,0-1 0 0 0,0 0 1 0 0,-1 0-1 0 0,-3 3 0 0 0,-17 14 553 0 0,-1-1 0 0 0,0-1-1 0 0,-1-1 1 0 0,-39 17 0 0 0,-116 43 1811 0 0,105-47-1655 0 0,53-20-286 0 0,5-1-823 0 0,-1-1-1 0 0,0-1 0 0 0,-37 8 0 0 0,50-13 104 0 0,1-1 0 0 0,-1 1 0 0 0,0-1 0 0 0,0 0 0 0 0,0 0 0 0 0,0-1 0 0 0,0 0 0 0 0,0 1 0 0 0,1-2 0 0 0,-1 1 1 0 0,0 0-1 0 0,1-1 0 0 0,-1 0 0 0 0,1 0 0 0 0,-1-1 0 0 0,1 1 0 0 0,0-1 0 0 0,0 0 0 0 0,0 0 0 0 0,-4-4 0 0 0,4 3 152 0 0,1 0-1 0 0,-1 0 1 0 0,0 1 0 0 0,0 0-1 0 0,-1 0 1 0 0,1 0-1 0 0,-7-3 1 0 0,10 6 650 0 0,-2 1-373 0 0,0 0-1 0 0,0 0 1 0 0,0 0 0 0 0,0 0-1 0 0,0 1 1 0 0,1-1 0 0 0,-1 1 0 0 0,-4 4-1 0 0,-10 7 834 0 0,0-1-1 0 0,-1-1 1 0 0,-1-1-1 0 0,1 0 1 0 0,-1-1-1 0 0,-31 10 1 0 0,49-19-1046 0 0,0 0 0 0 0,-1 1 1 0 0,1-1-1 0 0,0 0 1 0 0,0 0-1 0 0,0 1 1 0 0,-1-1-1 0 0,1 0 0 0 0,0 0 1 0 0,0-1-1 0 0,-1 1 1 0 0,1 0-1 0 0,0 0 1 0 0,0 0-1 0 0,0-1 0 0 0,-1 1 1 0 0,0-1-1 0 0,-1-1-80 0 0,1 0 0 0 0,0 1-1 0 0,0-1 1 0 0,-1 0 0 0 0,1 0 0 0 0,0 0-1 0 0,1-1 1 0 0,-1 1 0 0 0,0 0 0 0 0,1-1-1 0 0,-3-4 1 0 0,-12-37-1289 0 0,9 19 756 0 0,5 17 491 0 0,-3-16-503 0 0,3 15-234 0 0,-4 31 709 0 0,3-6 723 0 0,-1-1 0 0 0,0 0 0 0 0,-1 1 0 0 0,-1-1 0 0 0,-1-1-1 0 0,0 1 1 0 0,0-1 0 0 0,-1-1 0 0 0,-1 1 0 0 0,0-1 0 0 0,-19 19-1 0 0,26-31-396 0 0,1 1 0 0 0,0-1 0 0 0,0 0-1 0 0,0 0 1 0 0,0-1 0 0 0,-1 1 0 0 0,1 0 0 0 0,0 0-1 0 0,-1-1 1 0 0,1 1 0 0 0,-1 0 0 0 0,1-1 0 0 0,-1 1-1 0 0,1-1 1 0 0,-1 0 0 0 0,1 0 0 0 0,-1 1 0 0 0,1-1-1 0 0,-3-1 1 0 0,2 1-75 0 0,-1-2 1 0 0,1 1-1 0 0,0 0 0 0 0,0 0 0 0 0,0-1 1 0 0,0 1-1 0 0,0-1 0 0 0,0 0 0 0 0,1 0 0 0 0,-1 1 1 0 0,0-1-1 0 0,1 0 0 0 0,-2-3 0 0 0,-11-15 26 0 0,1-1 0 0 0,1-1 0 0 0,1 0-1 0 0,1-1 1 0 0,-11-33 0 0 0,-27-125-1305 0 0,42 156 837 0 0,-4-17-931 0 0,-6-29-2548 0 0,9 48-1658 0 0,0 1-3736 0 0,7 16 6593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8.627"/>
    </inkml:context>
    <inkml:brush xml:id="br0">
      <inkml:brushProperty name="width" value="0.05" units="cm"/>
      <inkml:brushProperty name="height" value="0.05" units="cm"/>
      <inkml:brushProperty name="color" value="#008C3A"/>
    </inkml:brush>
  </inkml:definitions>
  <inkml:trace contextRef="#ctx0" brushRef="#br0">1 97 6061 0 0,'30'1'7740'0'0,"-15"-3"-7067"0"0,1-1 0 0 0,0-1 0 0 0,0 0 1 0 0,-1-1-1 0 0,17-7 0 0 0,22-15-4354 0 0,-5-2-5352 0 0,-33 17 6331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8.959"/>
    </inkml:context>
    <inkml:brush xml:id="br0">
      <inkml:brushProperty name="width" value="0.05" units="cm"/>
      <inkml:brushProperty name="height" value="0.05" units="cm"/>
      <inkml:brushProperty name="color" value="#008C3A"/>
    </inkml:brush>
  </inkml:definitions>
  <inkml:trace contextRef="#ctx0" brushRef="#br0">1 29 4228 0 0,'0'-6'1669'0'0,"0"-3"-409"0"0,0 5-564 0 0,0-1-440 0 0,4 0-2088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9.386"/>
    </inkml:context>
    <inkml:brush xml:id="br0">
      <inkml:brushProperty name="width" value="0.05" units="cm"/>
      <inkml:brushProperty name="height" value="0.05" units="cm"/>
      <inkml:brushProperty name="color" value="#008C3A"/>
    </inkml:brush>
  </inkml:definitions>
  <inkml:trace contextRef="#ctx0" brushRef="#br0">735 22 4812 0 0,'-6'-12'11347'0'0,"11"24"-10890"0"0,0 0 0 0 0,-1 0 1 0 0,-1 1-1 0 0,0 0 0 0 0,-1 0 0 0 0,0-1 1 0 0,0 1-1 0 0,-2 0 0 0 0,-1 26 0 0 0,-1-34-382 0 0,0-1 0 0 0,0 1-1 0 0,0 0 1 0 0,-1-1 0 0 0,1 0 0 0 0,-1 1-1 0 0,0-1 1 0 0,0 0 0 0 0,-1 0 0 0 0,1-1-1 0 0,-1 1 1 0 0,0-1 0 0 0,0 0 0 0 0,0 0-1 0 0,0 0 1 0 0,-1 0 0 0 0,1-1 0 0 0,-1 0-1 0 0,0 0 1 0 0,-7 3 0 0 0,-6 1 162 0 0,-1 0 1 0 0,0-1-1 0 0,0-1 1 0 0,-20 2-1 0 0,-20 0 277 0 0,0-3 0 0 0,-85-5 1 0 0,117-1-308 0 0,0 0 1 0 0,0-2 0 0 0,1 0 0 0 0,0-2 0 0 0,0-1 0 0 0,0-1 0 0 0,-41-22 0 0 0,63 29-227 0 0,1 0 1 0 0,-1 0 0 0 0,1-1-1 0 0,0 1 1 0 0,0-1 0 0 0,0 0-1 0 0,0 0 1 0 0,0 0 0 0 0,1 0-1 0 0,-1 0 1 0 0,1 0 0 0 0,0-1-1 0 0,-3-5 1 0 0,4 8-51 0 0,1-1 0 0 0,0 0 0 0 0,-1 0 0 0 0,1 0-1 0 0,0 1 1 0 0,0-1 0 0 0,0 0 0 0 0,0 0 0 0 0,0 0 0 0 0,0 0-1 0 0,1 1 1 0 0,-1-1 0 0 0,0 0 0 0 0,1 0 0 0 0,0 1 0 0 0,-1-1 0 0 0,1 0-1 0 0,0 1 1 0 0,0-1 0 0 0,0 0 0 0 0,0 1 0 0 0,0 0 0 0 0,0-1-1 0 0,0 1 1 0 0,1-1 0 0 0,-1 1 0 0 0,0 0 0 0 0,1 0 0 0 0,-1 0 0 0 0,1 0-1 0 0,2-1 1 0 0,17-12-2420 0 0,45-19-1 0 0,72-17-12559 0 0,-108 42 12409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09.718"/>
    </inkml:context>
    <inkml:brush xml:id="br0">
      <inkml:brushProperty name="width" value="0.05" units="cm"/>
      <inkml:brushProperty name="height" value="0.05" units="cm"/>
      <inkml:brushProperty name="color" value="#008C3A"/>
    </inkml:brush>
  </inkml:definitions>
  <inkml:trace contextRef="#ctx0" brushRef="#br0">0 81 6277 0 0,'0'0'3204'0'0,"13"-10"-1792"0"0,-5 7-132 0 0,5-2-184 0 0,5 1-196 0 0,1-4-284 0 0,5 4-412 0 0,-1-4-388 0 0,8 3-256 0 0,-1-1-512 0 0,4 0-2488 0 0,-1-2 284 0 0,1 1 299 0 0,2 1 289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1.060"/>
    </inkml:context>
    <inkml:brush xml:id="br0">
      <inkml:brushProperty name="width" value="0.05" units="cm"/>
      <inkml:brushProperty name="height" value="0.05" units="cm"/>
      <inkml:brushProperty name="color" value="#008C3A"/>
    </inkml:brush>
  </inkml:definitions>
  <inkml:trace contextRef="#ctx0" brushRef="#br0">186 93 7309 0 0,'-9'4'15861'0'0,"7"-7"-15906"0"0,1 0 1 0 0,0 0-1 0 0,0 0 0 0 0,0 0 1 0 0,0 0-1 0 0,0-1 0 0 0,0 1 0 0 0,1 0 1 0 0,0-1-1 0 0,-1 1 0 0 0,2-5 0 0 0,-1 5-372 0 0,0-1-1 0 0,1 1 0 0 0,-1 0 1 0 0,1-1-1 0 0,0 1 1 0 0,0 0-1 0 0,0 0 0 0 0,1 0 1 0 0,-1 0-1 0 0,1 0 0 0 0,3-4 1 0 0,-5 6 362 0 0,0 0 0 0 0,1 0 1 0 0,-1 1-1 0 0,1-1 0 0 0,-1 0 0 0 0,1 1 1 0 0,0-1-1 0 0,-1 1 0 0 0,1-1 1 0 0,-1 1-1 0 0,1-1 0 0 0,0 1 1 0 0,0-1-1 0 0,-1 1 0 0 0,1-1 1 0 0,0 1-1 0 0,0 0 0 0 0,-1-1 1 0 0,1 1-1 0 0,0 0 0 0 0,0 0 0 0 0,0 0 1 0 0,-1 0-1 0 0,1 0 0 0 0,0 0 1 0 0,0 0-1 0 0,0 0 0 0 0,0 0 1 0 0,-1 0-1 0 0,1 0 0 0 0,0 0 1 0 0,0 0-1 0 0,0 1 0 0 0,0-1 0 0 0,-1 0 1 0 0,1 1-1 0 0,0-1 0 0 0,0 1 1 0 0,-1-1-1 0 0,1 1 0 0 0,0-1 1 0 0,-1 1-1 0 0,1-1 0 0 0,-1 1 1 0 0,1-1-1 0 0,-1 1 0 0 0,1 0 1 0 0,0 1-1 0 0,1 0 65 0 0,0 1 1 0 0,-1 0-1 0 0,1 0 1 0 0,-1 0-1 0 0,1 0 1 0 0,-1 0-1 0 0,0 0 1 0 0,0 1-1 0 0,-1-1 1 0 0,1 0 0 0 0,0 4-1 0 0,-3 1 147 0 0,0 1 1 0 0,0-1-1 0 0,-1 1 0 0 0,0-1 0 0 0,-1 0 0 0 0,1 0 1 0 0,-1 0-1 0 0,-1-1 0 0 0,0 1 0 0 0,0-1 1 0 0,0 0-1 0 0,-1 0 0 0 0,-7 6 0 0 0,-6 10 312 0 0,6-8 74 0 0,-1 0 0 0 0,-27 22 0 0 0,25-24 225 0 0,0 1 0 0 0,-19 24 0 0 0,34-37-616 0 0,-1 1 0 0 0,0 0 0 0 0,1 0 0 0 0,0 0 0 0 0,-1 0 1 0 0,1 0-1 0 0,0 0 0 0 0,0 1 0 0 0,0-1 0 0 0,0 0 0 0 0,1 1 0 0 0,-2 3 1 0 0,3-5-110 0 0,-1 0 0 0 0,1 0-1 0 0,-1 0 1 0 0,1 0 0 0 0,-1 0 0 0 0,1 0 0 0 0,0 0 0 0 0,-1 0 0 0 0,1-1 0 0 0,0 1 0 0 0,0 0 0 0 0,0 0 0 0 0,0-1 0 0 0,0 1 0 0 0,0-1 0 0 0,0 1 0 0 0,0-1 0 0 0,0 1 0 0 0,0-1 0 0 0,0 1 0 0 0,0-1 0 0 0,0 0 0 0 0,0 0 0 0 0,0 0 0 0 0,0 1 0 0 0,0-1 0 0 0,0 0 0 0 0,0 0 0 0 0,0 0 0 0 0,1-1 0 0 0,0 1 0 0 0,103 2-3023 0 0,-76-4-1706 0 0,1-1 0 0 0,-1-2 0 0 0,41-10 0 0 0,-48 7 2266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1.391"/>
    </inkml:context>
    <inkml:brush xml:id="br0">
      <inkml:brushProperty name="width" value="0.05" units="cm"/>
      <inkml:brushProperty name="height" value="0.05" units="cm"/>
      <inkml:brushProperty name="color" value="#008C3A"/>
    </inkml:brush>
  </inkml:definitions>
  <inkml:trace contextRef="#ctx0" brushRef="#br0">14 22 5136 0 0,'-4'-5'1601'0'0,"0"2"755"0"0,-2-4-1312 0 0,6 1-964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1.726"/>
    </inkml:context>
    <inkml:brush xml:id="br0">
      <inkml:brushProperty name="width" value="0.05" units="cm"/>
      <inkml:brushProperty name="height" value="0.05" units="cm"/>
      <inkml:brushProperty name="color" value="#008C3A"/>
    </inkml:brush>
  </inkml:definitions>
  <inkml:trace contextRef="#ctx0" brushRef="#br0">6 14 4412 0 0,'-5'1'8681'0'0,"18"2"-7769"0"0,8-3-880 0 0,-8-3-380 0 0,3 3-420 0 0,1-1-2520 0 0,0-4 208 0 0,0 2 263 0 0,6-2 277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2.514"/>
    </inkml:context>
    <inkml:brush xml:id="br0">
      <inkml:brushProperty name="width" value="0.05" units="cm"/>
      <inkml:brushProperty name="height" value="0.05" units="cm"/>
      <inkml:brushProperty name="color" value="#008C3A"/>
    </inkml:brush>
  </inkml:definitions>
  <inkml:trace contextRef="#ctx0" brushRef="#br0">829 253 5068 0 0,'0'0'5789'0'0,"27"-19"-3245"0"0,20-2-1226 0 0,25-8-484 0 0,-20 8-616 0 0,-17 7-49 0 0,60-23 82 0 0,-59 24-477 0 0,-1-1 0 0 0,60-33 0 0 0,-94 47 440 0 0,-4-1-108 0 0,-1 0 0 0 0,1 0 0 0 0,-1 1 0 0 0,1 0-1 0 0,-1-1 1 0 0,1 1 0 0 0,-1 1 0 0 0,1-1-1 0 0,-1 0 1 0 0,-4 2 0 0 0,-105 17 1617 0 0,-275 39 731 0 0,-2-32-427 0 0,357-25-1812 0 0,9-1-858 0 0,1 0 1 0 0,-1-1 0 0 0,1-1-1 0 0,-25-6 1 0 0,47 8 605 0 0,1 0 0 0 0,-1-1 0 0 0,0 1 0 0 0,0 0 0 0 0,0 0 0 0 0,0 0 0 0 0,0-1 1 0 0,0 1-1 0 0,1-1 0 0 0,-1 1 0 0 0,0 0 0 0 0,0-1 0 0 0,1 0 0 0 0,-1 1 0 0 0,0-1 0 0 0,1 1 0 0 0,-1-1 0 0 0,0 0 0 0 0,1 1 1 0 0,-1-1-1 0 0,1 0 0 0 0,-1 0 0 0 0,1 1 0 0 0,-1-1 0 0 0,1 0 0 0 0,0 0 0 0 0,-1 0 0 0 0,1 0 0 0 0,0 0 0 0 0,0 1 0 0 0,0-1 1 0 0,0 0-1 0 0,-1 0 0 0 0,1 0 0 0 0,0 0 0 0 0,1 0 0 0 0,-1 0 0 0 0,0 0 0 0 0,0 0 0 0 0,0 1 0 0 0,0-1 0 0 0,1 0 0 0 0,-1 0 0 0 0,0 0 1 0 0,1 0-1 0 0,-1 1 0 0 0,1-1 0 0 0,-1 0 0 0 0,1 0 0 0 0,-1 1 0 0 0,1-1 0 0 0,0 0 0 0 0,-1 1 0 0 0,2-2 0 0 0,42-42-1446 0 0,-37 38 1125 0 0,-2 1 211 0 0,1 1 0 0 0,0 0 0 0 0,-1 0 0 0 0,2 0-1 0 0,-1 1 1 0 0,0 0 0 0 0,1 0 0 0 0,-1 0 0 0 0,1 1 0 0 0,0 0 0 0 0,0 0-1 0 0,11 0 1 0 0,-17 2 171 0 0,0 1-1 0 0,0-1 1 0 0,0 1-1 0 0,0-1 1 0 0,0 1-1 0 0,0 0 0 0 0,0 0 1 0 0,0-1-1 0 0,0 1 1 0 0,0 0-1 0 0,0 0 1 0 0,-1 0-1 0 0,1 0 1 0 0,0 0-1 0 0,-1 0 0 0 0,1 0 1 0 0,-1 0-1 0 0,1 0 1 0 0,-1 1-1 0 0,1-1 1 0 0,-1 2-1 0 0,10 29 743 0 0,-10-30-632 0 0,2 4 59 0 0,-1 0-1 0 0,0 0 0 0 0,0 0 0 0 0,-1 0 1 0 0,1 1-1 0 0,-1-1 0 0 0,0 0 0 0 0,-1 0 1 0 0,0 0-1 0 0,0 0 0 0 0,0 0 1 0 0,-1 0-1 0 0,0 0 0 0 0,0 0 0 0 0,0 0 1 0 0,-1 0-1 0 0,0-1 0 0 0,0 1 0 0 0,0-1 1 0 0,-1 0-1 0 0,1 0 0 0 0,-1 0 0 0 0,0-1 1 0 0,-9 8-1 0 0,3-4-322 0 0,0-1 0 0 0,0 0 0 0 0,-1 0 0 0 0,-18 8 0 0 0,-52 15-3812 0 0,48-21-286 0 0,0-1 0 0 0,-43 4 0 0 0,40-9 1712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3.236"/>
    </inkml:context>
    <inkml:brush xml:id="br0">
      <inkml:brushProperty name="width" value="0.05" units="cm"/>
      <inkml:brushProperty name="height" value="0.05" units="cm"/>
      <inkml:brushProperty name="color" value="#008C3A"/>
    </inkml:brush>
  </inkml:definitions>
  <inkml:trace contextRef="#ctx0" brushRef="#br0">488 108 3252 0 0,'5'1'11139'0'0,"-7"-2"-11172"0"0,-1 0 0 0 0,1-1 1 0 0,0 1-1 0 0,0-1 0 0 0,-1 1 1 0 0,1-1-1 0 0,0 0 0 0 0,1 0 1 0 0,-1 0-1 0 0,0 0 0 0 0,0-1 1 0 0,1 1-1 0 0,-1 0 0 0 0,1 0 1 0 0,0-1-1 0 0,0 1 0 0 0,0-1 1 0 0,0 0-1 0 0,0 1 0 0 0,1-1 1 0 0,-1 0-1 0 0,1 1 0 0 0,-1-1 1 0 0,1 0-1 0 0,0 1 0 0 0,0-1 1 0 0,0 0-1 0 0,1 0 0 0 0,-1 1 1 0 0,1-4-1 0 0,0 4-7 0 0,0 0 0 0 0,-1 0 1 0 0,1 0-1 0 0,0 0 0 0 0,0 0 1 0 0,0 1-1 0 0,0-1 0 0 0,1 0 0 0 0,-1 1 1 0 0,0-1-1 0 0,1 0 0 0 0,-1 1 1 0 0,1 0-1 0 0,0-1 0 0 0,-1 1 0 0 0,1 0 1 0 0,0 0-1 0 0,0 0 0 0 0,0 0 0 0 0,0 0 1 0 0,0 0-1 0 0,0 1 0 0 0,0-1 1 0 0,0 1-1 0 0,0-1 0 0 0,0 1 0 0 0,0 0 1 0 0,0 0-1 0 0,0 0 0 0 0,0 0 0 0 0,0 0 1 0 0,0 0-1 0 0,4 1 0 0 0,-4-1 54 0 0,0 1 0 0 0,1-1-1 0 0,-1 1 1 0 0,0-1 0 0 0,0 1 0 0 0,1 0-1 0 0,-1-1 1 0 0,0 1 0 0 0,0 0-1 0 0,0 1 1 0 0,0-1 0 0 0,0 0-1 0 0,0 1 1 0 0,0-1 0 0 0,-1 1 0 0 0,1-1-1 0 0,0 1 1 0 0,-1 0 0 0 0,1-1-1 0 0,-1 1 1 0 0,0 0 0 0 0,0 0-1 0 0,0 0 1 0 0,1 1 0 0 0,-2-1 0 0 0,1 0-1 0 0,0 0 1 0 0,0 0 0 0 0,-1 1-1 0 0,1-1 1 0 0,-1 3 0 0 0,-1 7 404 0 0,0 1 0 0 0,-1-1 1 0 0,0 0-1 0 0,-1 0 0 0 0,-1-1 0 0 0,0 1 0 0 0,0-1 1 0 0,-1 0-1 0 0,-12 19 0 0 0,-8 10 1832 0 0,-36 43 0 0 0,39-55-1265 0 0,-13 11 539 0 0,19-27-972 0 0,5-8-299 0 0,9-4-193 0 0,-25-13-44 0 0,-17-28-718 0 0,31 27 459 0 0,-1 1-1 0 0,0 0 1 0 0,-1 1 0 0 0,-28-17-1 0 0,39 26 90 0 0,-1 1 0 0 0,1 0 0 0 0,-1 0 0 0 0,0 1-1 0 0,0-1 1 0 0,0 1 0 0 0,0 0 0 0 0,0 0 0 0 0,0 1 0 0 0,0-1 0 0 0,0 1-1 0 0,0 0 1 0 0,-1 1 0 0 0,1-1 0 0 0,0 1 0 0 0,0 0 0 0 0,0 0-1 0 0,0 0 1 0 0,1 1 0 0 0,-1 0 0 0 0,0 0 0 0 0,-6 4 0 0 0,6-3-291 0 0,0 0 1 0 0,-1 1-1 0 0,2 0 0 0 0,-1 0 1 0 0,0 0-1 0 0,1 0 1 0 0,0 1-1 0 0,-6 7 0 0 0,0 7-3546 0 0,5 2-3791 0 0,5-13 5207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4.627"/>
    </inkml:context>
    <inkml:brush xml:id="br0">
      <inkml:brushProperty name="width" value="0.05" units="cm"/>
      <inkml:brushProperty name="height" value="0.05" units="cm"/>
      <inkml:brushProperty name="color" value="#008C3A"/>
    </inkml:brush>
  </inkml:definitions>
  <inkml:trace contextRef="#ctx0" brushRef="#br0">1 0 5693 0 0,'0'0'3455'0'0,"13"29"1576"0"0,1 90-176 0 0,-2-21-8794 0 0,-12-34-7941 0 0,1-52 9361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4.992"/>
    </inkml:context>
    <inkml:brush xml:id="br0">
      <inkml:brushProperty name="width" value="0.05" units="cm"/>
      <inkml:brushProperty name="height" value="0.05" units="cm"/>
      <inkml:brushProperty name="color" value="#008C3A"/>
    </inkml:brush>
  </inkml:definitions>
  <inkml:trace contextRef="#ctx0" brushRef="#br0">358 0 3092 0 0,'0'0'1216'0'0,"0"5"-68"0"0,-1 20 31 0 0,-2 1 0 0 0,0 0 0 0 0,-2-1 0 0 0,0 1 0 0 0,-2-1 0 0 0,-1-1 0 0 0,-1 0 0 0 0,-1 0 0 0 0,-24 42 0 0 0,18-39-957 0 0,-2-1 0 0 0,-1-1 1 0 0,-21 24-1 0 0,21-29-897 0 0,-1-1-1 0 0,-1-1 0 0 0,-35 24 0 0 0,30-29-2276 0 0,-12-6-5689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5.342"/>
    </inkml:context>
    <inkml:brush xml:id="br0">
      <inkml:brushProperty name="width" value="0.05" units="cm"/>
      <inkml:brushProperty name="height" value="0.05" units="cm"/>
      <inkml:brushProperty name="color" value="#008C3A"/>
    </inkml:brush>
  </inkml:definitions>
  <inkml:trace contextRef="#ctx0" brushRef="#br0">1 1 5416 0 0,'0'0'3226'0'0,"3"2"-1787"0"0,6 4-591 0 0,-1 1-1 0 0,0 1 1 0 0,0-1 0 0 0,-1 1-1 0 0,0 1 1 0 0,0-1 0 0 0,-1 1-1 0 0,10 18 1 0 0,9 12-385 0 0,18 26-4012 0 0,-23-19-8713 0 0,-20-38 9940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5.689"/>
    </inkml:context>
    <inkml:brush xml:id="br0">
      <inkml:brushProperty name="width" value="0.05" units="cm"/>
      <inkml:brushProperty name="height" value="0.05" units="cm"/>
      <inkml:brushProperty name="color" value="#008C3A"/>
    </inkml:brush>
  </inkml:definitions>
  <inkml:trace contextRef="#ctx0" brushRef="#br0">28 0 5765 0 0,'-23'6'8218'0'0,"22"-5"-8129"0"0,1 0 0 0 0,-1-1 0 0 0,1 1 0 0 0,0 0 0 0 0,-1 0 0 0 0,1-1 0 0 0,0 1 0 0 0,-1 0 0 0 0,1 0 0 0 0,0-1 0 0 0,0 1 0 0 0,0 0 0 0 0,0 0 0 0 0,0 0 0 0 0,0-1-1 0 0,0 1 1 0 0,0 0 0 0 0,0 0 0 0 0,0 0 0 0 0,0-1 0 0 0,0 1 0 0 0,1 0 0 0 0,-1 0 0 0 0,0-1 0 0 0,1 1 0 0 0,-1 0 0 0 0,0 0 0 0 0,1-1 0 0 0,-1 1 0 0 0,1 0 0 0 0,1 1-76 0 0,0-1 0 0 0,0 1 0 0 0,0-1-1 0 0,0 0 1 0 0,0 0 0 0 0,0 0 0 0 0,0 0 0 0 0,0 0 0 0 0,1 0 0 0 0,3 0 0 0 0,2 1-261 0 0,1-1-1 0 0,-1 0 1 0 0,1 0-1 0 0,0-1 1 0 0,9 0 0 0 0,-9-1 70 0 0,4-2 323 0 0,-1 2 0 0 0,1-1 0 0 0,0 2 0 0 0,0 0 0 0 0,0 0 0 0 0,16 4 0 0 0,-29-4-117 0 0,1 0-1 0 0,-1 0 0 0 0,0 1 1 0 0,1-1-1 0 0,-1 0 1 0 0,1 0-1 0 0,-1 1 1 0 0,0-1-1 0 0,1 0 0 0 0,-1 0 1 0 0,0 1-1 0 0,0-1 1 0 0,1 0-1 0 0,-1 1 0 0 0,0-1 1 0 0,0 1-1 0 0,1-1 1 0 0,-1 0-1 0 0,0 1 1 0 0,0-1-1 0 0,0 1 0 0 0,0-1 1 0 0,0 0-1 0 0,0 1 1 0 0,0-1-1 0 0,0 1 1 0 0,0-1-1 0 0,0 1 0 0 0,0-1 1 0 0,0 1-1 0 0,0-1 1 0 0,0 0-1 0 0,0 1 0 0 0,0-1 1 0 0,0 1-1 0 0,0-1 1 0 0,0 0-1 0 0,-1 1 1 0 0,1-1-1 0 0,0 1 0 0 0,0-1 1 0 0,-1 0-1 0 0,1 1 1 0 0,0-1-1 0 0,-1 0 1 0 0,1 1-1 0 0,0-1 0 0 0,-1 0 1 0 0,1 0-1 0 0,0 1 1 0 0,-1-1-1 0 0,1 0 0 0 0,-1 1 1 0 0,-22 20-292 0 0,20-18 83 0 0,-24 20-1763 0 0,-39 31-9903 0 0,66-54 11810 0 0,-17 13-2409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7.361"/>
    </inkml:context>
    <inkml:brush xml:id="br0">
      <inkml:brushProperty name="width" value="0.05" units="cm"/>
      <inkml:brushProperty name="height" value="0.05" units="cm"/>
      <inkml:brushProperty name="color" value="#008C3A"/>
    </inkml:brush>
  </inkml:definitions>
  <inkml:trace contextRef="#ctx0" brushRef="#br0">1193 100 2936 0 0,'-47'77'8227'0'0,"17"-30"-5166"0"0,30-46-3068 0 0,-1-1-1 0 0,1 1 1 0 0,0-1 0 0 0,0 1 0 0 0,-1-1-1 0 0,1 1 1 0 0,-1-1 0 0 0,1 1-1 0 0,0-1 1 0 0,-1 1 0 0 0,1-1 0 0 0,-1 0-1 0 0,1 1 1 0 0,-1-1 0 0 0,1 1-1 0 0,-1-1 1 0 0,1 0 0 0 0,-1 0 0 0 0,1 1-1 0 0,-1-1 1 0 0,0 0 0 0 0,1 0-1 0 0,-1 0 1 0 0,1 0 0 0 0,-1 0 0 0 0,0 0-1 0 0,1 0 1 0 0,-1 0 0 0 0,1 0-1 0 0,-1 0 1 0 0,-1 0 0 0 0,-14-14-583 0 0,14 10 370 0 0,-1 0 0 0 0,1 0-1 0 0,0 0 1 0 0,0 0-1 0 0,0 0 1 0 0,1 0 0 0 0,-2-7-1 0 0,2 9 169 0 0,1-1 0 0 0,-1 1 0 0 0,1 0 0 0 0,-1 0 0 0 0,0 0 0 0 0,0 0 0 0 0,0 0 0 0 0,0 0 0 0 0,0 0 0 0 0,-1 0 0 0 0,1 0-1 0 0,-1 1 1 0 0,1-1 0 0 0,-1 0 0 0 0,1 1 0 0 0,-1-1 0 0 0,-3-1 0 0 0,4 2 335 0 0,-29 27 799 0 0,-82 108 4166 0 0,112-134-5230 0 0,0 1 0 0 0,-1-1 0 0 0,1 0 0 0 0,0 1 0 0 0,-1-1 0 0 0,1 0 0 0 0,-1 1 0 0 0,1-1 0 0 0,0 0 0 0 0,-1 0 0 0 0,1 1 0 0 0,-1-1 1 0 0,1 0-1 0 0,0 0 0 0 0,-1 0 0 0 0,1 0 0 0 0,-1 1 0 0 0,1-1 0 0 0,-1 0 0 0 0,1 0 0 0 0,-1 0 0 0 0,1 0 0 0 0,-1 0 0 0 0,1 0 0 0 0,-1 0 0 0 0,1 0 1 0 0,-1 0-1 0 0,1-1 0 0 0,0 1 0 0 0,-1 0 0 0 0,1 0 0 0 0,-1 0 0 0 0,1 0 0 0 0,-1-1 0 0 0,0 1 0 0 0,-12-18 65 0 0,-3-23-365 0 0,1-17-76 0 0,8 26 107 0 0,-2 0 0 0 0,-25-59 0 0 0,33 89 240 0 0,0 0-1 0 0,1 0 1 0 0,-2 0 0 0 0,1 1-1 0 0,0-1 1 0 0,0 0-1 0 0,-1 0 1 0 0,1 1-1 0 0,-1-1 1 0 0,1 0 0 0 0,-1 1-1 0 0,0 0 1 0 0,0-1-1 0 0,1 1 1 0 0,-1 0-1 0 0,0 0 1 0 0,0 0 0 0 0,0 0-1 0 0,0 0 1 0 0,0 1-1 0 0,-1-1 1 0 0,1 1 0 0 0,-4-1-1 0 0,2 1 28 0 0,0 0 0 0 0,0 1 0 0 0,0-1 1 0 0,-1 1-1 0 0,1 1 0 0 0,0-1 0 0 0,1 0 0 0 0,-1 1 0 0 0,0 0 0 0 0,0 0 0 0 0,-6 4 0 0 0,-5 5 175 0 0,1 0-1 0 0,0 1 0 0 0,1 1 0 0 0,-18 21 0 0 0,-16 29 305 0 0,29-34-289 0 0,1 0-1 0 0,2 1 0 0 0,1 0 1 0 0,1 1-1 0 0,-14 53 1 0 0,14-23-38 0 0,2 3-1105 0 0,34-107 650 0 0,-7 17-64 0 0,-4-3 82 0 0,-2-1 0 0 0,-1 0-1 0 0,-1 0 1 0 0,-2-1 0 0 0,0 0 0 0 0,-3 0 0 0 0,1-35-1 0 0,-4 57 271 0 0,-1 0-1 0 0,0-1 0 0 0,0 1 0 0 0,-1 0 1 0 0,0 0-1 0 0,0 0 0 0 0,-1 0 0 0 0,0 1 0 0 0,-1-1 1 0 0,0 1-1 0 0,0-1 0 0 0,-1 1 0 0 0,-6-8 1 0 0,8 13 74 0 0,0-1-1 0 0,-1 0 1 0 0,1 1 0 0 0,-1 0 0 0 0,0 0 0 0 0,0 0 0 0 0,0 0 0 0 0,0 0 0 0 0,0 1 0 0 0,-1 0 0 0 0,1 0 0 0 0,-1 0 0 0 0,1 1 0 0 0,-1-1 0 0 0,0 1 0 0 0,0 0 0 0 0,0 0 0 0 0,0 1 0 0 0,1-1 0 0 0,-1 1 0 0 0,0 1 0 0 0,0-1-1 0 0,0 0 1 0 0,0 1 0 0 0,0 0 0 0 0,-6 2 0 0 0,-5 3 97 0 0,1 0 0 0 0,1 1 0 0 0,-1 1 0 0 0,1 0 0 0 0,0 1 0 0 0,1 1 0 0 0,0 0 0 0 0,1 0 0 0 0,0 2 0 0 0,0-1 0 0 0,1 1 0 0 0,1 1 1 0 0,0 0-1 0 0,1 0 0 0 0,0 1 0 0 0,1 1 0 0 0,-9 21 0 0 0,13-26-284 0 0,2 1 0 0 0,-1-1 0 0 0,1 0 0 0 0,1 1 1 0 0,-1 19-1 0 0,2-29 66 0 0,0 0 0 0 0,1 0 0 0 0,-1 0 0 0 0,0 0 0 0 0,1 0 0 0 0,-1-1-1 0 0,1 1 1 0 0,-1 0 0 0 0,1 0 0 0 0,-1-1 0 0 0,1 1 0 0 0,-1 0 0 0 0,1-1 0 0 0,0 1 0 0 0,-1-1 0 0 0,1 1 0 0 0,0-1 0 0 0,-1 1 0 0 0,1-1 0 0 0,0 1 0 0 0,0-1 0 0 0,0 0 0 0 0,0 1 0 0 0,-1-1 0 0 0,1 0 0 0 0,0 0-1 0 0,0 1 1 0 0,0-1 0 0 0,0 0 0 0 0,0 0 0 0 0,0 0 0 0 0,-1 0 0 0 0,1 0 0 0 0,0 0 0 0 0,0-1 0 0 0,0 1 0 0 0,0 0 0 0 0,0 0 0 0 0,-1-1 0 0 0,3 0 0 0 0,34-10-1132 0 0,-32 10 1091 0 0,-1-1 0 0 0,1 0 0 0 0,-1 0 1 0 0,0-1-1 0 0,0 1 0 0 0,0-1 0 0 0,0 0 1 0 0,0 0-1 0 0,0-1 0 0 0,-1 1 0 0 0,0-1 1 0 0,1 1-1 0 0,-2-1 0 0 0,1 0 0 0 0,0 0 1 0 0,-1-1-1 0 0,1 1 0 0 0,2-8 0 0 0,-5 11 149 0 0,-3-2 178 0 0,-10-6 556 0 0,0 8-405 0 0,1 1-1 0 0,-1 0 1 0 0,0 1 0 0 0,1 0 0 0 0,-1 1 0 0 0,-18 4-1 0 0,24-4-243 0 0,1 0 1 0 0,0 1-1 0 0,0-1 0 0 0,0 1 0 0 0,0 0 0 0 0,0 0 0 0 0,1 1 0 0 0,-1 0 0 0 0,1 0 0 0 0,0 0 0 0 0,0 1 0 0 0,1 0 0 0 0,-1-1 1 0 0,-5 10-1 0 0,3 0-2 0 0,0 0 1 0 0,1 0 0 0 0,0 1-1 0 0,1 0 1 0 0,1 0 0 0 0,0 0-1 0 0,1 1 1 0 0,1-1 0 0 0,0 21-1 0 0,1 56-1457 0 0,9-7-3915 0 0,4 4-7203 0 0,-8-71 9946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8.429"/>
    </inkml:context>
    <inkml:brush xml:id="br0">
      <inkml:brushProperty name="width" value="0.05" units="cm"/>
      <inkml:brushProperty name="height" value="0.05" units="cm"/>
      <inkml:brushProperty name="color" value="#008C3A"/>
    </inkml:brush>
  </inkml:definitions>
  <inkml:trace contextRef="#ctx0" brushRef="#br0">0 1 4852 0 0,'0'0'1429'0'0,"10"31"3269"0"0,2-9-3286 0 0,6 13 53 0 0,-1 0-528 0 0,6 19 107 0 0,-1-2-367 0 0,-6-17 68 0 0,-2 2 1 0 0,17 65-1 0 0,-28-91-789 0 0,-1 1 0 0 0,-1 0 0 0 0,0-1 0 0 0,-1 1 1 0 0,0 0-1 0 0,0 0 0 0 0,-2 0 0 0 0,1 0 0 0 0,-1-1 1 0 0,-1 1-1 0 0,0-1 0 0 0,-1 1 0 0 0,-7 14 0 0 0,3-10-1122 0 0,0-1-1 0 0,-22 27 0 0 0,-29 20-9033 0 0,45-49 7676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8.794"/>
    </inkml:context>
    <inkml:brush xml:id="br0">
      <inkml:brushProperty name="width" value="0.05" units="cm"/>
      <inkml:brushProperty name="height" value="0.05" units="cm"/>
      <inkml:brushProperty name="color" value="#008C3A"/>
    </inkml:brush>
  </inkml:definitions>
  <inkml:trace contextRef="#ctx0" brushRef="#br0">1 1 4440 0 0,'15'16'4091'0'0,"7"109"2314"0"0,-2-11-6884 0 0,-15-75-647 0 0,5 47-9301 0 0,-10-70 7991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19.936"/>
    </inkml:context>
    <inkml:brush xml:id="br0">
      <inkml:brushProperty name="width" value="0.05" units="cm"/>
      <inkml:brushProperty name="height" value="0.05" units="cm"/>
      <inkml:brushProperty name="color" value="#008C3A"/>
    </inkml:brush>
  </inkml:definitions>
  <inkml:trace contextRef="#ctx0" brushRef="#br0">600 12 4484 0 0,'2'-12'9489'0'0,"4"26"-8869"0"0,-1 0 0 0 0,-1 0 0 0 0,0 0 0 0 0,-1 0 0 0 0,2 16-1 0 0,-2-11-332 0 0,0 0-1 0 0,2 0 0 0 0,7 18 1 0 0,2-8-185 0 0,13 34-39 0 0,-25-60-29 0 0,-1 1 1 0 0,0-1-1 0 0,0 1 0 0 0,-1-1 0 0 0,1 1 1 0 0,-1 0-1 0 0,1-1 0 0 0,-1 1 0 0 0,0 0 0 0 0,-1-1 1 0 0,1 1-1 0 0,-1 0 0 0 0,1-1 0 0 0,-3 6 0 0 0,1-6 16 0 0,0 1 0 0 0,-1 0-1 0 0,0-1 1 0 0,0 0 0 0 0,0 1-1 0 0,0-1 1 0 0,-1 0-1 0 0,1-1 1 0 0,-1 1 0 0 0,0-1-1 0 0,1 1 1 0 0,-9 2 0 0 0,-56 23 167 0 0,48-21-287 0 0,17-6-112 0 0,1 0 1 0 0,-1 0 0 0 0,0 0-1 0 0,1-1 1 0 0,-1 1 0 0 0,0-1-1 0 0,1 1 1 0 0,-1-1 0 0 0,0 0-1 0 0,0 0 1 0 0,1 0 0 0 0,-1 0-1 0 0,0 0 1 0 0,1-1 0 0 0,-1 0-1 0 0,-4-1 1 0 0,2 0-204 0 0,1-1 1 0 0,0 0-1 0 0,0 0 0 0 0,1 0 1 0 0,-1-1-1 0 0,1 1 0 0 0,-1-1 1 0 0,-3-6-1 0 0,-5-17-1313 0 0,4 11 2030 0 0,7 16-279 0 0,0 0 0 0 0,-1 0 0 0 0,1 0 0 0 0,0 0 0 0 0,-1 0 0 0 0,1 1 0 0 0,0-1 0 0 0,0 0 0 0 0,-1 1 0 0 0,1-1 0 0 0,0 1 0 0 0,0-1 0 0 0,0 1 0 0 0,0 0 0 0 0,-1-1 0 0 0,1 1 0 0 0,0 0 0 0 0,0 0 1 0 0,0 1-1 0 0,-186 111 6076 0 0,142-88-5350 0 0,-3-3-866 0 0,45-22-116 0 0,0 1 0 0 0,1 0 0 0 0,-1-1-1 0 0,0 1 1 0 0,0-1 0 0 0,0 0 0 0 0,0 0-1 0 0,0 0 1 0 0,1 0 0 0 0,-1 0-1 0 0,0-1 1 0 0,0 0 0 0 0,0 1 0 0 0,1-1-1 0 0,-1 0 1 0 0,-3-2 0 0 0,4 2-20 0 0,0-1-1 0 0,0 1 1 0 0,1-1 0 0 0,-1 1-1 0 0,0-1 1 0 0,1 0 0 0 0,0 0-1 0 0,-1 1 1 0 0,1-1 0 0 0,0 0-1 0 0,0 0 1 0 0,0-1 0 0 0,0 1 0 0 0,0 0-1 0 0,1 0 1 0 0,-1 0 0 0 0,1 0-1 0 0,-1-1 1 0 0,1 1 0 0 0,0 0-1 0 0,0-1 1 0 0,0 1 0 0 0,0-3-1 0 0,0 0-286 0 0,1 0-1 0 0,-1 0 0 0 0,1 0 0 0 0,0 0 0 0 0,1 0 0 0 0,-1 0 0 0 0,1 0 0 0 0,4-7 0 0 0,-6 11 518 0 0,1 0 1 0 0,0 1-1 0 0,0-1 0 0 0,-1 0 0 0 0,1 1 0 0 0,0-1 1 0 0,0 1-1 0 0,0-1 0 0 0,0 1 0 0 0,0-1 0 0 0,0 1 1 0 0,0 0-1 0 0,0 0 0 0 0,0-1 0 0 0,0 1 0 0 0,0 0 1 0 0,0 0-1 0 0,0 0 0 0 0,0 0 0 0 0,0 0 0 0 0,0 0 0 0 0,0 0 1 0 0,0 0-1 0 0,0 1 0 0 0,0-1 0 0 0,0 0 0 0 0,0 1 1 0 0,0-1-1 0 0,0 0 0 0 0,2 2 0 0 0,27 17 2295 0 0,-24-14-2046 0 0,0 0 0 0 0,0 1 0 0 0,-1 0-1 0 0,0 0 1 0 0,0 0 0 0 0,0 0 0 0 0,-1 1-1 0 0,0 0 1 0 0,-1 0 0 0 0,1 0 0 0 0,-1 0-1 0 0,-1 0 1 0 0,1 1 0 0 0,-1 0 0 0 0,2 14 0 0 0,-4-14-48 0 0,0 1 0 0 0,0-1 0 0 0,0 0 1 0 0,-1 0-1 0 0,-1 0 0 0 0,1 0 1 0 0,-1-1-1 0 0,-1 1 0 0 0,1 0 1 0 0,-1-1-1 0 0,0 1 0 0 0,-1-1 0 0 0,0 0 1 0 0,0 0-1 0 0,-1 0 0 0 0,-5 5 1 0 0,-10 13 607 0 0,-37 33 0 0 0,12-23-3987 0 0,-3-12-8542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0.267"/>
    </inkml:context>
    <inkml:brush xml:id="br0">
      <inkml:brushProperty name="width" value="0.05" units="cm"/>
      <inkml:brushProperty name="height" value="0.05" units="cm"/>
      <inkml:brushProperty name="color" value="#008C3A"/>
    </inkml:brush>
  </inkml:definitions>
  <inkml:trace contextRef="#ctx0" brushRef="#br0">1 1 6561 0 0,'2'5'7884'0'0,"2"-1"-7628"0"0,5 1-5128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0.600"/>
    </inkml:context>
    <inkml:brush xml:id="br0">
      <inkml:brushProperty name="width" value="0.05" units="cm"/>
      <inkml:brushProperty name="height" value="0.05" units="cm"/>
      <inkml:brushProperty name="color" value="#008C3A"/>
    </inkml:brush>
  </inkml:definitions>
  <inkml:trace contextRef="#ctx0" brushRef="#br0">387 1 5793 0 0,'-71'99'8237'0'0,"-11"-5"-4960"0"0,61-73-4369 0 0,0-2-1 0 0,-31 22 1 0 0,35-30-1193 0 0,0-1 0 0 0,0 0-1 0 0,-1-1 1 0 0,-21 7 0 0 0,7-6-135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1.876"/>
    </inkml:context>
    <inkml:brush xml:id="br0">
      <inkml:brushProperty name="width" value="0.05" units="cm"/>
      <inkml:brushProperty name="height" value="0.05" units="cm"/>
      <inkml:brushProperty name="color" value="#008C3A"/>
    </inkml:brush>
  </inkml:definitions>
  <inkml:trace contextRef="#ctx0" brushRef="#br0">573 742 4064 0 0,'45'-55'5311'0'0,"-31"40"-4637"0"0,0-1-1 0 0,13-21 1 0 0,108-198 1159 0 0,1-2-1095 0 0,-55 127 856 0 0,-71 97-1428 0 0,-7 10-162 0 0,0 1-1 0 0,-1 0 0 0 0,1 0 0 0 0,1 0 0 0 0,-1 0 0 0 0,0 0 0 0 0,0 1 1 0 0,1-1-1 0 0,-1 1 0 0 0,1 0 0 0 0,-1 0 0 0 0,1 0 0 0 0,4 0 0 0 0,-6 1-22 0 0,18 4-96 0 0,-18-3 116 0 0,0 1 1 0 0,0 0 0 0 0,0-1 0 0 0,-1 1-1 0 0,1 0 1 0 0,0 0 0 0 0,-1 0 0 0 0,0 0-1 0 0,0 1 1 0 0,1-1 0 0 0,-1 0 0 0 0,0 0-1 0 0,-1 1 1 0 0,1-1 0 0 0,0 1-1 0 0,0 2 1 0 0,2 38 91 0 0,-3-41-97 0 0,-1 7 74 0 0,0 0 0 0 0,0-1 0 0 0,-1 1 0 0 0,0-1 0 0 0,0 0 0 0 0,-1 1 0 0 0,0-1 0 0 0,-1 0-1 0 0,0 0 1 0 0,0-1 0 0 0,0 1 0 0 0,-1-1 0 0 0,0 0 0 0 0,-1 0 0 0 0,1-1 0 0 0,-14 12 0 0 0,-9 6 750 0 0,-2-1 0 0 0,-55 33 1 0 0,34-24-272 0 0,39-24-457 0 0,-3 3-228 0 0,-1-1-1 0 0,0 0 1 0 0,0-2-1 0 0,-29 12 1 0 0,43-19 21 0 0,-1-1 1 0 0,1 0 0 0 0,0 1 0 0 0,-1-1-1 0 0,1 0 1 0 0,-1 0 0 0 0,1-1-1 0 0,0 1 1 0 0,-1 0 0 0 0,1-1-1 0 0,0 0 1 0 0,-1 1 0 0 0,1-1 0 0 0,0 0-1 0 0,0 0 1 0 0,0 0 0 0 0,-1 0-1 0 0,1-1 1 0 0,0 1 0 0 0,1 0-1 0 0,-1-1 1 0 0,-3-2 0 0 0,-3-5-324 0 0,0-1 0 0 0,0 1 0 0 0,-9-16 1 0 0,-13-14-1054 0 0,29 39 1480 0 0,0-1 0 0 0,0 1-1 0 0,0 0 1 0 0,0-1-1 0 0,0 1 1 0 0,-1 0 0 0 0,1 0-1 0 0,0 0 1 0 0,0 0 0 0 0,0 0-1 0 0,0 0 1 0 0,-1 0 0 0 0,1 0-1 0 0,0 0 1 0 0,0 1 0 0 0,0-1-1 0 0,0 0 1 0 0,0 1-1 0 0,0-1 1 0 0,0 1 0 0 0,0-1-1 0 0,0 1 1 0 0,0 0 0 0 0,0-1-1 0 0,0 1 1 0 0,0 0 0 0 0,0 0-1 0 0,0 0 1 0 0,0 0 0 0 0,0 1-1 0 0,-32 34 604 0 0,23-25-363 0 0,-82 102 2283 0 0,58-69-1098 0 0,34-44-1408 0 0,0 0 0 0 0,0 1 0 0 0,0-1 0 0 0,-1 0 0 0 0,1 0 1 0 0,0 0-1 0 0,0 1 0 0 0,0-1 0 0 0,-1 0 0 0 0,1 0 0 0 0,0 0 0 0 0,0 0 1 0 0,-1 1-1 0 0,1-1 0 0 0,0 0 0 0 0,0 0 0 0 0,-1 0 0 0 0,1 0 0 0 0,0 0 1 0 0,0 0-1 0 0,-1 0 0 0 0,1 0 0 0 0,0 0 0 0 0,0 0 0 0 0,-1 0 1 0 0,1 0-1 0 0,0 0 0 0 0,-1 0 0 0 0,1 0 0 0 0,0 0 0 0 0,0 0 0 0 0,-1 0 1 0 0,1 0-1 0 0,0 0 0 0 0,0 0 0 0 0,-1-1 0 0 0,1 1 0 0 0,0 0 0 0 0,0 0 1 0 0,0 0-1 0 0,-1 0 0 0 0,1-1 0 0 0,0 1 0 0 0,0 0 0 0 0,0 0 1 0 0,-1 0-1 0 0,1-1 0 0 0,0 1 0 0 0,-9-21-184 0 0,-1-23-437 0 0,8 32 445 0 0,1 1 1 0 0,-1-1-1 0 0,-1 1 1 0 0,0 0 0 0 0,-1-1-1 0 0,0 1 1 0 0,-1 1 0 0 0,-7-15-1 0 0,8 21 174 0 0,1-1 0 0 0,-1 1 0 0 0,1 0 0 0 0,-1 0-1 0 0,0 0 1 0 0,0 0 0 0 0,-1 1 0 0 0,1 0 0 0 0,-1 0 0 0 0,0 0-1 0 0,0 0 1 0 0,0 1 0 0 0,0 0 0 0 0,0 0 0 0 0,0 0 0 0 0,-1 1 0 0 0,1-1-1 0 0,-1 1 1 0 0,-8 0 0 0 0,1 0 238 0 0,-1 2 0 0 0,1-1 0 0 0,0 2 0 0 0,-1 0 0 0 0,1 0 0 0 0,0 1 0 0 0,0 1 0 0 0,1 0 0 0 0,-1 1 0 0 0,1 0 0 0 0,0 1 0 0 0,0 0 0 0 0,0 1 0 0 0,1 1-1 0 0,0-1 1 0 0,1 2 0 0 0,0 0 0 0 0,0 0 0 0 0,-9 11 0 0 0,19-19-226 0 0,-1-1-1 0 0,1 0 0 0 0,0 0 0 0 0,-1 1 1 0 0,1-1-1 0 0,0 1 0 0 0,0-1 0 0 0,0 0 1 0 0,-1 1-1 0 0,1-1 0 0 0,0 0 1 0 0,0 1-1 0 0,0-1 0 0 0,0 1 0 0 0,0-1 1 0 0,-1 1-1 0 0,1-1 0 0 0,0 0 0 0 0,0 1 1 0 0,0-1-1 0 0,0 1 0 0 0,0-1 1 0 0,0 1-1 0 0,1-1 0 0 0,-1 0 0 0 0,0 1 1 0 0,0-1-1 0 0,0 1 0 0 0,0-1 1 0 0,0 0-1 0 0,1 1 0 0 0,-1-1 0 0 0,0 1 1 0 0,0-1-1 0 0,1 0 0 0 0,-1 1 0 0 0,0-1 1 0 0,0 0-1 0 0,1 1 0 0 0,-1-1 1 0 0,0 0-1 0 0,1 0 0 0 0,-1 1 0 0 0,1-1 1 0 0,-1 0-1 0 0,0 0 0 0 0,1 0 1 0 0,0 1-1 0 0,23 0-64 0 0,4-9-1296 0 0,0-1 1 0 0,-1-2-1 0 0,42-22 0 0 0,-55 24-1237 0 0,-1 1 0 0 0,1-2 0 0 0,-2 0-1 0 0,23-22 1 0 0,-18 14 141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2.222"/>
    </inkml:context>
    <inkml:brush xml:id="br0">
      <inkml:brushProperty name="width" value="0.05" units="cm"/>
      <inkml:brushProperty name="height" value="0.05" units="cm"/>
      <inkml:brushProperty name="color" value="#008C3A"/>
    </inkml:brush>
  </inkml:definitions>
  <inkml:trace contextRef="#ctx0" brushRef="#br0">14 80 5372 0 0,'0'0'214'0'0,"-1"0"-1"0"0,1 0 0 0 0,-1 0 0 0 0,1 0 0 0 0,0 0 0 0 0,-1 0 1 0 0,1 0-1 0 0,-1 0 0 0 0,1 0 0 0 0,-1 0 0 0 0,1 0 0 0 0,0 0 1 0 0,-1 0-1 0 0,1 0 0 0 0,-1 0 0 0 0,1 0 0 0 0,0 0 0 0 0,-1 0 0 0 0,1 0 1 0 0,-1-1-1 0 0,1 1 0 0 0,0 0 0 0 0,-1 0 0 0 0,1-1 0 0 0,0 1 1 0 0,-1 0-1 0 0,1 0 0 0 0,0-1 0 0 0,0 1 0 0 0,-1 0 0 0 0,1-1 1 0 0,0 1-1 0 0,0 0 0 0 0,-1-1 0 0 0,1 1 0 0 0,0-1 0 0 0,0 1 0 0 0,0 0 1 0 0,0-1-1 0 0,-1 1 0 0 0,1-1 0 0 0,0 1 0 0 0,0 0 0 0 0,0-1 1 0 0,0 1-1 0 0,0-1 0 0 0,0 0 0 0 0,22-14 3257 0 0,35-6-4112 0 0,-21 10-1580 0 0,52-6-10384 0 0,-71 13 10118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2.554"/>
    </inkml:context>
    <inkml:brush xml:id="br0">
      <inkml:brushProperty name="width" value="0.05" units="cm"/>
      <inkml:brushProperty name="height" value="0.05" units="cm"/>
      <inkml:brushProperty name="color" value="#008C3A"/>
    </inkml:brush>
  </inkml:definitions>
  <inkml:trace contextRef="#ctx0" brushRef="#br0">164 1 4648 0 0,'-3'1'1751'0'0,"-2"3"-1269"0"0,0 0 1 0 0,0 0-1 0 0,0 0 1 0 0,1 0-1 0 0,-1 1 1 0 0,1-1-1 0 0,0 1 1 0 0,1 1 0 0 0,-1-1-1 0 0,1 0 1 0 0,-3 8-1 0 0,-27 70 1471 0 0,25-61-1518 0 0,-8 24 128 0 0,3 1-1 0 0,1 0 0 0 0,3 1 1 0 0,1 0-1 0 0,3 0 0 0 0,2 96 1 0 0,5-112-510 0 0,3 0 0 0 0,0 0 0 0 0,12 37 1 0 0,-5-31-1085 0 0,2 0 1 0 0,23 43-1 0 0,-14-39-3058 0 0,2 0 1 0 0,49 62-1 0 0,-51-75 1680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3-06T13:21:26.066"/>
    </inkml:context>
    <inkml:brush xml:id="br0">
      <inkml:brushProperty name="width" value="0.05" units="cm"/>
      <inkml:brushProperty name="height" value="0.05" units="cm"/>
      <inkml:brushProperty name="color" value="#008C3A"/>
    </inkml:brush>
  </inkml:definitions>
  <inkml:trace contextRef="#ctx0" brushRef="#br0">0 193 4084 0 0,'0'0'1119'0'0,"20"34"10244"0"0,29-34-10314 0 0,-47 0-986 0 0,-2 0-15 0 0,2 3 29 0 0,1 0 25 0 0,0 1 85 0 0,1 2-33 0 0,0-1 0 0 0,-1 1 0 0 0,0 0 0 0 0,0 0 0 0 0,0 0-1 0 0,-1 1 1 0 0,0-1 0 0 0,2 12 0 0 0,8 60 647 0 0,-9-60-665 0 0,0 6 73 0 0,0 2-1 0 0,-2-1 1 0 0,0 0 0 0 0,-2 0-1 0 0,-1 0 1 0 0,-1 0 0 0 0,-1 0-1 0 0,-14 46 1 0 0,-36 64 520 0 0,45-109-614 0 0,6-16-58 0 0,-1 0 1 0 0,0-1-1 0 0,0 1 0 0 0,-12 18 1 0 0,12-4-115 0 0,12-34-206 0 0,-1-1 0 0 0,0 0 0 0 0,-1 0 0 0 0,0-1 0 0 0,-1 0 0 0 0,0 0 0 0 0,-1 0 0 0 0,3-13 0 0 0,16-40-475 0 0,-11 33 450 0 0,-2 0 1 0 0,0 0 0 0 0,7-60 0 0 0,-3 21-35 0 0,-4 29 133 0 0,-3 14-31 0 0,-1 0 1 0 0,-2-1 0 0 0,2-33 0 0 0,-7 55 191 0 0,0 1 0 0 0,0 0 0 0 0,0 0 1 0 0,-1 0-1 0 0,0 1 0 0 0,0-1 0 0 0,0 0 1 0 0,-1 1-1 0 0,0-1 0 0 0,0 1 0 0 0,-1 0 1 0 0,1 0-1 0 0,-1 0 0 0 0,-6-5 0 0 0,-16-27-667 0 0,-9-40 1932 0 0,33 68-838 0 0,-1 1-1 0 0,2-1 1 0 0,-1 0-1 0 0,1 0 1 0 0,0-12 0 0 0,1 20-283 0 0,-3-2 47 0 0,-1-1 0 0 0,0 1 0 0 0,0 0 0 0 0,0 0 0 0 0,-8-4 0 0 0,10 12-91 0 0,0 1 1 0 0,1 0 0 0 0,0 0-1 0 0,1 0 1 0 0,-1 0 0 0 0,1 0-1 0 0,0-1 1 0 0,0 1 0 0 0,3 10-1 0 0,13 63 200 0 0,-10-53-269 0 0,13 74-3096 0 0,-2 54-13414 0 0,-17-127 14119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1BE8-F3EC-48F7-B01C-847DB9E99A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22BA4-3AEF-4BAB-B33B-C69018C0CC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EDB712-4BBE-4866-B94B-77C306505711}"/>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6D87381B-B00C-4325-8BA2-22647E78A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808F4-CE76-4D12-A517-8F24F51322AB}"/>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416186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D978-BB26-4BF5-B8B6-8664F47BE7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56A9A6-1F1E-4768-A442-A997E4A8E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FF1DF-249C-443B-A373-FC940F334683}"/>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A7EA24E1-B32B-42CD-AB6C-519EBD0A9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6D4D2-56E0-4AD9-98E0-C0E0FA721BD7}"/>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1738069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C5C6-D058-4588-BCF3-AE26CC450C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072266-74E0-440D-8DA2-53EE44C980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6019A8-6979-43CB-B3B3-78DB8782C895}"/>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763D0768-E13E-4FE1-8D41-321B311473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64A5C-27D4-4925-A9B4-A2558F61B42A}"/>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180518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FF1F5-6B29-49E0-9E1F-06CFF0E1C2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FBF43E-A586-4018-9AEA-1B82DB518E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850FDB-7EFD-4780-AEDE-6675059FA1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50EA4F-44FB-4CCE-8F9C-D5110679FF90}"/>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6" name="Footer Placeholder 5">
            <a:extLst>
              <a:ext uri="{FF2B5EF4-FFF2-40B4-BE49-F238E27FC236}">
                <a16:creationId xmlns:a16="http://schemas.microsoft.com/office/drawing/2014/main" id="{D145E579-747A-4F8F-B957-A6B0C27A49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60BC60-527C-4BA2-A613-D1C94128FB8D}"/>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3406689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E196-65A5-431C-BA38-EA50820404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9F2735-31B0-4C90-8316-460366F08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ED28EF-3996-40C6-8AD2-55BD77FA7B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CFEE5E-4F77-40BA-8C88-89601D521A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4C1B60-2A9E-4AAD-9979-32F9E8E303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AC5444-108C-4DB9-8B29-6198BD8EC7DB}"/>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8" name="Footer Placeholder 7">
            <a:extLst>
              <a:ext uri="{FF2B5EF4-FFF2-40B4-BE49-F238E27FC236}">
                <a16:creationId xmlns:a16="http://schemas.microsoft.com/office/drawing/2014/main" id="{B3C5BEC9-CE7F-4C24-B6F0-5A1D979DAB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2C4E86-0F54-4054-A405-A20128BBB992}"/>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653454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0D01-CABF-4C58-9503-68146B5A87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0A5B28-35A0-437B-A104-D1D71BDA25B8}"/>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4" name="Footer Placeholder 3">
            <a:extLst>
              <a:ext uri="{FF2B5EF4-FFF2-40B4-BE49-F238E27FC236}">
                <a16:creationId xmlns:a16="http://schemas.microsoft.com/office/drawing/2014/main" id="{4F44952C-C493-4EC1-9BEB-2F366AD276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02940-4994-409E-B70E-835E5A656AD5}"/>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1577630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3F772E-C183-4A94-A5B7-1F0F97FED6F9}"/>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3" name="Footer Placeholder 2">
            <a:extLst>
              <a:ext uri="{FF2B5EF4-FFF2-40B4-BE49-F238E27FC236}">
                <a16:creationId xmlns:a16="http://schemas.microsoft.com/office/drawing/2014/main" id="{B0DC53CB-A86D-45E0-A80D-59DE738172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2BC20E-4E2B-43FE-9208-3DF2E2CF9CDA}"/>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389410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78DFC-D853-4104-BB79-10F3CB52D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1BBD1D-0A36-422D-B96F-FFC87F64B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7F2C67-CE6C-4156-8836-5F96A132B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AF4692-AC5C-4F2C-8A49-394A648CD4BE}"/>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6" name="Footer Placeholder 5">
            <a:extLst>
              <a:ext uri="{FF2B5EF4-FFF2-40B4-BE49-F238E27FC236}">
                <a16:creationId xmlns:a16="http://schemas.microsoft.com/office/drawing/2014/main" id="{5D3E7A45-37A8-4E08-883A-9CDFB2426D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D2EAA-E022-4DB0-AE96-9DCD1EBC7053}"/>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333687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0430D-26DD-4A37-8232-3B80118E9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85D6E1-FB50-43A0-9A94-26E6955A51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90FF50-A2B1-4C54-9E29-3C117F38B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EB5377-999C-4611-A278-C48A437D1CF0}"/>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6" name="Footer Placeholder 5">
            <a:extLst>
              <a:ext uri="{FF2B5EF4-FFF2-40B4-BE49-F238E27FC236}">
                <a16:creationId xmlns:a16="http://schemas.microsoft.com/office/drawing/2014/main" id="{363D4FA0-E73F-49A4-8CC3-FC5FD449FC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657D6B-0FF9-4ADA-9B39-6BF82E18E257}"/>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18692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750D-6ACA-431A-9C32-F0B0BCA2FD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EC07BE-281A-4B34-9C2A-95CC521B32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C7322-5F08-48B9-B31C-E70B3D6F2CD6}"/>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52E4BE2E-9B1A-4CB8-9D33-0DBC35B64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97FF8-F337-448D-9523-D8F7A6E926B0}"/>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3130429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5F1C8-709C-4C01-8B3B-BF7D619504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DEBC4A-95F9-40D7-832E-4A8A0E1DD9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3BFDA-217F-45C6-B73D-BC203F1B1ED6}"/>
              </a:ext>
            </a:extLst>
          </p:cNvPr>
          <p:cNvSpPr>
            <a:spLocks noGrp="1"/>
          </p:cNvSpPr>
          <p:nvPr>
            <p:ph type="dt" sz="half" idx="10"/>
          </p:nvPr>
        </p:nvSpPr>
        <p:spPr/>
        <p:txBody>
          <a:body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919CA65C-86AB-4EE5-A4A3-32C4575AB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00738-C27C-4782-80A4-20BFC9EF0ED8}"/>
              </a:ext>
            </a:extLst>
          </p:cNvPr>
          <p:cNvSpPr>
            <a:spLocks noGrp="1"/>
          </p:cNvSpPr>
          <p:nvPr>
            <p:ph type="sldNum" sz="quarter" idx="12"/>
          </p:nvPr>
        </p:nvSpPr>
        <p:spPr/>
        <p:txBody>
          <a:bodyPr/>
          <a:lstStyle/>
          <a:p>
            <a:fld id="{4ED36A52-004D-4860-8A22-44D5EAC3A6CE}" type="slidenum">
              <a:rPr lang="en-US" smtClean="0"/>
              <a:t>‹#›</a:t>
            </a:fld>
            <a:endParaRPr lang="en-US"/>
          </a:p>
        </p:txBody>
      </p:sp>
    </p:spTree>
    <p:extLst>
      <p:ext uri="{BB962C8B-B14F-4D97-AF65-F5344CB8AC3E}">
        <p14:creationId xmlns:p14="http://schemas.microsoft.com/office/powerpoint/2010/main" val="3588783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AAC4EFF-4DA1-4CA9-9E43-C4FE3887E370}" type="datetimeFigureOut">
              <a:rPr lang="en-US" smtClean="0"/>
              <a:pPr/>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3215353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3044516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AC4EFF-4DA1-4CA9-9E43-C4FE3887E370}" type="datetimeFigureOut">
              <a:rPr lang="en-US" smtClean="0"/>
              <a:pPr/>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3267768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AC4EFF-4DA1-4CA9-9E43-C4FE3887E370}" type="datetimeFigureOut">
              <a:rPr lang="en-US" smtClean="0"/>
              <a:pPr/>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65681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AC4EFF-4DA1-4CA9-9E43-C4FE3887E370}" type="datetimeFigureOut">
              <a:rPr lang="en-US" smtClean="0"/>
              <a:pPr/>
              <a:t>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2532407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AC4EFF-4DA1-4CA9-9E43-C4FE3887E370}" type="datetimeFigureOut">
              <a:rPr lang="en-US" smtClean="0"/>
              <a:pPr/>
              <a:t>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4640021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AC4EFF-4DA1-4CA9-9E43-C4FE3887E370}" type="datetimeFigureOut">
              <a:rPr lang="en-US" smtClean="0"/>
              <a:pPr/>
              <a:t>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1243667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AC4EFF-4DA1-4CA9-9E43-C4FE3887E370}" type="datetimeFigureOut">
              <a:rPr lang="en-US" smtClean="0"/>
              <a:pPr/>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2233246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AC4EFF-4DA1-4CA9-9E43-C4FE3887E370}" type="datetimeFigureOut">
              <a:rPr lang="en-US" smtClean="0"/>
              <a:pPr/>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2635930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4188104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AC4EFF-4DA1-4CA9-9E43-C4FE3887E370}" type="datetimeFigureOut">
              <a:rPr lang="en-US" smtClean="0"/>
              <a:pPr/>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94666A-BC68-4C68-B943-D18EE5D8D5C8}" type="slidenum">
              <a:rPr lang="en-US" smtClean="0"/>
              <a:pPr/>
              <a:t>‹#›</a:t>
            </a:fld>
            <a:endParaRPr lang="en-US"/>
          </a:p>
        </p:txBody>
      </p:sp>
    </p:spTree>
    <p:extLst>
      <p:ext uri="{BB962C8B-B14F-4D97-AF65-F5344CB8AC3E}">
        <p14:creationId xmlns:p14="http://schemas.microsoft.com/office/powerpoint/2010/main" val="2411443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772581-EE3B-45BC-AF8D-5DAE6C47D8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686748-89E4-406F-B59E-7DFE4A79E9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16DF9-50A8-4EF3-ABA7-C69FE28A02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294F64-2BF3-4933-9668-56441105DEA5}" type="datetimeFigureOut">
              <a:rPr lang="en-US" smtClean="0"/>
              <a:t>1/2/2023</a:t>
            </a:fld>
            <a:endParaRPr lang="en-US"/>
          </a:p>
        </p:txBody>
      </p:sp>
      <p:sp>
        <p:nvSpPr>
          <p:cNvPr id="5" name="Footer Placeholder 4">
            <a:extLst>
              <a:ext uri="{FF2B5EF4-FFF2-40B4-BE49-F238E27FC236}">
                <a16:creationId xmlns:a16="http://schemas.microsoft.com/office/drawing/2014/main" id="{DFD41305-1A6D-4BD3-91E7-9271BC65B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29C0B8-3C17-4916-AC76-5AAD7B412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D36A52-004D-4860-8A22-44D5EAC3A6CE}" type="slidenum">
              <a:rPr lang="en-US" smtClean="0"/>
              <a:t>‹#›</a:t>
            </a:fld>
            <a:endParaRPr lang="en-US"/>
          </a:p>
        </p:txBody>
      </p:sp>
    </p:spTree>
    <p:extLst>
      <p:ext uri="{BB962C8B-B14F-4D97-AF65-F5344CB8AC3E}">
        <p14:creationId xmlns:p14="http://schemas.microsoft.com/office/powerpoint/2010/main" val="335556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C4EFF-4DA1-4CA9-9E43-C4FE3887E370}" type="datetimeFigureOut">
              <a:rPr lang="en-US" smtClean="0"/>
              <a:pPr/>
              <a:t>1/2/2023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94666A-BC68-4C68-B943-D18EE5D8D5C8}" type="slidenum">
              <a:rPr lang="en-US" smtClean="0"/>
              <a:pPr/>
              <a:t>‹#›</a:t>
            </a:fld>
            <a:endParaRPr lang="en-US"/>
          </a:p>
        </p:txBody>
      </p:sp>
    </p:spTree>
    <p:extLst>
      <p:ext uri="{BB962C8B-B14F-4D97-AF65-F5344CB8AC3E}">
        <p14:creationId xmlns:p14="http://schemas.microsoft.com/office/powerpoint/2010/main" val="28749461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ustomXml" Target="../ink/ink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8.png"/><Relationship Id="rId4" Type="http://schemas.openxmlformats.org/officeDocument/2006/relationships/customXml" Target="../ink/ink8.xml"/></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hyperlink" Target="https://onlinelibrary.wiley.com/doi/book/10.1002/9781444308334" TargetMode="Externa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1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customXml" Target="../ink/ink13.xml"/></Relationships>
</file>

<file path=ppt/slides/_rels/slide16.xml.rels><?xml version="1.0" encoding="UTF-8" standalone="yes"?>
<Relationships xmlns="http://schemas.openxmlformats.org/package/2006/relationships"><Relationship Id="rId8" Type="http://schemas.openxmlformats.org/officeDocument/2006/relationships/customXml" Target="../ink/ink17.xm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15.png"/><Relationship Id="rId4" Type="http://schemas.openxmlformats.org/officeDocument/2006/relationships/customXml" Target="../ink/ink15.xml"/><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customXml" Target="../ink/ink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customXml" Target="../ink/ink22.xml"/><Relationship Id="rId5" Type="http://schemas.openxmlformats.org/officeDocument/2006/relationships/image" Target="../media/image20.png"/><Relationship Id="rId4" Type="http://schemas.openxmlformats.org/officeDocument/2006/relationships/customXml" Target="../ink/ink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customXml" Target="../ink/ink32.xml"/><Relationship Id="rId42" Type="http://schemas.openxmlformats.org/officeDocument/2006/relationships/image" Target="../media/image47.png"/><Relationship Id="rId47" Type="http://schemas.openxmlformats.org/officeDocument/2006/relationships/customXml" Target="../ink/ink45.xml"/><Relationship Id="rId63" Type="http://schemas.openxmlformats.org/officeDocument/2006/relationships/customXml" Target="../ink/ink53.xml"/><Relationship Id="rId68" Type="http://schemas.openxmlformats.org/officeDocument/2006/relationships/image" Target="../media/image60.png"/><Relationship Id="rId84" Type="http://schemas.openxmlformats.org/officeDocument/2006/relationships/image" Target="../media/image68.png"/><Relationship Id="rId89" Type="http://schemas.openxmlformats.org/officeDocument/2006/relationships/customXml" Target="../ink/ink66.xml"/><Relationship Id="rId16" Type="http://schemas.openxmlformats.org/officeDocument/2006/relationships/image" Target="../media/image34.png"/><Relationship Id="rId11" Type="http://schemas.openxmlformats.org/officeDocument/2006/relationships/customXml" Target="../ink/ink27.xml"/><Relationship Id="rId32" Type="http://schemas.openxmlformats.org/officeDocument/2006/relationships/image" Target="../media/image42.png"/><Relationship Id="rId37" Type="http://schemas.openxmlformats.org/officeDocument/2006/relationships/customXml" Target="../ink/ink40.xml"/><Relationship Id="rId53" Type="http://schemas.openxmlformats.org/officeDocument/2006/relationships/customXml" Target="../ink/ink48.xml"/><Relationship Id="rId58" Type="http://schemas.openxmlformats.org/officeDocument/2006/relationships/image" Target="../media/image55.png"/><Relationship Id="rId74" Type="http://schemas.openxmlformats.org/officeDocument/2006/relationships/image" Target="../media/image63.png"/><Relationship Id="rId79" Type="http://schemas.openxmlformats.org/officeDocument/2006/relationships/customXml" Target="../ink/ink61.xml"/><Relationship Id="rId5" Type="http://schemas.openxmlformats.org/officeDocument/2006/relationships/customXml" Target="../ink/ink24.xml"/><Relationship Id="rId90" Type="http://schemas.openxmlformats.org/officeDocument/2006/relationships/image" Target="../media/image71.png"/><Relationship Id="rId95" Type="http://schemas.openxmlformats.org/officeDocument/2006/relationships/customXml" Target="../ink/ink69.xml"/><Relationship Id="rId22" Type="http://schemas.openxmlformats.org/officeDocument/2006/relationships/image" Target="../media/image37.png"/><Relationship Id="rId27" Type="http://schemas.openxmlformats.org/officeDocument/2006/relationships/customXml" Target="../ink/ink35.xml"/><Relationship Id="rId43" Type="http://schemas.openxmlformats.org/officeDocument/2006/relationships/customXml" Target="../ink/ink43.xml"/><Relationship Id="rId48" Type="http://schemas.openxmlformats.org/officeDocument/2006/relationships/image" Target="../media/image50.png"/><Relationship Id="rId64" Type="http://schemas.openxmlformats.org/officeDocument/2006/relationships/image" Target="../media/image58.png"/><Relationship Id="rId69" Type="http://schemas.openxmlformats.org/officeDocument/2006/relationships/customXml" Target="../ink/ink56.xml"/><Relationship Id="rId80" Type="http://schemas.openxmlformats.org/officeDocument/2006/relationships/image" Target="../media/image66.png"/><Relationship Id="rId85" Type="http://schemas.openxmlformats.org/officeDocument/2006/relationships/customXml" Target="../ink/ink64.xml"/><Relationship Id="rId3" Type="http://schemas.openxmlformats.org/officeDocument/2006/relationships/customXml" Target="../ink/ink23.xml"/><Relationship Id="rId12" Type="http://schemas.openxmlformats.org/officeDocument/2006/relationships/image" Target="../media/image32.png"/><Relationship Id="rId17" Type="http://schemas.openxmlformats.org/officeDocument/2006/relationships/customXml" Target="../ink/ink30.xml"/><Relationship Id="rId25" Type="http://schemas.openxmlformats.org/officeDocument/2006/relationships/customXml" Target="../ink/ink34.xml"/><Relationship Id="rId33" Type="http://schemas.openxmlformats.org/officeDocument/2006/relationships/customXml" Target="../ink/ink38.xml"/><Relationship Id="rId38" Type="http://schemas.openxmlformats.org/officeDocument/2006/relationships/image" Target="../media/image45.png"/><Relationship Id="rId46" Type="http://schemas.openxmlformats.org/officeDocument/2006/relationships/image" Target="../media/image49.png"/><Relationship Id="rId59" Type="http://schemas.openxmlformats.org/officeDocument/2006/relationships/customXml" Target="../ink/ink51.xml"/><Relationship Id="rId67" Type="http://schemas.openxmlformats.org/officeDocument/2006/relationships/customXml" Target="../ink/ink55.xml"/><Relationship Id="rId20" Type="http://schemas.openxmlformats.org/officeDocument/2006/relationships/image" Target="../media/image36.png"/><Relationship Id="rId41" Type="http://schemas.openxmlformats.org/officeDocument/2006/relationships/customXml" Target="../ink/ink42.xml"/><Relationship Id="rId54" Type="http://schemas.openxmlformats.org/officeDocument/2006/relationships/image" Target="../media/image53.png"/><Relationship Id="rId62" Type="http://schemas.openxmlformats.org/officeDocument/2006/relationships/image" Target="../media/image57.png"/><Relationship Id="rId70" Type="http://schemas.openxmlformats.org/officeDocument/2006/relationships/image" Target="../media/image61.png"/><Relationship Id="rId75" Type="http://schemas.openxmlformats.org/officeDocument/2006/relationships/customXml" Target="../ink/ink59.xml"/><Relationship Id="rId83" Type="http://schemas.openxmlformats.org/officeDocument/2006/relationships/customXml" Target="../ink/ink63.xml"/><Relationship Id="rId88" Type="http://schemas.openxmlformats.org/officeDocument/2006/relationships/image" Target="../media/image70.png"/><Relationship Id="rId91" Type="http://schemas.openxmlformats.org/officeDocument/2006/relationships/customXml" Target="../ink/ink67.xml"/><Relationship Id="rId96"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29.png"/><Relationship Id="rId15" Type="http://schemas.openxmlformats.org/officeDocument/2006/relationships/customXml" Target="../ink/ink29.xml"/><Relationship Id="rId23" Type="http://schemas.openxmlformats.org/officeDocument/2006/relationships/customXml" Target="../ink/ink33.xml"/><Relationship Id="rId28" Type="http://schemas.openxmlformats.org/officeDocument/2006/relationships/image" Target="../media/image40.png"/><Relationship Id="rId36" Type="http://schemas.openxmlformats.org/officeDocument/2006/relationships/image" Target="../media/image44.png"/><Relationship Id="rId49" Type="http://schemas.openxmlformats.org/officeDocument/2006/relationships/customXml" Target="../ink/ink46.xml"/><Relationship Id="rId57" Type="http://schemas.openxmlformats.org/officeDocument/2006/relationships/customXml" Target="../ink/ink50.xml"/><Relationship Id="rId10" Type="http://schemas.openxmlformats.org/officeDocument/2006/relationships/image" Target="../media/image31.png"/><Relationship Id="rId31" Type="http://schemas.openxmlformats.org/officeDocument/2006/relationships/customXml" Target="../ink/ink37.xml"/><Relationship Id="rId44" Type="http://schemas.openxmlformats.org/officeDocument/2006/relationships/image" Target="../media/image48.png"/><Relationship Id="rId52" Type="http://schemas.openxmlformats.org/officeDocument/2006/relationships/image" Target="../media/image52.png"/><Relationship Id="rId60" Type="http://schemas.openxmlformats.org/officeDocument/2006/relationships/image" Target="../media/image56.png"/><Relationship Id="rId65" Type="http://schemas.openxmlformats.org/officeDocument/2006/relationships/customXml" Target="../ink/ink54.xml"/><Relationship Id="rId73" Type="http://schemas.openxmlformats.org/officeDocument/2006/relationships/customXml" Target="../ink/ink58.xml"/><Relationship Id="rId78" Type="http://schemas.openxmlformats.org/officeDocument/2006/relationships/image" Target="../media/image65.png"/><Relationship Id="rId81" Type="http://schemas.openxmlformats.org/officeDocument/2006/relationships/customXml" Target="../ink/ink62.xml"/><Relationship Id="rId86" Type="http://schemas.openxmlformats.org/officeDocument/2006/relationships/image" Target="../media/image69.png"/><Relationship Id="rId94" Type="http://schemas.openxmlformats.org/officeDocument/2006/relationships/image" Target="../media/image73.png"/><Relationship Id="rId4" Type="http://schemas.openxmlformats.org/officeDocument/2006/relationships/image" Target="../media/image28.png"/><Relationship Id="rId9" Type="http://schemas.openxmlformats.org/officeDocument/2006/relationships/customXml" Target="../ink/ink26.xml"/><Relationship Id="rId13" Type="http://schemas.openxmlformats.org/officeDocument/2006/relationships/customXml" Target="../ink/ink28.xml"/><Relationship Id="rId18" Type="http://schemas.openxmlformats.org/officeDocument/2006/relationships/image" Target="../media/image35.png"/><Relationship Id="rId39" Type="http://schemas.openxmlformats.org/officeDocument/2006/relationships/customXml" Target="../ink/ink41.xml"/><Relationship Id="rId34" Type="http://schemas.openxmlformats.org/officeDocument/2006/relationships/image" Target="../media/image43.png"/><Relationship Id="rId50" Type="http://schemas.openxmlformats.org/officeDocument/2006/relationships/image" Target="../media/image51.png"/><Relationship Id="rId55" Type="http://schemas.openxmlformats.org/officeDocument/2006/relationships/customXml" Target="../ink/ink49.xml"/><Relationship Id="rId76" Type="http://schemas.openxmlformats.org/officeDocument/2006/relationships/image" Target="../media/image64.png"/><Relationship Id="rId97" Type="http://schemas.openxmlformats.org/officeDocument/2006/relationships/customXml" Target="../ink/ink70.xml"/><Relationship Id="rId7" Type="http://schemas.openxmlformats.org/officeDocument/2006/relationships/customXml" Target="../ink/ink25.xml"/><Relationship Id="rId71" Type="http://schemas.openxmlformats.org/officeDocument/2006/relationships/customXml" Target="../ink/ink57.xml"/><Relationship Id="rId92" Type="http://schemas.openxmlformats.org/officeDocument/2006/relationships/image" Target="../media/image72.png"/><Relationship Id="rId2" Type="http://schemas.openxmlformats.org/officeDocument/2006/relationships/image" Target="../media/image27.png"/><Relationship Id="rId29" Type="http://schemas.openxmlformats.org/officeDocument/2006/relationships/customXml" Target="../ink/ink36.xml"/><Relationship Id="rId24" Type="http://schemas.openxmlformats.org/officeDocument/2006/relationships/image" Target="../media/image38.png"/><Relationship Id="rId40" Type="http://schemas.openxmlformats.org/officeDocument/2006/relationships/image" Target="../media/image46.png"/><Relationship Id="rId45" Type="http://schemas.openxmlformats.org/officeDocument/2006/relationships/customXml" Target="../ink/ink44.xml"/><Relationship Id="rId66" Type="http://schemas.openxmlformats.org/officeDocument/2006/relationships/image" Target="../media/image59.png"/><Relationship Id="rId87" Type="http://schemas.openxmlformats.org/officeDocument/2006/relationships/customXml" Target="../ink/ink65.xml"/><Relationship Id="rId61" Type="http://schemas.openxmlformats.org/officeDocument/2006/relationships/customXml" Target="../ink/ink52.xml"/><Relationship Id="rId82" Type="http://schemas.openxmlformats.org/officeDocument/2006/relationships/image" Target="../media/image67.png"/><Relationship Id="rId19" Type="http://schemas.openxmlformats.org/officeDocument/2006/relationships/customXml" Target="../ink/ink31.xml"/><Relationship Id="rId14" Type="http://schemas.openxmlformats.org/officeDocument/2006/relationships/image" Target="../media/image33.png"/><Relationship Id="rId30" Type="http://schemas.openxmlformats.org/officeDocument/2006/relationships/image" Target="../media/image41.png"/><Relationship Id="rId35" Type="http://schemas.openxmlformats.org/officeDocument/2006/relationships/customXml" Target="../ink/ink39.xml"/><Relationship Id="rId56" Type="http://schemas.openxmlformats.org/officeDocument/2006/relationships/image" Target="../media/image54.png"/><Relationship Id="rId77" Type="http://schemas.openxmlformats.org/officeDocument/2006/relationships/customXml" Target="../ink/ink60.xml"/><Relationship Id="rId8" Type="http://schemas.openxmlformats.org/officeDocument/2006/relationships/image" Target="../media/image30.png"/><Relationship Id="rId51" Type="http://schemas.openxmlformats.org/officeDocument/2006/relationships/customXml" Target="../ink/ink47.xml"/><Relationship Id="rId72" Type="http://schemas.openxmlformats.org/officeDocument/2006/relationships/image" Target="../media/image62.png"/><Relationship Id="rId93" Type="http://schemas.openxmlformats.org/officeDocument/2006/relationships/customXml" Target="../ink/ink68.xml"/><Relationship Id="rId98" Type="http://schemas.openxmlformats.org/officeDocument/2006/relationships/image" Target="../media/image75.png"/></Relationships>
</file>

<file path=ppt/slides/_rels/slide27.xml.rels><?xml version="1.0" encoding="UTF-8" standalone="yes"?>
<Relationships xmlns="http://schemas.openxmlformats.org/package/2006/relationships"><Relationship Id="rId117" Type="http://schemas.openxmlformats.org/officeDocument/2006/relationships/customXml" Target="../ink/ink128.xml"/><Relationship Id="rId21" Type="http://schemas.openxmlformats.org/officeDocument/2006/relationships/customXml" Target="../ink/ink80.xml"/><Relationship Id="rId324" Type="http://schemas.openxmlformats.org/officeDocument/2006/relationships/image" Target="../media/image237.png"/><Relationship Id="rId531" Type="http://schemas.openxmlformats.org/officeDocument/2006/relationships/customXml" Target="../ink/ink335.xml"/><Relationship Id="rId170" Type="http://schemas.openxmlformats.org/officeDocument/2006/relationships/image" Target="../media/image160.png"/><Relationship Id="rId268" Type="http://schemas.openxmlformats.org/officeDocument/2006/relationships/image" Target="../media/image209.png"/><Relationship Id="rId475" Type="http://schemas.openxmlformats.org/officeDocument/2006/relationships/customXml" Target="../ink/ink307.xml"/><Relationship Id="rId32" Type="http://schemas.openxmlformats.org/officeDocument/2006/relationships/image" Target="../media/image91.png"/><Relationship Id="rId128" Type="http://schemas.openxmlformats.org/officeDocument/2006/relationships/image" Target="../media/image139.png"/><Relationship Id="rId335" Type="http://schemas.openxmlformats.org/officeDocument/2006/relationships/customXml" Target="../ink/ink237.xml"/><Relationship Id="rId542" Type="http://schemas.openxmlformats.org/officeDocument/2006/relationships/image" Target="../media/image346.png"/><Relationship Id="rId181" Type="http://schemas.openxmlformats.org/officeDocument/2006/relationships/customXml" Target="../ink/ink160.xml"/><Relationship Id="rId402" Type="http://schemas.openxmlformats.org/officeDocument/2006/relationships/image" Target="../media/image276.png"/><Relationship Id="rId279" Type="http://schemas.openxmlformats.org/officeDocument/2006/relationships/customXml" Target="../ink/ink209.xml"/><Relationship Id="rId486" Type="http://schemas.openxmlformats.org/officeDocument/2006/relationships/image" Target="../media/image318.png"/><Relationship Id="rId43" Type="http://schemas.openxmlformats.org/officeDocument/2006/relationships/customXml" Target="../ink/ink91.xml"/><Relationship Id="rId139" Type="http://schemas.openxmlformats.org/officeDocument/2006/relationships/customXml" Target="../ink/ink139.xml"/><Relationship Id="rId346" Type="http://schemas.openxmlformats.org/officeDocument/2006/relationships/image" Target="../media/image248.png"/><Relationship Id="rId553" Type="http://schemas.openxmlformats.org/officeDocument/2006/relationships/customXml" Target="../ink/ink346.xml"/><Relationship Id="rId192" Type="http://schemas.openxmlformats.org/officeDocument/2006/relationships/image" Target="../media/image171.png"/><Relationship Id="rId206" Type="http://schemas.openxmlformats.org/officeDocument/2006/relationships/image" Target="../media/image178.png"/><Relationship Id="rId413" Type="http://schemas.openxmlformats.org/officeDocument/2006/relationships/customXml" Target="../ink/ink276.xml"/><Relationship Id="rId497" Type="http://schemas.openxmlformats.org/officeDocument/2006/relationships/customXml" Target="../ink/ink318.xml"/><Relationship Id="rId357" Type="http://schemas.openxmlformats.org/officeDocument/2006/relationships/customXml" Target="../ink/ink248.xml"/><Relationship Id="rId54" Type="http://schemas.openxmlformats.org/officeDocument/2006/relationships/image" Target="../media/image102.png"/><Relationship Id="rId217" Type="http://schemas.openxmlformats.org/officeDocument/2006/relationships/customXml" Target="../ink/ink178.xml"/><Relationship Id="rId564" Type="http://schemas.openxmlformats.org/officeDocument/2006/relationships/image" Target="../media/image357.png"/><Relationship Id="rId424" Type="http://schemas.openxmlformats.org/officeDocument/2006/relationships/image" Target="../media/image287.png"/><Relationship Id="rId270" Type="http://schemas.openxmlformats.org/officeDocument/2006/relationships/image" Target="../media/image210.png"/><Relationship Id="rId65" Type="http://schemas.openxmlformats.org/officeDocument/2006/relationships/customXml" Target="../ink/ink102.xml"/><Relationship Id="rId130" Type="http://schemas.openxmlformats.org/officeDocument/2006/relationships/image" Target="../media/image140.png"/><Relationship Id="rId368" Type="http://schemas.openxmlformats.org/officeDocument/2006/relationships/image" Target="../media/image259.png"/><Relationship Id="rId575" Type="http://schemas.openxmlformats.org/officeDocument/2006/relationships/customXml" Target="../ink/ink357.xml"/><Relationship Id="rId228" Type="http://schemas.openxmlformats.org/officeDocument/2006/relationships/image" Target="../media/image189.png"/><Relationship Id="rId435" Type="http://schemas.openxmlformats.org/officeDocument/2006/relationships/customXml" Target="../ink/ink287.xml"/><Relationship Id="rId281" Type="http://schemas.openxmlformats.org/officeDocument/2006/relationships/customXml" Target="../ink/ink210.xml"/><Relationship Id="rId502" Type="http://schemas.openxmlformats.org/officeDocument/2006/relationships/image" Target="../media/image326.png"/><Relationship Id="rId76" Type="http://schemas.openxmlformats.org/officeDocument/2006/relationships/image" Target="../media/image113.png"/><Relationship Id="rId141" Type="http://schemas.openxmlformats.org/officeDocument/2006/relationships/customXml" Target="../ink/ink140.xml"/><Relationship Id="rId379" Type="http://schemas.openxmlformats.org/officeDocument/2006/relationships/customXml" Target="../ink/ink259.xml"/><Relationship Id="rId586" Type="http://schemas.openxmlformats.org/officeDocument/2006/relationships/image" Target="../media/image368.png"/><Relationship Id="rId7" Type="http://schemas.openxmlformats.org/officeDocument/2006/relationships/customXml" Target="../ink/ink73.xml"/><Relationship Id="rId239" Type="http://schemas.openxmlformats.org/officeDocument/2006/relationships/customXml" Target="../ink/ink189.xml"/><Relationship Id="rId446" Type="http://schemas.openxmlformats.org/officeDocument/2006/relationships/image" Target="../media/image298.png"/><Relationship Id="rId292" Type="http://schemas.openxmlformats.org/officeDocument/2006/relationships/image" Target="../media/image221.png"/><Relationship Id="rId306" Type="http://schemas.openxmlformats.org/officeDocument/2006/relationships/image" Target="../media/image228.png"/><Relationship Id="rId87" Type="http://schemas.openxmlformats.org/officeDocument/2006/relationships/customXml" Target="../ink/ink113.xml"/><Relationship Id="rId513" Type="http://schemas.openxmlformats.org/officeDocument/2006/relationships/customXml" Target="../ink/ink326.xml"/><Relationship Id="rId597" Type="http://schemas.openxmlformats.org/officeDocument/2006/relationships/customXml" Target="../ink/ink368.xml"/><Relationship Id="rId152" Type="http://schemas.openxmlformats.org/officeDocument/2006/relationships/image" Target="../media/image151.png"/><Relationship Id="rId457" Type="http://schemas.openxmlformats.org/officeDocument/2006/relationships/customXml" Target="../ink/ink298.xml"/><Relationship Id="rId14" Type="http://schemas.openxmlformats.org/officeDocument/2006/relationships/image" Target="../media/image82.png"/><Relationship Id="rId56" Type="http://schemas.openxmlformats.org/officeDocument/2006/relationships/image" Target="../media/image103.png"/><Relationship Id="rId317" Type="http://schemas.openxmlformats.org/officeDocument/2006/relationships/customXml" Target="../ink/ink228.xml"/><Relationship Id="rId359" Type="http://schemas.openxmlformats.org/officeDocument/2006/relationships/customXml" Target="../ink/ink249.xml"/><Relationship Id="rId524" Type="http://schemas.openxmlformats.org/officeDocument/2006/relationships/image" Target="../media/image337.png"/><Relationship Id="rId566" Type="http://schemas.openxmlformats.org/officeDocument/2006/relationships/image" Target="../media/image358.png"/><Relationship Id="rId98" Type="http://schemas.openxmlformats.org/officeDocument/2006/relationships/image" Target="../media/image124.png"/><Relationship Id="rId121" Type="http://schemas.openxmlformats.org/officeDocument/2006/relationships/customXml" Target="../ink/ink130.xml"/><Relationship Id="rId163" Type="http://schemas.openxmlformats.org/officeDocument/2006/relationships/customXml" Target="../ink/ink151.xml"/><Relationship Id="rId219" Type="http://schemas.openxmlformats.org/officeDocument/2006/relationships/customXml" Target="../ink/ink179.xml"/><Relationship Id="rId370" Type="http://schemas.openxmlformats.org/officeDocument/2006/relationships/image" Target="../media/image260.png"/><Relationship Id="rId426" Type="http://schemas.openxmlformats.org/officeDocument/2006/relationships/image" Target="../media/image288.png"/><Relationship Id="rId230" Type="http://schemas.openxmlformats.org/officeDocument/2006/relationships/image" Target="../media/image190.png"/><Relationship Id="rId468" Type="http://schemas.openxmlformats.org/officeDocument/2006/relationships/image" Target="../media/image309.png"/><Relationship Id="rId25" Type="http://schemas.openxmlformats.org/officeDocument/2006/relationships/customXml" Target="../ink/ink82.xml"/><Relationship Id="rId67" Type="http://schemas.openxmlformats.org/officeDocument/2006/relationships/customXml" Target="../ink/ink103.xml"/><Relationship Id="rId272" Type="http://schemas.openxmlformats.org/officeDocument/2006/relationships/image" Target="../media/image211.png"/><Relationship Id="rId328" Type="http://schemas.openxmlformats.org/officeDocument/2006/relationships/image" Target="../media/image239.png"/><Relationship Id="rId535" Type="http://schemas.openxmlformats.org/officeDocument/2006/relationships/customXml" Target="../ink/ink337.xml"/><Relationship Id="rId577" Type="http://schemas.openxmlformats.org/officeDocument/2006/relationships/customXml" Target="../ink/ink358.xml"/><Relationship Id="rId132" Type="http://schemas.openxmlformats.org/officeDocument/2006/relationships/image" Target="../media/image141.png"/><Relationship Id="rId174" Type="http://schemas.openxmlformats.org/officeDocument/2006/relationships/image" Target="../media/image162.png"/><Relationship Id="rId381" Type="http://schemas.openxmlformats.org/officeDocument/2006/relationships/customXml" Target="../ink/ink260.xml"/><Relationship Id="rId602" Type="http://schemas.openxmlformats.org/officeDocument/2006/relationships/image" Target="../media/image376.png"/><Relationship Id="rId241" Type="http://schemas.openxmlformats.org/officeDocument/2006/relationships/customXml" Target="../ink/ink190.xml"/><Relationship Id="rId437" Type="http://schemas.openxmlformats.org/officeDocument/2006/relationships/customXml" Target="../ink/ink288.xml"/><Relationship Id="rId479" Type="http://schemas.openxmlformats.org/officeDocument/2006/relationships/customXml" Target="../ink/ink309.xml"/><Relationship Id="rId36" Type="http://schemas.openxmlformats.org/officeDocument/2006/relationships/image" Target="../media/image93.png"/><Relationship Id="rId283" Type="http://schemas.openxmlformats.org/officeDocument/2006/relationships/customXml" Target="../ink/ink211.xml"/><Relationship Id="rId339" Type="http://schemas.openxmlformats.org/officeDocument/2006/relationships/customXml" Target="../ink/ink239.xml"/><Relationship Id="rId490" Type="http://schemas.openxmlformats.org/officeDocument/2006/relationships/image" Target="../media/image320.png"/><Relationship Id="rId504" Type="http://schemas.openxmlformats.org/officeDocument/2006/relationships/image" Target="../media/image327.png"/><Relationship Id="rId546" Type="http://schemas.openxmlformats.org/officeDocument/2006/relationships/image" Target="../media/image348.png"/><Relationship Id="rId78" Type="http://schemas.openxmlformats.org/officeDocument/2006/relationships/image" Target="../media/image114.png"/><Relationship Id="rId101" Type="http://schemas.openxmlformats.org/officeDocument/2006/relationships/customXml" Target="../ink/ink120.xml"/><Relationship Id="rId143" Type="http://schemas.openxmlformats.org/officeDocument/2006/relationships/customXml" Target="../ink/ink141.xml"/><Relationship Id="rId185" Type="http://schemas.openxmlformats.org/officeDocument/2006/relationships/customXml" Target="../ink/ink162.xml"/><Relationship Id="rId350" Type="http://schemas.openxmlformats.org/officeDocument/2006/relationships/image" Target="../media/image250.png"/><Relationship Id="rId406" Type="http://schemas.openxmlformats.org/officeDocument/2006/relationships/image" Target="../media/image278.png"/><Relationship Id="rId588" Type="http://schemas.openxmlformats.org/officeDocument/2006/relationships/image" Target="../media/image369.png"/><Relationship Id="rId9" Type="http://schemas.openxmlformats.org/officeDocument/2006/relationships/customXml" Target="../ink/ink74.xml"/><Relationship Id="rId210" Type="http://schemas.openxmlformats.org/officeDocument/2006/relationships/image" Target="../media/image180.png"/><Relationship Id="rId392" Type="http://schemas.openxmlformats.org/officeDocument/2006/relationships/image" Target="../media/image271.png"/><Relationship Id="rId448" Type="http://schemas.openxmlformats.org/officeDocument/2006/relationships/image" Target="../media/image299.png"/><Relationship Id="rId252" Type="http://schemas.openxmlformats.org/officeDocument/2006/relationships/image" Target="../media/image201.png"/><Relationship Id="rId294" Type="http://schemas.openxmlformats.org/officeDocument/2006/relationships/image" Target="../media/image222.png"/><Relationship Id="rId308" Type="http://schemas.openxmlformats.org/officeDocument/2006/relationships/image" Target="../media/image229.png"/><Relationship Id="rId515" Type="http://schemas.openxmlformats.org/officeDocument/2006/relationships/customXml" Target="../ink/ink327.xml"/><Relationship Id="rId47" Type="http://schemas.openxmlformats.org/officeDocument/2006/relationships/customXml" Target="../ink/ink93.xml"/><Relationship Id="rId89" Type="http://schemas.openxmlformats.org/officeDocument/2006/relationships/customXml" Target="../ink/ink114.xml"/><Relationship Id="rId112" Type="http://schemas.openxmlformats.org/officeDocument/2006/relationships/image" Target="../media/image131.png"/><Relationship Id="rId154" Type="http://schemas.openxmlformats.org/officeDocument/2006/relationships/image" Target="../media/image152.png"/><Relationship Id="rId361" Type="http://schemas.openxmlformats.org/officeDocument/2006/relationships/customXml" Target="../ink/ink250.xml"/><Relationship Id="rId557" Type="http://schemas.openxmlformats.org/officeDocument/2006/relationships/customXml" Target="../ink/ink348.xml"/><Relationship Id="rId599" Type="http://schemas.openxmlformats.org/officeDocument/2006/relationships/customXml" Target="../ink/ink369.xml"/><Relationship Id="rId196" Type="http://schemas.openxmlformats.org/officeDocument/2006/relationships/image" Target="../media/image173.png"/><Relationship Id="rId417" Type="http://schemas.openxmlformats.org/officeDocument/2006/relationships/customXml" Target="../ink/ink278.xml"/><Relationship Id="rId459" Type="http://schemas.openxmlformats.org/officeDocument/2006/relationships/customXml" Target="../ink/ink299.xml"/><Relationship Id="rId16" Type="http://schemas.openxmlformats.org/officeDocument/2006/relationships/image" Target="../media/image83.png"/><Relationship Id="rId221" Type="http://schemas.openxmlformats.org/officeDocument/2006/relationships/customXml" Target="../ink/ink180.xml"/><Relationship Id="rId263" Type="http://schemas.openxmlformats.org/officeDocument/2006/relationships/customXml" Target="../ink/ink201.xml"/><Relationship Id="rId319" Type="http://schemas.openxmlformats.org/officeDocument/2006/relationships/customXml" Target="../ink/ink229.xml"/><Relationship Id="rId470" Type="http://schemas.openxmlformats.org/officeDocument/2006/relationships/image" Target="../media/image310.png"/><Relationship Id="rId526" Type="http://schemas.openxmlformats.org/officeDocument/2006/relationships/image" Target="../media/image338.png"/><Relationship Id="rId58" Type="http://schemas.openxmlformats.org/officeDocument/2006/relationships/image" Target="../media/image104.png"/><Relationship Id="rId123" Type="http://schemas.openxmlformats.org/officeDocument/2006/relationships/customXml" Target="../ink/ink131.xml"/><Relationship Id="rId330" Type="http://schemas.openxmlformats.org/officeDocument/2006/relationships/image" Target="../media/image240.png"/><Relationship Id="rId568" Type="http://schemas.openxmlformats.org/officeDocument/2006/relationships/image" Target="../media/image359.png"/><Relationship Id="rId165" Type="http://schemas.openxmlformats.org/officeDocument/2006/relationships/customXml" Target="../ink/ink152.xml"/><Relationship Id="rId372" Type="http://schemas.openxmlformats.org/officeDocument/2006/relationships/image" Target="../media/image261.png"/><Relationship Id="rId428" Type="http://schemas.openxmlformats.org/officeDocument/2006/relationships/image" Target="../media/image289.png"/><Relationship Id="rId232" Type="http://schemas.openxmlformats.org/officeDocument/2006/relationships/image" Target="../media/image191.png"/><Relationship Id="rId274" Type="http://schemas.openxmlformats.org/officeDocument/2006/relationships/image" Target="../media/image212.png"/><Relationship Id="rId481" Type="http://schemas.openxmlformats.org/officeDocument/2006/relationships/customXml" Target="../ink/ink310.xml"/><Relationship Id="rId27" Type="http://schemas.openxmlformats.org/officeDocument/2006/relationships/customXml" Target="../ink/ink83.xml"/><Relationship Id="rId69" Type="http://schemas.openxmlformats.org/officeDocument/2006/relationships/customXml" Target="../ink/ink104.xml"/><Relationship Id="rId134" Type="http://schemas.openxmlformats.org/officeDocument/2006/relationships/image" Target="../media/image142.png"/><Relationship Id="rId537" Type="http://schemas.openxmlformats.org/officeDocument/2006/relationships/customXml" Target="../ink/ink338.xml"/><Relationship Id="rId579" Type="http://schemas.openxmlformats.org/officeDocument/2006/relationships/customXml" Target="../ink/ink359.xml"/><Relationship Id="rId80" Type="http://schemas.openxmlformats.org/officeDocument/2006/relationships/image" Target="../media/image115.png"/><Relationship Id="rId176" Type="http://schemas.openxmlformats.org/officeDocument/2006/relationships/image" Target="../media/image163.png"/><Relationship Id="rId341" Type="http://schemas.openxmlformats.org/officeDocument/2006/relationships/customXml" Target="../ink/ink240.xml"/><Relationship Id="rId383" Type="http://schemas.openxmlformats.org/officeDocument/2006/relationships/customXml" Target="../ink/ink261.xml"/><Relationship Id="rId439" Type="http://schemas.openxmlformats.org/officeDocument/2006/relationships/customXml" Target="../ink/ink289.xml"/><Relationship Id="rId590" Type="http://schemas.openxmlformats.org/officeDocument/2006/relationships/image" Target="../media/image370.png"/><Relationship Id="rId201" Type="http://schemas.openxmlformats.org/officeDocument/2006/relationships/customXml" Target="../ink/ink170.xml"/><Relationship Id="rId243" Type="http://schemas.openxmlformats.org/officeDocument/2006/relationships/customXml" Target="../ink/ink191.xml"/><Relationship Id="rId285" Type="http://schemas.openxmlformats.org/officeDocument/2006/relationships/customXml" Target="../ink/ink212.xml"/><Relationship Id="rId450" Type="http://schemas.openxmlformats.org/officeDocument/2006/relationships/image" Target="../media/image300.png"/><Relationship Id="rId506" Type="http://schemas.openxmlformats.org/officeDocument/2006/relationships/image" Target="../media/image328.png"/><Relationship Id="rId38" Type="http://schemas.openxmlformats.org/officeDocument/2006/relationships/image" Target="../media/image94.png"/><Relationship Id="rId103" Type="http://schemas.openxmlformats.org/officeDocument/2006/relationships/customXml" Target="../ink/ink121.xml"/><Relationship Id="rId310" Type="http://schemas.openxmlformats.org/officeDocument/2006/relationships/image" Target="../media/image230.png"/><Relationship Id="rId492" Type="http://schemas.openxmlformats.org/officeDocument/2006/relationships/image" Target="../media/image321.png"/><Relationship Id="rId548" Type="http://schemas.openxmlformats.org/officeDocument/2006/relationships/image" Target="../media/image349.png"/><Relationship Id="rId91" Type="http://schemas.openxmlformats.org/officeDocument/2006/relationships/customXml" Target="../ink/ink115.xml"/><Relationship Id="rId145" Type="http://schemas.openxmlformats.org/officeDocument/2006/relationships/customXml" Target="../ink/ink142.xml"/><Relationship Id="rId187" Type="http://schemas.openxmlformats.org/officeDocument/2006/relationships/customXml" Target="../ink/ink163.xml"/><Relationship Id="rId352" Type="http://schemas.openxmlformats.org/officeDocument/2006/relationships/image" Target="../media/image251.png"/><Relationship Id="rId394" Type="http://schemas.openxmlformats.org/officeDocument/2006/relationships/image" Target="../media/image272.png"/><Relationship Id="rId408" Type="http://schemas.openxmlformats.org/officeDocument/2006/relationships/image" Target="../media/image279.png"/><Relationship Id="rId212" Type="http://schemas.openxmlformats.org/officeDocument/2006/relationships/image" Target="../media/image181.png"/><Relationship Id="rId254" Type="http://schemas.openxmlformats.org/officeDocument/2006/relationships/image" Target="../media/image202.png"/><Relationship Id="rId49" Type="http://schemas.openxmlformats.org/officeDocument/2006/relationships/customXml" Target="../ink/ink94.xml"/><Relationship Id="rId114" Type="http://schemas.openxmlformats.org/officeDocument/2006/relationships/image" Target="../media/image132.png"/><Relationship Id="rId296" Type="http://schemas.openxmlformats.org/officeDocument/2006/relationships/image" Target="../media/image223.png"/><Relationship Id="rId461" Type="http://schemas.openxmlformats.org/officeDocument/2006/relationships/customXml" Target="../ink/ink300.xml"/><Relationship Id="rId517" Type="http://schemas.openxmlformats.org/officeDocument/2006/relationships/customXml" Target="../ink/ink328.xml"/><Relationship Id="rId559" Type="http://schemas.openxmlformats.org/officeDocument/2006/relationships/customXml" Target="../ink/ink349.xml"/><Relationship Id="rId60" Type="http://schemas.openxmlformats.org/officeDocument/2006/relationships/image" Target="../media/image105.png"/><Relationship Id="rId156" Type="http://schemas.openxmlformats.org/officeDocument/2006/relationships/image" Target="../media/image153.png"/><Relationship Id="rId198" Type="http://schemas.openxmlformats.org/officeDocument/2006/relationships/image" Target="../media/image174.png"/><Relationship Id="rId321" Type="http://schemas.openxmlformats.org/officeDocument/2006/relationships/customXml" Target="../ink/ink230.xml"/><Relationship Id="rId363" Type="http://schemas.openxmlformats.org/officeDocument/2006/relationships/customXml" Target="../ink/ink251.xml"/><Relationship Id="rId419" Type="http://schemas.openxmlformats.org/officeDocument/2006/relationships/customXml" Target="../ink/ink279.xml"/><Relationship Id="rId570" Type="http://schemas.openxmlformats.org/officeDocument/2006/relationships/image" Target="../media/image360.png"/><Relationship Id="rId223" Type="http://schemas.openxmlformats.org/officeDocument/2006/relationships/customXml" Target="../ink/ink181.xml"/><Relationship Id="rId430" Type="http://schemas.openxmlformats.org/officeDocument/2006/relationships/image" Target="../media/image290.png"/><Relationship Id="rId18" Type="http://schemas.openxmlformats.org/officeDocument/2006/relationships/image" Target="../media/image84.png"/><Relationship Id="rId265" Type="http://schemas.openxmlformats.org/officeDocument/2006/relationships/customXml" Target="../ink/ink202.xml"/><Relationship Id="rId472" Type="http://schemas.openxmlformats.org/officeDocument/2006/relationships/image" Target="../media/image311.png"/><Relationship Id="rId528" Type="http://schemas.openxmlformats.org/officeDocument/2006/relationships/image" Target="../media/image339.png"/><Relationship Id="rId125" Type="http://schemas.openxmlformats.org/officeDocument/2006/relationships/customXml" Target="../ink/ink132.xml"/><Relationship Id="rId167" Type="http://schemas.openxmlformats.org/officeDocument/2006/relationships/customXml" Target="../ink/ink153.xml"/><Relationship Id="rId332" Type="http://schemas.openxmlformats.org/officeDocument/2006/relationships/image" Target="../media/image241.png"/><Relationship Id="rId374" Type="http://schemas.openxmlformats.org/officeDocument/2006/relationships/image" Target="../media/image262.png"/><Relationship Id="rId581" Type="http://schemas.openxmlformats.org/officeDocument/2006/relationships/customXml" Target="../ink/ink360.xml"/><Relationship Id="rId71" Type="http://schemas.openxmlformats.org/officeDocument/2006/relationships/customXml" Target="../ink/ink105.xml"/><Relationship Id="rId234" Type="http://schemas.openxmlformats.org/officeDocument/2006/relationships/image" Target="../media/image192.png"/><Relationship Id="rId2" Type="http://schemas.openxmlformats.org/officeDocument/2006/relationships/image" Target="../media/image76.png"/><Relationship Id="rId29" Type="http://schemas.openxmlformats.org/officeDocument/2006/relationships/customXml" Target="../ink/ink84.xml"/><Relationship Id="rId276" Type="http://schemas.openxmlformats.org/officeDocument/2006/relationships/image" Target="../media/image213.png"/><Relationship Id="rId441" Type="http://schemas.openxmlformats.org/officeDocument/2006/relationships/customXml" Target="../ink/ink290.xml"/><Relationship Id="rId483" Type="http://schemas.openxmlformats.org/officeDocument/2006/relationships/customXml" Target="../ink/ink311.xml"/><Relationship Id="rId539" Type="http://schemas.openxmlformats.org/officeDocument/2006/relationships/customXml" Target="../ink/ink339.xml"/><Relationship Id="rId40" Type="http://schemas.openxmlformats.org/officeDocument/2006/relationships/image" Target="../media/image95.png"/><Relationship Id="rId136" Type="http://schemas.openxmlformats.org/officeDocument/2006/relationships/image" Target="../media/image143.png"/><Relationship Id="rId178" Type="http://schemas.openxmlformats.org/officeDocument/2006/relationships/image" Target="../media/image164.png"/><Relationship Id="rId301" Type="http://schemas.openxmlformats.org/officeDocument/2006/relationships/customXml" Target="../ink/ink220.xml"/><Relationship Id="rId343" Type="http://schemas.openxmlformats.org/officeDocument/2006/relationships/customXml" Target="../ink/ink241.xml"/><Relationship Id="rId550" Type="http://schemas.openxmlformats.org/officeDocument/2006/relationships/image" Target="../media/image350.png"/><Relationship Id="rId82" Type="http://schemas.openxmlformats.org/officeDocument/2006/relationships/image" Target="../media/image116.png"/><Relationship Id="rId203" Type="http://schemas.openxmlformats.org/officeDocument/2006/relationships/customXml" Target="../ink/ink171.xml"/><Relationship Id="rId385" Type="http://schemas.openxmlformats.org/officeDocument/2006/relationships/customXml" Target="../ink/ink262.xml"/><Relationship Id="rId592" Type="http://schemas.openxmlformats.org/officeDocument/2006/relationships/image" Target="../media/image371.png"/><Relationship Id="rId245" Type="http://schemas.openxmlformats.org/officeDocument/2006/relationships/customXml" Target="../ink/ink192.xml"/><Relationship Id="rId287" Type="http://schemas.openxmlformats.org/officeDocument/2006/relationships/customXml" Target="../ink/ink213.xml"/><Relationship Id="rId410" Type="http://schemas.openxmlformats.org/officeDocument/2006/relationships/image" Target="../media/image280.png"/><Relationship Id="rId452" Type="http://schemas.openxmlformats.org/officeDocument/2006/relationships/image" Target="../media/image301.png"/><Relationship Id="rId494" Type="http://schemas.openxmlformats.org/officeDocument/2006/relationships/image" Target="../media/image322.png"/><Relationship Id="rId508" Type="http://schemas.openxmlformats.org/officeDocument/2006/relationships/image" Target="../media/image329.png"/><Relationship Id="rId105" Type="http://schemas.openxmlformats.org/officeDocument/2006/relationships/customXml" Target="../ink/ink122.xml"/><Relationship Id="rId147" Type="http://schemas.openxmlformats.org/officeDocument/2006/relationships/customXml" Target="../ink/ink143.xml"/><Relationship Id="rId312" Type="http://schemas.openxmlformats.org/officeDocument/2006/relationships/image" Target="../media/image231.png"/><Relationship Id="rId354" Type="http://schemas.openxmlformats.org/officeDocument/2006/relationships/image" Target="../media/image252.png"/><Relationship Id="rId51" Type="http://schemas.openxmlformats.org/officeDocument/2006/relationships/customXml" Target="../ink/ink95.xml"/><Relationship Id="rId93" Type="http://schemas.openxmlformats.org/officeDocument/2006/relationships/customXml" Target="../ink/ink116.xml"/><Relationship Id="rId189" Type="http://schemas.openxmlformats.org/officeDocument/2006/relationships/customXml" Target="../ink/ink164.xml"/><Relationship Id="rId396" Type="http://schemas.openxmlformats.org/officeDocument/2006/relationships/image" Target="../media/image273.png"/><Relationship Id="rId561" Type="http://schemas.openxmlformats.org/officeDocument/2006/relationships/customXml" Target="../ink/ink350.xml"/><Relationship Id="rId214" Type="http://schemas.openxmlformats.org/officeDocument/2006/relationships/image" Target="../media/image182.png"/><Relationship Id="rId256" Type="http://schemas.openxmlformats.org/officeDocument/2006/relationships/image" Target="../media/image203.png"/><Relationship Id="rId298" Type="http://schemas.openxmlformats.org/officeDocument/2006/relationships/image" Target="../media/image224.png"/><Relationship Id="rId421" Type="http://schemas.openxmlformats.org/officeDocument/2006/relationships/customXml" Target="../ink/ink280.xml"/><Relationship Id="rId463" Type="http://schemas.openxmlformats.org/officeDocument/2006/relationships/customXml" Target="../ink/ink301.xml"/><Relationship Id="rId519" Type="http://schemas.openxmlformats.org/officeDocument/2006/relationships/customXml" Target="../ink/ink329.xml"/><Relationship Id="rId116" Type="http://schemas.openxmlformats.org/officeDocument/2006/relationships/image" Target="../media/image133.png"/><Relationship Id="rId158" Type="http://schemas.openxmlformats.org/officeDocument/2006/relationships/image" Target="../media/image154.png"/><Relationship Id="rId323" Type="http://schemas.openxmlformats.org/officeDocument/2006/relationships/customXml" Target="../ink/ink231.xml"/><Relationship Id="rId530" Type="http://schemas.openxmlformats.org/officeDocument/2006/relationships/image" Target="../media/image340.png"/><Relationship Id="rId20" Type="http://schemas.openxmlformats.org/officeDocument/2006/relationships/image" Target="../media/image85.png"/><Relationship Id="rId62" Type="http://schemas.openxmlformats.org/officeDocument/2006/relationships/image" Target="../media/image106.png"/><Relationship Id="rId365" Type="http://schemas.openxmlformats.org/officeDocument/2006/relationships/customXml" Target="../ink/ink252.xml"/><Relationship Id="rId572" Type="http://schemas.openxmlformats.org/officeDocument/2006/relationships/image" Target="../media/image361.png"/><Relationship Id="rId225" Type="http://schemas.openxmlformats.org/officeDocument/2006/relationships/customXml" Target="../ink/ink182.xml"/><Relationship Id="rId267" Type="http://schemas.openxmlformats.org/officeDocument/2006/relationships/customXml" Target="../ink/ink203.xml"/><Relationship Id="rId432" Type="http://schemas.openxmlformats.org/officeDocument/2006/relationships/image" Target="../media/image291.png"/><Relationship Id="rId474" Type="http://schemas.openxmlformats.org/officeDocument/2006/relationships/image" Target="../media/image312.png"/><Relationship Id="rId127" Type="http://schemas.openxmlformats.org/officeDocument/2006/relationships/customXml" Target="../ink/ink133.xml"/><Relationship Id="rId31" Type="http://schemas.openxmlformats.org/officeDocument/2006/relationships/customXml" Target="../ink/ink85.xml"/><Relationship Id="rId73" Type="http://schemas.openxmlformats.org/officeDocument/2006/relationships/customXml" Target="../ink/ink106.xml"/><Relationship Id="rId169" Type="http://schemas.openxmlformats.org/officeDocument/2006/relationships/customXml" Target="../ink/ink154.xml"/><Relationship Id="rId334" Type="http://schemas.openxmlformats.org/officeDocument/2006/relationships/image" Target="../media/image242.png"/><Relationship Id="rId376" Type="http://schemas.openxmlformats.org/officeDocument/2006/relationships/image" Target="../media/image263.png"/><Relationship Id="rId541" Type="http://schemas.openxmlformats.org/officeDocument/2006/relationships/customXml" Target="../ink/ink340.xml"/><Relationship Id="rId583" Type="http://schemas.openxmlformats.org/officeDocument/2006/relationships/customXml" Target="../ink/ink361.xml"/><Relationship Id="rId4" Type="http://schemas.openxmlformats.org/officeDocument/2006/relationships/image" Target="../media/image77.png"/><Relationship Id="rId180" Type="http://schemas.openxmlformats.org/officeDocument/2006/relationships/image" Target="../media/image165.png"/><Relationship Id="rId236" Type="http://schemas.openxmlformats.org/officeDocument/2006/relationships/image" Target="../media/image193.png"/><Relationship Id="rId278" Type="http://schemas.openxmlformats.org/officeDocument/2006/relationships/image" Target="../media/image214.png"/><Relationship Id="rId401" Type="http://schemas.openxmlformats.org/officeDocument/2006/relationships/customXml" Target="../ink/ink270.xml"/><Relationship Id="rId443" Type="http://schemas.openxmlformats.org/officeDocument/2006/relationships/customXml" Target="../ink/ink291.xml"/><Relationship Id="rId303" Type="http://schemas.openxmlformats.org/officeDocument/2006/relationships/customXml" Target="../ink/ink221.xml"/><Relationship Id="rId485" Type="http://schemas.openxmlformats.org/officeDocument/2006/relationships/customXml" Target="../ink/ink312.xml"/><Relationship Id="rId42" Type="http://schemas.openxmlformats.org/officeDocument/2006/relationships/image" Target="../media/image96.png"/><Relationship Id="rId84" Type="http://schemas.openxmlformats.org/officeDocument/2006/relationships/image" Target="../media/image117.png"/><Relationship Id="rId138" Type="http://schemas.openxmlformats.org/officeDocument/2006/relationships/image" Target="../media/image144.png"/><Relationship Id="rId345" Type="http://schemas.openxmlformats.org/officeDocument/2006/relationships/customXml" Target="../ink/ink242.xml"/><Relationship Id="rId387" Type="http://schemas.openxmlformats.org/officeDocument/2006/relationships/customXml" Target="../ink/ink263.xml"/><Relationship Id="rId510" Type="http://schemas.openxmlformats.org/officeDocument/2006/relationships/image" Target="../media/image330.png"/><Relationship Id="rId552" Type="http://schemas.openxmlformats.org/officeDocument/2006/relationships/image" Target="../media/image351.png"/><Relationship Id="rId594" Type="http://schemas.openxmlformats.org/officeDocument/2006/relationships/image" Target="../media/image372.png"/><Relationship Id="rId191" Type="http://schemas.openxmlformats.org/officeDocument/2006/relationships/customXml" Target="../ink/ink165.xml"/><Relationship Id="rId205" Type="http://schemas.openxmlformats.org/officeDocument/2006/relationships/customXml" Target="../ink/ink172.xml"/><Relationship Id="rId247" Type="http://schemas.openxmlformats.org/officeDocument/2006/relationships/customXml" Target="../ink/ink193.xml"/><Relationship Id="rId412" Type="http://schemas.openxmlformats.org/officeDocument/2006/relationships/image" Target="../media/image281.png"/><Relationship Id="rId107" Type="http://schemas.openxmlformats.org/officeDocument/2006/relationships/customXml" Target="../ink/ink123.xml"/><Relationship Id="rId289" Type="http://schemas.openxmlformats.org/officeDocument/2006/relationships/customXml" Target="../ink/ink214.xml"/><Relationship Id="rId454" Type="http://schemas.openxmlformats.org/officeDocument/2006/relationships/image" Target="../media/image302.png"/><Relationship Id="rId496" Type="http://schemas.openxmlformats.org/officeDocument/2006/relationships/image" Target="../media/image323.png"/><Relationship Id="rId11" Type="http://schemas.openxmlformats.org/officeDocument/2006/relationships/customXml" Target="../ink/ink75.xml"/><Relationship Id="rId53" Type="http://schemas.openxmlformats.org/officeDocument/2006/relationships/customXml" Target="../ink/ink96.xml"/><Relationship Id="rId149" Type="http://schemas.openxmlformats.org/officeDocument/2006/relationships/customXml" Target="../ink/ink144.xml"/><Relationship Id="rId314" Type="http://schemas.openxmlformats.org/officeDocument/2006/relationships/image" Target="../media/image232.png"/><Relationship Id="rId356" Type="http://schemas.openxmlformats.org/officeDocument/2006/relationships/image" Target="../media/image253.png"/><Relationship Id="rId398" Type="http://schemas.openxmlformats.org/officeDocument/2006/relationships/image" Target="../media/image274.png"/><Relationship Id="rId521" Type="http://schemas.openxmlformats.org/officeDocument/2006/relationships/customXml" Target="../ink/ink330.xml"/><Relationship Id="rId563" Type="http://schemas.openxmlformats.org/officeDocument/2006/relationships/customXml" Target="../ink/ink351.xml"/><Relationship Id="rId95" Type="http://schemas.openxmlformats.org/officeDocument/2006/relationships/customXml" Target="../ink/ink117.xml"/><Relationship Id="rId160" Type="http://schemas.openxmlformats.org/officeDocument/2006/relationships/image" Target="../media/image155.png"/><Relationship Id="rId216" Type="http://schemas.openxmlformats.org/officeDocument/2006/relationships/image" Target="../media/image183.png"/><Relationship Id="rId423" Type="http://schemas.openxmlformats.org/officeDocument/2006/relationships/customXml" Target="../ink/ink281.xml"/><Relationship Id="rId258" Type="http://schemas.openxmlformats.org/officeDocument/2006/relationships/image" Target="../media/image204.png"/><Relationship Id="rId465" Type="http://schemas.openxmlformats.org/officeDocument/2006/relationships/customXml" Target="../ink/ink302.xml"/><Relationship Id="rId22" Type="http://schemas.openxmlformats.org/officeDocument/2006/relationships/image" Target="../media/image86.png"/><Relationship Id="rId64" Type="http://schemas.openxmlformats.org/officeDocument/2006/relationships/image" Target="../media/image107.png"/><Relationship Id="rId118" Type="http://schemas.openxmlformats.org/officeDocument/2006/relationships/image" Target="../media/image134.png"/><Relationship Id="rId325" Type="http://schemas.openxmlformats.org/officeDocument/2006/relationships/customXml" Target="../ink/ink232.xml"/><Relationship Id="rId367" Type="http://schemas.openxmlformats.org/officeDocument/2006/relationships/customXml" Target="../ink/ink253.xml"/><Relationship Id="rId532" Type="http://schemas.openxmlformats.org/officeDocument/2006/relationships/image" Target="../media/image341.png"/><Relationship Id="rId574" Type="http://schemas.openxmlformats.org/officeDocument/2006/relationships/image" Target="../media/image362.png"/><Relationship Id="rId171" Type="http://schemas.openxmlformats.org/officeDocument/2006/relationships/customXml" Target="../ink/ink155.xml"/><Relationship Id="rId227" Type="http://schemas.openxmlformats.org/officeDocument/2006/relationships/customXml" Target="../ink/ink183.xml"/><Relationship Id="rId269" Type="http://schemas.openxmlformats.org/officeDocument/2006/relationships/customXml" Target="../ink/ink204.xml"/><Relationship Id="rId434" Type="http://schemas.openxmlformats.org/officeDocument/2006/relationships/image" Target="../media/image292.png"/><Relationship Id="rId476" Type="http://schemas.openxmlformats.org/officeDocument/2006/relationships/image" Target="../media/image313.png"/><Relationship Id="rId33" Type="http://schemas.openxmlformats.org/officeDocument/2006/relationships/customXml" Target="../ink/ink86.xml"/><Relationship Id="rId129" Type="http://schemas.openxmlformats.org/officeDocument/2006/relationships/customXml" Target="../ink/ink134.xml"/><Relationship Id="rId280" Type="http://schemas.openxmlformats.org/officeDocument/2006/relationships/image" Target="../media/image215.png"/><Relationship Id="rId336" Type="http://schemas.openxmlformats.org/officeDocument/2006/relationships/image" Target="../media/image243.png"/><Relationship Id="rId501" Type="http://schemas.openxmlformats.org/officeDocument/2006/relationships/customXml" Target="../ink/ink320.xml"/><Relationship Id="rId543" Type="http://schemas.openxmlformats.org/officeDocument/2006/relationships/customXml" Target="../ink/ink341.xml"/><Relationship Id="rId75" Type="http://schemas.openxmlformats.org/officeDocument/2006/relationships/customXml" Target="../ink/ink107.xml"/><Relationship Id="rId140" Type="http://schemas.openxmlformats.org/officeDocument/2006/relationships/image" Target="../media/image145.png"/><Relationship Id="rId182" Type="http://schemas.openxmlformats.org/officeDocument/2006/relationships/image" Target="../media/image166.png"/><Relationship Id="rId378" Type="http://schemas.openxmlformats.org/officeDocument/2006/relationships/image" Target="../media/image264.png"/><Relationship Id="rId403" Type="http://schemas.openxmlformats.org/officeDocument/2006/relationships/customXml" Target="../ink/ink271.xml"/><Relationship Id="rId585" Type="http://schemas.openxmlformats.org/officeDocument/2006/relationships/customXml" Target="../ink/ink362.xml"/><Relationship Id="rId6" Type="http://schemas.openxmlformats.org/officeDocument/2006/relationships/image" Target="../media/image78.png"/><Relationship Id="rId238" Type="http://schemas.openxmlformats.org/officeDocument/2006/relationships/image" Target="../media/image194.png"/><Relationship Id="rId445" Type="http://schemas.openxmlformats.org/officeDocument/2006/relationships/customXml" Target="../ink/ink292.xml"/><Relationship Id="rId487" Type="http://schemas.openxmlformats.org/officeDocument/2006/relationships/customXml" Target="../ink/ink313.xml"/><Relationship Id="rId291" Type="http://schemas.openxmlformats.org/officeDocument/2006/relationships/customXml" Target="../ink/ink215.xml"/><Relationship Id="rId305" Type="http://schemas.openxmlformats.org/officeDocument/2006/relationships/customXml" Target="../ink/ink222.xml"/><Relationship Id="rId347" Type="http://schemas.openxmlformats.org/officeDocument/2006/relationships/customXml" Target="../ink/ink243.xml"/><Relationship Id="rId512" Type="http://schemas.openxmlformats.org/officeDocument/2006/relationships/image" Target="../media/image331.png"/><Relationship Id="rId44" Type="http://schemas.openxmlformats.org/officeDocument/2006/relationships/image" Target="../media/image97.png"/><Relationship Id="rId86" Type="http://schemas.openxmlformats.org/officeDocument/2006/relationships/image" Target="../media/image118.png"/><Relationship Id="rId151" Type="http://schemas.openxmlformats.org/officeDocument/2006/relationships/customXml" Target="../ink/ink145.xml"/><Relationship Id="rId389" Type="http://schemas.openxmlformats.org/officeDocument/2006/relationships/customXml" Target="../ink/ink264.xml"/><Relationship Id="rId554" Type="http://schemas.openxmlformats.org/officeDocument/2006/relationships/image" Target="../media/image352.png"/><Relationship Id="rId596" Type="http://schemas.openxmlformats.org/officeDocument/2006/relationships/image" Target="../media/image373.png"/><Relationship Id="rId193" Type="http://schemas.openxmlformats.org/officeDocument/2006/relationships/customXml" Target="../ink/ink166.xml"/><Relationship Id="rId207" Type="http://schemas.openxmlformats.org/officeDocument/2006/relationships/customXml" Target="../ink/ink173.xml"/><Relationship Id="rId249" Type="http://schemas.openxmlformats.org/officeDocument/2006/relationships/customXml" Target="../ink/ink194.xml"/><Relationship Id="rId414" Type="http://schemas.openxmlformats.org/officeDocument/2006/relationships/image" Target="../media/image282.png"/><Relationship Id="rId456" Type="http://schemas.openxmlformats.org/officeDocument/2006/relationships/image" Target="../media/image303.png"/><Relationship Id="rId498" Type="http://schemas.openxmlformats.org/officeDocument/2006/relationships/image" Target="../media/image324.png"/><Relationship Id="rId13" Type="http://schemas.openxmlformats.org/officeDocument/2006/relationships/customXml" Target="../ink/ink76.xml"/><Relationship Id="rId109" Type="http://schemas.openxmlformats.org/officeDocument/2006/relationships/customXml" Target="../ink/ink124.xml"/><Relationship Id="rId260" Type="http://schemas.openxmlformats.org/officeDocument/2006/relationships/image" Target="../media/image205.png"/><Relationship Id="rId316" Type="http://schemas.openxmlformats.org/officeDocument/2006/relationships/image" Target="../media/image233.png"/><Relationship Id="rId523" Type="http://schemas.openxmlformats.org/officeDocument/2006/relationships/customXml" Target="../ink/ink331.xml"/><Relationship Id="rId55" Type="http://schemas.openxmlformats.org/officeDocument/2006/relationships/customXml" Target="../ink/ink97.xml"/><Relationship Id="rId97" Type="http://schemas.openxmlformats.org/officeDocument/2006/relationships/customXml" Target="../ink/ink118.xml"/><Relationship Id="rId120" Type="http://schemas.openxmlformats.org/officeDocument/2006/relationships/image" Target="../media/image135.png"/><Relationship Id="rId358" Type="http://schemas.openxmlformats.org/officeDocument/2006/relationships/image" Target="../media/image254.png"/><Relationship Id="rId565" Type="http://schemas.openxmlformats.org/officeDocument/2006/relationships/customXml" Target="../ink/ink352.xml"/><Relationship Id="rId162" Type="http://schemas.openxmlformats.org/officeDocument/2006/relationships/image" Target="../media/image156.png"/><Relationship Id="rId218" Type="http://schemas.openxmlformats.org/officeDocument/2006/relationships/image" Target="../media/image184.png"/><Relationship Id="rId425" Type="http://schemas.openxmlformats.org/officeDocument/2006/relationships/customXml" Target="../ink/ink282.xml"/><Relationship Id="rId467" Type="http://schemas.openxmlformats.org/officeDocument/2006/relationships/customXml" Target="../ink/ink303.xml"/><Relationship Id="rId271" Type="http://schemas.openxmlformats.org/officeDocument/2006/relationships/customXml" Target="../ink/ink205.xml"/><Relationship Id="rId24" Type="http://schemas.openxmlformats.org/officeDocument/2006/relationships/image" Target="../media/image87.png"/><Relationship Id="rId66" Type="http://schemas.openxmlformats.org/officeDocument/2006/relationships/image" Target="../media/image108.png"/><Relationship Id="rId131" Type="http://schemas.openxmlformats.org/officeDocument/2006/relationships/customXml" Target="../ink/ink135.xml"/><Relationship Id="rId327" Type="http://schemas.openxmlformats.org/officeDocument/2006/relationships/customXml" Target="../ink/ink233.xml"/><Relationship Id="rId369" Type="http://schemas.openxmlformats.org/officeDocument/2006/relationships/customXml" Target="../ink/ink254.xml"/><Relationship Id="rId534" Type="http://schemas.openxmlformats.org/officeDocument/2006/relationships/image" Target="../media/image342.png"/><Relationship Id="rId576" Type="http://schemas.openxmlformats.org/officeDocument/2006/relationships/image" Target="../media/image363.png"/><Relationship Id="rId173" Type="http://schemas.openxmlformats.org/officeDocument/2006/relationships/customXml" Target="../ink/ink156.xml"/><Relationship Id="rId229" Type="http://schemas.openxmlformats.org/officeDocument/2006/relationships/customXml" Target="../ink/ink184.xml"/><Relationship Id="rId380" Type="http://schemas.openxmlformats.org/officeDocument/2006/relationships/image" Target="../media/image265.png"/><Relationship Id="rId436" Type="http://schemas.openxmlformats.org/officeDocument/2006/relationships/image" Target="../media/image293.png"/><Relationship Id="rId601" Type="http://schemas.openxmlformats.org/officeDocument/2006/relationships/customXml" Target="../ink/ink370.xml"/><Relationship Id="rId240" Type="http://schemas.openxmlformats.org/officeDocument/2006/relationships/image" Target="../media/image195.png"/><Relationship Id="rId478" Type="http://schemas.openxmlformats.org/officeDocument/2006/relationships/image" Target="../media/image314.png"/><Relationship Id="rId35" Type="http://schemas.openxmlformats.org/officeDocument/2006/relationships/customXml" Target="../ink/ink87.xml"/><Relationship Id="rId77" Type="http://schemas.openxmlformats.org/officeDocument/2006/relationships/customXml" Target="../ink/ink108.xml"/><Relationship Id="rId100" Type="http://schemas.openxmlformats.org/officeDocument/2006/relationships/image" Target="../media/image125.png"/><Relationship Id="rId282" Type="http://schemas.openxmlformats.org/officeDocument/2006/relationships/image" Target="../media/image216.png"/><Relationship Id="rId338" Type="http://schemas.openxmlformats.org/officeDocument/2006/relationships/image" Target="../media/image244.png"/><Relationship Id="rId503" Type="http://schemas.openxmlformats.org/officeDocument/2006/relationships/customXml" Target="../ink/ink321.xml"/><Relationship Id="rId545" Type="http://schemas.openxmlformats.org/officeDocument/2006/relationships/customXml" Target="../ink/ink342.xml"/><Relationship Id="rId587" Type="http://schemas.openxmlformats.org/officeDocument/2006/relationships/customXml" Target="../ink/ink363.xml"/><Relationship Id="rId8" Type="http://schemas.openxmlformats.org/officeDocument/2006/relationships/image" Target="../media/image79.png"/><Relationship Id="rId142" Type="http://schemas.openxmlformats.org/officeDocument/2006/relationships/image" Target="../media/image146.png"/><Relationship Id="rId184" Type="http://schemas.openxmlformats.org/officeDocument/2006/relationships/image" Target="../media/image167.png"/><Relationship Id="rId391" Type="http://schemas.openxmlformats.org/officeDocument/2006/relationships/customXml" Target="../ink/ink265.xml"/><Relationship Id="rId405" Type="http://schemas.openxmlformats.org/officeDocument/2006/relationships/customXml" Target="../ink/ink272.xml"/><Relationship Id="rId447" Type="http://schemas.openxmlformats.org/officeDocument/2006/relationships/customXml" Target="../ink/ink293.xml"/><Relationship Id="rId251" Type="http://schemas.openxmlformats.org/officeDocument/2006/relationships/customXml" Target="../ink/ink195.xml"/><Relationship Id="rId489" Type="http://schemas.openxmlformats.org/officeDocument/2006/relationships/customXml" Target="../ink/ink314.xml"/><Relationship Id="rId46" Type="http://schemas.openxmlformats.org/officeDocument/2006/relationships/image" Target="../media/image98.png"/><Relationship Id="rId293" Type="http://schemas.openxmlformats.org/officeDocument/2006/relationships/customXml" Target="../ink/ink216.xml"/><Relationship Id="rId307" Type="http://schemas.openxmlformats.org/officeDocument/2006/relationships/customXml" Target="../ink/ink223.xml"/><Relationship Id="rId349" Type="http://schemas.openxmlformats.org/officeDocument/2006/relationships/customXml" Target="../ink/ink244.xml"/><Relationship Id="rId514" Type="http://schemas.openxmlformats.org/officeDocument/2006/relationships/image" Target="../media/image332.png"/><Relationship Id="rId556" Type="http://schemas.openxmlformats.org/officeDocument/2006/relationships/image" Target="../media/image353.png"/><Relationship Id="rId88" Type="http://schemas.openxmlformats.org/officeDocument/2006/relationships/image" Target="../media/image119.png"/><Relationship Id="rId111" Type="http://schemas.openxmlformats.org/officeDocument/2006/relationships/customXml" Target="../ink/ink125.xml"/><Relationship Id="rId153" Type="http://schemas.openxmlformats.org/officeDocument/2006/relationships/customXml" Target="../ink/ink146.xml"/><Relationship Id="rId195" Type="http://schemas.openxmlformats.org/officeDocument/2006/relationships/customXml" Target="../ink/ink167.xml"/><Relationship Id="rId209" Type="http://schemas.openxmlformats.org/officeDocument/2006/relationships/customXml" Target="../ink/ink174.xml"/><Relationship Id="rId360" Type="http://schemas.openxmlformats.org/officeDocument/2006/relationships/image" Target="../media/image255.png"/><Relationship Id="rId416" Type="http://schemas.openxmlformats.org/officeDocument/2006/relationships/image" Target="../media/image283.png"/><Relationship Id="rId598" Type="http://schemas.openxmlformats.org/officeDocument/2006/relationships/image" Target="../media/image374.png"/><Relationship Id="rId220" Type="http://schemas.openxmlformats.org/officeDocument/2006/relationships/image" Target="../media/image185.png"/><Relationship Id="rId458" Type="http://schemas.openxmlformats.org/officeDocument/2006/relationships/image" Target="../media/image304.png"/><Relationship Id="rId15" Type="http://schemas.openxmlformats.org/officeDocument/2006/relationships/customXml" Target="../ink/ink77.xml"/><Relationship Id="rId57" Type="http://schemas.openxmlformats.org/officeDocument/2006/relationships/customXml" Target="../ink/ink98.xml"/><Relationship Id="rId262" Type="http://schemas.openxmlformats.org/officeDocument/2006/relationships/image" Target="../media/image206.png"/><Relationship Id="rId318" Type="http://schemas.openxmlformats.org/officeDocument/2006/relationships/image" Target="../media/image234.png"/><Relationship Id="rId525" Type="http://schemas.openxmlformats.org/officeDocument/2006/relationships/customXml" Target="../ink/ink332.xml"/><Relationship Id="rId567" Type="http://schemas.openxmlformats.org/officeDocument/2006/relationships/customXml" Target="../ink/ink353.xml"/><Relationship Id="rId99" Type="http://schemas.openxmlformats.org/officeDocument/2006/relationships/customXml" Target="../ink/ink119.xml"/><Relationship Id="rId122" Type="http://schemas.openxmlformats.org/officeDocument/2006/relationships/image" Target="../media/image136.png"/><Relationship Id="rId164" Type="http://schemas.openxmlformats.org/officeDocument/2006/relationships/image" Target="../media/image157.png"/><Relationship Id="rId371" Type="http://schemas.openxmlformats.org/officeDocument/2006/relationships/customXml" Target="../ink/ink255.xml"/><Relationship Id="rId427" Type="http://schemas.openxmlformats.org/officeDocument/2006/relationships/customXml" Target="../ink/ink283.xml"/><Relationship Id="rId469" Type="http://schemas.openxmlformats.org/officeDocument/2006/relationships/customXml" Target="../ink/ink304.xml"/><Relationship Id="rId26" Type="http://schemas.openxmlformats.org/officeDocument/2006/relationships/image" Target="../media/image88.png"/><Relationship Id="rId231" Type="http://schemas.openxmlformats.org/officeDocument/2006/relationships/customXml" Target="../ink/ink185.xml"/><Relationship Id="rId273" Type="http://schemas.openxmlformats.org/officeDocument/2006/relationships/customXml" Target="../ink/ink206.xml"/><Relationship Id="rId329" Type="http://schemas.openxmlformats.org/officeDocument/2006/relationships/customXml" Target="../ink/ink234.xml"/><Relationship Id="rId480" Type="http://schemas.openxmlformats.org/officeDocument/2006/relationships/image" Target="../media/image315.png"/><Relationship Id="rId536" Type="http://schemas.openxmlformats.org/officeDocument/2006/relationships/image" Target="../media/image343.png"/><Relationship Id="rId68" Type="http://schemas.openxmlformats.org/officeDocument/2006/relationships/image" Target="../media/image109.png"/><Relationship Id="rId133" Type="http://schemas.openxmlformats.org/officeDocument/2006/relationships/customXml" Target="../ink/ink136.xml"/><Relationship Id="rId175" Type="http://schemas.openxmlformats.org/officeDocument/2006/relationships/customXml" Target="../ink/ink157.xml"/><Relationship Id="rId340" Type="http://schemas.openxmlformats.org/officeDocument/2006/relationships/image" Target="../media/image245.png"/><Relationship Id="rId578" Type="http://schemas.openxmlformats.org/officeDocument/2006/relationships/image" Target="../media/image364.png"/><Relationship Id="rId200" Type="http://schemas.openxmlformats.org/officeDocument/2006/relationships/image" Target="../media/image175.png"/><Relationship Id="rId382" Type="http://schemas.openxmlformats.org/officeDocument/2006/relationships/image" Target="../media/image266.png"/><Relationship Id="rId438" Type="http://schemas.openxmlformats.org/officeDocument/2006/relationships/image" Target="../media/image294.png"/><Relationship Id="rId242" Type="http://schemas.openxmlformats.org/officeDocument/2006/relationships/image" Target="../media/image196.png"/><Relationship Id="rId284" Type="http://schemas.openxmlformats.org/officeDocument/2006/relationships/image" Target="../media/image217.png"/><Relationship Id="rId491" Type="http://schemas.openxmlformats.org/officeDocument/2006/relationships/customXml" Target="../ink/ink315.xml"/><Relationship Id="rId505" Type="http://schemas.openxmlformats.org/officeDocument/2006/relationships/customXml" Target="../ink/ink322.xml"/><Relationship Id="rId37" Type="http://schemas.openxmlformats.org/officeDocument/2006/relationships/customXml" Target="../ink/ink88.xml"/><Relationship Id="rId79" Type="http://schemas.openxmlformats.org/officeDocument/2006/relationships/customXml" Target="../ink/ink109.xml"/><Relationship Id="rId102" Type="http://schemas.openxmlformats.org/officeDocument/2006/relationships/image" Target="../media/image126.png"/><Relationship Id="rId144" Type="http://schemas.openxmlformats.org/officeDocument/2006/relationships/image" Target="../media/image147.png"/><Relationship Id="rId547" Type="http://schemas.openxmlformats.org/officeDocument/2006/relationships/customXml" Target="../ink/ink343.xml"/><Relationship Id="rId589" Type="http://schemas.openxmlformats.org/officeDocument/2006/relationships/customXml" Target="../ink/ink364.xml"/><Relationship Id="rId90" Type="http://schemas.openxmlformats.org/officeDocument/2006/relationships/image" Target="../media/image120.png"/><Relationship Id="rId186" Type="http://schemas.openxmlformats.org/officeDocument/2006/relationships/image" Target="../media/image168.png"/><Relationship Id="rId351" Type="http://schemas.openxmlformats.org/officeDocument/2006/relationships/customXml" Target="../ink/ink245.xml"/><Relationship Id="rId393" Type="http://schemas.openxmlformats.org/officeDocument/2006/relationships/customXml" Target="../ink/ink266.xml"/><Relationship Id="rId407" Type="http://schemas.openxmlformats.org/officeDocument/2006/relationships/customXml" Target="../ink/ink273.xml"/><Relationship Id="rId449" Type="http://schemas.openxmlformats.org/officeDocument/2006/relationships/customXml" Target="../ink/ink294.xml"/><Relationship Id="rId211" Type="http://schemas.openxmlformats.org/officeDocument/2006/relationships/customXml" Target="../ink/ink175.xml"/><Relationship Id="rId253" Type="http://schemas.openxmlformats.org/officeDocument/2006/relationships/customXml" Target="../ink/ink196.xml"/><Relationship Id="rId295" Type="http://schemas.openxmlformats.org/officeDocument/2006/relationships/customXml" Target="../ink/ink217.xml"/><Relationship Id="rId309" Type="http://schemas.openxmlformats.org/officeDocument/2006/relationships/customXml" Target="../ink/ink224.xml"/><Relationship Id="rId460" Type="http://schemas.openxmlformats.org/officeDocument/2006/relationships/image" Target="../media/image305.png"/><Relationship Id="rId516" Type="http://schemas.openxmlformats.org/officeDocument/2006/relationships/image" Target="../media/image333.png"/><Relationship Id="rId48" Type="http://schemas.openxmlformats.org/officeDocument/2006/relationships/image" Target="../media/image99.png"/><Relationship Id="rId113" Type="http://schemas.openxmlformats.org/officeDocument/2006/relationships/customXml" Target="../ink/ink126.xml"/><Relationship Id="rId320" Type="http://schemas.openxmlformats.org/officeDocument/2006/relationships/image" Target="../media/image235.png"/><Relationship Id="rId558" Type="http://schemas.openxmlformats.org/officeDocument/2006/relationships/image" Target="../media/image354.png"/><Relationship Id="rId155" Type="http://schemas.openxmlformats.org/officeDocument/2006/relationships/customXml" Target="../ink/ink147.xml"/><Relationship Id="rId197" Type="http://schemas.openxmlformats.org/officeDocument/2006/relationships/customXml" Target="../ink/ink168.xml"/><Relationship Id="rId362" Type="http://schemas.openxmlformats.org/officeDocument/2006/relationships/image" Target="../media/image256.png"/><Relationship Id="rId418" Type="http://schemas.openxmlformats.org/officeDocument/2006/relationships/image" Target="../media/image284.png"/><Relationship Id="rId222" Type="http://schemas.openxmlformats.org/officeDocument/2006/relationships/image" Target="../media/image186.png"/><Relationship Id="rId264" Type="http://schemas.openxmlformats.org/officeDocument/2006/relationships/image" Target="../media/image207.png"/><Relationship Id="rId471" Type="http://schemas.openxmlformats.org/officeDocument/2006/relationships/customXml" Target="../ink/ink305.xml"/><Relationship Id="rId17" Type="http://schemas.openxmlformats.org/officeDocument/2006/relationships/customXml" Target="../ink/ink78.xml"/><Relationship Id="rId59" Type="http://schemas.openxmlformats.org/officeDocument/2006/relationships/customXml" Target="../ink/ink99.xml"/><Relationship Id="rId124" Type="http://schemas.openxmlformats.org/officeDocument/2006/relationships/image" Target="../media/image137.png"/><Relationship Id="rId527" Type="http://schemas.openxmlformats.org/officeDocument/2006/relationships/customXml" Target="../ink/ink333.xml"/><Relationship Id="rId569" Type="http://schemas.openxmlformats.org/officeDocument/2006/relationships/customXml" Target="../ink/ink354.xml"/><Relationship Id="rId70" Type="http://schemas.openxmlformats.org/officeDocument/2006/relationships/image" Target="../media/image110.png"/><Relationship Id="rId166" Type="http://schemas.openxmlformats.org/officeDocument/2006/relationships/image" Target="../media/image158.png"/><Relationship Id="rId331" Type="http://schemas.openxmlformats.org/officeDocument/2006/relationships/customXml" Target="../ink/ink235.xml"/><Relationship Id="rId373" Type="http://schemas.openxmlformats.org/officeDocument/2006/relationships/customXml" Target="../ink/ink256.xml"/><Relationship Id="rId429" Type="http://schemas.openxmlformats.org/officeDocument/2006/relationships/customXml" Target="../ink/ink284.xml"/><Relationship Id="rId580" Type="http://schemas.openxmlformats.org/officeDocument/2006/relationships/image" Target="../media/image365.png"/><Relationship Id="rId1" Type="http://schemas.openxmlformats.org/officeDocument/2006/relationships/slideLayout" Target="../slideLayouts/slideLayout2.xml"/><Relationship Id="rId233" Type="http://schemas.openxmlformats.org/officeDocument/2006/relationships/customXml" Target="../ink/ink186.xml"/><Relationship Id="rId440" Type="http://schemas.openxmlformats.org/officeDocument/2006/relationships/image" Target="../media/image295.png"/><Relationship Id="rId28" Type="http://schemas.openxmlformats.org/officeDocument/2006/relationships/image" Target="../media/image89.png"/><Relationship Id="rId275" Type="http://schemas.openxmlformats.org/officeDocument/2006/relationships/customXml" Target="../ink/ink207.xml"/><Relationship Id="rId300" Type="http://schemas.openxmlformats.org/officeDocument/2006/relationships/image" Target="../media/image225.png"/><Relationship Id="rId482" Type="http://schemas.openxmlformats.org/officeDocument/2006/relationships/image" Target="../media/image316.png"/><Relationship Id="rId538" Type="http://schemas.openxmlformats.org/officeDocument/2006/relationships/image" Target="../media/image344.png"/><Relationship Id="rId81" Type="http://schemas.openxmlformats.org/officeDocument/2006/relationships/customXml" Target="../ink/ink110.xml"/><Relationship Id="rId135" Type="http://schemas.openxmlformats.org/officeDocument/2006/relationships/customXml" Target="../ink/ink137.xml"/><Relationship Id="rId177" Type="http://schemas.openxmlformats.org/officeDocument/2006/relationships/customXml" Target="../ink/ink158.xml"/><Relationship Id="rId342" Type="http://schemas.openxmlformats.org/officeDocument/2006/relationships/image" Target="../media/image246.png"/><Relationship Id="rId384" Type="http://schemas.openxmlformats.org/officeDocument/2006/relationships/image" Target="../media/image267.png"/><Relationship Id="rId591" Type="http://schemas.openxmlformats.org/officeDocument/2006/relationships/customXml" Target="../ink/ink365.xml"/><Relationship Id="rId202" Type="http://schemas.openxmlformats.org/officeDocument/2006/relationships/image" Target="../media/image176.png"/><Relationship Id="rId244" Type="http://schemas.openxmlformats.org/officeDocument/2006/relationships/image" Target="../media/image197.png"/><Relationship Id="rId39" Type="http://schemas.openxmlformats.org/officeDocument/2006/relationships/customXml" Target="../ink/ink89.xml"/><Relationship Id="rId286" Type="http://schemas.openxmlformats.org/officeDocument/2006/relationships/image" Target="../media/image218.png"/><Relationship Id="rId451" Type="http://schemas.openxmlformats.org/officeDocument/2006/relationships/customXml" Target="../ink/ink295.xml"/><Relationship Id="rId493" Type="http://schemas.openxmlformats.org/officeDocument/2006/relationships/customXml" Target="../ink/ink316.xml"/><Relationship Id="rId507" Type="http://schemas.openxmlformats.org/officeDocument/2006/relationships/customXml" Target="../ink/ink323.xml"/><Relationship Id="rId549" Type="http://schemas.openxmlformats.org/officeDocument/2006/relationships/customXml" Target="../ink/ink344.xml"/><Relationship Id="rId50" Type="http://schemas.openxmlformats.org/officeDocument/2006/relationships/image" Target="../media/image100.png"/><Relationship Id="rId104" Type="http://schemas.openxmlformats.org/officeDocument/2006/relationships/image" Target="../media/image127.png"/><Relationship Id="rId146" Type="http://schemas.openxmlformats.org/officeDocument/2006/relationships/image" Target="../media/image148.png"/><Relationship Id="rId188" Type="http://schemas.openxmlformats.org/officeDocument/2006/relationships/image" Target="../media/image169.png"/><Relationship Id="rId311" Type="http://schemas.openxmlformats.org/officeDocument/2006/relationships/customXml" Target="../ink/ink225.xml"/><Relationship Id="rId353" Type="http://schemas.openxmlformats.org/officeDocument/2006/relationships/customXml" Target="../ink/ink246.xml"/><Relationship Id="rId395" Type="http://schemas.openxmlformats.org/officeDocument/2006/relationships/customXml" Target="../ink/ink267.xml"/><Relationship Id="rId409" Type="http://schemas.openxmlformats.org/officeDocument/2006/relationships/customXml" Target="../ink/ink274.xml"/><Relationship Id="rId560" Type="http://schemas.openxmlformats.org/officeDocument/2006/relationships/image" Target="../media/image355.png"/><Relationship Id="rId92" Type="http://schemas.openxmlformats.org/officeDocument/2006/relationships/image" Target="../media/image121.png"/><Relationship Id="rId213" Type="http://schemas.openxmlformats.org/officeDocument/2006/relationships/customXml" Target="../ink/ink176.xml"/><Relationship Id="rId420" Type="http://schemas.openxmlformats.org/officeDocument/2006/relationships/image" Target="../media/image285.png"/><Relationship Id="rId255" Type="http://schemas.openxmlformats.org/officeDocument/2006/relationships/customXml" Target="../ink/ink197.xml"/><Relationship Id="rId297" Type="http://schemas.openxmlformats.org/officeDocument/2006/relationships/customXml" Target="../ink/ink218.xml"/><Relationship Id="rId462" Type="http://schemas.openxmlformats.org/officeDocument/2006/relationships/image" Target="../media/image306.png"/><Relationship Id="rId518" Type="http://schemas.openxmlformats.org/officeDocument/2006/relationships/image" Target="../media/image334.png"/><Relationship Id="rId115" Type="http://schemas.openxmlformats.org/officeDocument/2006/relationships/customXml" Target="../ink/ink127.xml"/><Relationship Id="rId157" Type="http://schemas.openxmlformats.org/officeDocument/2006/relationships/customXml" Target="../ink/ink148.xml"/><Relationship Id="rId322" Type="http://schemas.openxmlformats.org/officeDocument/2006/relationships/image" Target="../media/image236.png"/><Relationship Id="rId364" Type="http://schemas.openxmlformats.org/officeDocument/2006/relationships/image" Target="../media/image257.png"/><Relationship Id="rId61" Type="http://schemas.openxmlformats.org/officeDocument/2006/relationships/customXml" Target="../ink/ink100.xml"/><Relationship Id="rId199" Type="http://schemas.openxmlformats.org/officeDocument/2006/relationships/customXml" Target="../ink/ink169.xml"/><Relationship Id="rId571" Type="http://schemas.openxmlformats.org/officeDocument/2006/relationships/customXml" Target="../ink/ink355.xml"/><Relationship Id="rId19" Type="http://schemas.openxmlformats.org/officeDocument/2006/relationships/customXml" Target="../ink/ink79.xml"/><Relationship Id="rId224" Type="http://schemas.openxmlformats.org/officeDocument/2006/relationships/image" Target="../media/image187.png"/><Relationship Id="rId266" Type="http://schemas.openxmlformats.org/officeDocument/2006/relationships/image" Target="../media/image208.png"/><Relationship Id="rId431" Type="http://schemas.openxmlformats.org/officeDocument/2006/relationships/customXml" Target="../ink/ink285.xml"/><Relationship Id="rId473" Type="http://schemas.openxmlformats.org/officeDocument/2006/relationships/customXml" Target="../ink/ink306.xml"/><Relationship Id="rId529" Type="http://schemas.openxmlformats.org/officeDocument/2006/relationships/customXml" Target="../ink/ink334.xml"/><Relationship Id="rId30" Type="http://schemas.openxmlformats.org/officeDocument/2006/relationships/image" Target="../media/image90.png"/><Relationship Id="rId126" Type="http://schemas.openxmlformats.org/officeDocument/2006/relationships/image" Target="../media/image138.png"/><Relationship Id="rId168" Type="http://schemas.openxmlformats.org/officeDocument/2006/relationships/image" Target="../media/image159.png"/><Relationship Id="rId333" Type="http://schemas.openxmlformats.org/officeDocument/2006/relationships/customXml" Target="../ink/ink236.xml"/><Relationship Id="rId540" Type="http://schemas.openxmlformats.org/officeDocument/2006/relationships/image" Target="../media/image345.png"/><Relationship Id="rId72" Type="http://schemas.openxmlformats.org/officeDocument/2006/relationships/image" Target="../media/image111.png"/><Relationship Id="rId375" Type="http://schemas.openxmlformats.org/officeDocument/2006/relationships/customXml" Target="../ink/ink257.xml"/><Relationship Id="rId582" Type="http://schemas.openxmlformats.org/officeDocument/2006/relationships/image" Target="../media/image366.png"/><Relationship Id="rId3" Type="http://schemas.openxmlformats.org/officeDocument/2006/relationships/customXml" Target="../ink/ink71.xml"/><Relationship Id="rId235" Type="http://schemas.openxmlformats.org/officeDocument/2006/relationships/customXml" Target="../ink/ink187.xml"/><Relationship Id="rId277" Type="http://schemas.openxmlformats.org/officeDocument/2006/relationships/customXml" Target="../ink/ink208.xml"/><Relationship Id="rId400" Type="http://schemas.openxmlformats.org/officeDocument/2006/relationships/image" Target="../media/image275.png"/><Relationship Id="rId442" Type="http://schemas.openxmlformats.org/officeDocument/2006/relationships/image" Target="../media/image296.png"/><Relationship Id="rId484" Type="http://schemas.openxmlformats.org/officeDocument/2006/relationships/image" Target="../media/image317.png"/><Relationship Id="rId137" Type="http://schemas.openxmlformats.org/officeDocument/2006/relationships/customXml" Target="../ink/ink138.xml"/><Relationship Id="rId302" Type="http://schemas.openxmlformats.org/officeDocument/2006/relationships/image" Target="../media/image226.png"/><Relationship Id="rId344" Type="http://schemas.openxmlformats.org/officeDocument/2006/relationships/image" Target="../media/image247.png"/><Relationship Id="rId41" Type="http://schemas.openxmlformats.org/officeDocument/2006/relationships/customXml" Target="../ink/ink90.xml"/><Relationship Id="rId83" Type="http://schemas.openxmlformats.org/officeDocument/2006/relationships/customXml" Target="../ink/ink111.xml"/><Relationship Id="rId179" Type="http://schemas.openxmlformats.org/officeDocument/2006/relationships/customXml" Target="../ink/ink159.xml"/><Relationship Id="rId386" Type="http://schemas.openxmlformats.org/officeDocument/2006/relationships/image" Target="../media/image268.png"/><Relationship Id="rId551" Type="http://schemas.openxmlformats.org/officeDocument/2006/relationships/customXml" Target="../ink/ink345.xml"/><Relationship Id="rId593" Type="http://schemas.openxmlformats.org/officeDocument/2006/relationships/customXml" Target="../ink/ink366.xml"/><Relationship Id="rId190" Type="http://schemas.openxmlformats.org/officeDocument/2006/relationships/image" Target="../media/image170.png"/><Relationship Id="rId204" Type="http://schemas.openxmlformats.org/officeDocument/2006/relationships/image" Target="../media/image177.png"/><Relationship Id="rId246" Type="http://schemas.openxmlformats.org/officeDocument/2006/relationships/image" Target="../media/image198.png"/><Relationship Id="rId288" Type="http://schemas.openxmlformats.org/officeDocument/2006/relationships/image" Target="../media/image219.png"/><Relationship Id="rId411" Type="http://schemas.openxmlformats.org/officeDocument/2006/relationships/customXml" Target="../ink/ink275.xml"/><Relationship Id="rId453" Type="http://schemas.openxmlformats.org/officeDocument/2006/relationships/customXml" Target="../ink/ink296.xml"/><Relationship Id="rId509" Type="http://schemas.openxmlformats.org/officeDocument/2006/relationships/customXml" Target="../ink/ink324.xml"/><Relationship Id="rId106" Type="http://schemas.openxmlformats.org/officeDocument/2006/relationships/image" Target="../media/image128.png"/><Relationship Id="rId313" Type="http://schemas.openxmlformats.org/officeDocument/2006/relationships/customXml" Target="../ink/ink226.xml"/><Relationship Id="rId495" Type="http://schemas.openxmlformats.org/officeDocument/2006/relationships/customXml" Target="../ink/ink317.xml"/><Relationship Id="rId10" Type="http://schemas.openxmlformats.org/officeDocument/2006/relationships/image" Target="../media/image80.png"/><Relationship Id="rId52" Type="http://schemas.openxmlformats.org/officeDocument/2006/relationships/image" Target="../media/image101.png"/><Relationship Id="rId94" Type="http://schemas.openxmlformats.org/officeDocument/2006/relationships/image" Target="../media/image122.png"/><Relationship Id="rId148" Type="http://schemas.openxmlformats.org/officeDocument/2006/relationships/image" Target="../media/image149.png"/><Relationship Id="rId355" Type="http://schemas.openxmlformats.org/officeDocument/2006/relationships/customXml" Target="../ink/ink247.xml"/><Relationship Id="rId397" Type="http://schemas.openxmlformats.org/officeDocument/2006/relationships/customXml" Target="../ink/ink268.xml"/><Relationship Id="rId520" Type="http://schemas.openxmlformats.org/officeDocument/2006/relationships/image" Target="../media/image335.png"/><Relationship Id="rId562" Type="http://schemas.openxmlformats.org/officeDocument/2006/relationships/image" Target="../media/image356.png"/><Relationship Id="rId215" Type="http://schemas.openxmlformats.org/officeDocument/2006/relationships/customXml" Target="../ink/ink177.xml"/><Relationship Id="rId257" Type="http://schemas.openxmlformats.org/officeDocument/2006/relationships/customXml" Target="../ink/ink198.xml"/><Relationship Id="rId422" Type="http://schemas.openxmlformats.org/officeDocument/2006/relationships/image" Target="../media/image286.png"/><Relationship Id="rId464" Type="http://schemas.openxmlformats.org/officeDocument/2006/relationships/image" Target="../media/image307.png"/><Relationship Id="rId299" Type="http://schemas.openxmlformats.org/officeDocument/2006/relationships/customXml" Target="../ink/ink219.xml"/><Relationship Id="rId63" Type="http://schemas.openxmlformats.org/officeDocument/2006/relationships/customXml" Target="../ink/ink101.xml"/><Relationship Id="rId159" Type="http://schemas.openxmlformats.org/officeDocument/2006/relationships/customXml" Target="../ink/ink149.xml"/><Relationship Id="rId366" Type="http://schemas.openxmlformats.org/officeDocument/2006/relationships/image" Target="../media/image258.png"/><Relationship Id="rId573" Type="http://schemas.openxmlformats.org/officeDocument/2006/relationships/customXml" Target="../ink/ink356.xml"/><Relationship Id="rId226" Type="http://schemas.openxmlformats.org/officeDocument/2006/relationships/image" Target="../media/image188.png"/><Relationship Id="rId433" Type="http://schemas.openxmlformats.org/officeDocument/2006/relationships/customXml" Target="../ink/ink286.xml"/><Relationship Id="rId74" Type="http://schemas.openxmlformats.org/officeDocument/2006/relationships/image" Target="../media/image112.png"/><Relationship Id="rId377" Type="http://schemas.openxmlformats.org/officeDocument/2006/relationships/customXml" Target="../ink/ink258.xml"/><Relationship Id="rId500" Type="http://schemas.openxmlformats.org/officeDocument/2006/relationships/image" Target="../media/image325.png"/><Relationship Id="rId584" Type="http://schemas.openxmlformats.org/officeDocument/2006/relationships/image" Target="../media/image367.png"/><Relationship Id="rId5" Type="http://schemas.openxmlformats.org/officeDocument/2006/relationships/customXml" Target="../ink/ink72.xml"/><Relationship Id="rId237" Type="http://schemas.openxmlformats.org/officeDocument/2006/relationships/customXml" Target="../ink/ink188.xml"/><Relationship Id="rId444" Type="http://schemas.openxmlformats.org/officeDocument/2006/relationships/image" Target="../media/image297.png"/><Relationship Id="rId290" Type="http://schemas.openxmlformats.org/officeDocument/2006/relationships/image" Target="../media/image220.png"/><Relationship Id="rId304" Type="http://schemas.openxmlformats.org/officeDocument/2006/relationships/image" Target="../media/image227.png"/><Relationship Id="rId388" Type="http://schemas.openxmlformats.org/officeDocument/2006/relationships/image" Target="../media/image269.png"/><Relationship Id="rId511" Type="http://schemas.openxmlformats.org/officeDocument/2006/relationships/customXml" Target="../ink/ink325.xml"/><Relationship Id="rId85" Type="http://schemas.openxmlformats.org/officeDocument/2006/relationships/customXml" Target="../ink/ink112.xml"/><Relationship Id="rId150" Type="http://schemas.openxmlformats.org/officeDocument/2006/relationships/image" Target="../media/image150.png"/><Relationship Id="rId595" Type="http://schemas.openxmlformats.org/officeDocument/2006/relationships/customXml" Target="../ink/ink367.xml"/><Relationship Id="rId248" Type="http://schemas.openxmlformats.org/officeDocument/2006/relationships/image" Target="../media/image199.png"/><Relationship Id="rId455" Type="http://schemas.openxmlformats.org/officeDocument/2006/relationships/customXml" Target="../ink/ink297.xml"/><Relationship Id="rId12" Type="http://schemas.openxmlformats.org/officeDocument/2006/relationships/image" Target="../media/image81.png"/><Relationship Id="rId108" Type="http://schemas.openxmlformats.org/officeDocument/2006/relationships/image" Target="../media/image129.png"/><Relationship Id="rId315" Type="http://schemas.openxmlformats.org/officeDocument/2006/relationships/customXml" Target="../ink/ink227.xml"/><Relationship Id="rId522" Type="http://schemas.openxmlformats.org/officeDocument/2006/relationships/image" Target="../media/image336.png"/><Relationship Id="rId96" Type="http://schemas.openxmlformats.org/officeDocument/2006/relationships/image" Target="../media/image123.png"/><Relationship Id="rId161" Type="http://schemas.openxmlformats.org/officeDocument/2006/relationships/customXml" Target="../ink/ink150.xml"/><Relationship Id="rId399" Type="http://schemas.openxmlformats.org/officeDocument/2006/relationships/customXml" Target="../ink/ink269.xml"/><Relationship Id="rId259" Type="http://schemas.openxmlformats.org/officeDocument/2006/relationships/customXml" Target="../ink/ink199.xml"/><Relationship Id="rId466" Type="http://schemas.openxmlformats.org/officeDocument/2006/relationships/image" Target="../media/image308.png"/><Relationship Id="rId23" Type="http://schemas.openxmlformats.org/officeDocument/2006/relationships/customXml" Target="../ink/ink81.xml"/><Relationship Id="rId119" Type="http://schemas.openxmlformats.org/officeDocument/2006/relationships/customXml" Target="../ink/ink129.xml"/><Relationship Id="rId326" Type="http://schemas.openxmlformats.org/officeDocument/2006/relationships/image" Target="../media/image238.png"/><Relationship Id="rId533" Type="http://schemas.openxmlformats.org/officeDocument/2006/relationships/customXml" Target="../ink/ink336.xml"/><Relationship Id="rId172" Type="http://schemas.openxmlformats.org/officeDocument/2006/relationships/image" Target="../media/image161.png"/><Relationship Id="rId477" Type="http://schemas.openxmlformats.org/officeDocument/2006/relationships/customXml" Target="../ink/ink308.xml"/><Relationship Id="rId600" Type="http://schemas.openxmlformats.org/officeDocument/2006/relationships/image" Target="../media/image375.png"/><Relationship Id="rId337" Type="http://schemas.openxmlformats.org/officeDocument/2006/relationships/customXml" Target="../ink/ink238.xml"/><Relationship Id="rId34" Type="http://schemas.openxmlformats.org/officeDocument/2006/relationships/image" Target="../media/image92.png"/><Relationship Id="rId544" Type="http://schemas.openxmlformats.org/officeDocument/2006/relationships/image" Target="../media/image347.png"/><Relationship Id="rId183" Type="http://schemas.openxmlformats.org/officeDocument/2006/relationships/customXml" Target="../ink/ink161.xml"/><Relationship Id="rId390" Type="http://schemas.openxmlformats.org/officeDocument/2006/relationships/image" Target="../media/image270.png"/><Relationship Id="rId404" Type="http://schemas.openxmlformats.org/officeDocument/2006/relationships/image" Target="../media/image277.png"/><Relationship Id="rId250" Type="http://schemas.openxmlformats.org/officeDocument/2006/relationships/image" Target="../media/image200.png"/><Relationship Id="rId488" Type="http://schemas.openxmlformats.org/officeDocument/2006/relationships/image" Target="../media/image319.png"/><Relationship Id="rId45" Type="http://schemas.openxmlformats.org/officeDocument/2006/relationships/customXml" Target="../ink/ink92.xml"/><Relationship Id="rId110" Type="http://schemas.openxmlformats.org/officeDocument/2006/relationships/image" Target="../media/image130.png"/><Relationship Id="rId348" Type="http://schemas.openxmlformats.org/officeDocument/2006/relationships/image" Target="../media/image249.png"/><Relationship Id="rId555" Type="http://schemas.openxmlformats.org/officeDocument/2006/relationships/customXml" Target="../ink/ink347.xml"/><Relationship Id="rId194" Type="http://schemas.openxmlformats.org/officeDocument/2006/relationships/image" Target="../media/image172.png"/><Relationship Id="rId208" Type="http://schemas.openxmlformats.org/officeDocument/2006/relationships/image" Target="../media/image179.png"/><Relationship Id="rId415" Type="http://schemas.openxmlformats.org/officeDocument/2006/relationships/customXml" Target="../ink/ink277.xml"/><Relationship Id="rId261" Type="http://schemas.openxmlformats.org/officeDocument/2006/relationships/customXml" Target="../ink/ink200.xml"/><Relationship Id="rId499" Type="http://schemas.openxmlformats.org/officeDocument/2006/relationships/customXml" Target="../ink/ink3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19FDB-8B4A-475E-889F-517EB0673E5B}"/>
              </a:ext>
            </a:extLst>
          </p:cNvPr>
          <p:cNvSpPr>
            <a:spLocks noGrp="1"/>
          </p:cNvSpPr>
          <p:nvPr>
            <p:ph type="ctrTitle"/>
          </p:nvPr>
        </p:nvSpPr>
        <p:spPr>
          <a:xfrm>
            <a:off x="1524000" y="1122363"/>
            <a:ext cx="9144000" cy="1476458"/>
          </a:xfrm>
        </p:spPr>
        <p:txBody>
          <a:bodyPr>
            <a:normAutofit/>
          </a:bodyPr>
          <a:lstStyle/>
          <a:p>
            <a:r>
              <a:rPr lang="ar-JO" sz="9600" dirty="0"/>
              <a:t>العلم والإلحاد</a:t>
            </a:r>
            <a:endParaRPr lang="en-US" sz="9600" dirty="0"/>
          </a:p>
        </p:txBody>
      </p:sp>
      <p:sp>
        <p:nvSpPr>
          <p:cNvPr id="3" name="Subtitle 2">
            <a:extLst>
              <a:ext uri="{FF2B5EF4-FFF2-40B4-BE49-F238E27FC236}">
                <a16:creationId xmlns:a16="http://schemas.microsoft.com/office/drawing/2014/main" id="{CB1FFD8C-6467-422C-8C60-9EA4E4258429}"/>
              </a:ext>
            </a:extLst>
          </p:cNvPr>
          <p:cNvSpPr>
            <a:spLocks noGrp="1"/>
          </p:cNvSpPr>
          <p:nvPr>
            <p:ph type="subTitle" idx="1"/>
          </p:nvPr>
        </p:nvSpPr>
        <p:spPr>
          <a:xfrm>
            <a:off x="1588168" y="2749761"/>
            <a:ext cx="9793706" cy="2985875"/>
          </a:xfrm>
        </p:spPr>
        <p:txBody>
          <a:bodyPr>
            <a:normAutofit fontScale="40000" lnSpcReduction="20000"/>
          </a:bodyPr>
          <a:lstStyle/>
          <a:p>
            <a:pPr marL="1143000" indent="-1143000" algn="r" rtl="1">
              <a:buFont typeface="Courier New" panose="02070309020205020404" pitchFamily="49" charset="0"/>
              <a:buChar char="o"/>
            </a:pPr>
            <a:r>
              <a:rPr lang="ar-JO" sz="7300" dirty="0"/>
              <a:t>لماذا يبدو نجاح العلم الحديث داعيا للإلحاد؟ </a:t>
            </a:r>
          </a:p>
          <a:p>
            <a:pPr marL="1143000" indent="-1143000" algn="r" rtl="1">
              <a:buFont typeface="Courier New" panose="02070309020205020404" pitchFamily="49" charset="0"/>
              <a:buChar char="o"/>
            </a:pPr>
            <a:r>
              <a:rPr lang="ar-JO" sz="7300" dirty="0"/>
              <a:t>ولماذا يجب أن يكون نجاح العلم الحديث داعيا للإيمان؟ </a:t>
            </a:r>
          </a:p>
          <a:p>
            <a:pPr marL="1143000" indent="-1143000" algn="r" rtl="1">
              <a:buFont typeface="Courier New" panose="02070309020205020404" pitchFamily="49" charset="0"/>
              <a:buChar char="o"/>
            </a:pPr>
            <a:r>
              <a:rPr lang="ar-JO" sz="7300" dirty="0"/>
              <a:t>نجاح العلم الحديث ظاهرة ليس لها تفسير علمي شاف ... </a:t>
            </a:r>
          </a:p>
          <a:p>
            <a:pPr marL="1143000" indent="-1143000" algn="r" rtl="1">
              <a:buFont typeface="Courier New" panose="02070309020205020404" pitchFamily="49" charset="0"/>
              <a:buChar char="o"/>
            </a:pPr>
            <a:r>
              <a:rPr lang="ar-JO" sz="7300" dirty="0"/>
              <a:t>الإلحاد داء ينتشر في بلادنا بين "أنصار العلم والتفكير النقدي" </a:t>
            </a:r>
          </a:p>
          <a:p>
            <a:pPr marL="1143000" indent="-1143000" algn="r" rtl="1">
              <a:buFont typeface="Courier New" panose="02070309020205020404" pitchFamily="49" charset="0"/>
              <a:buChar char="o"/>
            </a:pPr>
            <a:r>
              <a:rPr lang="ar-JO" sz="7300" dirty="0"/>
              <a:t>ودواؤه هو "العلم" و"التفكير النقدي" و"الصدق" ... </a:t>
            </a:r>
          </a:p>
          <a:p>
            <a:pPr marL="1143000" indent="-1143000" algn="r" rtl="1">
              <a:buFont typeface="Courier New" panose="02070309020205020404" pitchFamily="49" charset="0"/>
              <a:buChar char="o"/>
            </a:pPr>
            <a:r>
              <a:rPr lang="ar-JO" sz="7300" dirty="0"/>
              <a:t>أمثلة سريعة على مشروع تعليمي</a:t>
            </a:r>
          </a:p>
          <a:p>
            <a:pPr algn="l" rtl="1"/>
            <a:r>
              <a:rPr lang="ar-JO" sz="4400" dirty="0"/>
              <a:t>إسماعيل حمودة في 6\3\2021</a:t>
            </a:r>
            <a:endParaRPr lang="en-US" sz="4400" dirty="0"/>
          </a:p>
        </p:txBody>
      </p:sp>
    </p:spTree>
    <p:extLst>
      <p:ext uri="{BB962C8B-B14F-4D97-AF65-F5344CB8AC3E}">
        <p14:creationId xmlns:p14="http://schemas.microsoft.com/office/powerpoint/2010/main" val="869799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762000"/>
            <a:ext cx="9144000" cy="6096000"/>
          </a:xfrm>
        </p:spPr>
        <p:txBody>
          <a:bodyPr>
            <a:noAutofit/>
          </a:bodyPr>
          <a:lstStyle/>
          <a:p>
            <a:pPr algn="r" rtl="1"/>
            <a:r>
              <a:rPr lang="ar-JO" sz="4400" dirty="0"/>
              <a:t>في الماضي كان أي حقل من المعارف يسمى علما. وهكذا كانت علوم الإسلام الشرعية والعلوم الطبيعية تتفق جميعا في كونها ضمن العلوم. في هذه العلوم جميعا يسعى الإنسان للوصول إلى الحقائق والمعارف الصحيحة: </a:t>
            </a:r>
            <a:r>
              <a:rPr lang="ar-JO" sz="4400" u="sng" dirty="0"/>
              <a:t>أولا</a:t>
            </a:r>
            <a:r>
              <a:rPr lang="ar-JO" sz="4400" dirty="0"/>
              <a:t> بتقرير المعارف العقلية المجمع عليها </a:t>
            </a:r>
            <a:r>
              <a:rPr lang="ar-JO" sz="4400" u="sng" dirty="0"/>
              <a:t>وثانيا</a:t>
            </a:r>
            <a:r>
              <a:rPr lang="ar-JO" sz="4400" dirty="0"/>
              <a:t> باستخدام الوسائل التي تنتج معرفة مثل القياس والتجربة وجمع القراءات والمشاهدات وتقرير مدى مصداقية كل منها.</a:t>
            </a:r>
          </a:p>
        </p:txBody>
      </p:sp>
      <p:sp>
        <p:nvSpPr>
          <p:cNvPr id="4" name="TextBox 3"/>
          <p:cNvSpPr txBox="1"/>
          <p:nvPr/>
        </p:nvSpPr>
        <p:spPr>
          <a:xfrm>
            <a:off x="4114800" y="1"/>
            <a:ext cx="4114800" cy="830997"/>
          </a:xfrm>
          <a:prstGeom prst="rect">
            <a:avLst/>
          </a:prstGeom>
          <a:noFill/>
        </p:spPr>
        <p:txBody>
          <a:bodyPr wrap="square" rtlCol="0">
            <a:spAutoFit/>
          </a:bodyPr>
          <a:lstStyle/>
          <a:p>
            <a:pPr algn="ctr"/>
            <a:r>
              <a:rPr lang="ar-JO" sz="4800" dirty="0">
                <a:solidFill>
                  <a:prstClr val="black"/>
                </a:solidFill>
                <a:latin typeface="Calibri"/>
                <a:cs typeface="Arial" panose="020B0604020202020204" pitchFamily="34" charset="0"/>
              </a:rPr>
              <a:t>تعريف العلم</a:t>
            </a:r>
            <a:endParaRPr lang="en-US" sz="4800" dirty="0">
              <a:solidFill>
                <a:prstClr val="black"/>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F07F-6586-4018-B884-46A973748DA2}"/>
              </a:ext>
            </a:extLst>
          </p:cNvPr>
          <p:cNvSpPr>
            <a:spLocks noGrp="1"/>
          </p:cNvSpPr>
          <p:nvPr>
            <p:ph type="title"/>
          </p:nvPr>
        </p:nvSpPr>
        <p:spPr/>
        <p:txBody>
          <a:bodyPr>
            <a:normAutofit/>
          </a:bodyPr>
          <a:lstStyle/>
          <a:p>
            <a:r>
              <a:rPr lang="ar-JO" sz="6600" u="sng" dirty="0"/>
              <a:t>العلم الحديث </a:t>
            </a:r>
            <a:r>
              <a:rPr lang="en-US" sz="6600" u="sng" dirty="0"/>
              <a:t>	Science</a:t>
            </a:r>
          </a:p>
        </p:txBody>
      </p:sp>
      <p:sp>
        <p:nvSpPr>
          <p:cNvPr id="3" name="Content Placeholder 2">
            <a:extLst>
              <a:ext uri="{FF2B5EF4-FFF2-40B4-BE49-F238E27FC236}">
                <a16:creationId xmlns:a16="http://schemas.microsoft.com/office/drawing/2014/main" id="{783D5342-3B1D-4D9B-8C97-ED0DBC698527}"/>
              </a:ext>
            </a:extLst>
          </p:cNvPr>
          <p:cNvSpPr>
            <a:spLocks noGrp="1"/>
          </p:cNvSpPr>
          <p:nvPr>
            <p:ph idx="1"/>
          </p:nvPr>
        </p:nvSpPr>
        <p:spPr>
          <a:xfrm>
            <a:off x="838200" y="1620254"/>
            <a:ext cx="10515600" cy="4556710"/>
          </a:xfrm>
        </p:spPr>
        <p:txBody>
          <a:bodyPr>
            <a:normAutofit/>
          </a:bodyPr>
          <a:lstStyle/>
          <a:p>
            <a:pPr marL="0" indent="0" algn="r">
              <a:buNone/>
            </a:pPr>
            <a:r>
              <a:rPr lang="ar-JO" sz="4400" dirty="0"/>
              <a:t>في الوقت الحديث صارت كلمة العلم (العلم الحديث) حكرا على الجهد الإنساني المنهجي المنظم الذي يرتب وينظم المعارف (حول الكون وما فيه) على شكل تفسيرات وتنبؤات قابلة للفحص. هذا التعريف يضم العلوم الطبيعية والعلوم الإنسانية</a:t>
            </a:r>
            <a:r>
              <a:rPr lang="ar-JO" dirty="0"/>
              <a:t> </a:t>
            </a:r>
            <a:endParaRPr lang="en-US" dirty="0"/>
          </a:p>
          <a:p>
            <a:pPr marL="0" indent="0" algn="ctr">
              <a:buNone/>
            </a:pPr>
            <a:r>
              <a:rPr lang="ar-JO" sz="3200" dirty="0"/>
              <a:t>(ولا يشمل في الأصل العلوم التطبيقية كالهندسة والطب ولا العلوم المساعدة المنهجية التي لا تعتمد على التجربة والمشاهدة كالرياضيات والمنطق... رغم أن الاستخدام المتداول يعتبرها علوما). </a:t>
            </a:r>
            <a:endParaRPr lang="en-US" sz="3200" dirty="0"/>
          </a:p>
          <a:p>
            <a:endParaRPr lang="en-US" dirty="0"/>
          </a:p>
        </p:txBody>
      </p:sp>
    </p:spTree>
    <p:extLst>
      <p:ext uri="{BB962C8B-B14F-4D97-AF65-F5344CB8AC3E}">
        <p14:creationId xmlns:p14="http://schemas.microsoft.com/office/powerpoint/2010/main" val="69456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315453"/>
          </a:xfrm>
        </p:spPr>
        <p:txBody>
          <a:bodyPr>
            <a:normAutofit/>
          </a:bodyPr>
          <a:lstStyle/>
          <a:p>
            <a:pPr algn="ctr" rtl="1"/>
            <a:r>
              <a:rPr lang="ar-JO" b="1" dirty="0"/>
              <a:t>(</a:t>
            </a:r>
            <a:r>
              <a:rPr lang="en-US" b="1" dirty="0"/>
              <a:t>Methodological Naturalism</a:t>
            </a:r>
            <a:r>
              <a:rPr lang="ar-JO" b="1" dirty="0"/>
              <a:t>)</a:t>
            </a:r>
            <a:br>
              <a:rPr lang="ar-JO" b="1" dirty="0"/>
            </a:br>
            <a:r>
              <a:rPr lang="ar-JO" b="1" dirty="0"/>
              <a:t>مبدأ الالتزام المثودولوجي بالتفسير الطبيعي</a:t>
            </a:r>
            <a:endParaRPr lang="en-US" b="1" dirty="0"/>
          </a:p>
        </p:txBody>
      </p:sp>
      <p:sp>
        <p:nvSpPr>
          <p:cNvPr id="3" name="Content Placeholder 2"/>
          <p:cNvSpPr>
            <a:spLocks noGrp="1"/>
          </p:cNvSpPr>
          <p:nvPr>
            <p:ph idx="1"/>
          </p:nvPr>
        </p:nvSpPr>
        <p:spPr>
          <a:xfrm>
            <a:off x="0" y="1515979"/>
            <a:ext cx="12191999" cy="5342022"/>
          </a:xfrm>
        </p:spPr>
        <p:txBody>
          <a:bodyPr>
            <a:noAutofit/>
          </a:bodyPr>
          <a:lstStyle/>
          <a:p>
            <a:pPr algn="r" rtl="1"/>
            <a:r>
              <a:rPr lang="ar-JO" sz="3300" dirty="0"/>
              <a:t>رفض اعتبار أي عناصر غير طبيعية في البحث العلمي</a:t>
            </a:r>
          </a:p>
          <a:p>
            <a:pPr algn="r" rtl="1"/>
            <a:r>
              <a:rPr lang="ar-JO" sz="3300" dirty="0"/>
              <a:t>لنفرض الآن أن العلماء حاولوا تفسير ظاهرة وجود كتاب اسمه "القرآن”</a:t>
            </a:r>
          </a:p>
          <a:p>
            <a:pPr algn="r" rtl="1"/>
            <a:r>
              <a:rPr lang="ar-JO" sz="3300" dirty="0"/>
              <a:t>إذا منعت كل التفسيرات غير الطبيعية فلا تنتظر إلا جوابا واحدا من هؤلاء العلماء: "القرآن من تأليف محمد”</a:t>
            </a:r>
          </a:p>
          <a:p>
            <a:pPr algn="r" rtl="1"/>
            <a:r>
              <a:rPr lang="ar-JO" sz="3300" dirty="0"/>
              <a:t>ماكسيم رودينسون يفسر ظاهرة الوحي: من المؤكد أنه لا يكذب بل يصدق ما يقول. ما التفسير: هذا من عجائب "العقل الباطن" التي ستتكشف لنا في المستقبل</a:t>
            </a:r>
          </a:p>
          <a:p>
            <a:pPr algn="r" rtl="1"/>
            <a:r>
              <a:rPr lang="ar-JO" sz="3300" dirty="0"/>
              <a:t>رودينسون اضطر لاعتقاد أن العقل الباطن كون شخصية جديدة اسمها جبريل كانت تؤلف كلاما في غاية الإتقان بأسلوب مختلف تماما عن أسلوب الشخصية الأصلية ثم تتكلم مع الشخصية الأصلية (المرة تلو الأخرى طوال 23 سنة) وتأمرها بحفظ هذا الكلام </a:t>
            </a:r>
            <a:endParaRPr lang="en-US" sz="3300" dirty="0"/>
          </a:p>
          <a:p>
            <a:pPr algn="r" rtl="1"/>
            <a:r>
              <a:rPr lang="ar-JO" sz="3300" dirty="0"/>
              <a:t>يجب أن يطور المبدأ: إذا امتنعت كل التفسيرات الطبيعية فقد وصلنا حدا من حدود العلم </a:t>
            </a:r>
            <a:endParaRPr lang="en-US" sz="3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2E43-F33A-4CEE-9EFE-A207E70AED4C}"/>
              </a:ext>
            </a:extLst>
          </p:cNvPr>
          <p:cNvSpPr>
            <a:spLocks noGrp="1"/>
          </p:cNvSpPr>
          <p:nvPr>
            <p:ph type="title"/>
          </p:nvPr>
        </p:nvSpPr>
        <p:spPr/>
        <p:txBody>
          <a:bodyPr>
            <a:normAutofit/>
          </a:bodyPr>
          <a:lstStyle/>
          <a:p>
            <a:pPr algn="r" rtl="1"/>
            <a:r>
              <a:rPr lang="ar-JO" sz="6000" dirty="0"/>
              <a:t>الإلحاد:</a:t>
            </a:r>
            <a:endParaRPr lang="en-US" sz="6000" dirty="0"/>
          </a:p>
        </p:txBody>
      </p:sp>
      <p:sp>
        <p:nvSpPr>
          <p:cNvPr id="3" name="Content Placeholder 2">
            <a:extLst>
              <a:ext uri="{FF2B5EF4-FFF2-40B4-BE49-F238E27FC236}">
                <a16:creationId xmlns:a16="http://schemas.microsoft.com/office/drawing/2014/main" id="{F8DEB50C-4984-4370-B30A-79E69496D6E1}"/>
              </a:ext>
            </a:extLst>
          </p:cNvPr>
          <p:cNvSpPr>
            <a:spLocks noGrp="1"/>
          </p:cNvSpPr>
          <p:nvPr>
            <p:ph idx="1"/>
          </p:nvPr>
        </p:nvSpPr>
        <p:spPr/>
        <p:txBody>
          <a:bodyPr>
            <a:normAutofit lnSpcReduction="10000"/>
          </a:bodyPr>
          <a:lstStyle/>
          <a:p>
            <a:pPr algn="r" rtl="1"/>
            <a:r>
              <a:rPr lang="ar-JO" sz="4000" dirty="0"/>
              <a:t>في التاريخ الإسلامي الماضي كان المعني بالملحدين الذين لا يؤمنون بالأديان (مع إيمانهم بالله). </a:t>
            </a:r>
          </a:p>
          <a:p>
            <a:pPr lvl="1" algn="r" rtl="1"/>
            <a:r>
              <a:rPr lang="ar-JO" dirty="0"/>
              <a:t>ابن الرواندي – أبو بكر الرازي – المعري؟</a:t>
            </a:r>
          </a:p>
          <a:p>
            <a:pPr lvl="1" algn="r" rtl="1"/>
            <a:endParaRPr lang="ar-JO" dirty="0"/>
          </a:p>
          <a:p>
            <a:pPr algn="r" rtl="1"/>
            <a:r>
              <a:rPr lang="ar-JO" sz="4000" dirty="0"/>
              <a:t>في العصور الحديثة: الملحد هو من لا يؤمن بإله. </a:t>
            </a:r>
          </a:p>
          <a:p>
            <a:pPr algn="r" rtl="1"/>
            <a:r>
              <a:rPr lang="ar-JO" sz="4000" dirty="0"/>
              <a:t>يجتمع تحت هذا العنوان فريقان:</a:t>
            </a:r>
          </a:p>
          <a:p>
            <a:pPr lvl="1" algn="r" rtl="1"/>
            <a:r>
              <a:rPr lang="ar-JO" dirty="0"/>
              <a:t>الملحد الذي يعتقد أنه ليس هناك إله </a:t>
            </a:r>
            <a:r>
              <a:rPr lang="en-US" dirty="0"/>
              <a:t>Atheist</a:t>
            </a:r>
            <a:endParaRPr lang="ar-JO" dirty="0"/>
          </a:p>
          <a:p>
            <a:pPr lvl="1" algn="r" rtl="1"/>
            <a:r>
              <a:rPr lang="ar-JO" dirty="0"/>
              <a:t>اللاأدري الذي لا يعرف إذا كان هناك إله </a:t>
            </a:r>
            <a:r>
              <a:rPr lang="en-US" dirty="0"/>
              <a:t>Agnostic</a:t>
            </a:r>
            <a:endParaRPr lang="ar-JO" dirty="0"/>
          </a:p>
          <a:p>
            <a:pPr lvl="1" algn="r" rtl="1"/>
            <a:r>
              <a:rPr lang="ar-JO" dirty="0"/>
              <a:t>(وهناك فريق آخر من الذين لا يهتمون ولا يأبهون)</a:t>
            </a:r>
            <a:endParaRPr lang="en-US" dirty="0"/>
          </a:p>
        </p:txBody>
      </p:sp>
    </p:spTree>
    <p:extLst>
      <p:ext uri="{BB962C8B-B14F-4D97-AF65-F5344CB8AC3E}">
        <p14:creationId xmlns:p14="http://schemas.microsoft.com/office/powerpoint/2010/main" val="203589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8EFE-6F68-49A1-B53F-3D10079AF574}"/>
              </a:ext>
            </a:extLst>
          </p:cNvPr>
          <p:cNvSpPr>
            <a:spLocks noGrp="1"/>
          </p:cNvSpPr>
          <p:nvPr>
            <p:ph type="title"/>
          </p:nvPr>
        </p:nvSpPr>
        <p:spPr>
          <a:xfrm>
            <a:off x="838200" y="18256"/>
            <a:ext cx="10515600" cy="790007"/>
          </a:xfrm>
        </p:spPr>
        <p:txBody>
          <a:bodyPr/>
          <a:lstStyle/>
          <a:p>
            <a:pPr algn="ctr" rtl="1"/>
            <a:r>
              <a:rPr lang="ar-JO" b="1" u="sng" dirty="0"/>
              <a:t>خطاب الإلحاد</a:t>
            </a:r>
            <a:endParaRPr lang="en-US" b="1" u="sng" dirty="0"/>
          </a:p>
        </p:txBody>
      </p:sp>
      <p:sp>
        <p:nvSpPr>
          <p:cNvPr id="3" name="Content Placeholder 2">
            <a:extLst>
              <a:ext uri="{FF2B5EF4-FFF2-40B4-BE49-F238E27FC236}">
                <a16:creationId xmlns:a16="http://schemas.microsoft.com/office/drawing/2014/main" id="{FB97189B-C390-4F35-8697-DC09882CD8AB}"/>
              </a:ext>
            </a:extLst>
          </p:cNvPr>
          <p:cNvSpPr>
            <a:spLocks noGrp="1"/>
          </p:cNvSpPr>
          <p:nvPr>
            <p:ph idx="1"/>
          </p:nvPr>
        </p:nvSpPr>
        <p:spPr>
          <a:xfrm>
            <a:off x="0" y="661307"/>
            <a:ext cx="12192000" cy="6178437"/>
          </a:xfrm>
        </p:spPr>
        <p:txBody>
          <a:bodyPr>
            <a:noAutofit/>
          </a:bodyPr>
          <a:lstStyle/>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العلم المادي هو الظاهرة الغالبة على العالم كله منذ عصر التنوير (القرن 18).</a:t>
            </a:r>
          </a:p>
          <a:p>
            <a:pPr marL="514350" indent="-514350" algn="r" rtl="1">
              <a:buFont typeface="+mj-lt"/>
              <a:buAutoNum type="arabicPeriod"/>
            </a:pPr>
            <a:r>
              <a:rPr lang="ar-JO" sz="3600" dirty="0">
                <a:latin typeface="Calibri" panose="020F0502020204030204" pitchFamily="34" charset="0"/>
                <a:ea typeface="Calibri" panose="020F0502020204030204" pitchFamily="34" charset="0"/>
                <a:cs typeface="Arial" panose="020B0604020202020204" pitchFamily="34" charset="0"/>
              </a:rPr>
              <a:t>العلم الحديث أرقى ما جاءت به البشرية</a:t>
            </a:r>
            <a:r>
              <a:rPr lang="ar-JO" sz="3600" dirty="0">
                <a:effectLst/>
                <a:latin typeface="Calibri" panose="020F0502020204030204" pitchFamily="34" charset="0"/>
                <a:ea typeface="Calibri" panose="020F0502020204030204" pitchFamily="34" charset="0"/>
                <a:cs typeface="Arial" panose="020B0604020202020204" pitchFamily="34" charset="0"/>
              </a:rPr>
              <a:t> </a:t>
            </a:r>
          </a:p>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العلم الحديث أظهر نجاحاته الساحقة وهو يعد بتفسير كل الظواهر وتسخيرها ... </a:t>
            </a:r>
          </a:p>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ولا يحتاج في أي معادلة أو قانون لإقحام القدرة الإلهية. </a:t>
            </a:r>
          </a:p>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وإن كان يبدو لك أن العلم لا يستطيع هذا أو ذاك اليوم فتوقع أن العلم سيستطيع ذلك غدا كما علمتنا دروس التاريخ. </a:t>
            </a:r>
          </a:p>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وإذا قلت لي:" إن العلم لا يبرر الأخلاق ولا يبين معنى الحياة ولا يريحني بإثبات حياة بعد الموت... ولهذا أنا أحتاج إلى الدين" أقول لك: إن شئت فاخدع نفسك... هذا الدين الذي يكذب ويعارض العلم هنا، كيف سيصدقك فيما هناك؟  ... </a:t>
            </a:r>
          </a:p>
          <a:p>
            <a:pPr marL="514350" indent="-514350" algn="r" rtl="1">
              <a:buFont typeface="+mj-lt"/>
              <a:buAutoNum type="arabicPeriod"/>
            </a:pPr>
            <a:r>
              <a:rPr lang="ar-JO" sz="3600" dirty="0">
                <a:effectLst/>
                <a:latin typeface="Calibri" panose="020F0502020204030204" pitchFamily="34" charset="0"/>
                <a:ea typeface="Calibri" panose="020F0502020204030204" pitchFamily="34" charset="0"/>
                <a:cs typeface="Arial" panose="020B0604020202020204" pitchFamily="34" charset="0"/>
              </a:rPr>
              <a:t>هل تنكر أن العلم هو طريق للحق؟ والعلماء هم الباحثون عن الحق؟ ألا ترى أن معظم العلماء ملحدون؟؟؟ </a:t>
            </a:r>
            <a:endParaRPr lang="en-US" sz="3600" dirty="0"/>
          </a:p>
        </p:txBody>
      </p:sp>
    </p:spTree>
    <p:extLst>
      <p:ext uri="{BB962C8B-B14F-4D97-AF65-F5344CB8AC3E}">
        <p14:creationId xmlns:p14="http://schemas.microsoft.com/office/powerpoint/2010/main" val="2000925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0717-23E7-444E-844A-1DAF58C2109A}"/>
              </a:ext>
            </a:extLst>
          </p:cNvPr>
          <p:cNvSpPr>
            <a:spLocks noGrp="1"/>
          </p:cNvSpPr>
          <p:nvPr>
            <p:ph type="title"/>
          </p:nvPr>
        </p:nvSpPr>
        <p:spPr/>
        <p:txBody>
          <a:bodyPr>
            <a:normAutofit/>
          </a:bodyPr>
          <a:lstStyle/>
          <a:p>
            <a:pPr algn="r" rtl="1"/>
            <a:r>
              <a:rPr lang="ar-JO" sz="6600" dirty="0"/>
              <a:t>"علوم حديثة" تفسر ظاهرة الدين ؟؟</a:t>
            </a:r>
            <a:endParaRPr lang="en-US" sz="6600" dirty="0"/>
          </a:p>
        </p:txBody>
      </p:sp>
      <p:sp>
        <p:nvSpPr>
          <p:cNvPr id="3" name="Content Placeholder 2">
            <a:extLst>
              <a:ext uri="{FF2B5EF4-FFF2-40B4-BE49-F238E27FC236}">
                <a16:creationId xmlns:a16="http://schemas.microsoft.com/office/drawing/2014/main" id="{73886137-CEC0-4232-9108-46A849A66692}"/>
              </a:ext>
            </a:extLst>
          </p:cNvPr>
          <p:cNvSpPr>
            <a:spLocks noGrp="1"/>
          </p:cNvSpPr>
          <p:nvPr>
            <p:ph idx="1"/>
          </p:nvPr>
        </p:nvSpPr>
        <p:spPr>
          <a:xfrm>
            <a:off x="838200" y="2114549"/>
            <a:ext cx="10515600" cy="4062413"/>
          </a:xfrm>
        </p:spPr>
        <p:txBody>
          <a:bodyPr>
            <a:normAutofit fontScale="92500" lnSpcReduction="10000"/>
          </a:bodyPr>
          <a:lstStyle/>
          <a:p>
            <a:pPr algn="r" rtl="1"/>
            <a:r>
              <a:rPr lang="ar-JO" sz="4800" dirty="0"/>
              <a:t>ماركس: "الدين أفيون الشعوب" ... يخدع به الأقوياء الضعفاء</a:t>
            </a:r>
          </a:p>
          <a:p>
            <a:pPr algn="r" rtl="1"/>
            <a:endParaRPr lang="ar-JO" dirty="0"/>
          </a:p>
          <a:p>
            <a:pPr algn="r" rtl="1"/>
            <a:r>
              <a:rPr lang="ar-JO" sz="4400" dirty="0"/>
              <a:t>نيتشه: "الدين خدعة الضعفاء للأقوياء": باسم الدين والرحمة والتعاطف وعمل الخير منع الضعفاء الأقوياء من استئصالهم (عملا بالانتخاب الطبيعي)</a:t>
            </a:r>
          </a:p>
          <a:p>
            <a:pPr rtl="1"/>
            <a:r>
              <a:rPr lang="ar-JO" sz="3000" dirty="0"/>
              <a:t>ملاحظة علي عزت بيجوفتش</a:t>
            </a:r>
            <a:endParaRPr lang="en-US" sz="3000" dirty="0"/>
          </a:p>
        </p:txBody>
      </p:sp>
    </p:spTree>
    <p:extLst>
      <p:ext uri="{BB962C8B-B14F-4D97-AF65-F5344CB8AC3E}">
        <p14:creationId xmlns:p14="http://schemas.microsoft.com/office/powerpoint/2010/main" val="3220632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39856-E106-4067-B797-F12B277411BC}"/>
              </a:ext>
            </a:extLst>
          </p:cNvPr>
          <p:cNvSpPr>
            <a:spLocks noGrp="1"/>
          </p:cNvSpPr>
          <p:nvPr>
            <p:ph type="title"/>
          </p:nvPr>
        </p:nvSpPr>
        <p:spPr>
          <a:xfrm>
            <a:off x="838200" y="18255"/>
            <a:ext cx="10515600" cy="1325563"/>
          </a:xfrm>
        </p:spPr>
        <p:txBody>
          <a:bodyPr>
            <a:normAutofit/>
          </a:bodyPr>
          <a:lstStyle/>
          <a:p>
            <a:pPr algn="r" rtl="1"/>
            <a:r>
              <a:rPr lang="ar-JO" sz="6000" dirty="0"/>
              <a:t>نصائح</a:t>
            </a:r>
            <a:endParaRPr lang="en-US" sz="6000" dirty="0"/>
          </a:p>
        </p:txBody>
      </p:sp>
      <p:sp>
        <p:nvSpPr>
          <p:cNvPr id="3" name="Content Placeholder 2">
            <a:extLst>
              <a:ext uri="{FF2B5EF4-FFF2-40B4-BE49-F238E27FC236}">
                <a16:creationId xmlns:a16="http://schemas.microsoft.com/office/drawing/2014/main" id="{0E837173-96BE-4587-A72E-C008999B4787}"/>
              </a:ext>
            </a:extLst>
          </p:cNvPr>
          <p:cNvSpPr>
            <a:spLocks noGrp="1"/>
          </p:cNvSpPr>
          <p:nvPr>
            <p:ph idx="1"/>
          </p:nvPr>
        </p:nvSpPr>
        <p:spPr>
          <a:xfrm>
            <a:off x="0" y="1141074"/>
            <a:ext cx="12192000" cy="5698671"/>
          </a:xfrm>
        </p:spPr>
        <p:txBody>
          <a:bodyPr>
            <a:noAutofit/>
          </a:bodyPr>
          <a:lstStyle/>
          <a:p>
            <a:pPr algn="r" rtl="1"/>
            <a:r>
              <a:rPr lang="ar-JO" sz="3600" dirty="0"/>
              <a:t>الصدق والإنصاف والشفقة على عباد الله والحقانية ووضع النفس موضع الخصم</a:t>
            </a:r>
          </a:p>
          <a:p>
            <a:pPr algn="r" rtl="1"/>
            <a:r>
              <a:rPr lang="ar-JO" sz="3600" dirty="0"/>
              <a:t>ابدأ بنفسك ... كل شبهة ملحة عليك يجب أن تبحث عن حلها ولا تخدع نفسك بأنصاف الحلول</a:t>
            </a:r>
          </a:p>
          <a:p>
            <a:pPr algn="r" rtl="1"/>
            <a:r>
              <a:rPr lang="ar-JO" sz="3600" dirty="0"/>
              <a:t>أصحاب القناعات لا يكون رأيهم هو آخر رأي يسمعونه</a:t>
            </a:r>
          </a:p>
          <a:p>
            <a:pPr algn="r" rtl="1"/>
            <a:r>
              <a:rPr lang="ar-JO" sz="3600" dirty="0"/>
              <a:t>لا تتوقع كل الإجابات الصحيحة عند شخص واحد ... قد تعجب بالشخص وتخالفه</a:t>
            </a:r>
          </a:p>
          <a:p>
            <a:pPr algn="r" rtl="1"/>
            <a:r>
              <a:rPr lang="ar-JO" sz="3600" dirty="0"/>
              <a:t>المؤمنون بالله من أصحاب الديانات والمذاهب الأخرى لهم نفس صراعنا مع الإلحاد ويمكن الاستفادة من ردودهم على الإلحاد</a:t>
            </a:r>
          </a:p>
          <a:p>
            <a:pPr algn="r" rtl="1"/>
            <a:r>
              <a:rPr lang="ar-JO" sz="3600" dirty="0"/>
              <a:t>يجب الاطلاع على الذخيرة الفكرية الكبيرة ضد الإلحاد الموجودة لدى الفلاسفة المسيحيين الجدد والتعلم منهم وتبين نقاط قوتهم ونقاط ضعفهم ونقاط الالتقاء ونقاط الاختلاف معهم:</a:t>
            </a:r>
            <a:r>
              <a:rPr lang="en-US" sz="3600" dirty="0"/>
              <a:t>WL Craig, A </a:t>
            </a:r>
            <a:r>
              <a:rPr lang="en-US" sz="3600" dirty="0" err="1"/>
              <a:t>Pruss</a:t>
            </a:r>
            <a:r>
              <a:rPr lang="en-US" sz="3600" dirty="0"/>
              <a:t>, JP Moreland, A Plantinga, … </a:t>
            </a:r>
          </a:p>
        </p:txBody>
      </p:sp>
    </p:spTree>
    <p:extLst>
      <p:ext uri="{BB962C8B-B14F-4D97-AF65-F5344CB8AC3E}">
        <p14:creationId xmlns:p14="http://schemas.microsoft.com/office/powerpoint/2010/main" val="992202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93EE2C-5560-4AD9-931A-6E68D0843D4C}"/>
              </a:ext>
            </a:extLst>
          </p:cNvPr>
          <p:cNvSpPr>
            <a:spLocks noGrp="1"/>
          </p:cNvSpPr>
          <p:nvPr>
            <p:ph idx="1"/>
          </p:nvPr>
        </p:nvSpPr>
        <p:spPr>
          <a:xfrm>
            <a:off x="0" y="0"/>
            <a:ext cx="12192000" cy="6857999"/>
          </a:xfrm>
        </p:spPr>
        <p:txBody>
          <a:bodyPr>
            <a:normAutofit fontScale="92500"/>
          </a:bodyPr>
          <a:lstStyle/>
          <a:p>
            <a:pPr algn="r" rtl="1"/>
            <a:r>
              <a:rPr lang="ar-JO" sz="4400" u="sng" dirty="0"/>
              <a:t>أمثلة على التفكير النقدي المطلوب:</a:t>
            </a:r>
          </a:p>
          <a:p>
            <a:pPr lvl="1" algn="r" rtl="1"/>
            <a:r>
              <a:rPr lang="ar-JO" sz="3000" dirty="0">
                <a:solidFill>
                  <a:srgbClr val="C00000"/>
                </a:solidFill>
              </a:rPr>
              <a:t>العالم فيه 10^80 جسيم … هذا دليل على ضرورة الخالق … </a:t>
            </a:r>
            <a:r>
              <a:rPr lang="ar-JO" sz="3000" dirty="0"/>
              <a:t>كيف يكون هذا دليلا؟</a:t>
            </a:r>
          </a:p>
          <a:p>
            <a:pPr lvl="1" algn="r" rtl="1"/>
            <a:r>
              <a:rPr lang="ar-JO" sz="3000" dirty="0">
                <a:solidFill>
                  <a:srgbClr val="C00000"/>
                </a:solidFill>
              </a:rPr>
              <a:t>الفتوحات الإسلامية ظاهرة خارقة ... كل هذه المساحة العظيمة في هذا الزمن القصير </a:t>
            </a:r>
            <a:r>
              <a:rPr lang="ar-JO" sz="3000" dirty="0"/>
              <a:t>... "الفتوحات" المغولية كانت أكبر وأسرع وشملت سكانا أكثر عددا ولكن الفتوحات الإسلامية قد تكون خارقة من ناحية أخرى: أبناء الصحراء أنسوا أبناء الدولة العظمى المتحضرة (فارس) لغتهم مدة قرنين!!</a:t>
            </a:r>
          </a:p>
          <a:p>
            <a:pPr lvl="1" algn="r" rtl="1"/>
            <a:r>
              <a:rPr lang="ar-JO" sz="3000" dirty="0">
                <a:solidFill>
                  <a:srgbClr val="C00000"/>
                </a:solidFill>
              </a:rPr>
              <a:t>برهان </a:t>
            </a:r>
            <a:r>
              <a:rPr lang="en-US" sz="3000" dirty="0">
                <a:solidFill>
                  <a:srgbClr val="C00000"/>
                </a:solidFill>
              </a:rPr>
              <a:t>WL Craig</a:t>
            </a:r>
            <a:r>
              <a:rPr lang="ar-JO" sz="3000" dirty="0">
                <a:solidFill>
                  <a:srgbClr val="C00000"/>
                </a:solidFill>
              </a:rPr>
              <a:t> الكلامي (برهان الحدوث) يستدل على أن العالم حادث بدعوى استحالة حصول لانهاية فعلية (مكتملة) وهذا يؤدي إلى جريان الزمن على الله تعالى </a:t>
            </a:r>
            <a:r>
              <a:rPr lang="ar-JO" sz="3000" dirty="0"/>
              <a:t>... هذا صحيح وهو يعترف بأنه يتقبل جريان الزمن على الله تعالى. ولكننا نرفض جريان الزمن على رب العالمين ولهذا نحاول تطوير البرهان بدون الحاجة إلى منع اللانهاية أو نعترف بعدم رضانا عن البرهان ونتحول إلى براهين أخرى</a:t>
            </a:r>
          </a:p>
          <a:p>
            <a:pPr lvl="1" algn="r" rtl="1"/>
            <a:r>
              <a:rPr lang="ar-JO" sz="3000" dirty="0">
                <a:solidFill>
                  <a:srgbClr val="C00000"/>
                </a:solidFill>
              </a:rPr>
              <a:t>من دعاوى الإعجاز العلمي: سورة الحديد ترتيبها يعادل الوزن الذري للحديد ورقم الآية التي يذكر فيها الحديد يكافئ العدد الذري</a:t>
            </a:r>
            <a:r>
              <a:rPr lang="ar-JO" sz="3000" dirty="0"/>
              <a:t>: رقم السورة 57  ولا يعادل الوزن الذري للحديد المشهور أما رقم الآية فلا يصح بالطريقة التي نعد بها الآيات في العادة</a:t>
            </a:r>
          </a:p>
          <a:p>
            <a:pPr lvl="1" algn="r" rtl="1"/>
            <a:r>
              <a:rPr lang="ar-JO" sz="3000" dirty="0">
                <a:solidFill>
                  <a:srgbClr val="C00000"/>
                </a:solidFill>
              </a:rPr>
              <a:t>معظم العلماء الأفذاذ كانوا مؤمنين بالله</a:t>
            </a:r>
            <a:r>
              <a:rPr lang="ar-JO" sz="3000" dirty="0"/>
              <a:t>: هذا ليس صحيحا في القرن العشرين. ستيفن واينبرغ يقول إنه لا يعرف من معارفه الفيزيائيين إلا أربعة يؤمنون بالله.</a:t>
            </a:r>
          </a:p>
          <a:p>
            <a:pPr lvl="1" algn="r" rtl="1"/>
            <a:r>
              <a:rPr lang="ar-JO" sz="3000" dirty="0">
                <a:solidFill>
                  <a:srgbClr val="C00000"/>
                </a:solidFill>
              </a:rPr>
              <a:t>الأحاديث الصحيحة تفيد العلم (القطع): </a:t>
            </a:r>
            <a:r>
              <a:rPr lang="ar-JO" sz="3000" dirty="0"/>
              <a:t>إذا كان احتمال الخطأ عند كل راو ثقة 5% فإن احتمال الخطأ بعد ستة رواة (إلى البخاري مثلا) هو 1-0.95^6=26.5% ... يفيد الظن لا العلم</a:t>
            </a:r>
          </a:p>
        </p:txBody>
      </p:sp>
    </p:spTree>
    <p:extLst>
      <p:ext uri="{BB962C8B-B14F-4D97-AF65-F5344CB8AC3E}">
        <p14:creationId xmlns:p14="http://schemas.microsoft.com/office/powerpoint/2010/main" val="3384438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9BDA-4DEC-49DD-A17F-CACF826B2630}"/>
              </a:ext>
            </a:extLst>
          </p:cNvPr>
          <p:cNvSpPr>
            <a:spLocks noGrp="1"/>
          </p:cNvSpPr>
          <p:nvPr>
            <p:ph type="title"/>
          </p:nvPr>
        </p:nvSpPr>
        <p:spPr>
          <a:xfrm>
            <a:off x="1183106" y="0"/>
            <a:ext cx="10515600" cy="910222"/>
          </a:xfrm>
        </p:spPr>
        <p:txBody>
          <a:bodyPr>
            <a:normAutofit/>
          </a:bodyPr>
          <a:lstStyle/>
          <a:p>
            <a:pPr algn="r" rtl="1"/>
            <a:r>
              <a:rPr lang="ar-JO" u="sng" dirty="0"/>
              <a:t>ملاحظات عامة</a:t>
            </a:r>
            <a:endParaRPr lang="en-US" u="sng" dirty="0"/>
          </a:p>
        </p:txBody>
      </p:sp>
      <p:sp>
        <p:nvSpPr>
          <p:cNvPr id="3" name="Content Placeholder 2">
            <a:extLst>
              <a:ext uri="{FF2B5EF4-FFF2-40B4-BE49-F238E27FC236}">
                <a16:creationId xmlns:a16="http://schemas.microsoft.com/office/drawing/2014/main" id="{D7B75449-0C29-4919-821F-F119A2C146EC}"/>
              </a:ext>
            </a:extLst>
          </p:cNvPr>
          <p:cNvSpPr>
            <a:spLocks noGrp="1"/>
          </p:cNvSpPr>
          <p:nvPr>
            <p:ph idx="1"/>
          </p:nvPr>
        </p:nvSpPr>
        <p:spPr>
          <a:xfrm>
            <a:off x="0" y="978568"/>
            <a:ext cx="12192000" cy="5879431"/>
          </a:xfrm>
        </p:spPr>
        <p:txBody>
          <a:bodyPr>
            <a:normAutofit fontScale="92500"/>
          </a:bodyPr>
          <a:lstStyle/>
          <a:p>
            <a:pPr algn="r" rtl="1"/>
            <a:r>
              <a:rPr lang="ar-JO" sz="3200" dirty="0"/>
              <a:t>العلم الحديث وسيلة من وسائل الوصول إلى الحق ... ومجالاته لا تشمل كل المعارف</a:t>
            </a:r>
          </a:p>
          <a:p>
            <a:pPr algn="r" rtl="1"/>
            <a:r>
              <a:rPr lang="ar-JO" sz="3200" dirty="0"/>
              <a:t>الطابع المادي للعلم الحديث مفهوم وليس سيئا في مجالات العلوم الطبيعية. مبدأ </a:t>
            </a:r>
            <a:r>
              <a:rPr lang="en-US" sz="3200" dirty="0"/>
              <a:t>Methodological Naturalism</a:t>
            </a:r>
            <a:r>
              <a:rPr lang="ar-JO" sz="3200" dirty="0"/>
              <a:t> يمكن اعتباره: تقديم المحاولات التفسيرية الطبيعية (الفيزيقية) على التفسيرات الماورائية (الميتافيزيقية) وهو في المحصلة تجربة يمكن أن تؤدي إلى تبين بعض حدود العلم الحديث. </a:t>
            </a:r>
          </a:p>
          <a:p>
            <a:pPr algn="r" rtl="1"/>
            <a:r>
              <a:rPr lang="ar-JO" sz="3200" dirty="0">
                <a:solidFill>
                  <a:srgbClr val="C00000"/>
                </a:solidFill>
              </a:rPr>
              <a:t>مثلا: تفسير تطابق الأحلام مع وقائع لاحقة: بالأسلوب العلمي ترصد الظاهرة وتدرس إحصائيا ويتبين عجز المحاولات التفسيرية الطبيعية (مثل تفسير وايتهد) ويُتَوَصَّل إلى حد جديد من حدود العلم الحديث</a:t>
            </a:r>
          </a:p>
          <a:p>
            <a:pPr algn="r" rtl="1"/>
            <a:r>
              <a:rPr lang="ar-JO" sz="3200" dirty="0"/>
              <a:t>من الخطأ تحميل العلم الحديث جريرة بعض مدعيه عندما ينفون ظواهر خارقة لا تفسير طبيعيا لها.</a:t>
            </a:r>
          </a:p>
          <a:p>
            <a:pPr algn="r" rtl="1"/>
            <a:r>
              <a:rPr lang="ar-JO" sz="3200" dirty="0">
                <a:solidFill>
                  <a:srgbClr val="C00000"/>
                </a:solidFill>
              </a:rPr>
              <a:t>مثلا: نفي قوة الحسد ... نفي معجزات الأنبياء وكرامات الأولياء ... نفي فائدة الدعاء .. نفي الوحي</a:t>
            </a:r>
          </a:p>
          <a:p>
            <a:pPr algn="r" rtl="1"/>
            <a:r>
              <a:rPr lang="ar-JO" sz="3200" dirty="0"/>
              <a:t>سنبرهن في هذه المحاضرة على أن ظاهرة نجاح العلم الحديث الخارق ظاهرة ليس لها تفسير طبيعي وإنما هي هدية معجزة من رب العالمين لا نفهمها ولا نستحقها</a:t>
            </a:r>
          </a:p>
          <a:p>
            <a:pPr algn="r" rtl="1"/>
            <a:endParaRPr lang="en-US" dirty="0"/>
          </a:p>
        </p:txBody>
      </p:sp>
    </p:spTree>
    <p:extLst>
      <p:ext uri="{BB962C8B-B14F-4D97-AF65-F5344CB8AC3E}">
        <p14:creationId xmlns:p14="http://schemas.microsoft.com/office/powerpoint/2010/main" val="1781592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6">
              <a:lumMod val="20000"/>
              <a:lumOff val="80000"/>
            </a:schemeClr>
          </a:solidFill>
        </p:spPr>
        <p:txBody>
          <a:bodyPr>
            <a:noAutofit/>
          </a:bodyPr>
          <a:lstStyle/>
          <a:p>
            <a:pPr algn="r" rtl="1">
              <a:buFont typeface="Wingdings" panose="05000000000000000000" pitchFamily="2" charset="2"/>
              <a:buChar char="q"/>
            </a:pPr>
            <a:r>
              <a:rPr lang="ar-JO" sz="3000" dirty="0"/>
              <a:t>إثبات خلو مسلماته التي يبني عليها الرياضيات من التناقض (</a:t>
            </a:r>
            <a:r>
              <a:rPr lang="en-US" sz="3000" dirty="0" err="1"/>
              <a:t>Goedel</a:t>
            </a:r>
            <a:r>
              <a:rPr lang="ar-JO" sz="3000" dirty="0"/>
              <a:t>). </a:t>
            </a:r>
          </a:p>
          <a:p>
            <a:pPr algn="r" rtl="1">
              <a:buFont typeface="Wingdings" panose="05000000000000000000" pitchFamily="2" charset="2"/>
              <a:buChar char="q"/>
            </a:pPr>
            <a:r>
              <a:rPr lang="ar-JO" sz="3000" dirty="0"/>
              <a:t>التنبؤ بالطقس بعد 20 يوما (أثر الفراشة </a:t>
            </a:r>
            <a:r>
              <a:rPr lang="en-US" sz="3000" dirty="0"/>
              <a:t>Butterfly Effect</a:t>
            </a:r>
            <a:r>
              <a:rPr lang="ar-JO" sz="3000" dirty="0"/>
              <a:t>). </a:t>
            </a:r>
          </a:p>
          <a:p>
            <a:pPr algn="r" rtl="1">
              <a:buFont typeface="Wingdings" panose="05000000000000000000" pitchFamily="2" charset="2"/>
              <a:buChar char="q"/>
            </a:pPr>
            <a:r>
              <a:rPr lang="ar-JO" sz="3000" dirty="0"/>
              <a:t>دفع شبه المشككين في تصديق الحواس والعقل. </a:t>
            </a:r>
          </a:p>
          <a:p>
            <a:pPr algn="r" rtl="1">
              <a:buFont typeface="Wingdings" panose="05000000000000000000" pitchFamily="2" charset="2"/>
              <a:buChar char="q"/>
            </a:pPr>
            <a:r>
              <a:rPr lang="ar-JO" sz="3000" dirty="0"/>
              <a:t>تفسير الوعي (</a:t>
            </a:r>
            <a:r>
              <a:rPr lang="en-US" sz="3000" dirty="0"/>
              <a:t>Consciousness</a:t>
            </a:r>
            <a:r>
              <a:rPr lang="ar-JO" sz="3000" dirty="0"/>
              <a:t>)، </a:t>
            </a:r>
          </a:p>
          <a:p>
            <a:pPr algn="r" rtl="1">
              <a:buFont typeface="Wingdings" panose="05000000000000000000" pitchFamily="2" charset="2"/>
              <a:buChar char="q"/>
            </a:pPr>
            <a:r>
              <a:rPr lang="ar-JO" sz="3000" dirty="0"/>
              <a:t>تفسير الإرادة الحرة للإنسان (</a:t>
            </a:r>
            <a:r>
              <a:rPr lang="en-US" sz="3000" dirty="0"/>
              <a:t>Free Will</a:t>
            </a:r>
            <a:r>
              <a:rPr lang="ar-JO" sz="3000" dirty="0"/>
              <a:t>) . </a:t>
            </a:r>
          </a:p>
          <a:p>
            <a:pPr algn="r" rtl="1">
              <a:buFont typeface="Wingdings" panose="05000000000000000000" pitchFamily="2" charset="2"/>
              <a:buChar char="q"/>
            </a:pPr>
            <a:r>
              <a:rPr lang="ar-JO" sz="3000" dirty="0"/>
              <a:t>تفسير كون العالم قابلا للفهم (</a:t>
            </a:r>
            <a:r>
              <a:rPr lang="en-US" sz="3000" dirty="0"/>
              <a:t>Comprehensibility of the World</a:t>
            </a:r>
            <a:r>
              <a:rPr lang="ar-JO" sz="3000" dirty="0"/>
              <a:t>). </a:t>
            </a:r>
          </a:p>
          <a:p>
            <a:pPr algn="r" rtl="1">
              <a:buFont typeface="Wingdings" panose="05000000000000000000" pitchFamily="2" charset="2"/>
              <a:buChar char="q"/>
            </a:pPr>
            <a:r>
              <a:rPr lang="ar-JO" sz="3000" dirty="0"/>
              <a:t>تفسيراستعداد كثير من الناس للتضحية بدون مقابل (</a:t>
            </a:r>
            <a:r>
              <a:rPr lang="en-US" sz="3000" dirty="0"/>
              <a:t>Altruism</a:t>
            </a:r>
            <a:r>
              <a:rPr lang="ar-JO" sz="3000" dirty="0"/>
              <a:t>)، </a:t>
            </a:r>
          </a:p>
          <a:p>
            <a:pPr algn="r" rtl="1">
              <a:buFont typeface="Wingdings" panose="05000000000000000000" pitchFamily="2" charset="2"/>
              <a:buChar char="q"/>
            </a:pPr>
            <a:r>
              <a:rPr lang="ar-JO" sz="3000" dirty="0"/>
              <a:t>تحديد إذا كانت ذرة راديوم ستتحلل في الدقيقة التالية أم لا. </a:t>
            </a:r>
          </a:p>
          <a:p>
            <a:pPr algn="r" rtl="1">
              <a:buFont typeface="Wingdings" panose="05000000000000000000" pitchFamily="2" charset="2"/>
              <a:buChar char="q"/>
            </a:pPr>
            <a:r>
              <a:rPr lang="ar-JO" sz="3000" dirty="0"/>
              <a:t>تفسير الإيمان بوجود موضوعي للأخلاق (</a:t>
            </a:r>
            <a:r>
              <a:rPr lang="en-US" sz="3000" dirty="0"/>
              <a:t>Objective Morality</a:t>
            </a:r>
            <a:r>
              <a:rPr lang="ar-JO" sz="3000" dirty="0"/>
              <a:t>) بنفس قدر الإيمان بوجود موضوعي للعالم الخارجي. </a:t>
            </a:r>
          </a:p>
          <a:p>
            <a:pPr algn="r" rtl="1">
              <a:buFont typeface="Wingdings" panose="05000000000000000000" pitchFamily="2" charset="2"/>
              <a:buChar char="q"/>
            </a:pPr>
            <a:r>
              <a:rPr lang="ar-JO" sz="3000" dirty="0"/>
              <a:t>تفسير لماذا تؤثر قناعة الانسان على الأمور الخارجية (سرعة شفاء المريض – تحقق الأماني) </a:t>
            </a:r>
          </a:p>
          <a:p>
            <a:pPr algn="r" rtl="1">
              <a:buFont typeface="Wingdings" panose="05000000000000000000" pitchFamily="2" charset="2"/>
              <a:buChar char="q"/>
            </a:pPr>
            <a:r>
              <a:rPr lang="ar-JO" sz="3000" dirty="0"/>
              <a:t>تفسير كيف وصلت البشرية إلى كثير من المعارف السابقة مثل اللغة والزراعة والرياضيات وأسرار الأعشاب والإبر الصينية. </a:t>
            </a:r>
          </a:p>
        </p:txBody>
      </p:sp>
      <p:sp>
        <p:nvSpPr>
          <p:cNvPr id="2" name="Title 1"/>
          <p:cNvSpPr>
            <a:spLocks noGrp="1"/>
          </p:cNvSpPr>
          <p:nvPr>
            <p:ph type="title"/>
          </p:nvPr>
        </p:nvSpPr>
        <p:spPr>
          <a:xfrm rot="18868396">
            <a:off x="162244" y="1083011"/>
            <a:ext cx="3900180" cy="1989113"/>
          </a:xfrm>
          <a:solidFill>
            <a:schemeClr val="accent2"/>
          </a:solidFill>
        </p:spPr>
        <p:txBody>
          <a:bodyPr>
            <a:normAutofit/>
          </a:bodyPr>
          <a:lstStyle/>
          <a:p>
            <a:pPr algn="ctr" rtl="1"/>
            <a:r>
              <a:rPr lang="ar-JO" dirty="0"/>
              <a:t> </a:t>
            </a:r>
            <a:r>
              <a:rPr lang="ar-JO" sz="6700" dirty="0"/>
              <a:t>العلم الحديث لا يستطيع:</a:t>
            </a:r>
            <a:endParaRPr lang="en-US" sz="6700"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40E7864-5CC7-410A-9819-2F44F1922D0F}"/>
                  </a:ext>
                </a:extLst>
              </p14:cNvPr>
              <p14:cNvContentPartPr/>
              <p14:nvPr/>
            </p14:nvContentPartPr>
            <p14:xfrm>
              <a:off x="587469" y="563207"/>
              <a:ext cx="360" cy="360"/>
            </p14:xfrm>
          </p:contentPart>
        </mc:Choice>
        <mc:Fallback xmlns="">
          <p:pic>
            <p:nvPicPr>
              <p:cNvPr id="5" name="Ink 4">
                <a:extLst>
                  <a:ext uri="{FF2B5EF4-FFF2-40B4-BE49-F238E27FC236}">
                    <a16:creationId xmlns:a16="http://schemas.microsoft.com/office/drawing/2014/main" id="{A40E7864-5CC7-410A-9819-2F44F1922D0F}"/>
                  </a:ext>
                </a:extLst>
              </p:cNvPr>
              <p:cNvPicPr/>
              <p:nvPr/>
            </p:nvPicPr>
            <p:blipFill>
              <a:blip r:embed="rId3"/>
              <a:stretch>
                <a:fillRect/>
              </a:stretch>
            </p:blipFill>
            <p:spPr>
              <a:xfrm>
                <a:off x="533829" y="455207"/>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F30CF7E-1AA0-4AFD-80AD-DEB47088EAA4}"/>
                  </a:ext>
                </a:extLst>
              </p14:cNvPr>
              <p14:cNvContentPartPr/>
              <p14:nvPr/>
            </p14:nvContentPartPr>
            <p14:xfrm>
              <a:off x="-32811" y="23207"/>
              <a:ext cx="644040" cy="834480"/>
            </p14:xfrm>
          </p:contentPart>
        </mc:Choice>
        <mc:Fallback xmlns="">
          <p:pic>
            <p:nvPicPr>
              <p:cNvPr id="6" name="Ink 5">
                <a:extLst>
                  <a:ext uri="{FF2B5EF4-FFF2-40B4-BE49-F238E27FC236}">
                    <a16:creationId xmlns:a16="http://schemas.microsoft.com/office/drawing/2014/main" id="{2F30CF7E-1AA0-4AFD-80AD-DEB47088EAA4}"/>
                  </a:ext>
                </a:extLst>
              </p:cNvPr>
              <p:cNvPicPr/>
              <p:nvPr/>
            </p:nvPicPr>
            <p:blipFill>
              <a:blip r:embed="rId5"/>
              <a:stretch>
                <a:fillRect/>
              </a:stretch>
            </p:blipFill>
            <p:spPr>
              <a:xfrm>
                <a:off x="-86811" y="-84433"/>
                <a:ext cx="751680" cy="1050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45548C6-C333-4A86-9AD3-9C5284FA1415}"/>
                  </a:ext>
                </a:extLst>
              </p14:cNvPr>
              <p14:cNvContentPartPr/>
              <p14:nvPr/>
            </p14:nvContentPartPr>
            <p14:xfrm>
              <a:off x="1020189" y="163607"/>
              <a:ext cx="262440" cy="1080000"/>
            </p14:xfrm>
          </p:contentPart>
        </mc:Choice>
        <mc:Fallback xmlns="">
          <p:pic>
            <p:nvPicPr>
              <p:cNvPr id="7" name="Ink 6">
                <a:extLst>
                  <a:ext uri="{FF2B5EF4-FFF2-40B4-BE49-F238E27FC236}">
                    <a16:creationId xmlns:a16="http://schemas.microsoft.com/office/drawing/2014/main" id="{145548C6-C333-4A86-9AD3-9C5284FA1415}"/>
                  </a:ext>
                </a:extLst>
              </p:cNvPr>
              <p:cNvPicPr/>
              <p:nvPr/>
            </p:nvPicPr>
            <p:blipFill>
              <a:blip r:embed="rId7"/>
              <a:stretch>
                <a:fillRect/>
              </a:stretch>
            </p:blipFill>
            <p:spPr>
              <a:xfrm>
                <a:off x="966549" y="55607"/>
                <a:ext cx="370080" cy="1295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E698FF4-03F1-4712-ABB2-3B64F4711C5B}"/>
                  </a:ext>
                </a:extLst>
              </p14:cNvPr>
              <p14:cNvContentPartPr/>
              <p14:nvPr/>
            </p14:nvContentPartPr>
            <p14:xfrm>
              <a:off x="1020189" y="1322087"/>
              <a:ext cx="391320" cy="25560"/>
            </p14:xfrm>
          </p:contentPart>
        </mc:Choice>
        <mc:Fallback xmlns="">
          <p:pic>
            <p:nvPicPr>
              <p:cNvPr id="8" name="Ink 7">
                <a:extLst>
                  <a:ext uri="{FF2B5EF4-FFF2-40B4-BE49-F238E27FC236}">
                    <a16:creationId xmlns:a16="http://schemas.microsoft.com/office/drawing/2014/main" id="{9E698FF4-03F1-4712-ABB2-3B64F4711C5B}"/>
                  </a:ext>
                </a:extLst>
              </p:cNvPr>
              <p:cNvPicPr/>
              <p:nvPr/>
            </p:nvPicPr>
            <p:blipFill>
              <a:blip r:embed="rId9"/>
              <a:stretch>
                <a:fillRect/>
              </a:stretch>
            </p:blipFill>
            <p:spPr>
              <a:xfrm>
                <a:off x="966549" y="1214447"/>
                <a:ext cx="498960" cy="2412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9A5A0B-8D27-43C0-8C9E-DDF72CD55743}"/>
              </a:ext>
            </a:extLst>
          </p:cNvPr>
          <p:cNvSpPr txBox="1"/>
          <p:nvPr/>
        </p:nvSpPr>
        <p:spPr>
          <a:xfrm>
            <a:off x="0" y="2"/>
            <a:ext cx="12192000" cy="6986528"/>
          </a:xfrm>
          <a:prstGeom prst="rect">
            <a:avLst/>
          </a:prstGeom>
          <a:solidFill>
            <a:schemeClr val="accent6">
              <a:lumMod val="60000"/>
              <a:lumOff val="40000"/>
            </a:schemeClr>
          </a:solidFill>
        </p:spPr>
        <p:txBody>
          <a:bodyPr wrap="square" rtlCol="0">
            <a:spAutoFit/>
          </a:bodyPr>
          <a:lstStyle/>
          <a:p>
            <a:pPr marL="457200" indent="-457200" algn="r" rtl="1">
              <a:buFont typeface="Wingdings" panose="05000000000000000000" pitchFamily="2" charset="2"/>
              <a:buChar char="q"/>
            </a:pPr>
            <a:r>
              <a:rPr lang="ar-JO" sz="2800" dirty="0"/>
              <a:t>تفسير الإلهام (</a:t>
            </a:r>
            <a:r>
              <a:rPr lang="en-US" sz="2800" dirty="0"/>
              <a:t>Inspiration</a:t>
            </a:r>
            <a:r>
              <a:rPr lang="ar-JO" sz="2800" dirty="0"/>
              <a:t>) الذي يجعل العالم يصل إلى الحقيقة العلمية. </a:t>
            </a:r>
          </a:p>
          <a:p>
            <a:pPr marL="457200" indent="-457200" algn="r" rtl="1">
              <a:buFont typeface="Wingdings" panose="05000000000000000000" pitchFamily="2" charset="2"/>
              <a:buChar char="q"/>
            </a:pPr>
            <a:r>
              <a:rPr lang="ar-JO" sz="2800" dirty="0"/>
              <a:t>تفسير لماذا يشعر الكلب على بعد كيلومترات بنيّة صاحبه العودة إلى البيت. </a:t>
            </a:r>
          </a:p>
          <a:p>
            <a:pPr marL="457200" indent="-457200" algn="r" rtl="1">
              <a:buFont typeface="Wingdings" panose="05000000000000000000" pitchFamily="2" charset="2"/>
              <a:buChar char="q"/>
            </a:pPr>
            <a:r>
              <a:rPr lang="ar-JO" sz="2800" dirty="0"/>
              <a:t>تفسير صدق الأحلام. </a:t>
            </a:r>
          </a:p>
          <a:p>
            <a:pPr marL="457200" indent="-457200" algn="r" rtl="1">
              <a:buFont typeface="Wingdings" panose="05000000000000000000" pitchFamily="2" charset="2"/>
              <a:buChar char="q"/>
            </a:pPr>
            <a:r>
              <a:rPr lang="ar-JO" sz="2800" dirty="0"/>
              <a:t>تفسير قوة عين الحسود. </a:t>
            </a:r>
          </a:p>
          <a:p>
            <a:pPr marL="457200" indent="-457200" algn="r" rtl="1">
              <a:buFont typeface="Wingdings" panose="05000000000000000000" pitchFamily="2" charset="2"/>
              <a:buChar char="q"/>
            </a:pPr>
            <a:r>
              <a:rPr lang="ar-JO" sz="2800" dirty="0"/>
              <a:t>تفسير عمل الإبر الصينية. </a:t>
            </a:r>
          </a:p>
          <a:p>
            <a:pPr marL="457200" indent="-457200" algn="r" rtl="1">
              <a:buFont typeface="Wingdings" panose="05000000000000000000" pitchFamily="2" charset="2"/>
              <a:buChar char="q"/>
            </a:pPr>
            <a:r>
              <a:rPr lang="ar-JO" sz="2800" dirty="0"/>
              <a:t>تفسير ما يفعله الفقراء (الدراويش) واليوغيون من عجائب في تحكمهم بأجسادهم وقطعها ولصقها ومنع الدم من السيلان.</a:t>
            </a:r>
          </a:p>
          <a:p>
            <a:pPr marL="457200" indent="-457200" algn="r" rtl="1">
              <a:buFont typeface="Wingdings" panose="05000000000000000000" pitchFamily="2" charset="2"/>
              <a:buChar char="q"/>
            </a:pPr>
            <a:r>
              <a:rPr lang="ar-JO" sz="2800" dirty="0"/>
              <a:t>تفسير كثير من أفعال المشعوذين والسحرة (مثل ديفيد كوبرفيلد ومغيّري أقنعة الوجوه الصينيين). </a:t>
            </a:r>
          </a:p>
          <a:p>
            <a:pPr marL="457200" indent="-457200" algn="r" rtl="1">
              <a:buFont typeface="Wingdings" panose="05000000000000000000" pitchFamily="2" charset="2"/>
              <a:buChar char="q"/>
            </a:pPr>
            <a:r>
              <a:rPr lang="ar-JO" sz="2800" dirty="0"/>
              <a:t>تفسير الانفجار الكامبري (</a:t>
            </a:r>
            <a:r>
              <a:rPr lang="en-US" sz="2800" dirty="0"/>
              <a:t>Cambrian Explosion</a:t>
            </a:r>
            <a:r>
              <a:rPr lang="ar-JO" sz="2800" dirty="0"/>
              <a:t>). </a:t>
            </a:r>
          </a:p>
          <a:p>
            <a:pPr marL="457200" indent="-457200" algn="r" rtl="1">
              <a:buFont typeface="Wingdings" panose="05000000000000000000" pitchFamily="2" charset="2"/>
              <a:buChar char="q"/>
            </a:pPr>
            <a:r>
              <a:rPr lang="ar-JO" sz="2800" dirty="0"/>
              <a:t>تحديد موقع تخزين الغريزة في المخلوقات. </a:t>
            </a:r>
          </a:p>
          <a:p>
            <a:pPr marL="457200" indent="-457200" algn="r" rtl="1">
              <a:buFont typeface="Wingdings" panose="05000000000000000000" pitchFamily="2" charset="2"/>
              <a:buChar char="q"/>
            </a:pPr>
            <a:r>
              <a:rPr lang="ar-JO" sz="2800" dirty="0"/>
              <a:t>تفسير لماذا ينتحر الأسد سلطان فيأكل يده (التي ضرب بها خطأ مدربه محمد الحلو ضربة قاتلة) ويتركها تدمي حتى يموت. </a:t>
            </a:r>
          </a:p>
          <a:p>
            <a:pPr marL="457200" indent="-457200" algn="r" rtl="1">
              <a:buFont typeface="Wingdings" panose="05000000000000000000" pitchFamily="2" charset="2"/>
              <a:buChar char="q"/>
            </a:pPr>
            <a:r>
              <a:rPr lang="ar-JO" sz="2800" dirty="0"/>
              <a:t>تفسير الضبط الفائق الدقة للكون (</a:t>
            </a:r>
            <a:r>
              <a:rPr lang="en-US" sz="2800" dirty="0"/>
              <a:t>Fine Tuning</a:t>
            </a:r>
            <a:r>
              <a:rPr lang="ar-JO" sz="2800" dirty="0"/>
              <a:t>). </a:t>
            </a:r>
          </a:p>
          <a:p>
            <a:pPr marL="457200" indent="-457200" algn="r" rtl="1">
              <a:buFont typeface="Wingdings" panose="05000000000000000000" pitchFamily="2" charset="2"/>
              <a:buChar char="q"/>
            </a:pPr>
            <a:r>
              <a:rPr lang="ar-JO" sz="2800" dirty="0"/>
              <a:t>تفسير الشعور الغامر بالجمال عند مشاهدة غروب الشمس والشعور الغامر بالعظمة بالقرب من بركان ثائر. </a:t>
            </a:r>
          </a:p>
          <a:p>
            <a:pPr marL="457200" indent="-457200" algn="r" rtl="1">
              <a:buFont typeface="Wingdings" panose="05000000000000000000" pitchFamily="2" charset="2"/>
              <a:buChar char="q"/>
            </a:pPr>
            <a:r>
              <a:rPr lang="ar-JO" sz="2800" dirty="0"/>
              <a:t>تفسير توجه الإنسان الملحد في طائرة تسقط أو في مركب يغرق إلى الدعاء الصادق لله تعالى بالنجاة.</a:t>
            </a:r>
            <a:endParaRPr lang="en-US" sz="2800"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A7D53AF-42BB-4222-B9DE-F6772BF396E8}"/>
                  </a:ext>
                </a:extLst>
              </p14:cNvPr>
              <p14:cNvContentPartPr/>
              <p14:nvPr/>
            </p14:nvContentPartPr>
            <p14:xfrm>
              <a:off x="-70290" y="26447"/>
              <a:ext cx="1353240" cy="921240"/>
            </p14:xfrm>
          </p:contentPart>
        </mc:Choice>
        <mc:Fallback xmlns="">
          <p:pic>
            <p:nvPicPr>
              <p:cNvPr id="5" name="Ink 4">
                <a:extLst>
                  <a:ext uri="{FF2B5EF4-FFF2-40B4-BE49-F238E27FC236}">
                    <a16:creationId xmlns:a16="http://schemas.microsoft.com/office/drawing/2014/main" id="{9A7D53AF-42BB-4222-B9DE-F6772BF396E8}"/>
                  </a:ext>
                </a:extLst>
              </p:cNvPr>
              <p:cNvPicPr/>
              <p:nvPr/>
            </p:nvPicPr>
            <p:blipFill>
              <a:blip r:embed="rId3"/>
              <a:stretch>
                <a:fillRect/>
              </a:stretch>
            </p:blipFill>
            <p:spPr>
              <a:xfrm>
                <a:off x="-123930" y="-81193"/>
                <a:ext cx="1460880" cy="1136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11A44D7-F0F9-49E8-B4B9-7879B3C7A245}"/>
                  </a:ext>
                </a:extLst>
              </p14:cNvPr>
              <p14:cNvContentPartPr/>
              <p14:nvPr/>
            </p14:nvContentPartPr>
            <p14:xfrm>
              <a:off x="1632510" y="430149"/>
              <a:ext cx="745200" cy="1129680"/>
            </p14:xfrm>
          </p:contentPart>
        </mc:Choice>
        <mc:Fallback xmlns="">
          <p:pic>
            <p:nvPicPr>
              <p:cNvPr id="6" name="Ink 5">
                <a:extLst>
                  <a:ext uri="{FF2B5EF4-FFF2-40B4-BE49-F238E27FC236}">
                    <a16:creationId xmlns:a16="http://schemas.microsoft.com/office/drawing/2014/main" id="{311A44D7-F0F9-49E8-B4B9-7879B3C7A245}"/>
                  </a:ext>
                </a:extLst>
              </p:cNvPr>
              <p:cNvPicPr/>
              <p:nvPr/>
            </p:nvPicPr>
            <p:blipFill>
              <a:blip r:embed="rId5"/>
              <a:stretch>
                <a:fillRect/>
              </a:stretch>
            </p:blipFill>
            <p:spPr>
              <a:xfrm>
                <a:off x="1578870" y="322149"/>
                <a:ext cx="852840" cy="1345320"/>
              </a:xfrm>
              <a:prstGeom prst="rect">
                <a:avLst/>
              </a:prstGeom>
            </p:spPr>
          </p:pic>
        </mc:Fallback>
      </mc:AlternateContent>
    </p:spTree>
    <p:extLst>
      <p:ext uri="{BB962C8B-B14F-4D97-AF65-F5344CB8AC3E}">
        <p14:creationId xmlns:p14="http://schemas.microsoft.com/office/powerpoint/2010/main" val="692717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BDD05-15BC-40E3-A445-7B34DCE59B34}"/>
              </a:ext>
            </a:extLst>
          </p:cNvPr>
          <p:cNvSpPr>
            <a:spLocks noGrp="1"/>
          </p:cNvSpPr>
          <p:nvPr>
            <p:ph idx="1"/>
          </p:nvPr>
        </p:nvSpPr>
        <p:spPr>
          <a:xfrm>
            <a:off x="0" y="0"/>
            <a:ext cx="12192000" cy="6858000"/>
          </a:xfrm>
        </p:spPr>
        <p:txBody>
          <a:bodyPr>
            <a:noAutofit/>
          </a:bodyPr>
          <a:lstStyle/>
          <a:p>
            <a:pPr marL="0" marR="0" algn="r" rtl="1">
              <a:lnSpc>
                <a:spcPct val="115000"/>
              </a:lnSpc>
              <a:spcBef>
                <a:spcPts val="0"/>
              </a:spcBef>
              <a:spcAft>
                <a:spcPts val="1000"/>
              </a:spcAft>
            </a:pPr>
            <a:r>
              <a:rPr lang="ar-JO" sz="5400" dirty="0">
                <a:effectLst/>
                <a:latin typeface="Calibri" panose="020F0502020204030204" pitchFamily="34" charset="0"/>
                <a:ea typeface="Calibri" panose="020F0502020204030204" pitchFamily="34" charset="0"/>
                <a:cs typeface="Arial" panose="020B0604020202020204" pitchFamily="34" charset="0"/>
              </a:rPr>
              <a:t>"العلم والإلحاد": </a:t>
            </a:r>
            <a:r>
              <a:rPr lang="ar-JO" sz="24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يهدف إلى تعريف الطلاب على حقيقة الصراع المفترض بين العلم والإيمان</a:t>
            </a:r>
            <a:r>
              <a:rPr lang="ar-JO" sz="2000" dirty="0">
                <a:effectLst/>
                <a:latin typeface="Calibri" panose="020F0502020204030204" pitchFamily="34" charset="0"/>
                <a:ea typeface="Calibri" panose="020F0502020204030204" pitchFamily="34" charset="0"/>
                <a:cs typeface="Arial" panose="020B0604020202020204" pitchFamily="34" charset="0"/>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15000"/>
              </a:lnSpc>
              <a:spcBef>
                <a:spcPts val="0"/>
              </a:spcBef>
              <a:spcAft>
                <a:spcPts val="1000"/>
              </a:spcAft>
            </a:pPr>
            <a:r>
              <a:rPr lang="ar-JO" dirty="0">
                <a:effectLst/>
                <a:latin typeface="Calibri" panose="020F0502020204030204" pitchFamily="34" charset="0"/>
                <a:ea typeface="Calibri" panose="020F0502020204030204" pitchFamily="34" charset="0"/>
                <a:cs typeface="Arial" panose="020B0604020202020204" pitchFamily="34" charset="0"/>
              </a:rPr>
              <a:t>مقدمة: طالب الجامعة أو المدرسة هو ابننا ومستقبلنا وسفيرنا إلى العالم. وقد أخذت الجامعة والمدرسة على عاتقها أن تحمل إليه رسالة العلم وتزرعها في وجدانه حتى تصير طريقة التفكير العلمي عنده كالماء والهواء. ولكننا نعيش في عالم منفتح تهب فيه الرياح من كل مكان. وطالبنا الذي نحب أن يكون متفتحا رحب الصدر هو للأسف ليس محصنا للأدواء التي تنقلها الرياح الهابة من كل مكان. بالإضافة إلى الانفتاح على الثقافة العالمية واللغات الأجنبية يجب على هذا السفير أن يكون متمكنا من ثقافته العربية الإسلامية التي يريد أن ينقلها إلى العالم. طالبنا أيضا مواطن عالمي (</a:t>
            </a:r>
            <a:r>
              <a:rPr lang="en-US" dirty="0">
                <a:effectLst/>
                <a:latin typeface="Calibri" panose="020F0502020204030204" pitchFamily="34" charset="0"/>
                <a:ea typeface="Calibri" panose="020F0502020204030204" pitchFamily="34" charset="0"/>
                <a:cs typeface="Arial" panose="020B0604020202020204" pitchFamily="34" charset="0"/>
              </a:rPr>
              <a:t>citizen of the world</a:t>
            </a:r>
            <a:r>
              <a:rPr lang="ar-JO" dirty="0">
                <a:effectLst/>
                <a:latin typeface="Calibri" panose="020F0502020204030204" pitchFamily="34" charset="0"/>
                <a:ea typeface="Calibri" panose="020F0502020204030204" pitchFamily="34" charset="0"/>
                <a:cs typeface="Arial" panose="020B0604020202020204" pitchFamily="34" charset="0"/>
              </a:rPr>
              <a:t>) تجمعه مع كل البشر الأخوة الإنسانية. وهو، على سبيل المثال، يرى زميله الألماني الطيب المشفق على المساكين ملحدا لا يؤمن بالله ولكنه يؤمن بالعلم. يتساءل طالبنا: "هل كنت لأؤمن بالله لو كنت ولدت في أسرة زميلي الألماني هذا؟؟" </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15000"/>
              </a:lnSpc>
              <a:spcBef>
                <a:spcPts val="0"/>
              </a:spcBef>
              <a:spcAft>
                <a:spcPts val="1000"/>
              </a:spcAft>
            </a:pPr>
            <a:r>
              <a:rPr lang="ar-JO" dirty="0">
                <a:effectLst/>
                <a:latin typeface="Calibri" panose="020F0502020204030204" pitchFamily="34" charset="0"/>
                <a:ea typeface="Calibri" panose="020F0502020204030204" pitchFamily="34" charset="0"/>
                <a:cs typeface="Arial" panose="020B0604020202020204" pitchFamily="34" charset="0"/>
              </a:rPr>
              <a:t>هذا المساق ينوي الإجابة بطريقة منفتحة عالمية على تساؤلات طالبنا وتساؤلات زميله الألماني. مادة المساق معظمها مستقاة من فلسفة اللاهوت الطبيعي (</a:t>
            </a:r>
            <a:r>
              <a:rPr lang="en-US" dirty="0">
                <a:effectLst/>
                <a:latin typeface="Calibri" panose="020F0502020204030204" pitchFamily="34" charset="0"/>
                <a:ea typeface="Calibri" panose="020F0502020204030204" pitchFamily="34" charset="0"/>
                <a:cs typeface="Arial" panose="020B0604020202020204" pitchFamily="34" charset="0"/>
              </a:rPr>
              <a:t>natural theology</a:t>
            </a:r>
            <a:r>
              <a:rPr lang="ar-JO" dirty="0">
                <a:effectLst/>
                <a:latin typeface="Calibri" panose="020F0502020204030204" pitchFamily="34" charset="0"/>
                <a:ea typeface="Calibri" panose="020F0502020204030204" pitchFamily="34" charset="0"/>
                <a:cs typeface="Arial" panose="020B0604020202020204" pitchFamily="34" charset="0"/>
              </a:rPr>
              <a:t>) ومنضبطة لا تخالف روح المذهب السني الأشعري. يتعرف الطالب فيها على مواضيع ملحة مختلفة باللغتين العربية والانجليزية. </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5B08E7B-B7E6-4348-A58C-EBF56004B62A}"/>
                  </a:ext>
                </a:extLst>
              </p14:cNvPr>
              <p14:cNvContentPartPr/>
              <p14:nvPr/>
            </p14:nvContentPartPr>
            <p14:xfrm>
              <a:off x="-18681" y="15519"/>
              <a:ext cx="990000" cy="725760"/>
            </p14:xfrm>
          </p:contentPart>
        </mc:Choice>
        <mc:Fallback xmlns="">
          <p:pic>
            <p:nvPicPr>
              <p:cNvPr id="4" name="Ink 3">
                <a:extLst>
                  <a:ext uri="{FF2B5EF4-FFF2-40B4-BE49-F238E27FC236}">
                    <a16:creationId xmlns:a16="http://schemas.microsoft.com/office/drawing/2014/main" id="{05B08E7B-B7E6-4348-A58C-EBF56004B62A}"/>
                  </a:ext>
                </a:extLst>
              </p:cNvPr>
              <p:cNvPicPr/>
              <p:nvPr/>
            </p:nvPicPr>
            <p:blipFill>
              <a:blip r:embed="rId3"/>
              <a:stretch>
                <a:fillRect/>
              </a:stretch>
            </p:blipFill>
            <p:spPr>
              <a:xfrm>
                <a:off x="-72321" y="-92481"/>
                <a:ext cx="1097640" cy="941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805E1487-CC0D-491A-B435-8BAC18B6D082}"/>
                  </a:ext>
                </a:extLst>
              </p14:cNvPr>
              <p14:cNvContentPartPr/>
              <p14:nvPr/>
            </p14:nvContentPartPr>
            <p14:xfrm>
              <a:off x="301719" y="288759"/>
              <a:ext cx="164160" cy="616680"/>
            </p14:xfrm>
          </p:contentPart>
        </mc:Choice>
        <mc:Fallback xmlns="">
          <p:pic>
            <p:nvPicPr>
              <p:cNvPr id="5" name="Ink 4">
                <a:extLst>
                  <a:ext uri="{FF2B5EF4-FFF2-40B4-BE49-F238E27FC236}">
                    <a16:creationId xmlns:a16="http://schemas.microsoft.com/office/drawing/2014/main" id="{805E1487-CC0D-491A-B435-8BAC18B6D082}"/>
                  </a:ext>
                </a:extLst>
              </p:cNvPr>
              <p:cNvPicPr/>
              <p:nvPr/>
            </p:nvPicPr>
            <p:blipFill>
              <a:blip r:embed="rId5"/>
              <a:stretch>
                <a:fillRect/>
              </a:stretch>
            </p:blipFill>
            <p:spPr>
              <a:xfrm>
                <a:off x="248079" y="181119"/>
                <a:ext cx="271800" cy="832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8CC9037-A059-45B0-96E5-8C8FF9C83DDE}"/>
                  </a:ext>
                </a:extLst>
              </p14:cNvPr>
              <p14:cNvContentPartPr/>
              <p14:nvPr/>
            </p14:nvContentPartPr>
            <p14:xfrm>
              <a:off x="301719" y="978879"/>
              <a:ext cx="244440" cy="17640"/>
            </p14:xfrm>
          </p:contentPart>
        </mc:Choice>
        <mc:Fallback xmlns="">
          <p:pic>
            <p:nvPicPr>
              <p:cNvPr id="6" name="Ink 5">
                <a:extLst>
                  <a:ext uri="{FF2B5EF4-FFF2-40B4-BE49-F238E27FC236}">
                    <a16:creationId xmlns:a16="http://schemas.microsoft.com/office/drawing/2014/main" id="{58CC9037-A059-45B0-96E5-8C8FF9C83DDE}"/>
                  </a:ext>
                </a:extLst>
              </p:cNvPr>
              <p:cNvPicPr/>
              <p:nvPr/>
            </p:nvPicPr>
            <p:blipFill>
              <a:blip r:embed="rId7"/>
              <a:stretch>
                <a:fillRect/>
              </a:stretch>
            </p:blipFill>
            <p:spPr>
              <a:xfrm>
                <a:off x="248079" y="870879"/>
                <a:ext cx="352080" cy="233280"/>
              </a:xfrm>
              <a:prstGeom prst="rect">
                <a:avLst/>
              </a:prstGeom>
            </p:spPr>
          </p:pic>
        </mc:Fallback>
      </mc:AlternateContent>
    </p:spTree>
    <p:extLst>
      <p:ext uri="{BB962C8B-B14F-4D97-AF65-F5344CB8AC3E}">
        <p14:creationId xmlns:p14="http://schemas.microsoft.com/office/powerpoint/2010/main" val="2716440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73611-5A77-4A6D-A9FF-56C418F5A5EE}"/>
              </a:ext>
            </a:extLst>
          </p:cNvPr>
          <p:cNvSpPr>
            <a:spLocks noGrp="1"/>
          </p:cNvSpPr>
          <p:nvPr>
            <p:ph idx="1"/>
          </p:nvPr>
        </p:nvSpPr>
        <p:spPr>
          <a:xfrm>
            <a:off x="0" y="0"/>
            <a:ext cx="12192000" cy="6858000"/>
          </a:xfrm>
        </p:spPr>
        <p:txBody>
          <a:bodyPr>
            <a:normAutofit fontScale="77500" lnSpcReduction="20000"/>
          </a:bodyPr>
          <a:lstStyle/>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الابستمولوجيا (نظرية المعرفة) كيف نصل إلى المعلومة</a:t>
            </a: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ضرورة التجرد والإنصاف والحقانية في طلب الإجابات على أهم الأسئلة (ضع نفسك مكان الآخر)</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الشوق الإنساني الغريب في طلب الإجابات على الأسئلة الملحة.. التجارب الإنسانية في الحضارات المختلفة... تشابه كبير وشيء من الاختلاف </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التطور الفكري في العالم الغربي (الحضارة الهيلينية – سقوط الإمبراطورية الرومانية – إرث شارلمان - تطور الكنيسة الكاثوليكية </a:t>
            </a:r>
            <a:r>
              <a:rPr lang="en-US" sz="3100" dirty="0">
                <a:effectLst/>
                <a:latin typeface="Calibri" panose="020F0502020204030204" pitchFamily="34" charset="0"/>
                <a:ea typeface="Calibri" panose="020F0502020204030204" pitchFamily="34" charset="0"/>
                <a:cs typeface="Arial" panose="020B0604020202020204" pitchFamily="34" charset="0"/>
              </a:rPr>
              <a:t>]</a:t>
            </a:r>
            <a:r>
              <a:rPr lang="ar-JO" sz="3100" dirty="0">
                <a:effectLst/>
                <a:latin typeface="Calibri" panose="020F0502020204030204" pitchFamily="34" charset="0"/>
                <a:ea typeface="Calibri" panose="020F0502020204030204" pitchFamily="34" charset="0"/>
                <a:cs typeface="Arial" panose="020B0604020202020204" pitchFamily="34" charset="0"/>
              </a:rPr>
              <a:t>توما الأكويني</a:t>
            </a:r>
            <a:r>
              <a:rPr lang="en-US" sz="3100" dirty="0">
                <a:effectLst/>
                <a:latin typeface="Calibri" panose="020F0502020204030204" pitchFamily="34" charset="0"/>
                <a:ea typeface="Calibri" panose="020F0502020204030204" pitchFamily="34" charset="0"/>
                <a:cs typeface="Arial" panose="020B0604020202020204" pitchFamily="34" charset="0"/>
              </a:rPr>
              <a:t>[</a:t>
            </a:r>
            <a:r>
              <a:rPr lang="ar-JO" sz="3100" dirty="0">
                <a:effectLst/>
                <a:latin typeface="Calibri" panose="020F0502020204030204" pitchFamily="34" charset="0"/>
                <a:ea typeface="Calibri" panose="020F0502020204030204" pitchFamily="34" charset="0"/>
                <a:cs typeface="Arial" panose="020B0604020202020204" pitchFamily="34" charset="0"/>
              </a:rPr>
              <a:t>- عصر النهضة – الإصلاح الديني – الثورة العلمية – عصر التنوير – الثورة الصناعية – الرأسمالية والإمبريالية والعصر الحديث) </a:t>
            </a:r>
            <a:r>
              <a:rPr lang="en-US" sz="3100" dirty="0">
                <a:effectLst/>
                <a:latin typeface="Calibri" panose="020F0502020204030204" pitchFamily="34" charset="0"/>
                <a:ea typeface="Calibri" panose="020F0502020204030204" pitchFamily="34" charset="0"/>
                <a:cs typeface="Arial" panose="020B0604020202020204" pitchFamily="34" charset="0"/>
              </a:rPr>
              <a:t>]</a:t>
            </a:r>
            <a:r>
              <a:rPr lang="en-US" sz="3100" dirty="0">
                <a:effectLst/>
                <a:latin typeface="Arial" panose="020B0604020202020204" pitchFamily="34" charset="0"/>
                <a:ea typeface="Calibri" panose="020F0502020204030204" pitchFamily="34" charset="0"/>
                <a:cs typeface="Arial" panose="020B0604020202020204" pitchFamily="34" charset="0"/>
              </a:rPr>
              <a:t> </a:t>
            </a:r>
            <a:r>
              <a:rPr lang="ar-SA" sz="3100" dirty="0">
                <a:effectLst/>
                <a:latin typeface="Arial" panose="020B0604020202020204" pitchFamily="34" charset="0"/>
                <a:ea typeface="Calibri" panose="020F0502020204030204" pitchFamily="34" charset="0"/>
                <a:cs typeface="Arial" panose="020B0604020202020204" pitchFamily="34" charset="0"/>
              </a:rPr>
              <a:t>مصدر مفيد: قصة الحضارة</a:t>
            </a:r>
            <a:r>
              <a:rPr lang="en-US" sz="3100" dirty="0">
                <a:effectLst/>
                <a:latin typeface="Calibri" panose="020F0502020204030204" pitchFamily="34" charset="0"/>
                <a:ea typeface="Calibri" panose="020F0502020204030204" pitchFamily="34" charset="0"/>
                <a:cs typeface="Arial" panose="020B0604020202020204" pitchFamily="34" charset="0"/>
              </a:rPr>
              <a:t> [</a:t>
            </a: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الحجج الفلسفية على وجود الصانع الحكيم  (</a:t>
            </a:r>
            <a:r>
              <a:rPr lang="en-US" sz="3100" dirty="0">
                <a:effectLst/>
                <a:latin typeface="Calibri" panose="020F0502020204030204" pitchFamily="34" charset="0"/>
                <a:ea typeface="Calibri" panose="020F0502020204030204" pitchFamily="34" charset="0"/>
                <a:cs typeface="Arial" panose="020B0604020202020204" pitchFamily="34" charset="0"/>
              </a:rPr>
              <a:t>ontological – cosmological – teleological – moral – reason – kalam - Consciousness…</a:t>
            </a:r>
            <a:r>
              <a:rPr lang="ar-JO" sz="3100" dirty="0">
                <a:effectLst/>
                <a:latin typeface="Calibri" panose="020F0502020204030204" pitchFamily="34" charset="0"/>
                <a:ea typeface="Calibri" panose="020F0502020204030204" pitchFamily="34" charset="0"/>
                <a:cs typeface="Arial" panose="020B0604020202020204" pitchFamily="34" charset="0"/>
              </a:rPr>
              <a:t>)  (الحجة الأنطولوجية – حجة الإمكان والوجوب – حجة النظم والتصميم – حجة الحدوث – الحجة الأخلاقية – حجة وجود العقلانية – حجة وجود الوعي...) </a:t>
            </a:r>
            <a:r>
              <a:rPr lang="en-US" sz="3100" dirty="0">
                <a:effectLst/>
                <a:latin typeface="Calibri" panose="020F0502020204030204" pitchFamily="34" charset="0"/>
                <a:ea typeface="Calibri" panose="020F0502020204030204" pitchFamily="34" charset="0"/>
                <a:cs typeface="Arial" panose="020B0604020202020204" pitchFamily="34" charset="0"/>
              </a:rPr>
              <a:t>[Ref: Plantinga, WL Craig, Moreland, </a:t>
            </a:r>
            <a:r>
              <a:rPr lang="en-US" sz="3100" dirty="0" err="1">
                <a:effectLst/>
                <a:latin typeface="Calibri" panose="020F0502020204030204" pitchFamily="34" charset="0"/>
                <a:ea typeface="Calibri" panose="020F0502020204030204" pitchFamily="34" charset="0"/>
                <a:cs typeface="Arial" panose="020B0604020202020204" pitchFamily="34" charset="0"/>
              </a:rPr>
              <a:t>Pruss</a:t>
            </a:r>
            <a:r>
              <a:rPr lang="en-US" sz="3100" dirty="0">
                <a:effectLst/>
                <a:latin typeface="Calibri" panose="020F0502020204030204" pitchFamily="34" charset="0"/>
                <a:ea typeface="Calibri" panose="020F0502020204030204" pitchFamily="34" charset="0"/>
                <a:cs typeface="Arial" panose="020B0604020202020204" pitchFamily="34" charset="0"/>
              </a:rPr>
              <a:t>, Collins, Koons, …]</a:t>
            </a:r>
            <a:r>
              <a:rPr lang="ar-JO" sz="3100" dirty="0">
                <a:effectLst/>
                <a:latin typeface="Calibri" panose="020F0502020204030204" pitchFamily="34" charset="0"/>
                <a:ea typeface="Calibri" panose="020F0502020204030204" pitchFamily="34" charset="0"/>
                <a:cs typeface="Arial" panose="020B0604020202020204" pitchFamily="34" charset="0"/>
              </a:rPr>
              <a:t>أهم مرجع: </a:t>
            </a:r>
            <a:r>
              <a:rPr lang="ar-JO" sz="3100" b="1" dirty="0">
                <a:effectLst/>
                <a:latin typeface="Calibri" panose="020F0502020204030204" pitchFamily="34" charset="0"/>
                <a:ea typeface="Calibri" panose="020F0502020204030204" pitchFamily="34" charset="0"/>
                <a:cs typeface="Arial" panose="020B0604020202020204" pitchFamily="34" charset="0"/>
              </a:rPr>
              <a:t>:</a:t>
            </a:r>
            <a:r>
              <a:rPr lang="en-US" sz="3100" b="1" u="none" strike="noStrike" dirty="0">
                <a:solidFill>
                  <a:srgbClr val="660099"/>
                </a:solidFill>
                <a:effectLst/>
                <a:latin typeface="Arial" panose="020B0604020202020204" pitchFamily="34" charset="0"/>
                <a:ea typeface="Calibri" panose="020F0502020204030204" pitchFamily="34" charset="0"/>
                <a:cs typeface="Arial" panose="020B0604020202020204" pitchFamily="34" charset="0"/>
                <a:hlinkClick r:id="rId2"/>
              </a:rPr>
              <a:t>The Blackwell Companion to Natural Theology</a:t>
            </a:r>
            <a:r>
              <a:rPr lang="ar-SA" sz="3100" b="1" u="none" strike="noStrike" dirty="0">
                <a:solidFill>
                  <a:srgbClr val="660099"/>
                </a:solidFill>
                <a:effectLst/>
                <a:latin typeface="Calibri" panose="020F0502020204030204" pitchFamily="34" charset="0"/>
                <a:ea typeface="Calibri" panose="020F0502020204030204" pitchFamily="34" charset="0"/>
                <a:cs typeface="Arial" panose="020B0604020202020204" pitchFamily="34" charset="0"/>
                <a:hlinkClick r:id="rId2"/>
              </a:rPr>
              <a:t>، </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الثورة العلمية وانتصار الفيزياء الحديثة</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عصر التنوير ونشأة النزعة التشكيكية والربوبية والإلحادية (هيوم – فولتير وديدرو)</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3100" dirty="0">
                <a:effectLst/>
                <a:latin typeface="Calibri" panose="020F0502020204030204" pitchFamily="34" charset="0"/>
                <a:ea typeface="Calibri" panose="020F0502020204030204" pitchFamily="34" charset="0"/>
                <a:cs typeface="Arial" panose="020B0604020202020204" pitchFamily="34" charset="0"/>
              </a:rPr>
              <a:t>الشكاكون الكبار بعد منتصف القرن التاسع عشر: كومت - ماركس – نيتشه – فرويد - رسل</a:t>
            </a:r>
            <a:endParaRPr lang="en-US" sz="3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dirty="0">
                <a:effectLst/>
                <a:latin typeface="Calibri" panose="020F0502020204030204" pitchFamily="34" charset="0"/>
                <a:ea typeface="Calibri" panose="020F0502020204030204" pitchFamily="34" charset="0"/>
                <a:cs typeface="Arial" panose="020B0604020202020204" pitchFamily="34" charset="0"/>
              </a:rPr>
              <a:t>لماذا يلحد العلماء والمفكرون الحديثون في القرن العشرين والحادي والعشرين لماذا يبقى على الإلحاد هؤلاء الذي يبرهنون على قصور النظرة الطبيعية للعالم؟ (أمثلة: </a:t>
            </a:r>
            <a:r>
              <a:rPr lang="en-US" dirty="0">
                <a:effectLst/>
                <a:latin typeface="Calibri" panose="020F0502020204030204" pitchFamily="34" charset="0"/>
                <a:ea typeface="Calibri" panose="020F0502020204030204" pitchFamily="34" charset="0"/>
                <a:cs typeface="Arial" panose="020B0604020202020204" pitchFamily="34" charset="0"/>
              </a:rPr>
              <a:t>Thomas Nagel, Roger Penrose, Noam Chomsky, John Searle,</a:t>
            </a:r>
            <a:r>
              <a:rPr lang="ar-JO" dirty="0">
                <a:effectLst/>
                <a:latin typeface="Calibri" panose="020F0502020204030204" pitchFamily="34" charset="0"/>
                <a:ea typeface="Calibri" panose="020F0502020204030204" pitchFamily="34" charset="0"/>
                <a:cs typeface="Arial" panose="020B0604020202020204" pitchFamily="34" charset="0"/>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2FF8ED0-7656-4320-A7D6-41C928FC990D}"/>
                  </a:ext>
                </a:extLst>
              </p14:cNvPr>
              <p14:cNvContentPartPr/>
              <p14:nvPr/>
            </p14:nvContentPartPr>
            <p14:xfrm>
              <a:off x="-32490" y="24879"/>
              <a:ext cx="838440" cy="702000"/>
            </p14:xfrm>
          </p:contentPart>
        </mc:Choice>
        <mc:Fallback xmlns="">
          <p:pic>
            <p:nvPicPr>
              <p:cNvPr id="4" name="Ink 3">
                <a:extLst>
                  <a:ext uri="{FF2B5EF4-FFF2-40B4-BE49-F238E27FC236}">
                    <a16:creationId xmlns:a16="http://schemas.microsoft.com/office/drawing/2014/main" id="{32FF8ED0-7656-4320-A7D6-41C928FC990D}"/>
                  </a:ext>
                </a:extLst>
              </p:cNvPr>
              <p:cNvPicPr/>
              <p:nvPr/>
            </p:nvPicPr>
            <p:blipFill>
              <a:blip r:embed="rId4"/>
              <a:stretch>
                <a:fillRect/>
              </a:stretch>
            </p:blipFill>
            <p:spPr>
              <a:xfrm>
                <a:off x="-86130" y="-82761"/>
                <a:ext cx="946080" cy="917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1FFE9D1-FEA8-44EA-B265-555668383AE4}"/>
                  </a:ext>
                </a:extLst>
              </p14:cNvPr>
              <p14:cNvContentPartPr/>
              <p14:nvPr/>
            </p14:nvContentPartPr>
            <p14:xfrm>
              <a:off x="416070" y="291549"/>
              <a:ext cx="350640" cy="460800"/>
            </p14:xfrm>
          </p:contentPart>
        </mc:Choice>
        <mc:Fallback xmlns="">
          <p:pic>
            <p:nvPicPr>
              <p:cNvPr id="5" name="Ink 4">
                <a:extLst>
                  <a:ext uri="{FF2B5EF4-FFF2-40B4-BE49-F238E27FC236}">
                    <a16:creationId xmlns:a16="http://schemas.microsoft.com/office/drawing/2014/main" id="{71FFE9D1-FEA8-44EA-B265-555668383AE4}"/>
                  </a:ext>
                </a:extLst>
              </p:cNvPr>
              <p:cNvPicPr/>
              <p:nvPr/>
            </p:nvPicPr>
            <p:blipFill>
              <a:blip r:embed="rId6"/>
              <a:stretch>
                <a:fillRect/>
              </a:stretch>
            </p:blipFill>
            <p:spPr>
              <a:xfrm>
                <a:off x="362070" y="183909"/>
                <a:ext cx="458280" cy="676440"/>
              </a:xfrm>
              <a:prstGeom prst="rect">
                <a:avLst/>
              </a:prstGeom>
            </p:spPr>
          </p:pic>
        </mc:Fallback>
      </mc:AlternateContent>
    </p:spTree>
    <p:extLst>
      <p:ext uri="{BB962C8B-B14F-4D97-AF65-F5344CB8AC3E}">
        <p14:creationId xmlns:p14="http://schemas.microsoft.com/office/powerpoint/2010/main" val="3483576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E6B94B-F46C-4C69-98DB-E3F34F1F5F31}"/>
              </a:ext>
            </a:extLst>
          </p:cNvPr>
          <p:cNvSpPr txBox="1"/>
          <p:nvPr/>
        </p:nvSpPr>
        <p:spPr>
          <a:xfrm>
            <a:off x="0" y="-2"/>
            <a:ext cx="12192000" cy="6964086"/>
          </a:xfrm>
          <a:prstGeom prst="rect">
            <a:avLst/>
          </a:prstGeom>
          <a:noFill/>
        </p:spPr>
        <p:txBody>
          <a:bodyPr wrap="square">
            <a:spAutoFit/>
          </a:bodyPr>
          <a:lstStyle/>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بداية انحسار المد الإلحادي بين الأكاديميين</a:t>
            </a:r>
            <a:r>
              <a:rPr lang="ar-JO" sz="2600" dirty="0">
                <a:latin typeface="Calibri" panose="020F0502020204030204" pitchFamily="34" charset="0"/>
                <a:ea typeface="Calibri" panose="020F0502020204030204" pitchFamily="34" charset="0"/>
                <a:cs typeface="Arial" panose="020B0604020202020204" pitchFamily="34" charset="0"/>
              </a:rPr>
              <a:t>: </a:t>
            </a:r>
            <a:r>
              <a:rPr lang="ar-JO" sz="2600" dirty="0">
                <a:effectLst/>
                <a:latin typeface="Calibri" panose="020F0502020204030204" pitchFamily="34" charset="0"/>
                <a:ea typeface="Calibri" panose="020F0502020204030204" pitchFamily="34" charset="0"/>
                <a:cs typeface="Arial" panose="020B0604020202020204" pitchFamily="34" charset="0"/>
              </a:rPr>
              <a:t>انهيار البنيان المنطقي للمذهب الطبيعي (</a:t>
            </a:r>
            <a:r>
              <a:rPr lang="en-US" sz="2600" dirty="0">
                <a:effectLst/>
                <a:latin typeface="Calibri" panose="020F0502020204030204" pitchFamily="34" charset="0"/>
                <a:ea typeface="Calibri" panose="020F0502020204030204" pitchFamily="34" charset="0"/>
                <a:cs typeface="Arial" panose="020B0604020202020204" pitchFamily="34" charset="0"/>
              </a:rPr>
              <a:t>Naturalism</a:t>
            </a:r>
            <a:r>
              <a:rPr lang="ar-JO" sz="2600" dirty="0">
                <a:effectLst/>
                <a:latin typeface="Calibri" panose="020F0502020204030204" pitchFamily="34" charset="0"/>
                <a:ea typeface="Calibri" panose="020F0502020204030204" pitchFamily="34" charset="0"/>
                <a:cs typeface="Arial" panose="020B0604020202020204" pitchFamily="34" charset="0"/>
              </a:rPr>
              <a:t>) أهم تيار للإلحاد باسم العلم</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ما هو هذا الشيء الذي نسميه "العلم" (</a:t>
            </a:r>
            <a:r>
              <a:rPr lang="en-US" sz="2600" dirty="0">
                <a:effectLst/>
                <a:latin typeface="Calibri" panose="020F0502020204030204" pitchFamily="34" charset="0"/>
                <a:ea typeface="Calibri" panose="020F0502020204030204" pitchFamily="34" charset="0"/>
                <a:cs typeface="Arial" panose="020B0604020202020204" pitchFamily="34" charset="0"/>
              </a:rPr>
              <a:t>Chalmers: </a:t>
            </a:r>
            <a:r>
              <a:rPr lang="en-US" sz="2000" dirty="0">
                <a:effectLst/>
                <a:latin typeface="Calibri" panose="020F0502020204030204" pitchFamily="34" charset="0"/>
                <a:ea typeface="Calibri" panose="020F0502020204030204" pitchFamily="34" charset="0"/>
                <a:cs typeface="Arial" panose="020B0604020202020204" pitchFamily="34" charset="0"/>
              </a:rPr>
              <a:t>“What is this thing called science”</a:t>
            </a:r>
            <a:r>
              <a:rPr lang="en-US" sz="2600" dirty="0">
                <a:effectLst/>
                <a:latin typeface="Calibri" panose="020F0502020204030204" pitchFamily="34" charset="0"/>
                <a:ea typeface="Calibri" panose="020F0502020204030204" pitchFamily="34" charset="0"/>
                <a:cs typeface="Arial" panose="020B0604020202020204" pitchFamily="34" charset="0"/>
              </a:rPr>
              <a:t>, Popper, Kuhn</a:t>
            </a:r>
            <a:r>
              <a:rPr lang="ar-JO" sz="2600" dirty="0">
                <a:effectLst/>
                <a:latin typeface="Calibri" panose="020F0502020204030204" pitchFamily="34" charset="0"/>
                <a:ea typeface="Calibri" panose="020F0502020204030204" pitchFamily="34" charset="0"/>
                <a:cs typeface="Arial" panose="020B0604020202020204" pitchFamily="34" charset="0"/>
              </a:rPr>
              <a:t>)</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حدود العلم الحديث وغرور العلم الحديث</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400" dirty="0">
                <a:effectLst/>
                <a:latin typeface="Calibri" panose="020F0502020204030204" pitchFamily="34" charset="0"/>
                <a:ea typeface="Calibri" panose="020F0502020204030204" pitchFamily="34" charset="0"/>
                <a:cs typeface="Arial" panose="020B0604020202020204" pitchFamily="34" charset="0"/>
              </a:rPr>
              <a:t>مناقشة أمثلة صارخة على عجز المشروع الإلحادي </a:t>
            </a:r>
            <a:r>
              <a:rPr lang="ar-JO" sz="2200" dirty="0">
                <a:effectLst/>
                <a:latin typeface="Calibri" panose="020F0502020204030204" pitchFamily="34" charset="0"/>
                <a:ea typeface="Calibri" panose="020F0502020204030204" pitchFamily="34" charset="0"/>
                <a:cs typeface="Arial" panose="020B0604020202020204" pitchFamily="34" charset="0"/>
              </a:rPr>
              <a:t>(</a:t>
            </a:r>
            <a:r>
              <a:rPr lang="ar-JO" sz="2200" b="1" dirty="0">
                <a:effectLst/>
                <a:latin typeface="Calibri" panose="020F0502020204030204" pitchFamily="34" charset="0"/>
                <a:ea typeface="Calibri" panose="020F0502020204030204" pitchFamily="34" charset="0"/>
                <a:cs typeface="Arial" panose="020B0604020202020204" pitchFamily="34" charset="0"/>
              </a:rPr>
              <a:t>الأخلاق – الوعي - التصميم الفائق الدقة في الكون - تميز الإنسان وعجز نظرية التطور - اللغة (</a:t>
            </a:r>
            <a:r>
              <a:rPr lang="en-US" sz="2200" b="1" dirty="0">
                <a:effectLst/>
                <a:latin typeface="Calibri" panose="020F0502020204030204" pitchFamily="34" charset="0"/>
                <a:ea typeface="Calibri" panose="020F0502020204030204" pitchFamily="34" charset="0"/>
                <a:cs typeface="Arial" panose="020B0604020202020204" pitchFamily="34" charset="0"/>
              </a:rPr>
              <a:t>Chomsky</a:t>
            </a:r>
            <a:r>
              <a:rPr lang="ar-JO" sz="2200" b="1" dirty="0">
                <a:effectLst/>
                <a:latin typeface="Calibri" panose="020F0502020204030204" pitchFamily="34" charset="0"/>
                <a:ea typeface="Calibri" panose="020F0502020204030204" pitchFamily="34" charset="0"/>
                <a:cs typeface="Arial" panose="020B0604020202020204" pitchFamily="34" charset="0"/>
              </a:rPr>
              <a:t>) - فرضية المحاكاة (</a:t>
            </a:r>
            <a:r>
              <a:rPr lang="en-US" sz="2200" b="1" dirty="0">
                <a:effectLst/>
                <a:latin typeface="Calibri" panose="020F0502020204030204" pitchFamily="34" charset="0"/>
                <a:ea typeface="Calibri" panose="020F0502020204030204" pitchFamily="34" charset="0"/>
                <a:cs typeface="Arial" panose="020B0604020202020204" pitchFamily="34" charset="0"/>
              </a:rPr>
              <a:t>Simulation Hypothesis [Bostrom]</a:t>
            </a:r>
            <a:r>
              <a:rPr lang="ar-JO" sz="2200" b="1" dirty="0">
                <a:effectLst/>
                <a:latin typeface="Calibri" panose="020F0502020204030204" pitchFamily="34" charset="0"/>
                <a:ea typeface="Calibri" panose="020F0502020204030204" pitchFamily="34" charset="0"/>
                <a:cs typeface="Arial" panose="020B0604020202020204" pitchFamily="34" charset="0"/>
              </a:rPr>
              <a:t>) - الظاهرة المحمدية</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الملحدون الجدد (</a:t>
            </a:r>
            <a:r>
              <a:rPr lang="en-US" sz="2600" dirty="0">
                <a:effectLst/>
                <a:latin typeface="Calibri" panose="020F0502020204030204" pitchFamily="34" charset="0"/>
                <a:ea typeface="Calibri" panose="020F0502020204030204" pitchFamily="34" charset="0"/>
                <a:cs typeface="Arial" panose="020B0604020202020204" pitchFamily="34" charset="0"/>
              </a:rPr>
              <a:t>Dawkins, Dennett, Hitchens, Harris</a:t>
            </a:r>
            <a:r>
              <a:rPr lang="ar-JO" sz="2600" dirty="0">
                <a:effectLst/>
                <a:latin typeface="Calibri" panose="020F0502020204030204" pitchFamily="34" charset="0"/>
                <a:ea typeface="Calibri" panose="020F0502020204030204" pitchFamily="34" charset="0"/>
                <a:cs typeface="Arial" panose="020B0604020202020204" pitchFamily="34" charset="0"/>
              </a:rPr>
              <a:t> ...)</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أمثلة على أفلام سينمائية تناقش قضايا إيمانية عميقة. (</a:t>
            </a:r>
            <a:r>
              <a:rPr lang="en-US" sz="2600" dirty="0">
                <a:effectLst/>
                <a:latin typeface="Calibri" panose="020F0502020204030204" pitchFamily="34" charset="0"/>
                <a:ea typeface="Calibri" panose="020F0502020204030204" pitchFamily="34" charset="0"/>
                <a:cs typeface="Arial" panose="020B0604020202020204" pitchFamily="34" charset="0"/>
              </a:rPr>
              <a:t>Life of Pi – the 13th floor – The Devil Is a Woman – </a:t>
            </a:r>
            <a:r>
              <a:rPr lang="ar-JO" sz="2600" dirty="0">
                <a:effectLst/>
                <a:latin typeface="Calibri" panose="020F0502020204030204" pitchFamily="34" charset="0"/>
                <a:ea typeface="Calibri" panose="020F0502020204030204" pitchFamily="34" charset="0"/>
                <a:cs typeface="Arial" panose="020B0604020202020204" pitchFamily="34" charset="0"/>
              </a:rPr>
              <a:t>- الغريب – الإخوة كرامازوف)</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هل للحياة معنى؟ أمثلة على مواقف أدباء كبار وصراعهم النفسي (دوستويفسكي – تولستوي– ألبير كامي ...)</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وما المتميز في الإسلام؟ "هات الدليل"!! (التواتر – الانسجام – إقامة الحجة – الظاهرة التاريخية المعجزة – القرآن الكريم المعجز)</a:t>
            </a: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mj-lt"/>
              <a:buAutoNum type="arabicParenR"/>
            </a:pPr>
            <a:r>
              <a:rPr lang="ar-JO" sz="2600" dirty="0">
                <a:effectLst/>
                <a:latin typeface="Calibri" panose="020F0502020204030204" pitchFamily="34" charset="0"/>
                <a:ea typeface="Calibri" panose="020F0502020204030204" pitchFamily="34" charset="0"/>
                <a:cs typeface="Arial" panose="020B0604020202020204" pitchFamily="34" charset="0"/>
              </a:rPr>
              <a:t>مثال للباحث عن الحق: الإمام الغزالي</a:t>
            </a:r>
            <a:endParaRPr lang="en-US" sz="2600" dirty="0">
              <a:effectLst/>
              <a:latin typeface="Calibri" panose="020F0502020204030204" pitchFamily="34" charset="0"/>
              <a:ea typeface="Calibri" panose="020F050202020403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9F25CDA-9AD7-4762-A779-B4C0CA260183}"/>
                  </a:ext>
                </a:extLst>
              </p14:cNvPr>
              <p14:cNvContentPartPr/>
              <p14:nvPr/>
            </p14:nvContentPartPr>
            <p14:xfrm>
              <a:off x="-8370" y="-35357"/>
              <a:ext cx="893880" cy="1058760"/>
            </p14:xfrm>
          </p:contentPart>
        </mc:Choice>
        <mc:Fallback xmlns="">
          <p:pic>
            <p:nvPicPr>
              <p:cNvPr id="5" name="Ink 4">
                <a:extLst>
                  <a:ext uri="{FF2B5EF4-FFF2-40B4-BE49-F238E27FC236}">
                    <a16:creationId xmlns:a16="http://schemas.microsoft.com/office/drawing/2014/main" id="{B9F25CDA-9AD7-4762-A779-B4C0CA260183}"/>
                  </a:ext>
                </a:extLst>
              </p:cNvPr>
              <p:cNvPicPr/>
              <p:nvPr/>
            </p:nvPicPr>
            <p:blipFill>
              <a:blip r:embed="rId3"/>
              <a:stretch>
                <a:fillRect/>
              </a:stretch>
            </p:blipFill>
            <p:spPr>
              <a:xfrm>
                <a:off x="-62370" y="-142997"/>
                <a:ext cx="1001520" cy="1274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F959444-9598-4A41-AC62-9AF059DB3884}"/>
                  </a:ext>
                </a:extLst>
              </p14:cNvPr>
              <p14:cNvContentPartPr/>
              <p14:nvPr/>
            </p14:nvContentPartPr>
            <p14:xfrm>
              <a:off x="236070" y="578417"/>
              <a:ext cx="384840" cy="713880"/>
            </p14:xfrm>
          </p:contentPart>
        </mc:Choice>
        <mc:Fallback xmlns="">
          <p:pic>
            <p:nvPicPr>
              <p:cNvPr id="6" name="Ink 5">
                <a:extLst>
                  <a:ext uri="{FF2B5EF4-FFF2-40B4-BE49-F238E27FC236}">
                    <a16:creationId xmlns:a16="http://schemas.microsoft.com/office/drawing/2014/main" id="{EF959444-9598-4A41-AC62-9AF059DB3884}"/>
                  </a:ext>
                </a:extLst>
              </p:cNvPr>
              <p:cNvPicPr/>
              <p:nvPr/>
            </p:nvPicPr>
            <p:blipFill>
              <a:blip r:embed="rId5"/>
              <a:stretch>
                <a:fillRect/>
              </a:stretch>
            </p:blipFill>
            <p:spPr>
              <a:xfrm>
                <a:off x="182070" y="470777"/>
                <a:ext cx="492480" cy="929520"/>
              </a:xfrm>
              <a:prstGeom prst="rect">
                <a:avLst/>
              </a:prstGeom>
            </p:spPr>
          </p:pic>
        </mc:Fallback>
      </mc:AlternateContent>
    </p:spTree>
    <p:extLst>
      <p:ext uri="{BB962C8B-B14F-4D97-AF65-F5344CB8AC3E}">
        <p14:creationId xmlns:p14="http://schemas.microsoft.com/office/powerpoint/2010/main" val="1823329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323DF-543D-4117-80EC-2774D769ECB2}"/>
              </a:ext>
            </a:extLst>
          </p:cNvPr>
          <p:cNvSpPr>
            <a:spLocks noGrp="1"/>
          </p:cNvSpPr>
          <p:nvPr>
            <p:ph type="title"/>
          </p:nvPr>
        </p:nvSpPr>
        <p:spPr>
          <a:xfrm>
            <a:off x="838200" y="365125"/>
            <a:ext cx="10515600" cy="749801"/>
          </a:xfrm>
        </p:spPr>
        <p:txBody>
          <a:bodyPr/>
          <a:lstStyle/>
          <a:p>
            <a:pPr algn="r" rtl="1"/>
            <a:r>
              <a:rPr lang="ar-JO" dirty="0"/>
              <a:t>السياق التاريخي لثنائية العلم والدين في أوروبا</a:t>
            </a:r>
            <a:endParaRPr lang="en-US" dirty="0"/>
          </a:p>
        </p:txBody>
      </p:sp>
      <p:sp>
        <p:nvSpPr>
          <p:cNvPr id="3" name="Content Placeholder 2">
            <a:extLst>
              <a:ext uri="{FF2B5EF4-FFF2-40B4-BE49-F238E27FC236}">
                <a16:creationId xmlns:a16="http://schemas.microsoft.com/office/drawing/2014/main" id="{AABA2438-FCBD-4DA1-BFC8-CFEFD755C964}"/>
              </a:ext>
            </a:extLst>
          </p:cNvPr>
          <p:cNvSpPr>
            <a:spLocks noGrp="1"/>
          </p:cNvSpPr>
          <p:nvPr>
            <p:ph idx="1"/>
          </p:nvPr>
        </p:nvSpPr>
        <p:spPr>
          <a:xfrm>
            <a:off x="0" y="1114926"/>
            <a:ext cx="12103768" cy="5743074"/>
          </a:xfrm>
        </p:spPr>
        <p:txBody>
          <a:bodyPr>
            <a:normAutofit/>
          </a:bodyPr>
          <a:lstStyle/>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المجتمعات تديّنها موسمي متغير (في كل العالم) والكنيسة لم تكن لها سلطة مطلقة والممالك لم تكن قوية متماسكة</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حتى زمن التعصب في الحروب الصليبية كان هناك مشككون مثل الملك فريدريك الثاني (صاحب الكامل الأيوبي الذي منحه القدس حتى يقوي موقفه أمام البابا؟؟؟)</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ثورة فكرية في الكنيسة (على يد توما الأكويني) واعتماد فلسفة أرسطو</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عصر النهضة وإحياء التراث الوثني الإغريقي والروماني</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بنوك وفلوس وأساطيل تجارية (بداية الرأسمالية) في المدن الإيطالية  وفساد وانحلال (من هو الأمير الذي كتب عنه ميكيافيللي: إنه ابن البابا "المنحل" وقائد جيوش المملكة البابوية) </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اكتشاف المطبعة المعدنية (طباعة ملايين الكتب!!) </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اكتشاف أمريكا والوصول إلى آسيا بعد الدوران حول إفريقيا</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حركة الإصلاح الديني ... طباعة الكتاب المقدس المترجم ... الحروب الدينية ... ملايين القتلى ... تدين وتعصب (ماري الدموية تحرق 300 رجل دين بروتستانتي ... لأنها لا تعرف كيف ستقابل ربها وقد ضلت رعيتها)</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حركة الإصلاح المعاكس (اليسوعية تنقذ الكنيسة)</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الثورة العلمية (جرأة في التفكير!!)</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1800" dirty="0">
                <a:solidFill>
                  <a:srgbClr val="7030A0"/>
                </a:solidFill>
                <a:effectLst/>
                <a:latin typeface="Calibri" panose="020F0502020204030204" pitchFamily="34" charset="0"/>
                <a:ea typeface="Calibri" panose="020F0502020204030204" pitchFamily="34" charset="0"/>
                <a:cs typeface="Arial" panose="020B0604020202020204" pitchFamily="34" charset="0"/>
              </a:rPr>
              <a:t>علماء متدينون ذوو اجتهادات مختلفة</a:t>
            </a:r>
            <a:endParaRPr lang="en-US" sz="1800" dirty="0">
              <a:solidFill>
                <a:srgbClr val="7030A0"/>
              </a:solidFill>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solidFill>
                <a:srgbClr val="7030A0"/>
              </a:solidFil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2174E6B-4FDE-42A0-A967-F237C6B49CA4}"/>
                  </a:ext>
                </a:extLst>
              </p14:cNvPr>
              <p14:cNvContentPartPr/>
              <p14:nvPr/>
            </p14:nvContentPartPr>
            <p14:xfrm>
              <a:off x="865350" y="408047"/>
              <a:ext cx="360" cy="360"/>
            </p14:xfrm>
          </p:contentPart>
        </mc:Choice>
        <mc:Fallback xmlns="">
          <p:pic>
            <p:nvPicPr>
              <p:cNvPr id="4" name="Ink 3">
                <a:extLst>
                  <a:ext uri="{FF2B5EF4-FFF2-40B4-BE49-F238E27FC236}">
                    <a16:creationId xmlns:a16="http://schemas.microsoft.com/office/drawing/2014/main" id="{52174E6B-4FDE-42A0-A967-F237C6B49CA4}"/>
                  </a:ext>
                </a:extLst>
              </p:cNvPr>
              <p:cNvPicPr/>
              <p:nvPr/>
            </p:nvPicPr>
            <p:blipFill>
              <a:blip r:embed="rId3"/>
              <a:stretch>
                <a:fillRect/>
              </a:stretch>
            </p:blipFill>
            <p:spPr>
              <a:xfrm>
                <a:off x="811350" y="300047"/>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64DBB47-B194-45F1-A54D-C18FDA6C5AD2}"/>
                  </a:ext>
                </a:extLst>
              </p14:cNvPr>
              <p14:cNvContentPartPr/>
              <p14:nvPr/>
            </p14:nvContentPartPr>
            <p14:xfrm>
              <a:off x="-88650" y="15287"/>
              <a:ext cx="1032840" cy="852120"/>
            </p14:xfrm>
          </p:contentPart>
        </mc:Choice>
        <mc:Fallback xmlns="">
          <p:pic>
            <p:nvPicPr>
              <p:cNvPr id="5" name="Ink 4">
                <a:extLst>
                  <a:ext uri="{FF2B5EF4-FFF2-40B4-BE49-F238E27FC236}">
                    <a16:creationId xmlns:a16="http://schemas.microsoft.com/office/drawing/2014/main" id="{364DBB47-B194-45F1-A54D-C18FDA6C5AD2}"/>
                  </a:ext>
                </a:extLst>
              </p:cNvPr>
              <p:cNvPicPr/>
              <p:nvPr/>
            </p:nvPicPr>
            <p:blipFill>
              <a:blip r:embed="rId5"/>
              <a:stretch>
                <a:fillRect/>
              </a:stretch>
            </p:blipFill>
            <p:spPr>
              <a:xfrm>
                <a:off x="-142650" y="-92713"/>
                <a:ext cx="1140480" cy="1067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FB98AA7-FE87-4F84-8095-FE6FF13EF950}"/>
                  </a:ext>
                </a:extLst>
              </p14:cNvPr>
              <p14:cNvContentPartPr/>
              <p14:nvPr/>
            </p14:nvContentPartPr>
            <p14:xfrm>
              <a:off x="1331255" y="300998"/>
              <a:ext cx="327960" cy="718560"/>
            </p14:xfrm>
          </p:contentPart>
        </mc:Choice>
        <mc:Fallback xmlns="">
          <p:pic>
            <p:nvPicPr>
              <p:cNvPr id="6" name="Ink 5">
                <a:extLst>
                  <a:ext uri="{FF2B5EF4-FFF2-40B4-BE49-F238E27FC236}">
                    <a16:creationId xmlns:a16="http://schemas.microsoft.com/office/drawing/2014/main" id="{8FB98AA7-FE87-4F84-8095-FE6FF13EF950}"/>
                  </a:ext>
                </a:extLst>
              </p:cNvPr>
              <p:cNvPicPr/>
              <p:nvPr/>
            </p:nvPicPr>
            <p:blipFill>
              <a:blip r:embed="rId7"/>
              <a:stretch>
                <a:fillRect/>
              </a:stretch>
            </p:blipFill>
            <p:spPr>
              <a:xfrm>
                <a:off x="1277255" y="192998"/>
                <a:ext cx="435600" cy="934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A004A09-8FE0-43D4-8858-B28E9424056F}"/>
                  </a:ext>
                </a:extLst>
              </p14:cNvPr>
              <p14:cNvContentPartPr/>
              <p14:nvPr/>
            </p14:nvContentPartPr>
            <p14:xfrm>
              <a:off x="1290935" y="1050518"/>
              <a:ext cx="344520" cy="57240"/>
            </p14:xfrm>
          </p:contentPart>
        </mc:Choice>
        <mc:Fallback xmlns="">
          <p:pic>
            <p:nvPicPr>
              <p:cNvPr id="7" name="Ink 6">
                <a:extLst>
                  <a:ext uri="{FF2B5EF4-FFF2-40B4-BE49-F238E27FC236}">
                    <a16:creationId xmlns:a16="http://schemas.microsoft.com/office/drawing/2014/main" id="{CA004A09-8FE0-43D4-8858-B28E9424056F}"/>
                  </a:ext>
                </a:extLst>
              </p:cNvPr>
              <p:cNvPicPr/>
              <p:nvPr/>
            </p:nvPicPr>
            <p:blipFill>
              <a:blip r:embed="rId9"/>
              <a:stretch>
                <a:fillRect/>
              </a:stretch>
            </p:blipFill>
            <p:spPr>
              <a:xfrm>
                <a:off x="1237295" y="942518"/>
                <a:ext cx="452160" cy="272880"/>
              </a:xfrm>
              <a:prstGeom prst="rect">
                <a:avLst/>
              </a:prstGeom>
            </p:spPr>
          </p:pic>
        </mc:Fallback>
      </mc:AlternateContent>
    </p:spTree>
    <p:extLst>
      <p:ext uri="{BB962C8B-B14F-4D97-AF65-F5344CB8AC3E}">
        <p14:creationId xmlns:p14="http://schemas.microsoft.com/office/powerpoint/2010/main" val="2535891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CD2B0D-1B9E-45E9-91C4-954F26B1F810}"/>
              </a:ext>
            </a:extLst>
          </p:cNvPr>
          <p:cNvSpPr>
            <a:spLocks noGrp="1"/>
          </p:cNvSpPr>
          <p:nvPr>
            <p:ph idx="1"/>
          </p:nvPr>
        </p:nvSpPr>
        <p:spPr>
          <a:xfrm>
            <a:off x="-1" y="0"/>
            <a:ext cx="12248147" cy="6858000"/>
          </a:xfrm>
        </p:spPr>
        <p:txBody>
          <a:bodyPr>
            <a:normAutofit fontScale="77500" lnSpcReduction="20000"/>
          </a:bodyPr>
          <a:lstStyle/>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مركزية ديكارت (ثورة في العلم في الهندسة والفيزياء ... ثورة في الفلسفة ... الفصل بين المادة والعقل ... منهاج نقدي في البحث العلمي يبعد الإله عن التدخل في شؤون العالم) واعتراض باسكال ...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خلفاء ديكارت: لايبنتز (الذي يعارضه نيوتن) وسبينوزا الذي يرفض الأديان ويوحد العالم بالإله</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عصر التنوير في فرنسا (الإلحاد الصريح لأول مرة .. والمذهب الربوبي الرافض للدين) ... دائرة المعارف ... رجال دين يلحدون ... علماء مشهورون لا يحتاجون لفرضية الإله (لابلاس) – التطاول على شعارات الدين المسيحي (ابن الإله – قصة سيدنا داود ...) – النزعة الإنسانية</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غلبة المفكرين الفرنسيين على الساحة الأوروبية (فردريك الأكبر ملحد متسامح مع جميع الأديان)</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فلاسفة التنوير يسرقون نيوتن – نيوتن بالصورة التنويرية يمثل انتصار "العلم الحديث"</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هيوم سيد التشكيك وكانت الذي "يبرهن" على فساد البراهين على وجود الإله</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الثورة الصناعية ... قفزة هائلة في التكنولوجيا تجعل أوروبا سيدة العالم</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الثورة الفرنسية تحطم الكنائس وتبني دور عبادة إله المنطق</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المثقفون الانجليز يلحقون بالمثقفين الفرنسيين والألمان في الإلحاد بعد "أصل الأنواع"</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المشككون الكبار يعتبرون الدين شرا (ماركس + نيتشه + فرويد + فويرباخ + كومت + دوركهايم) ويفسرونه كظاهرة طبيعية.</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في نهاية القرن التاسع عشر صار العلم يسبق التكنولوجيا ... الثورة الصناعية الثانية (الكهربائية) ... صعود الولايات المتحدة وألمانيا ...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Bef>
                <a:spcPts val="0"/>
              </a:spcBef>
              <a:spcAft>
                <a:spcPts val="1000"/>
              </a:spcAft>
              <a:buFont typeface="Arial" panose="020B0604020202020204" pitchFamily="34" charset="0"/>
              <a:buChar char="-"/>
            </a:pPr>
            <a:r>
              <a:rPr lang="ar-JO" sz="28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نجاحات هائلة للعلم الحديث (الذي لا يحتاج إلى الإله ولا يعتمد إلا على معطيات مادية طبيعية فقط)</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94FA380-A942-400E-BFCA-840440536375}"/>
                  </a:ext>
                </a:extLst>
              </p14:cNvPr>
              <p14:cNvContentPartPr/>
              <p14:nvPr/>
            </p14:nvContentPartPr>
            <p14:xfrm>
              <a:off x="-24930" y="64479"/>
              <a:ext cx="1576800" cy="933480"/>
            </p14:xfrm>
          </p:contentPart>
        </mc:Choice>
        <mc:Fallback xmlns="">
          <p:pic>
            <p:nvPicPr>
              <p:cNvPr id="4" name="Ink 3">
                <a:extLst>
                  <a:ext uri="{FF2B5EF4-FFF2-40B4-BE49-F238E27FC236}">
                    <a16:creationId xmlns:a16="http://schemas.microsoft.com/office/drawing/2014/main" id="{394FA380-A942-400E-BFCA-840440536375}"/>
                  </a:ext>
                </a:extLst>
              </p:cNvPr>
              <p:cNvPicPr/>
              <p:nvPr/>
            </p:nvPicPr>
            <p:blipFill>
              <a:blip r:embed="rId3"/>
              <a:stretch>
                <a:fillRect/>
              </a:stretch>
            </p:blipFill>
            <p:spPr>
              <a:xfrm>
                <a:off x="-78570" y="-43521"/>
                <a:ext cx="1684440" cy="1149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8A54625-8413-4F4D-9E17-07E073BB19D9}"/>
                  </a:ext>
                </a:extLst>
              </p14:cNvPr>
              <p14:cNvContentPartPr/>
              <p14:nvPr/>
            </p14:nvContentPartPr>
            <p14:xfrm>
              <a:off x="416842" y="2268398"/>
              <a:ext cx="494640" cy="830520"/>
            </p14:xfrm>
          </p:contentPart>
        </mc:Choice>
        <mc:Fallback xmlns="">
          <p:pic>
            <p:nvPicPr>
              <p:cNvPr id="5" name="Ink 4">
                <a:extLst>
                  <a:ext uri="{FF2B5EF4-FFF2-40B4-BE49-F238E27FC236}">
                    <a16:creationId xmlns:a16="http://schemas.microsoft.com/office/drawing/2014/main" id="{B8A54625-8413-4F4D-9E17-07E073BB19D9}"/>
                  </a:ext>
                </a:extLst>
              </p:cNvPr>
              <p:cNvPicPr/>
              <p:nvPr/>
            </p:nvPicPr>
            <p:blipFill>
              <a:blip r:embed="rId5"/>
              <a:stretch>
                <a:fillRect/>
              </a:stretch>
            </p:blipFill>
            <p:spPr>
              <a:xfrm>
                <a:off x="362842" y="2160758"/>
                <a:ext cx="602280" cy="1046160"/>
              </a:xfrm>
              <a:prstGeom prst="rect">
                <a:avLst/>
              </a:prstGeom>
            </p:spPr>
          </p:pic>
        </mc:Fallback>
      </mc:AlternateContent>
    </p:spTree>
    <p:extLst>
      <p:ext uri="{BB962C8B-B14F-4D97-AF65-F5344CB8AC3E}">
        <p14:creationId xmlns:p14="http://schemas.microsoft.com/office/powerpoint/2010/main" val="1715668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DD63-89F8-4637-BDA4-A161445F2F74}"/>
              </a:ext>
            </a:extLst>
          </p:cNvPr>
          <p:cNvSpPr>
            <a:spLocks noGrp="1"/>
          </p:cNvSpPr>
          <p:nvPr>
            <p:ph type="title"/>
          </p:nvPr>
        </p:nvSpPr>
        <p:spPr>
          <a:xfrm>
            <a:off x="838200" y="0"/>
            <a:ext cx="10515600" cy="934285"/>
          </a:xfrm>
        </p:spPr>
        <p:txBody>
          <a:bodyPr/>
          <a:lstStyle/>
          <a:p>
            <a:pPr algn="r" rtl="1"/>
            <a:r>
              <a:rPr lang="ar-JO" dirty="0">
                <a:solidFill>
                  <a:srgbClr val="C00000"/>
                </a:solidFill>
              </a:rPr>
              <a:t>القرن العشرون</a:t>
            </a:r>
            <a:r>
              <a:rPr lang="ar-JO" dirty="0"/>
              <a:t>: </a:t>
            </a:r>
            <a:r>
              <a:rPr lang="ar-JO" dirty="0">
                <a:solidFill>
                  <a:schemeClr val="accent1">
                    <a:lumMod val="50000"/>
                  </a:schemeClr>
                </a:solidFill>
              </a:rPr>
              <a:t>قمة هيمنة المادية</a:t>
            </a:r>
            <a:endParaRPr lang="en-US" dirty="0">
              <a:solidFill>
                <a:schemeClr val="accent1">
                  <a:lumMod val="50000"/>
                </a:schemeClr>
              </a:solidFill>
            </a:endParaRPr>
          </a:p>
        </p:txBody>
      </p:sp>
      <p:sp>
        <p:nvSpPr>
          <p:cNvPr id="3" name="Content Placeholder 2">
            <a:extLst>
              <a:ext uri="{FF2B5EF4-FFF2-40B4-BE49-F238E27FC236}">
                <a16:creationId xmlns:a16="http://schemas.microsoft.com/office/drawing/2014/main" id="{D4DC35BB-1BD7-4E54-BDB4-0E344145E281}"/>
              </a:ext>
            </a:extLst>
          </p:cNvPr>
          <p:cNvSpPr>
            <a:spLocks noGrp="1"/>
          </p:cNvSpPr>
          <p:nvPr>
            <p:ph idx="1"/>
          </p:nvPr>
        </p:nvSpPr>
        <p:spPr>
          <a:xfrm>
            <a:off x="0" y="1018675"/>
            <a:ext cx="11823032" cy="5839326"/>
          </a:xfrm>
        </p:spPr>
        <p:txBody>
          <a:bodyPr>
            <a:noAutofit/>
          </a:bodyPr>
          <a:lstStyle/>
          <a:p>
            <a:pPr algn="r" rtl="1"/>
            <a:r>
              <a:rPr lang="ar-JO" sz="3200" dirty="0"/>
              <a:t>قيام دول بعقائد إلحادية أو قريبة من الإلحاد</a:t>
            </a:r>
          </a:p>
          <a:p>
            <a:pPr algn="r" rtl="1"/>
            <a:r>
              <a:rPr lang="ar-JO" sz="3200" dirty="0"/>
              <a:t>القنبلة النووية وريادة الفضاء</a:t>
            </a:r>
          </a:p>
          <a:p>
            <a:pPr algn="r" rtl="1"/>
            <a:r>
              <a:rPr lang="ar-JO" sz="3200" dirty="0"/>
              <a:t>هيمنة العلموية في الدوائر العلمية</a:t>
            </a:r>
          </a:p>
          <a:p>
            <a:pPr algn="r" rtl="1"/>
            <a:r>
              <a:rPr lang="ar-JO" sz="3200" dirty="0"/>
              <a:t>اكتشافات علمية تهز القاعدة المادية (توسع الكون – الانفجار العظيم – نظرية الكم – الضبط الدقيق)</a:t>
            </a:r>
          </a:p>
          <a:p>
            <a:pPr algn="r" rtl="1"/>
            <a:r>
              <a:rPr lang="ar-JO" sz="3200" dirty="0"/>
              <a:t>سقوط العلموية في الدوائر الفلسفية ونهضة نظريات في فلسفة العلم تناقض قدسية العلم وتؤكد على نسبية مقولاته وطابعها الاجتماعي المتغير</a:t>
            </a:r>
          </a:p>
          <a:p>
            <a:pPr algn="r" rtl="1"/>
            <a:r>
              <a:rPr lang="ar-JO" sz="3200" dirty="0"/>
              <a:t>هيمنة الملحدين على كل كليات العلوم الاجتماعية والفلسفة في الغرب إلى أواخر الستينات</a:t>
            </a:r>
          </a:p>
          <a:p>
            <a:pPr algn="r" rtl="1"/>
            <a:r>
              <a:rPr lang="ar-JO" sz="3200" dirty="0"/>
              <a:t>صعود لتيار فلسفي مسيحي في الجامعات الأنغلوسكسونية أحيا مسائل البحث عن الوجود الإلهي</a:t>
            </a:r>
          </a:p>
          <a:p>
            <a:pPr algn="r" rtl="1"/>
            <a:r>
              <a:rPr lang="ar-JO" sz="3200" dirty="0"/>
              <a:t>تحدي كثير من العلماء لما كان سائدا من الإقرار بالنزعة المادية الخالصة</a:t>
            </a:r>
            <a:endParaRPr lang="en-US" sz="32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629AAEE-6EE4-40E2-A0F4-19C9A8B33AF1}"/>
                  </a:ext>
                </a:extLst>
              </p14:cNvPr>
              <p14:cNvContentPartPr/>
              <p14:nvPr/>
            </p14:nvContentPartPr>
            <p14:xfrm>
              <a:off x="978442" y="585038"/>
              <a:ext cx="360" cy="360"/>
            </p14:xfrm>
          </p:contentPart>
        </mc:Choice>
        <mc:Fallback xmlns="">
          <p:pic>
            <p:nvPicPr>
              <p:cNvPr id="4" name="Ink 3">
                <a:extLst>
                  <a:ext uri="{FF2B5EF4-FFF2-40B4-BE49-F238E27FC236}">
                    <a16:creationId xmlns:a16="http://schemas.microsoft.com/office/drawing/2014/main" id="{1629AAEE-6EE4-40E2-A0F4-19C9A8B33AF1}"/>
                  </a:ext>
                </a:extLst>
              </p:cNvPr>
              <p:cNvPicPr/>
              <p:nvPr/>
            </p:nvPicPr>
            <p:blipFill>
              <a:blip r:embed="rId3"/>
              <a:stretch>
                <a:fillRect/>
              </a:stretch>
            </p:blipFill>
            <p:spPr>
              <a:xfrm>
                <a:off x="924442" y="477398"/>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8C7520B-4EC9-4CB4-B5CE-B5AD06C619B7}"/>
                  </a:ext>
                </a:extLst>
              </p14:cNvPr>
              <p14:cNvContentPartPr/>
              <p14:nvPr/>
            </p14:nvContentPartPr>
            <p14:xfrm>
              <a:off x="-70958" y="71678"/>
              <a:ext cx="1215360" cy="1096560"/>
            </p14:xfrm>
          </p:contentPart>
        </mc:Choice>
        <mc:Fallback xmlns="">
          <p:pic>
            <p:nvPicPr>
              <p:cNvPr id="5" name="Ink 4">
                <a:extLst>
                  <a:ext uri="{FF2B5EF4-FFF2-40B4-BE49-F238E27FC236}">
                    <a16:creationId xmlns:a16="http://schemas.microsoft.com/office/drawing/2014/main" id="{B8C7520B-4EC9-4CB4-B5CE-B5AD06C619B7}"/>
                  </a:ext>
                </a:extLst>
              </p:cNvPr>
              <p:cNvPicPr/>
              <p:nvPr/>
            </p:nvPicPr>
            <p:blipFill>
              <a:blip r:embed="rId5"/>
              <a:stretch>
                <a:fillRect/>
              </a:stretch>
            </p:blipFill>
            <p:spPr>
              <a:xfrm>
                <a:off x="-124598" y="-35962"/>
                <a:ext cx="1323000" cy="131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05A7FBC-9BB7-4783-8CAB-7EA918932A30}"/>
                  </a:ext>
                </a:extLst>
              </p14:cNvPr>
              <p14:cNvContentPartPr/>
              <p14:nvPr/>
            </p14:nvContentPartPr>
            <p14:xfrm>
              <a:off x="1419499" y="954038"/>
              <a:ext cx="539640" cy="955440"/>
            </p14:xfrm>
          </p:contentPart>
        </mc:Choice>
        <mc:Fallback xmlns="">
          <p:pic>
            <p:nvPicPr>
              <p:cNvPr id="6" name="Ink 5">
                <a:extLst>
                  <a:ext uri="{FF2B5EF4-FFF2-40B4-BE49-F238E27FC236}">
                    <a16:creationId xmlns:a16="http://schemas.microsoft.com/office/drawing/2014/main" id="{405A7FBC-9BB7-4783-8CAB-7EA918932A30}"/>
                  </a:ext>
                </a:extLst>
              </p:cNvPr>
              <p:cNvPicPr/>
              <p:nvPr/>
            </p:nvPicPr>
            <p:blipFill>
              <a:blip r:embed="rId7"/>
              <a:stretch>
                <a:fillRect/>
              </a:stretch>
            </p:blipFill>
            <p:spPr>
              <a:xfrm>
                <a:off x="1365859" y="846038"/>
                <a:ext cx="647280" cy="1171080"/>
              </a:xfrm>
              <a:prstGeom prst="rect">
                <a:avLst/>
              </a:prstGeom>
            </p:spPr>
          </p:pic>
        </mc:Fallback>
      </mc:AlternateContent>
    </p:spTree>
    <p:extLst>
      <p:ext uri="{BB962C8B-B14F-4D97-AF65-F5344CB8AC3E}">
        <p14:creationId xmlns:p14="http://schemas.microsoft.com/office/powerpoint/2010/main" val="3253154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Top Corners Snipped 4">
            <a:extLst>
              <a:ext uri="{FF2B5EF4-FFF2-40B4-BE49-F238E27FC236}">
                <a16:creationId xmlns:a16="http://schemas.microsoft.com/office/drawing/2014/main" id="{BBED8A22-D46A-4548-A76B-355262E3CEB1}"/>
              </a:ext>
            </a:extLst>
          </p:cNvPr>
          <p:cNvSpPr/>
          <p:nvPr/>
        </p:nvSpPr>
        <p:spPr>
          <a:xfrm>
            <a:off x="3570374" y="809836"/>
            <a:ext cx="3361105" cy="2300757"/>
          </a:xfrm>
          <a:prstGeom prst="snip2SameRect">
            <a:avLst>
              <a:gd name="adj1" fmla="val 16667"/>
              <a:gd name="adj2" fmla="val 0"/>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JO" sz="3200" u="sng" dirty="0"/>
              <a:t>(العالِم)</a:t>
            </a:r>
          </a:p>
          <a:p>
            <a:pPr marL="342900" indent="-342900" algn="r" rtl="1">
              <a:buAutoNum type="arabicPeriod"/>
            </a:pPr>
            <a:r>
              <a:rPr lang="ar-JO" sz="4000" dirty="0"/>
              <a:t>الوحي والإلهام</a:t>
            </a:r>
          </a:p>
          <a:p>
            <a:pPr marL="342900" indent="-342900" algn="r" rtl="1">
              <a:buAutoNum type="arabicPeriod"/>
            </a:pPr>
            <a:r>
              <a:rPr lang="ar-JO" sz="4000" dirty="0"/>
              <a:t>التوفيق الرباني</a:t>
            </a:r>
          </a:p>
        </p:txBody>
      </p:sp>
      <p:sp>
        <p:nvSpPr>
          <p:cNvPr id="6" name="Pentagon 5">
            <a:extLst>
              <a:ext uri="{FF2B5EF4-FFF2-40B4-BE49-F238E27FC236}">
                <a16:creationId xmlns:a16="http://schemas.microsoft.com/office/drawing/2014/main" id="{166999EF-8306-45B2-9C34-90518969501B}"/>
              </a:ext>
            </a:extLst>
          </p:cNvPr>
          <p:cNvSpPr/>
          <p:nvPr/>
        </p:nvSpPr>
        <p:spPr>
          <a:xfrm>
            <a:off x="6827923" y="-955222"/>
            <a:ext cx="6352674" cy="7813221"/>
          </a:xfrm>
          <a:prstGeom prst="pentagon">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JO" sz="2800" u="sng" dirty="0"/>
              <a:t>(طالب العلم)</a:t>
            </a:r>
          </a:p>
          <a:p>
            <a:pPr algn="r" rtl="1"/>
            <a:endParaRPr lang="ar-JO" sz="2800" dirty="0"/>
          </a:p>
          <a:p>
            <a:pPr marL="342900" indent="-342900" algn="r" rtl="1">
              <a:buAutoNum type="arabicPeriod"/>
            </a:pPr>
            <a:r>
              <a:rPr lang="ar-JO" sz="2800" dirty="0"/>
              <a:t>العقل (وليس الدماغ) وأدواته التي لا يقوم العلم بدونها (العقل متمكن من المنطق والرياضيات) (أمر لا تحتاج إليه نزعة صراع البقاء والبقاء للأصلح)</a:t>
            </a:r>
          </a:p>
          <a:p>
            <a:pPr marL="342900" indent="-342900" algn="r" rtl="1">
              <a:buAutoNum type="arabicPeriod"/>
            </a:pPr>
            <a:r>
              <a:rPr lang="ar-JO" sz="2800" dirty="0"/>
              <a:t>الشوق للمعرفة المجردة</a:t>
            </a:r>
          </a:p>
          <a:p>
            <a:pPr marL="342900" indent="-342900" algn="r" rtl="1">
              <a:buAutoNum type="arabicPeriod"/>
            </a:pPr>
            <a:r>
              <a:rPr lang="ar-JO" sz="2800" dirty="0"/>
              <a:t>اللغة التي تعبر عن عدد غير محدود من التعبيرات الممكنة (بالمقارنة مع لغات الحيوانات)</a:t>
            </a:r>
          </a:p>
          <a:p>
            <a:pPr marL="342900" indent="-342900" algn="r" rtl="1">
              <a:buAutoNum type="arabicPeriod"/>
            </a:pPr>
            <a:r>
              <a:rPr lang="ar-JO" sz="2800" dirty="0"/>
              <a:t>جسم في أحسن تقويم</a:t>
            </a:r>
            <a:endParaRPr lang="en-US" sz="2800" dirty="0"/>
          </a:p>
        </p:txBody>
      </p:sp>
      <p:sp>
        <p:nvSpPr>
          <p:cNvPr id="2" name="TextBox 1">
            <a:extLst>
              <a:ext uri="{FF2B5EF4-FFF2-40B4-BE49-F238E27FC236}">
                <a16:creationId xmlns:a16="http://schemas.microsoft.com/office/drawing/2014/main" id="{E399A3D1-74B1-4D75-AC0A-039A1D1A7A54}"/>
              </a:ext>
            </a:extLst>
          </p:cNvPr>
          <p:cNvSpPr txBox="1"/>
          <p:nvPr/>
        </p:nvSpPr>
        <p:spPr>
          <a:xfrm>
            <a:off x="2454256" y="8338"/>
            <a:ext cx="5936241" cy="769441"/>
          </a:xfrm>
          <a:prstGeom prst="rect">
            <a:avLst/>
          </a:prstGeom>
          <a:noFill/>
        </p:spPr>
        <p:txBody>
          <a:bodyPr wrap="none" rtlCol="0">
            <a:spAutoFit/>
          </a:bodyPr>
          <a:lstStyle/>
          <a:p>
            <a:pPr algn="r" rtl="1"/>
            <a:r>
              <a:rPr lang="ar-JO" sz="4400" dirty="0"/>
              <a:t>نجاح العلم الحديث ظاهرة خارقة</a:t>
            </a:r>
            <a:endParaRPr lang="en-US" sz="4400" dirty="0"/>
          </a:p>
        </p:txBody>
      </p:sp>
      <p:sp>
        <p:nvSpPr>
          <p:cNvPr id="7" name="Oval 6">
            <a:extLst>
              <a:ext uri="{FF2B5EF4-FFF2-40B4-BE49-F238E27FC236}">
                <a16:creationId xmlns:a16="http://schemas.microsoft.com/office/drawing/2014/main" id="{87340EE1-5740-453D-B44E-A8959DFED616}"/>
              </a:ext>
            </a:extLst>
          </p:cNvPr>
          <p:cNvSpPr/>
          <p:nvPr/>
        </p:nvSpPr>
        <p:spPr>
          <a:xfrm>
            <a:off x="3646282" y="3142650"/>
            <a:ext cx="3853543" cy="3640696"/>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JO" sz="3200" u="sng" dirty="0"/>
              <a:t>(وسائل العلم)</a:t>
            </a:r>
          </a:p>
          <a:p>
            <a:pPr algn="ctr"/>
            <a:endParaRPr lang="ar-JO" sz="3200" dirty="0"/>
          </a:p>
          <a:p>
            <a:pPr algn="ctr"/>
            <a:r>
              <a:rPr lang="ar-JO" sz="5400" dirty="0"/>
              <a:t>فعّاليّة الرياضيّات الخارقة</a:t>
            </a:r>
            <a:endParaRPr lang="en-US" sz="5400" dirty="0"/>
          </a:p>
        </p:txBody>
      </p:sp>
      <p:sp>
        <p:nvSpPr>
          <p:cNvPr id="8" name="Rectangle: Rounded Corners 7">
            <a:extLst>
              <a:ext uri="{FF2B5EF4-FFF2-40B4-BE49-F238E27FC236}">
                <a16:creationId xmlns:a16="http://schemas.microsoft.com/office/drawing/2014/main" id="{B6568A70-E66C-430A-A251-FECC6B202B3F}"/>
              </a:ext>
            </a:extLst>
          </p:cNvPr>
          <p:cNvSpPr/>
          <p:nvPr/>
        </p:nvSpPr>
        <p:spPr>
          <a:xfrm>
            <a:off x="89808" y="809836"/>
            <a:ext cx="3480566" cy="58930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JO" sz="2800" dirty="0"/>
              <a:t>(العالَم)</a:t>
            </a:r>
          </a:p>
          <a:p>
            <a:pPr algn="ctr"/>
            <a:endParaRPr lang="ar-JO" sz="2800" dirty="0"/>
          </a:p>
          <a:p>
            <a:pPr marL="342900" indent="-342900" algn="ctr" rtl="1">
              <a:buAutoNum type="arabicPeriod"/>
            </a:pPr>
            <a:r>
              <a:rPr lang="ar-JO" sz="2800" dirty="0"/>
              <a:t>القوانين التي تحكمه مرتبة</a:t>
            </a:r>
          </a:p>
          <a:p>
            <a:pPr marL="342900" indent="-342900" algn="ctr" rtl="1">
              <a:buAutoNum type="arabicPeriod"/>
            </a:pPr>
            <a:r>
              <a:rPr lang="ar-JO" sz="2800" dirty="0"/>
              <a:t>ثوابت القوانين مضبوطة بحيث تضمن الحياة وتشجع على العلم</a:t>
            </a:r>
          </a:p>
          <a:p>
            <a:pPr marL="342900" indent="-342900" algn="ctr" rtl="1">
              <a:buAutoNum type="arabicPeriod"/>
            </a:pPr>
            <a:r>
              <a:rPr lang="ar-JO" sz="2800" dirty="0"/>
              <a:t>ظواهر تثير الفضول وتشجع على البحث العلمي</a:t>
            </a:r>
          </a:p>
          <a:p>
            <a:pPr algn="ctr" rtl="1"/>
            <a:r>
              <a:rPr lang="ar-JO" sz="2800" dirty="0"/>
              <a:t>(سنن مطردة - قمر كبير – ليل ونهار - ...)</a:t>
            </a:r>
            <a:endParaRPr lang="en-US" sz="2800" dirty="0"/>
          </a:p>
        </p:txBody>
      </p:sp>
    </p:spTree>
    <p:extLst>
      <p:ext uri="{BB962C8B-B14F-4D97-AF65-F5344CB8AC3E}">
        <p14:creationId xmlns:p14="http://schemas.microsoft.com/office/powerpoint/2010/main" val="1488658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a:extLst>
              <a:ext uri="{FF2B5EF4-FFF2-40B4-BE49-F238E27FC236}">
                <a16:creationId xmlns:a16="http://schemas.microsoft.com/office/drawing/2014/main" id="{DC8D5437-9D16-4843-AE45-184D43B43FC3}"/>
              </a:ext>
            </a:extLst>
          </p:cNvPr>
          <p:cNvSpPr/>
          <p:nvPr/>
        </p:nvSpPr>
        <p:spPr>
          <a:xfrm>
            <a:off x="5839326" y="-1405424"/>
            <a:ext cx="6352674" cy="8142125"/>
          </a:xfrm>
          <a:prstGeom prst="pentagon">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JO" sz="2800" u="sng" dirty="0"/>
              <a:t>(طالب العلم)</a:t>
            </a:r>
          </a:p>
          <a:p>
            <a:pPr algn="r" rtl="1"/>
            <a:endParaRPr lang="ar-JO" sz="2800" dirty="0"/>
          </a:p>
          <a:p>
            <a:pPr marL="342900" indent="-342900" algn="r" rtl="1">
              <a:buAutoNum type="arabicPeriod"/>
            </a:pPr>
            <a:r>
              <a:rPr lang="ar-JO" sz="2800" dirty="0"/>
              <a:t>العقل (وليس الدماغ) وأدواته التي لا يقوم العلم بدونها (العقل متمكن من المنطق والرياضيات) (أمر لا تحتاج إليه نزعة صراع البقاء والبقاء للأصلح)</a:t>
            </a:r>
          </a:p>
          <a:p>
            <a:pPr marL="342900" indent="-342900" algn="r" rtl="1">
              <a:buAutoNum type="arabicPeriod"/>
            </a:pPr>
            <a:r>
              <a:rPr lang="ar-JO" sz="2800" dirty="0"/>
              <a:t>الشوق للمعرفة المجردة</a:t>
            </a:r>
          </a:p>
          <a:p>
            <a:pPr marL="342900" indent="-342900" algn="r" rtl="1">
              <a:buAutoNum type="arabicPeriod"/>
            </a:pPr>
            <a:r>
              <a:rPr lang="ar-JO" sz="2800" dirty="0"/>
              <a:t>اللغة التي تعبر عن عدد غير محدود من التعبيرات الممكنة (بالمقارنة مع لغات الحيوانات)</a:t>
            </a:r>
          </a:p>
          <a:p>
            <a:pPr marL="342900" indent="-342900" algn="r" rtl="1">
              <a:buAutoNum type="arabicPeriod"/>
            </a:pPr>
            <a:r>
              <a:rPr lang="ar-JO" sz="2800" dirty="0"/>
              <a:t>جسم في أحسن تقويم</a:t>
            </a:r>
            <a:endParaRPr lang="en-US" sz="2800" dirty="0"/>
          </a:p>
        </p:txBody>
      </p:sp>
      <p:pic>
        <p:nvPicPr>
          <p:cNvPr id="4" name="Picture 3">
            <a:extLst>
              <a:ext uri="{FF2B5EF4-FFF2-40B4-BE49-F238E27FC236}">
                <a16:creationId xmlns:a16="http://schemas.microsoft.com/office/drawing/2014/main" id="{9DFC0C0D-5478-4FBA-8102-5136404B32BA}"/>
              </a:ext>
            </a:extLst>
          </p:cNvPr>
          <p:cNvPicPr>
            <a:picLocks noChangeAspect="1"/>
          </p:cNvPicPr>
          <p:nvPr/>
        </p:nvPicPr>
        <p:blipFill>
          <a:blip r:embed="rId2"/>
          <a:stretch>
            <a:fillRect/>
          </a:stretch>
        </p:blipFill>
        <p:spPr>
          <a:xfrm>
            <a:off x="0" y="1990091"/>
            <a:ext cx="6352674" cy="4867909"/>
          </a:xfrm>
          <a:prstGeom prst="rect">
            <a:avLst/>
          </a:prstGeom>
        </p:spPr>
      </p:pic>
    </p:spTree>
    <p:extLst>
      <p:ext uri="{BB962C8B-B14F-4D97-AF65-F5344CB8AC3E}">
        <p14:creationId xmlns:p14="http://schemas.microsoft.com/office/powerpoint/2010/main" val="3589568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56C5C6-3E1D-423A-BA91-348A692AFEBA}"/>
              </a:ext>
            </a:extLst>
          </p:cNvPr>
          <p:cNvSpPr txBox="1"/>
          <p:nvPr/>
        </p:nvSpPr>
        <p:spPr>
          <a:xfrm>
            <a:off x="0" y="0"/>
            <a:ext cx="12192000" cy="7477945"/>
          </a:xfrm>
          <a:prstGeom prst="rect">
            <a:avLst/>
          </a:prstGeom>
          <a:noFill/>
        </p:spPr>
        <p:txBody>
          <a:bodyPr wrap="square">
            <a:spAutoFit/>
          </a:bodyPr>
          <a:lstStyle/>
          <a:p>
            <a:pPr lvl="1" algn="r" rtl="1">
              <a:lnSpc>
                <a:spcPct val="115000"/>
              </a:lnSpc>
              <a:spcAft>
                <a:spcPts val="1000"/>
              </a:spcAft>
            </a:pPr>
            <a:r>
              <a:rPr lang="ar-JO" sz="6600" dirty="0">
                <a:effectLst/>
                <a:latin typeface="Calibri" panose="020F0502020204030204" pitchFamily="34" charset="0"/>
                <a:ea typeface="Calibri" panose="020F0502020204030204" pitchFamily="34" charset="0"/>
                <a:cs typeface="Arial" panose="020B0604020202020204" pitchFamily="34" charset="0"/>
              </a:rPr>
              <a:t>مشكلة اللغة الإنسانية</a:t>
            </a:r>
            <a:r>
              <a:rPr lang="ar-JO" sz="2400" dirty="0">
                <a:effectLst/>
                <a:latin typeface="Calibri" panose="020F0502020204030204" pitchFamily="34" charset="0"/>
                <a:ea typeface="Calibri" panose="020F0502020204030204" pitchFamily="34" charset="0"/>
                <a:cs typeface="Arial" panose="020B0604020202020204" pitchFamily="34" charset="0"/>
              </a:rPr>
              <a:t>: </a:t>
            </a:r>
            <a:r>
              <a:rPr lang="ar-JO" sz="3200" dirty="0">
                <a:effectLst/>
                <a:latin typeface="Calibri" panose="020F0502020204030204" pitchFamily="34" charset="0"/>
                <a:ea typeface="Calibri" panose="020F0502020204030204" pitchFamily="34" charset="0"/>
                <a:cs typeface="Arial" panose="020B0604020202020204" pitchFamily="34" charset="0"/>
              </a:rPr>
              <a:t>علماء اللغة منذ تشومسكي (</a:t>
            </a:r>
            <a:r>
              <a:rPr lang="en-US" sz="3200" dirty="0">
                <a:effectLst/>
                <a:latin typeface="Calibri" panose="020F0502020204030204" pitchFamily="34" charset="0"/>
                <a:ea typeface="Calibri" panose="020F0502020204030204" pitchFamily="34" charset="0"/>
                <a:cs typeface="Arial" panose="020B0604020202020204" pitchFamily="34" charset="0"/>
              </a:rPr>
              <a:t>Chomsky</a:t>
            </a:r>
            <a:r>
              <a:rPr lang="ar-JO" sz="3200" dirty="0">
                <a:effectLst/>
                <a:latin typeface="Calibri" panose="020F0502020204030204" pitchFamily="34" charset="0"/>
                <a:ea typeface="Calibri" panose="020F0502020204030204" pitchFamily="34" charset="0"/>
                <a:cs typeface="Arial" panose="020B0604020202020204" pitchFamily="34" charset="0"/>
              </a:rPr>
              <a:t>) مقتنعون بأن اللغة المجرّدة (</a:t>
            </a:r>
            <a:r>
              <a:rPr lang="en-US" sz="3200" dirty="0">
                <a:effectLst/>
                <a:latin typeface="Calibri" panose="020F0502020204030204" pitchFamily="34" charset="0"/>
                <a:ea typeface="Calibri" panose="020F0502020204030204" pitchFamily="34" charset="0"/>
                <a:cs typeface="Arial" panose="020B0604020202020204" pitchFamily="34" charset="0"/>
              </a:rPr>
              <a:t>abstract language</a:t>
            </a:r>
            <a:r>
              <a:rPr lang="ar-JO" sz="3200" dirty="0">
                <a:effectLst/>
                <a:latin typeface="Calibri" panose="020F0502020204030204" pitchFamily="34" charset="0"/>
                <a:ea typeface="Calibri" panose="020F0502020204030204" pitchFamily="34" charset="0"/>
                <a:cs typeface="Arial" panose="020B0604020202020204" pitchFamily="34" charset="0"/>
              </a:rPr>
              <a:t>) لا يتعلمها الطفل وإنما تولد معه وهو يعبّئ الفراغات فيها بناء على ما يتعلمه من محيطه من لغة تفصيلية (العربية أو الانجليزية أو حتى لغة الإشارة). اللغة المجردة هي نظام حسابات (</a:t>
            </a:r>
            <a:r>
              <a:rPr lang="en-US" sz="3200" dirty="0">
                <a:effectLst/>
                <a:latin typeface="Calibri" panose="020F0502020204030204" pitchFamily="34" charset="0"/>
                <a:ea typeface="Calibri" panose="020F0502020204030204" pitchFamily="34" charset="0"/>
                <a:cs typeface="Arial" panose="020B0604020202020204" pitchFamily="34" charset="0"/>
              </a:rPr>
              <a:t>computational system</a:t>
            </a:r>
            <a:r>
              <a:rPr lang="ar-JO" sz="3200" dirty="0">
                <a:effectLst/>
                <a:latin typeface="Calibri" panose="020F0502020204030204" pitchFamily="34" charset="0"/>
                <a:ea typeface="Calibri" panose="020F0502020204030204" pitchFamily="34" charset="0"/>
                <a:cs typeface="Arial" panose="020B0604020202020204" pitchFamily="34" charset="0"/>
              </a:rPr>
              <a:t>) مبني على مبادئ عامة (ما هو الاسم؟ ما هو الفعل؟). أي أنه برنامج كمبيوتر فظيع ولا بد أنه موجود في المكان الوحيد الذي يمكن أن تحفظ فيه المعلومات للأجيال القادمة، الـ</a:t>
            </a:r>
            <a:r>
              <a:rPr lang="en-US" sz="3200" dirty="0">
                <a:effectLst/>
                <a:latin typeface="Calibri" panose="020F0502020204030204" pitchFamily="34" charset="0"/>
                <a:ea typeface="Calibri" panose="020F0502020204030204" pitchFamily="34" charset="0"/>
                <a:cs typeface="Arial" panose="020B0604020202020204" pitchFamily="34" charset="0"/>
              </a:rPr>
              <a:t>DNA</a:t>
            </a:r>
            <a:r>
              <a:rPr lang="ar-JO" sz="3200" dirty="0">
                <a:effectLst/>
                <a:latin typeface="Calibri" panose="020F0502020204030204" pitchFamily="34" charset="0"/>
                <a:ea typeface="Calibri" panose="020F0502020204030204" pitchFamily="34" charset="0"/>
                <a:cs typeface="Arial" panose="020B0604020202020204" pitchFamily="34" charset="0"/>
              </a:rPr>
              <a:t>. الغريب أن مخلوقات الكرة الأرضية كانت تفتقد أي وجود لنظام الحسابات هذا قبل حوالي 100 ألف سنة. ثم وجد هذا النظام بشكل كامل في الإنسان قبل 50 ألف سنة. أي أن تطور جين (</a:t>
            </a:r>
            <a:r>
              <a:rPr lang="en-US" sz="3200" dirty="0">
                <a:effectLst/>
                <a:latin typeface="Calibri" panose="020F0502020204030204" pitchFamily="34" charset="0"/>
                <a:ea typeface="Calibri" panose="020F0502020204030204" pitchFamily="34" charset="0"/>
                <a:cs typeface="Arial" panose="020B0604020202020204" pitchFamily="34" charset="0"/>
              </a:rPr>
              <a:t>Gene</a:t>
            </a:r>
            <a:r>
              <a:rPr lang="ar-JO" sz="3200" dirty="0">
                <a:effectLst/>
                <a:latin typeface="Calibri" panose="020F0502020204030204" pitchFamily="34" charset="0"/>
                <a:ea typeface="Calibri" panose="020F0502020204030204" pitchFamily="34" charset="0"/>
                <a:cs typeface="Arial" panose="020B0604020202020204" pitchFamily="34" charset="0"/>
              </a:rPr>
              <a:t>) اللغة استغرق 50 ألف سنة واكتمل ولم تعد المخلوقات تحاول مثل هذا الشيء ثانية. مدة 50 ألف سنة نافذة صغيرة جدا في تاريخ الخليقة. </a:t>
            </a:r>
            <a:r>
              <a:rPr lang="ar-JO" sz="3000" dirty="0">
                <a:effectLst/>
                <a:latin typeface="Calibri" panose="020F0502020204030204" pitchFamily="34" charset="0"/>
                <a:ea typeface="Calibri" panose="020F0502020204030204" pitchFamily="34" charset="0"/>
                <a:cs typeface="Arial" panose="020B0604020202020204" pitchFamily="34" charset="0"/>
              </a:rPr>
              <a:t>وتطور جين اللغة بهذه السرعة المهولة فقط بالانتخاب الطبيعي لطفرات عشوائية في المادة الوراثية ضرب من الخيال. </a:t>
            </a:r>
            <a:endParaRPr lang="en-US" sz="3000" dirty="0">
              <a:effectLst/>
              <a:latin typeface="Calibri" panose="020F0502020204030204" pitchFamily="34" charset="0"/>
              <a:ea typeface="Calibri" panose="020F0502020204030204" pitchFamily="34" charset="0"/>
              <a:cs typeface="Arial" panose="020B0604020202020204" pitchFamily="34" charset="0"/>
            </a:endParaRPr>
          </a:p>
          <a:p>
            <a:pPr algn="r" rtl="1"/>
            <a:r>
              <a:rPr lang="ar-JO" sz="3000" dirty="0">
                <a:effectLst/>
                <a:latin typeface="Calibri" panose="020F0502020204030204" pitchFamily="34" charset="0"/>
                <a:ea typeface="Calibri" panose="020F0502020204030204" pitchFamily="34" charset="0"/>
                <a:cs typeface="Arial" panose="020B0604020202020204" pitchFamily="34" charset="0"/>
              </a:rPr>
              <a:t> </a:t>
            </a:r>
            <a:endParaRPr lang="en-US" sz="3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61566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FA8A90-063B-4B37-AA17-EAA50F67EF0C}"/>
              </a:ext>
            </a:extLst>
          </p:cNvPr>
          <p:cNvSpPr txBox="1"/>
          <p:nvPr/>
        </p:nvSpPr>
        <p:spPr>
          <a:xfrm>
            <a:off x="72188" y="1"/>
            <a:ext cx="11903244" cy="7201972"/>
          </a:xfrm>
          <a:prstGeom prst="rect">
            <a:avLst/>
          </a:prstGeom>
          <a:noFill/>
        </p:spPr>
        <p:txBody>
          <a:bodyPr wrap="square" rtlCol="0">
            <a:spAutoFit/>
          </a:bodyPr>
          <a:lstStyle/>
          <a:p>
            <a:pPr marL="342900" indent="-342900" algn="r" rtl="1">
              <a:buFont typeface="+mj-lt"/>
              <a:buAutoNum type="arabicPeriod"/>
            </a:pPr>
            <a:r>
              <a:rPr lang="ar-JO" sz="3300" dirty="0"/>
              <a:t>الكائن البشري يتمتع بقدرة يتميز بها عن سائر المخلوقات وهي اللغة (المجردة)</a:t>
            </a:r>
          </a:p>
          <a:p>
            <a:pPr marL="342900" indent="-342900" algn="r" rtl="1">
              <a:buFont typeface="+mj-lt"/>
              <a:buAutoNum type="arabicPeriod"/>
            </a:pPr>
            <a:r>
              <a:rPr lang="ar-JO" sz="3300" dirty="0"/>
              <a:t>اللغة نظام حاسوبي معقد يعتمد على مبادئ مثل الاسم والفعل والمسند إليه والمسند</a:t>
            </a:r>
          </a:p>
          <a:p>
            <a:pPr marL="342900" indent="-342900" algn="r" rtl="1">
              <a:buFont typeface="+mj-lt"/>
              <a:buAutoNum type="arabicPeriod"/>
            </a:pPr>
            <a:r>
              <a:rPr lang="ar-JO" sz="3300" dirty="0"/>
              <a:t>وجود اللغة يحتاج إلى سبب يرجحه على عدم الوجود </a:t>
            </a:r>
          </a:p>
          <a:p>
            <a:pPr marL="342900" indent="-342900" algn="r" rtl="1">
              <a:buFont typeface="+mj-lt"/>
              <a:buAutoNum type="arabicPeriod"/>
            </a:pPr>
            <a:r>
              <a:rPr lang="ar-JO" sz="3300" dirty="0"/>
              <a:t>اللغة المجردة لا تكتسب ولكن يولد المرء بها (</a:t>
            </a:r>
            <a:r>
              <a:rPr lang="en-US" sz="3300" dirty="0"/>
              <a:t>innate</a:t>
            </a:r>
            <a:r>
              <a:rPr lang="ar-JO" sz="3300" dirty="0"/>
              <a:t>) </a:t>
            </a:r>
          </a:p>
          <a:p>
            <a:pPr marL="342900" indent="-342900" algn="r" rtl="1">
              <a:buFont typeface="+mj-lt"/>
              <a:buAutoNum type="arabicPeriod"/>
            </a:pPr>
            <a:r>
              <a:rPr lang="ar-JO" sz="3300" dirty="0"/>
              <a:t>حسب النظرية المادية المعارف التي يولد المرء بها مورثة (موجودة في المادة الوراثية)</a:t>
            </a:r>
          </a:p>
          <a:p>
            <a:pPr marL="342900" indent="-342900" algn="r" rtl="1">
              <a:buFont typeface="+mj-lt"/>
              <a:buAutoNum type="arabicPeriod"/>
            </a:pPr>
            <a:r>
              <a:rPr lang="ar-JO" sz="3300" dirty="0"/>
              <a:t>أول كائن كانت عنده اللغة لم يرثها من أبيه .. </a:t>
            </a:r>
          </a:p>
          <a:p>
            <a:pPr marL="342900" indent="-342900" algn="r" rtl="1">
              <a:buFont typeface="+mj-lt"/>
              <a:buAutoNum type="arabicPeriod"/>
            </a:pPr>
            <a:r>
              <a:rPr lang="ar-JO" sz="3300" dirty="0"/>
              <a:t>أول كائن كانت عنده اللغة كان أرقى وأكثر تعقيدا من سائر المخلوقات </a:t>
            </a:r>
          </a:p>
          <a:p>
            <a:pPr marL="342900" indent="-342900" algn="r" rtl="1">
              <a:buFont typeface="+mj-lt"/>
              <a:buAutoNum type="arabicPeriod"/>
            </a:pPr>
            <a:r>
              <a:rPr lang="ar-JO" sz="3300" dirty="0"/>
              <a:t>حسب النظرية المادية التفسير الوحيد لنشوء معلومات وراثية جديدة في بيئة أقل رقيا هو التطور</a:t>
            </a:r>
          </a:p>
          <a:p>
            <a:pPr marL="342900" indent="-342900" algn="r" rtl="1">
              <a:buFont typeface="+mj-lt"/>
              <a:buAutoNum type="arabicPeriod"/>
            </a:pPr>
            <a:r>
              <a:rPr lang="ar-JO" sz="3300" dirty="0"/>
              <a:t>الرصد العلمي: اللغة كانت مفقودة بالكلية على كوكب الأرض ثم صارت موجودة بشكل كامل خلال 50 ألف سنة</a:t>
            </a:r>
          </a:p>
          <a:p>
            <a:pPr marL="342900" indent="-342900" algn="r" rtl="1">
              <a:buFont typeface="+mj-lt"/>
              <a:buAutoNum type="arabicPeriod"/>
            </a:pPr>
            <a:r>
              <a:rPr lang="ar-JO" sz="3300" dirty="0"/>
              <a:t>تطور اللغة بالطفرات العشوائية خلال 50 ألف سنة بعيد جدا جدا جدا</a:t>
            </a:r>
          </a:p>
          <a:p>
            <a:pPr marL="342900" indent="-342900" algn="r" rtl="1">
              <a:buFont typeface="+mj-lt"/>
              <a:buAutoNum type="arabicPeriod"/>
            </a:pPr>
            <a:r>
              <a:rPr lang="ar-JO" sz="3300" dirty="0"/>
              <a:t>إذاً : أن تصدق النظرية المادية بعيد جدا جدا جدا</a:t>
            </a:r>
          </a:p>
          <a:p>
            <a:pPr marL="342900" indent="-342900" algn="r" rtl="1">
              <a:buFont typeface="+mj-lt"/>
              <a:buAutoNum type="arabicPeriod"/>
            </a:pPr>
            <a:endParaRPr lang="en-US" sz="3300" dirty="0"/>
          </a:p>
        </p:txBody>
      </p:sp>
    </p:spTree>
    <p:extLst>
      <p:ext uri="{BB962C8B-B14F-4D97-AF65-F5344CB8AC3E}">
        <p14:creationId xmlns:p14="http://schemas.microsoft.com/office/powerpoint/2010/main" val="2172904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74C4B8-007B-47C6-AB2E-BE58B1284C3C}"/>
              </a:ext>
            </a:extLst>
          </p:cNvPr>
          <p:cNvSpPr txBox="1"/>
          <p:nvPr/>
        </p:nvSpPr>
        <p:spPr>
          <a:xfrm>
            <a:off x="232610" y="202174"/>
            <a:ext cx="11790947" cy="6555641"/>
          </a:xfrm>
          <a:prstGeom prst="rect">
            <a:avLst/>
          </a:prstGeom>
          <a:noFill/>
        </p:spPr>
        <p:txBody>
          <a:bodyPr wrap="square">
            <a:spAutoFit/>
          </a:bodyPr>
          <a:lstStyle/>
          <a:p>
            <a:pPr marL="0" marR="0" algn="r" rtl="1">
              <a:spcBef>
                <a:spcPts val="0"/>
              </a:spcBef>
              <a:spcAft>
                <a:spcPts val="0"/>
              </a:spcAft>
            </a:pPr>
            <a:r>
              <a:rPr lang="ar-JO" sz="3000" dirty="0">
                <a:effectLst/>
                <a:highlight>
                  <a:srgbClr val="FFFF00"/>
                </a:highlight>
                <a:latin typeface="Calibri" panose="020F0502020204030204" pitchFamily="34" charset="0"/>
                <a:ea typeface="Calibri" panose="020F0502020204030204" pitchFamily="34" charset="0"/>
                <a:cs typeface="Arial" panose="020B0604020202020204" pitchFamily="34" charset="0"/>
              </a:rPr>
              <a:t>كلما تفكّرت في أن جينات الانسان (الحيوان الناطق) تحتوي على تعريف الاسم والفعل تذكرت قول الله تعالى: "وعلّم آدم الأسماء كلها" ثم تذكرت قصة ميلاد علم النحو هذا العلم العربي الأصيل (الذي يستغرب المستشرقون جميعا من انبعاثه في الحضارة الإسلامية بدون أي اقتباس من الإغريق أو الهنود) عندما عَلَّم سيدنا علي بن أبي طالب عليه السلام تلميذه النبيه أبا الأسود الدؤلي البداية فقال له: "الكلمة اسم وفعل وحرف ...وانح هذا النحو".</a:t>
            </a:r>
            <a:endParaRPr lang="en-US" sz="30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0" marR="0" algn="r" rtl="1">
              <a:spcBef>
                <a:spcPts val="0"/>
              </a:spcBef>
              <a:spcAft>
                <a:spcPts val="0"/>
              </a:spcAft>
            </a:pPr>
            <a:r>
              <a:rPr lang="ar-JO" sz="3000" dirty="0">
                <a:effectLst/>
                <a:latin typeface="Calibri" panose="020F0502020204030204" pitchFamily="34" charset="0"/>
                <a:ea typeface="Calibri" panose="020F0502020204030204" pitchFamily="34" charset="0"/>
                <a:cs typeface="Arial" panose="020B0604020202020204" pitchFamily="34" charset="0"/>
              </a:rPr>
              <a:t> أنا أقترح إجراء تجارب حاسوبية على أنظمة أسهل من نظام اللغة الإنسانية المجردة بكثير. لنحاول في الحاسوب باستخدام تغييرات عشوائية متتالية (وأنا سأتنازل عن كونها عشوائية ولكن أطالب بأن تكون ذات معنى يعينها على البقاء) أن نحصل على جين اللغة (</a:t>
            </a:r>
            <a:r>
              <a:rPr lang="en-US" sz="3000" dirty="0">
                <a:effectLst/>
                <a:latin typeface="Calibri" panose="020F0502020204030204" pitchFamily="34" charset="0"/>
                <a:ea typeface="Calibri" panose="020F0502020204030204" pitchFamily="34" charset="0"/>
                <a:cs typeface="Arial" panose="020B0604020202020204" pitchFamily="34" charset="0"/>
              </a:rPr>
              <a:t>Language gene</a:t>
            </a:r>
            <a:r>
              <a:rPr lang="ar-JO" sz="3000" dirty="0">
                <a:effectLst/>
                <a:latin typeface="Calibri" panose="020F0502020204030204" pitchFamily="34" charset="0"/>
                <a:ea typeface="Calibri" panose="020F0502020204030204" pitchFamily="34" charset="0"/>
                <a:cs typeface="Arial" panose="020B0604020202020204" pitchFamily="34" charset="0"/>
              </a:rPr>
              <a:t>). التغييرات المطلوبة عددها فقط 2000!!!!!!!!! هذا هو عدد الأجيال البشرية المتوقع في فترة 50 ألف سنة!! حتى لو اعتبرنا إمكانية كتابة بايت إضافي في كل جيل بإهمال العشوائية وإهمال المطالبة بصلاحية البقاء فإننا سنكتب نظام اللغة الإنسانية المجردة في 2 كيلوبايت فقط. من يتصور هذا؟؟ لا بد أن نظام اللغة هذا في غاية الروعة والبساطة. أتمنى أن يكتب علماء الكمبيوتر شيئا مشابها لبعض الروبوتات (في 2 كيلوبايت) ثم لنتساءل معا: كيف استطاعت الطبيعة العمياء بالطفرات العشوائية المحكومة بصلاحية البقاء أن تكتب هذا البرنامج في 2000 خطوة!!! </a:t>
            </a:r>
            <a:endParaRPr lang="en-US" sz="3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10551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
            <a:extLst>
              <a:ext uri="{FF2B5EF4-FFF2-40B4-BE49-F238E27FC236}">
                <a16:creationId xmlns:a16="http://schemas.microsoft.com/office/drawing/2014/main" id="{8C0D0EEA-E6D9-4297-83FF-BD210D998C52}"/>
              </a:ext>
            </a:extLst>
          </p:cNvPr>
          <p:cNvSpPr/>
          <p:nvPr/>
        </p:nvSpPr>
        <p:spPr>
          <a:xfrm>
            <a:off x="6174094" y="0"/>
            <a:ext cx="6017906" cy="5551714"/>
          </a:xfrm>
          <a:prstGeom prst="snip2SameRect">
            <a:avLst>
              <a:gd name="adj1" fmla="val 16667"/>
              <a:gd name="adj2" fmla="val 0"/>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JO" sz="6600" u="sng" dirty="0"/>
              <a:t>(العالِم)</a:t>
            </a:r>
          </a:p>
          <a:p>
            <a:pPr algn="r" rtl="1"/>
            <a:endParaRPr lang="ar-JO" sz="6600" dirty="0"/>
          </a:p>
          <a:p>
            <a:pPr marL="342900" indent="-342900" algn="r" rtl="1">
              <a:buAutoNum type="arabicPeriod"/>
            </a:pPr>
            <a:r>
              <a:rPr lang="ar-JO" sz="6600" dirty="0"/>
              <a:t>الوحي والإلهام</a:t>
            </a:r>
          </a:p>
          <a:p>
            <a:pPr marL="342900" indent="-342900" algn="r" rtl="1">
              <a:buAutoNum type="arabicPeriod"/>
            </a:pPr>
            <a:r>
              <a:rPr lang="ar-JO" sz="6600" dirty="0"/>
              <a:t>التوفيق الرباني</a:t>
            </a:r>
          </a:p>
        </p:txBody>
      </p:sp>
      <p:pic>
        <p:nvPicPr>
          <p:cNvPr id="4" name="Picture 3">
            <a:extLst>
              <a:ext uri="{FF2B5EF4-FFF2-40B4-BE49-F238E27FC236}">
                <a16:creationId xmlns:a16="http://schemas.microsoft.com/office/drawing/2014/main" id="{4720F07D-0DAC-488E-9FB3-34A0D4C1AA16}"/>
              </a:ext>
            </a:extLst>
          </p:cNvPr>
          <p:cNvPicPr>
            <a:picLocks noChangeAspect="1"/>
          </p:cNvPicPr>
          <p:nvPr/>
        </p:nvPicPr>
        <p:blipFill>
          <a:blip r:embed="rId2"/>
          <a:stretch>
            <a:fillRect/>
          </a:stretch>
        </p:blipFill>
        <p:spPr>
          <a:xfrm>
            <a:off x="537728" y="0"/>
            <a:ext cx="5636366" cy="6858000"/>
          </a:xfrm>
          <a:prstGeom prst="rect">
            <a:avLst/>
          </a:prstGeom>
        </p:spPr>
      </p:pic>
    </p:spTree>
    <p:extLst>
      <p:ext uri="{BB962C8B-B14F-4D97-AF65-F5344CB8AC3E}">
        <p14:creationId xmlns:p14="http://schemas.microsoft.com/office/powerpoint/2010/main" val="3798571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3">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69F6B04-59D8-40A6-AA81-B2C0D4DA7848}"/>
              </a:ext>
            </a:extLst>
          </p:cNvPr>
          <p:cNvSpPr>
            <a:spLocks noGrp="1"/>
          </p:cNvSpPr>
          <p:nvPr>
            <p:ph type="title"/>
          </p:nvPr>
        </p:nvSpPr>
        <p:spPr>
          <a:xfrm>
            <a:off x="3633537" y="0"/>
            <a:ext cx="3227142" cy="2015621"/>
          </a:xfrm>
        </p:spPr>
        <p:txBody>
          <a:bodyPr anchor="b">
            <a:normAutofit/>
          </a:bodyPr>
          <a:lstStyle/>
          <a:p>
            <a:pPr algn="ctr"/>
            <a:r>
              <a:rPr lang="ar-JO" sz="6000" dirty="0">
                <a:solidFill>
                  <a:schemeClr val="bg1"/>
                </a:solidFill>
              </a:rPr>
              <a:t>العالم الذي ليس له بديل</a:t>
            </a:r>
            <a:endParaRPr lang="en-US" sz="6000" dirty="0">
              <a:solidFill>
                <a:schemeClr val="bg1"/>
              </a:solidFill>
            </a:endParaRPr>
          </a:p>
        </p:txBody>
      </p:sp>
      <p:cxnSp>
        <p:nvCxnSpPr>
          <p:cNvPr id="23" name="Straight Connector 15">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Content Placeholder 8">
            <a:extLst>
              <a:ext uri="{FF2B5EF4-FFF2-40B4-BE49-F238E27FC236}">
                <a16:creationId xmlns:a16="http://schemas.microsoft.com/office/drawing/2014/main" id="{6ED1E656-8443-490B-A080-F7D7F447526C}"/>
              </a:ext>
            </a:extLst>
          </p:cNvPr>
          <p:cNvPicPr>
            <a:picLocks noGrp="1" noChangeAspect="1"/>
          </p:cNvPicPr>
          <p:nvPr>
            <p:ph idx="1"/>
          </p:nvPr>
        </p:nvPicPr>
        <p:blipFill>
          <a:blip r:embed="rId2"/>
          <a:stretch>
            <a:fillRect/>
          </a:stretch>
        </p:blipFill>
        <p:spPr>
          <a:xfrm>
            <a:off x="1515153" y="2687053"/>
            <a:ext cx="5277524" cy="4170947"/>
          </a:xfrm>
        </p:spPr>
      </p:pic>
      <p:pic>
        <p:nvPicPr>
          <p:cNvPr id="7" name="Content Placeholder 6">
            <a:extLst>
              <a:ext uri="{FF2B5EF4-FFF2-40B4-BE49-F238E27FC236}">
                <a16:creationId xmlns:a16="http://schemas.microsoft.com/office/drawing/2014/main" id="{C137CB4D-53E9-4876-A52E-FED90C3D804A}"/>
              </a:ext>
            </a:extLst>
          </p:cNvPr>
          <p:cNvPicPr>
            <a:picLocks noChangeAspect="1"/>
          </p:cNvPicPr>
          <p:nvPr/>
        </p:nvPicPr>
        <p:blipFill>
          <a:blip r:embed="rId3"/>
          <a:stretch>
            <a:fillRect/>
          </a:stretch>
        </p:blipFill>
        <p:spPr>
          <a:xfrm>
            <a:off x="6872469" y="0"/>
            <a:ext cx="4876791" cy="6868718"/>
          </a:xfrm>
          <a:prstGeom prst="rect">
            <a:avLst/>
          </a:prstGeom>
        </p:spPr>
      </p:pic>
      <p:cxnSp>
        <p:nvCxnSpPr>
          <p:cNvPr id="18" name="Straight Connector 17">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AB0F4BDC-844D-4989-844B-89ED2099C9DC}"/>
              </a:ext>
            </a:extLst>
          </p:cNvPr>
          <p:cNvPicPr>
            <a:picLocks noChangeAspect="1"/>
          </p:cNvPicPr>
          <p:nvPr/>
        </p:nvPicPr>
        <p:blipFill>
          <a:blip r:embed="rId4"/>
          <a:stretch>
            <a:fillRect/>
          </a:stretch>
        </p:blipFill>
        <p:spPr>
          <a:xfrm>
            <a:off x="847111" y="0"/>
            <a:ext cx="2343686" cy="2752766"/>
          </a:xfrm>
          <a:prstGeom prst="rect">
            <a:avLst/>
          </a:prstGeom>
        </p:spPr>
      </p:pic>
    </p:spTree>
    <p:extLst>
      <p:ext uri="{BB962C8B-B14F-4D97-AF65-F5344CB8AC3E}">
        <p14:creationId xmlns:p14="http://schemas.microsoft.com/office/powerpoint/2010/main" val="3896233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AC1BEFC-174D-4823-B51E-F529E4757FE8}"/>
              </a:ext>
            </a:extLst>
          </p:cNvPr>
          <p:cNvSpPr/>
          <p:nvPr/>
        </p:nvSpPr>
        <p:spPr>
          <a:xfrm>
            <a:off x="8711434" y="0"/>
            <a:ext cx="3480566" cy="58930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JO" sz="2800" dirty="0"/>
              <a:t>(العالَم)</a:t>
            </a:r>
          </a:p>
          <a:p>
            <a:pPr algn="ctr"/>
            <a:endParaRPr lang="ar-JO" sz="2800" dirty="0"/>
          </a:p>
          <a:p>
            <a:pPr marL="342900" indent="-342900" algn="ctr" rtl="1">
              <a:buAutoNum type="arabicPeriod"/>
            </a:pPr>
            <a:r>
              <a:rPr lang="ar-JO" sz="2800" dirty="0"/>
              <a:t>القوانين التي تحكمه مرتبة</a:t>
            </a:r>
          </a:p>
          <a:p>
            <a:pPr marL="342900" indent="-342900" algn="ctr" rtl="1">
              <a:buAutoNum type="arabicPeriod"/>
            </a:pPr>
            <a:r>
              <a:rPr lang="ar-JO" sz="2800" dirty="0"/>
              <a:t>ثوابت القوانين مضبوطة بحيث تضمن الحياة وتشجع على العلم</a:t>
            </a:r>
          </a:p>
          <a:p>
            <a:pPr marL="342900" indent="-342900" algn="ctr" rtl="1">
              <a:buAutoNum type="arabicPeriod"/>
            </a:pPr>
            <a:r>
              <a:rPr lang="ar-JO" sz="2800" dirty="0"/>
              <a:t>ظواهر تثير الفضول وتشجع على البحث العلمي</a:t>
            </a:r>
          </a:p>
          <a:p>
            <a:pPr algn="ctr" rtl="1"/>
            <a:r>
              <a:rPr lang="ar-JO" sz="2800" dirty="0"/>
              <a:t>(سنن مطردة - قمر كبير – ليل ونهار - ...)</a:t>
            </a:r>
            <a:endParaRPr lang="en-US" sz="2800" dirty="0"/>
          </a:p>
        </p:txBody>
      </p:sp>
      <p:pic>
        <p:nvPicPr>
          <p:cNvPr id="6" name="Picture 5">
            <a:extLst>
              <a:ext uri="{FF2B5EF4-FFF2-40B4-BE49-F238E27FC236}">
                <a16:creationId xmlns:a16="http://schemas.microsoft.com/office/drawing/2014/main" id="{DF847A75-ECA6-4528-B8BA-F58D9285F06A}"/>
              </a:ext>
            </a:extLst>
          </p:cNvPr>
          <p:cNvPicPr>
            <a:picLocks noChangeAspect="1"/>
          </p:cNvPicPr>
          <p:nvPr/>
        </p:nvPicPr>
        <p:blipFill>
          <a:blip r:embed="rId2"/>
          <a:stretch>
            <a:fillRect/>
          </a:stretch>
        </p:blipFill>
        <p:spPr>
          <a:xfrm>
            <a:off x="0" y="789196"/>
            <a:ext cx="8920065" cy="6068804"/>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387EBF3-5389-4764-8921-400B0B59FC0E}"/>
                  </a:ext>
                </a:extLst>
              </p14:cNvPr>
              <p14:cNvContentPartPr/>
              <p14:nvPr/>
            </p14:nvContentPartPr>
            <p14:xfrm>
              <a:off x="7618282" y="423341"/>
              <a:ext cx="12600" cy="189720"/>
            </p14:xfrm>
          </p:contentPart>
        </mc:Choice>
        <mc:Fallback xmlns="">
          <p:pic>
            <p:nvPicPr>
              <p:cNvPr id="7" name="Ink 6">
                <a:extLst>
                  <a:ext uri="{FF2B5EF4-FFF2-40B4-BE49-F238E27FC236}">
                    <a16:creationId xmlns:a16="http://schemas.microsoft.com/office/drawing/2014/main" id="{F387EBF3-5389-4764-8921-400B0B59FC0E}"/>
                  </a:ext>
                </a:extLst>
              </p:cNvPr>
              <p:cNvPicPr/>
              <p:nvPr/>
            </p:nvPicPr>
            <p:blipFill>
              <a:blip r:embed="rId4"/>
              <a:stretch>
                <a:fillRect/>
              </a:stretch>
            </p:blipFill>
            <p:spPr>
              <a:xfrm>
                <a:off x="7609642" y="414341"/>
                <a:ext cx="302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FE73FC3-1924-4C4E-83A7-2D06781712BB}"/>
                  </a:ext>
                </a:extLst>
              </p14:cNvPr>
              <p14:cNvContentPartPr/>
              <p14:nvPr/>
            </p14:nvContentPartPr>
            <p14:xfrm>
              <a:off x="7408402" y="455021"/>
              <a:ext cx="158760" cy="213840"/>
            </p14:xfrm>
          </p:contentPart>
        </mc:Choice>
        <mc:Fallback xmlns="">
          <p:pic>
            <p:nvPicPr>
              <p:cNvPr id="8" name="Ink 7">
                <a:extLst>
                  <a:ext uri="{FF2B5EF4-FFF2-40B4-BE49-F238E27FC236}">
                    <a16:creationId xmlns:a16="http://schemas.microsoft.com/office/drawing/2014/main" id="{FFE73FC3-1924-4C4E-83A7-2D06781712BB}"/>
                  </a:ext>
                </a:extLst>
              </p:cNvPr>
              <p:cNvPicPr/>
              <p:nvPr/>
            </p:nvPicPr>
            <p:blipFill>
              <a:blip r:embed="rId6"/>
              <a:stretch>
                <a:fillRect/>
              </a:stretch>
            </p:blipFill>
            <p:spPr>
              <a:xfrm>
                <a:off x="7399402" y="446381"/>
                <a:ext cx="1764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DE1A90F3-FDDB-44BA-B7A6-19E48789289F}"/>
                  </a:ext>
                </a:extLst>
              </p14:cNvPr>
              <p14:cNvContentPartPr/>
              <p14:nvPr/>
            </p14:nvContentPartPr>
            <p14:xfrm>
              <a:off x="7436482" y="510821"/>
              <a:ext cx="36000" cy="92880"/>
            </p14:xfrm>
          </p:contentPart>
        </mc:Choice>
        <mc:Fallback xmlns="">
          <p:pic>
            <p:nvPicPr>
              <p:cNvPr id="9" name="Ink 8">
                <a:extLst>
                  <a:ext uri="{FF2B5EF4-FFF2-40B4-BE49-F238E27FC236}">
                    <a16:creationId xmlns:a16="http://schemas.microsoft.com/office/drawing/2014/main" id="{DE1A90F3-FDDB-44BA-B7A6-19E48789289F}"/>
                  </a:ext>
                </a:extLst>
              </p:cNvPr>
              <p:cNvPicPr/>
              <p:nvPr/>
            </p:nvPicPr>
            <p:blipFill>
              <a:blip r:embed="rId8"/>
              <a:stretch>
                <a:fillRect/>
              </a:stretch>
            </p:blipFill>
            <p:spPr>
              <a:xfrm>
                <a:off x="7427842" y="501821"/>
                <a:ext cx="536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7A7CC07B-56CD-477D-A737-C8AF404BA769}"/>
                  </a:ext>
                </a:extLst>
              </p14:cNvPr>
              <p14:cNvContentPartPr/>
              <p14:nvPr/>
            </p14:nvContentPartPr>
            <p14:xfrm>
              <a:off x="7354762" y="357821"/>
              <a:ext cx="72000" cy="73080"/>
            </p14:xfrm>
          </p:contentPart>
        </mc:Choice>
        <mc:Fallback xmlns="">
          <p:pic>
            <p:nvPicPr>
              <p:cNvPr id="10" name="Ink 9">
                <a:extLst>
                  <a:ext uri="{FF2B5EF4-FFF2-40B4-BE49-F238E27FC236}">
                    <a16:creationId xmlns:a16="http://schemas.microsoft.com/office/drawing/2014/main" id="{7A7CC07B-56CD-477D-A737-C8AF404BA769}"/>
                  </a:ext>
                </a:extLst>
              </p:cNvPr>
              <p:cNvPicPr/>
              <p:nvPr/>
            </p:nvPicPr>
            <p:blipFill>
              <a:blip r:embed="rId10"/>
              <a:stretch>
                <a:fillRect/>
              </a:stretch>
            </p:blipFill>
            <p:spPr>
              <a:xfrm>
                <a:off x="7346122" y="349181"/>
                <a:ext cx="896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1FD3E19A-25C3-4BFA-A1A0-C89E33DF476B}"/>
                  </a:ext>
                </a:extLst>
              </p14:cNvPr>
              <p14:cNvContentPartPr/>
              <p14:nvPr/>
            </p14:nvContentPartPr>
            <p14:xfrm>
              <a:off x="7127962" y="552581"/>
              <a:ext cx="219240" cy="156960"/>
            </p14:xfrm>
          </p:contentPart>
        </mc:Choice>
        <mc:Fallback xmlns="">
          <p:pic>
            <p:nvPicPr>
              <p:cNvPr id="11" name="Ink 10">
                <a:extLst>
                  <a:ext uri="{FF2B5EF4-FFF2-40B4-BE49-F238E27FC236}">
                    <a16:creationId xmlns:a16="http://schemas.microsoft.com/office/drawing/2014/main" id="{1FD3E19A-25C3-4BFA-A1A0-C89E33DF476B}"/>
                  </a:ext>
                </a:extLst>
              </p:cNvPr>
              <p:cNvPicPr/>
              <p:nvPr/>
            </p:nvPicPr>
            <p:blipFill>
              <a:blip r:embed="rId12"/>
              <a:stretch>
                <a:fillRect/>
              </a:stretch>
            </p:blipFill>
            <p:spPr>
              <a:xfrm>
                <a:off x="7119322" y="543581"/>
                <a:ext cx="2368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0597E919-4BB8-4C0E-A60A-5058ED669B46}"/>
                  </a:ext>
                </a:extLst>
              </p14:cNvPr>
              <p14:cNvContentPartPr/>
              <p14:nvPr/>
            </p14:nvContentPartPr>
            <p14:xfrm>
              <a:off x="7089802" y="474821"/>
              <a:ext cx="8280" cy="111240"/>
            </p14:xfrm>
          </p:contentPart>
        </mc:Choice>
        <mc:Fallback xmlns="">
          <p:pic>
            <p:nvPicPr>
              <p:cNvPr id="12" name="Ink 11">
                <a:extLst>
                  <a:ext uri="{FF2B5EF4-FFF2-40B4-BE49-F238E27FC236}">
                    <a16:creationId xmlns:a16="http://schemas.microsoft.com/office/drawing/2014/main" id="{0597E919-4BB8-4C0E-A60A-5058ED669B46}"/>
                  </a:ext>
                </a:extLst>
              </p:cNvPr>
              <p:cNvPicPr/>
              <p:nvPr/>
            </p:nvPicPr>
            <p:blipFill>
              <a:blip r:embed="rId14"/>
              <a:stretch>
                <a:fillRect/>
              </a:stretch>
            </p:blipFill>
            <p:spPr>
              <a:xfrm>
                <a:off x="7080802" y="466181"/>
                <a:ext cx="259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428A7490-4161-499E-85D9-4E2125AA6C21}"/>
                  </a:ext>
                </a:extLst>
              </p14:cNvPr>
              <p14:cNvContentPartPr/>
              <p14:nvPr/>
            </p14:nvContentPartPr>
            <p14:xfrm>
              <a:off x="6856522" y="427661"/>
              <a:ext cx="137520" cy="240480"/>
            </p14:xfrm>
          </p:contentPart>
        </mc:Choice>
        <mc:Fallback xmlns="">
          <p:pic>
            <p:nvPicPr>
              <p:cNvPr id="13" name="Ink 12">
                <a:extLst>
                  <a:ext uri="{FF2B5EF4-FFF2-40B4-BE49-F238E27FC236}">
                    <a16:creationId xmlns:a16="http://schemas.microsoft.com/office/drawing/2014/main" id="{428A7490-4161-499E-85D9-4E2125AA6C21}"/>
                  </a:ext>
                </a:extLst>
              </p:cNvPr>
              <p:cNvPicPr/>
              <p:nvPr/>
            </p:nvPicPr>
            <p:blipFill>
              <a:blip r:embed="rId16"/>
              <a:stretch>
                <a:fillRect/>
              </a:stretch>
            </p:blipFill>
            <p:spPr>
              <a:xfrm>
                <a:off x="6847882" y="418661"/>
                <a:ext cx="1551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2E0D5C85-6756-494B-8650-58428D6DE308}"/>
                  </a:ext>
                </a:extLst>
              </p14:cNvPr>
              <p14:cNvContentPartPr/>
              <p14:nvPr/>
            </p14:nvContentPartPr>
            <p14:xfrm>
              <a:off x="6849682" y="515141"/>
              <a:ext cx="56880" cy="84240"/>
            </p14:xfrm>
          </p:contentPart>
        </mc:Choice>
        <mc:Fallback xmlns="">
          <p:pic>
            <p:nvPicPr>
              <p:cNvPr id="14" name="Ink 13">
                <a:extLst>
                  <a:ext uri="{FF2B5EF4-FFF2-40B4-BE49-F238E27FC236}">
                    <a16:creationId xmlns:a16="http://schemas.microsoft.com/office/drawing/2014/main" id="{2E0D5C85-6756-494B-8650-58428D6DE308}"/>
                  </a:ext>
                </a:extLst>
              </p:cNvPr>
              <p:cNvPicPr/>
              <p:nvPr/>
            </p:nvPicPr>
            <p:blipFill>
              <a:blip r:embed="rId18"/>
              <a:stretch>
                <a:fillRect/>
              </a:stretch>
            </p:blipFill>
            <p:spPr>
              <a:xfrm>
                <a:off x="6841042" y="506141"/>
                <a:ext cx="745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64BD164-6058-49D3-BC05-D9DA99F23E8C}"/>
                  </a:ext>
                </a:extLst>
              </p14:cNvPr>
              <p14:cNvContentPartPr/>
              <p14:nvPr/>
            </p14:nvContentPartPr>
            <p14:xfrm>
              <a:off x="6818722" y="350981"/>
              <a:ext cx="60840" cy="74160"/>
            </p14:xfrm>
          </p:contentPart>
        </mc:Choice>
        <mc:Fallback xmlns="">
          <p:pic>
            <p:nvPicPr>
              <p:cNvPr id="15" name="Ink 14">
                <a:extLst>
                  <a:ext uri="{FF2B5EF4-FFF2-40B4-BE49-F238E27FC236}">
                    <a16:creationId xmlns:a16="http://schemas.microsoft.com/office/drawing/2014/main" id="{B64BD164-6058-49D3-BC05-D9DA99F23E8C}"/>
                  </a:ext>
                </a:extLst>
              </p:cNvPr>
              <p:cNvPicPr/>
              <p:nvPr/>
            </p:nvPicPr>
            <p:blipFill>
              <a:blip r:embed="rId20"/>
              <a:stretch>
                <a:fillRect/>
              </a:stretch>
            </p:blipFill>
            <p:spPr>
              <a:xfrm>
                <a:off x="6810082" y="342341"/>
                <a:ext cx="784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9D6325D5-674C-47DF-99D4-54C51CB49FEC}"/>
                  </a:ext>
                </a:extLst>
              </p14:cNvPr>
              <p14:cNvContentPartPr/>
              <p14:nvPr/>
            </p14:nvContentPartPr>
            <p14:xfrm>
              <a:off x="6456922" y="476621"/>
              <a:ext cx="288000" cy="232200"/>
            </p14:xfrm>
          </p:contentPart>
        </mc:Choice>
        <mc:Fallback xmlns="">
          <p:pic>
            <p:nvPicPr>
              <p:cNvPr id="16" name="Ink 15">
                <a:extLst>
                  <a:ext uri="{FF2B5EF4-FFF2-40B4-BE49-F238E27FC236}">
                    <a16:creationId xmlns:a16="http://schemas.microsoft.com/office/drawing/2014/main" id="{9D6325D5-674C-47DF-99D4-54C51CB49FEC}"/>
                  </a:ext>
                </a:extLst>
              </p:cNvPr>
              <p:cNvPicPr/>
              <p:nvPr/>
            </p:nvPicPr>
            <p:blipFill>
              <a:blip r:embed="rId22"/>
              <a:stretch>
                <a:fillRect/>
              </a:stretch>
            </p:blipFill>
            <p:spPr>
              <a:xfrm>
                <a:off x="6448282" y="467981"/>
                <a:ext cx="3056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3B38B293-67D7-47B1-87A7-558F413433FE}"/>
                  </a:ext>
                </a:extLst>
              </p14:cNvPr>
              <p14:cNvContentPartPr/>
              <p14:nvPr/>
            </p14:nvContentPartPr>
            <p14:xfrm>
              <a:off x="6564202" y="440261"/>
              <a:ext cx="50040" cy="64800"/>
            </p14:xfrm>
          </p:contentPart>
        </mc:Choice>
        <mc:Fallback xmlns="">
          <p:pic>
            <p:nvPicPr>
              <p:cNvPr id="17" name="Ink 16">
                <a:extLst>
                  <a:ext uri="{FF2B5EF4-FFF2-40B4-BE49-F238E27FC236}">
                    <a16:creationId xmlns:a16="http://schemas.microsoft.com/office/drawing/2014/main" id="{3B38B293-67D7-47B1-87A7-558F413433FE}"/>
                  </a:ext>
                </a:extLst>
              </p:cNvPr>
              <p:cNvPicPr/>
              <p:nvPr/>
            </p:nvPicPr>
            <p:blipFill>
              <a:blip r:embed="rId24"/>
              <a:stretch>
                <a:fillRect/>
              </a:stretch>
            </p:blipFill>
            <p:spPr>
              <a:xfrm>
                <a:off x="6555562" y="431261"/>
                <a:ext cx="676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AB162D4B-885D-41D3-BECC-612A3B078EC4}"/>
                  </a:ext>
                </a:extLst>
              </p14:cNvPr>
              <p14:cNvContentPartPr/>
              <p14:nvPr/>
            </p14:nvContentPartPr>
            <p14:xfrm>
              <a:off x="6718642" y="229301"/>
              <a:ext cx="71640" cy="163080"/>
            </p14:xfrm>
          </p:contentPart>
        </mc:Choice>
        <mc:Fallback xmlns="">
          <p:pic>
            <p:nvPicPr>
              <p:cNvPr id="18" name="Ink 17">
                <a:extLst>
                  <a:ext uri="{FF2B5EF4-FFF2-40B4-BE49-F238E27FC236}">
                    <a16:creationId xmlns:a16="http://schemas.microsoft.com/office/drawing/2014/main" id="{AB162D4B-885D-41D3-BECC-612A3B078EC4}"/>
                  </a:ext>
                </a:extLst>
              </p:cNvPr>
              <p:cNvPicPr/>
              <p:nvPr/>
            </p:nvPicPr>
            <p:blipFill>
              <a:blip r:embed="rId26"/>
              <a:stretch>
                <a:fillRect/>
              </a:stretch>
            </p:blipFill>
            <p:spPr>
              <a:xfrm>
                <a:off x="6709642" y="220661"/>
                <a:ext cx="89280" cy="180720"/>
              </a:xfrm>
              <a:prstGeom prst="rect">
                <a:avLst/>
              </a:prstGeom>
            </p:spPr>
          </p:pic>
        </mc:Fallback>
      </mc:AlternateContent>
      <p:grpSp>
        <p:nvGrpSpPr>
          <p:cNvPr id="47" name="Group 46">
            <a:extLst>
              <a:ext uri="{FF2B5EF4-FFF2-40B4-BE49-F238E27FC236}">
                <a16:creationId xmlns:a16="http://schemas.microsoft.com/office/drawing/2014/main" id="{704C635D-FD55-4656-9586-3C3C6BDCE749}"/>
              </a:ext>
            </a:extLst>
          </p:cNvPr>
          <p:cNvGrpSpPr/>
          <p:nvPr/>
        </p:nvGrpSpPr>
        <p:grpSpPr>
          <a:xfrm>
            <a:off x="1659562" y="284381"/>
            <a:ext cx="4715640" cy="585000"/>
            <a:chOff x="1659562" y="284381"/>
            <a:chExt cx="4715640" cy="585000"/>
          </a:xfrm>
        </p:grpSpPr>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A76F89F3-77FA-4127-9320-9DA6E59297A9}"/>
                    </a:ext>
                  </a:extLst>
                </p14:cNvPr>
                <p14:cNvContentPartPr/>
                <p14:nvPr/>
              </p14:nvContentPartPr>
              <p14:xfrm>
                <a:off x="5824402" y="451421"/>
                <a:ext cx="550800" cy="295560"/>
              </p14:xfrm>
            </p:contentPart>
          </mc:Choice>
          <mc:Fallback xmlns="">
            <p:pic>
              <p:nvPicPr>
                <p:cNvPr id="20" name="Ink 19">
                  <a:extLst>
                    <a:ext uri="{FF2B5EF4-FFF2-40B4-BE49-F238E27FC236}">
                      <a16:creationId xmlns:a16="http://schemas.microsoft.com/office/drawing/2014/main" id="{A76F89F3-77FA-4127-9320-9DA6E59297A9}"/>
                    </a:ext>
                  </a:extLst>
                </p:cNvPr>
                <p:cNvPicPr/>
                <p:nvPr/>
              </p:nvPicPr>
              <p:blipFill>
                <a:blip r:embed="rId28"/>
                <a:stretch>
                  <a:fillRect/>
                </a:stretch>
              </p:blipFill>
              <p:spPr>
                <a:xfrm>
                  <a:off x="5815762" y="442421"/>
                  <a:ext cx="56844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837D50DF-04E9-457B-A1EB-3122A6504421}"/>
                    </a:ext>
                  </a:extLst>
                </p14:cNvPr>
                <p14:cNvContentPartPr/>
                <p14:nvPr/>
              </p14:nvContentPartPr>
              <p14:xfrm>
                <a:off x="5566642" y="561941"/>
                <a:ext cx="242640" cy="132840"/>
              </p14:xfrm>
            </p:contentPart>
          </mc:Choice>
          <mc:Fallback xmlns="">
            <p:pic>
              <p:nvPicPr>
                <p:cNvPr id="21" name="Ink 20">
                  <a:extLst>
                    <a:ext uri="{FF2B5EF4-FFF2-40B4-BE49-F238E27FC236}">
                      <a16:creationId xmlns:a16="http://schemas.microsoft.com/office/drawing/2014/main" id="{837D50DF-04E9-457B-A1EB-3122A6504421}"/>
                    </a:ext>
                  </a:extLst>
                </p:cNvPr>
                <p:cNvPicPr/>
                <p:nvPr/>
              </p:nvPicPr>
              <p:blipFill>
                <a:blip r:embed="rId30"/>
                <a:stretch>
                  <a:fillRect/>
                </a:stretch>
              </p:blipFill>
              <p:spPr>
                <a:xfrm>
                  <a:off x="5558002" y="552941"/>
                  <a:ext cx="260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B2874C9F-8441-484F-A72C-2FC665770D9A}"/>
                    </a:ext>
                  </a:extLst>
                </p14:cNvPr>
                <p14:cNvContentPartPr/>
                <p14:nvPr/>
              </p14:nvContentPartPr>
              <p14:xfrm>
                <a:off x="5531002" y="486341"/>
                <a:ext cx="100800" cy="28080"/>
              </p14:xfrm>
            </p:contentPart>
          </mc:Choice>
          <mc:Fallback xmlns="">
            <p:pic>
              <p:nvPicPr>
                <p:cNvPr id="22" name="Ink 21">
                  <a:extLst>
                    <a:ext uri="{FF2B5EF4-FFF2-40B4-BE49-F238E27FC236}">
                      <a16:creationId xmlns:a16="http://schemas.microsoft.com/office/drawing/2014/main" id="{B2874C9F-8441-484F-A72C-2FC665770D9A}"/>
                    </a:ext>
                  </a:extLst>
                </p:cNvPr>
                <p:cNvPicPr/>
                <p:nvPr/>
              </p:nvPicPr>
              <p:blipFill>
                <a:blip r:embed="rId32"/>
                <a:stretch>
                  <a:fillRect/>
                </a:stretch>
              </p:blipFill>
              <p:spPr>
                <a:xfrm>
                  <a:off x="5522002" y="477341"/>
                  <a:ext cx="1184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5897EB93-63C9-4570-AEEA-3462CF9CF15C}"/>
                    </a:ext>
                  </a:extLst>
                </p14:cNvPr>
                <p14:cNvContentPartPr/>
                <p14:nvPr/>
              </p14:nvContentPartPr>
              <p14:xfrm>
                <a:off x="5748442" y="773981"/>
                <a:ext cx="360" cy="4320"/>
              </p14:xfrm>
            </p:contentPart>
          </mc:Choice>
          <mc:Fallback xmlns="">
            <p:pic>
              <p:nvPicPr>
                <p:cNvPr id="23" name="Ink 22">
                  <a:extLst>
                    <a:ext uri="{FF2B5EF4-FFF2-40B4-BE49-F238E27FC236}">
                      <a16:creationId xmlns:a16="http://schemas.microsoft.com/office/drawing/2014/main" id="{5897EB93-63C9-4570-AEEA-3462CF9CF15C}"/>
                    </a:ext>
                  </a:extLst>
                </p:cNvPr>
                <p:cNvPicPr/>
                <p:nvPr/>
              </p:nvPicPr>
              <p:blipFill>
                <a:blip r:embed="rId34"/>
                <a:stretch>
                  <a:fillRect/>
                </a:stretch>
              </p:blipFill>
              <p:spPr>
                <a:xfrm>
                  <a:off x="5739442" y="764981"/>
                  <a:ext cx="18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6CEF3267-2901-411C-A343-E56B2D1D763E}"/>
                    </a:ext>
                  </a:extLst>
                </p14:cNvPr>
                <p14:cNvContentPartPr/>
                <p14:nvPr/>
              </p14:nvContentPartPr>
              <p14:xfrm>
                <a:off x="5054722" y="427301"/>
                <a:ext cx="327960" cy="275040"/>
              </p14:xfrm>
            </p:contentPart>
          </mc:Choice>
          <mc:Fallback xmlns="">
            <p:pic>
              <p:nvPicPr>
                <p:cNvPr id="25" name="Ink 24">
                  <a:extLst>
                    <a:ext uri="{FF2B5EF4-FFF2-40B4-BE49-F238E27FC236}">
                      <a16:creationId xmlns:a16="http://schemas.microsoft.com/office/drawing/2014/main" id="{6CEF3267-2901-411C-A343-E56B2D1D763E}"/>
                    </a:ext>
                  </a:extLst>
                </p:cNvPr>
                <p:cNvPicPr/>
                <p:nvPr/>
              </p:nvPicPr>
              <p:blipFill>
                <a:blip r:embed="rId36"/>
                <a:stretch>
                  <a:fillRect/>
                </a:stretch>
              </p:blipFill>
              <p:spPr>
                <a:xfrm>
                  <a:off x="5045722" y="418301"/>
                  <a:ext cx="3456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18DA97D3-D888-4D8A-B5E1-D23CB51C7119}"/>
                    </a:ext>
                  </a:extLst>
                </p14:cNvPr>
                <p14:cNvContentPartPr/>
                <p14:nvPr/>
              </p14:nvContentPartPr>
              <p14:xfrm>
                <a:off x="4959682" y="412901"/>
                <a:ext cx="20880" cy="164160"/>
              </p14:xfrm>
            </p:contentPart>
          </mc:Choice>
          <mc:Fallback xmlns="">
            <p:pic>
              <p:nvPicPr>
                <p:cNvPr id="26" name="Ink 25">
                  <a:extLst>
                    <a:ext uri="{FF2B5EF4-FFF2-40B4-BE49-F238E27FC236}">
                      <a16:creationId xmlns:a16="http://schemas.microsoft.com/office/drawing/2014/main" id="{18DA97D3-D888-4D8A-B5E1-D23CB51C7119}"/>
                    </a:ext>
                  </a:extLst>
                </p:cNvPr>
                <p:cNvPicPr/>
                <p:nvPr/>
              </p:nvPicPr>
              <p:blipFill>
                <a:blip r:embed="rId38"/>
                <a:stretch>
                  <a:fillRect/>
                </a:stretch>
              </p:blipFill>
              <p:spPr>
                <a:xfrm>
                  <a:off x="4951042" y="404261"/>
                  <a:ext cx="3852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52696162-C669-42A1-884A-82DAC21509DA}"/>
                    </a:ext>
                  </a:extLst>
                </p14:cNvPr>
                <p14:cNvContentPartPr/>
                <p14:nvPr/>
              </p14:nvContentPartPr>
              <p14:xfrm>
                <a:off x="4506442" y="376901"/>
                <a:ext cx="335520" cy="458280"/>
              </p14:xfrm>
            </p:contentPart>
          </mc:Choice>
          <mc:Fallback xmlns="">
            <p:pic>
              <p:nvPicPr>
                <p:cNvPr id="27" name="Ink 26">
                  <a:extLst>
                    <a:ext uri="{FF2B5EF4-FFF2-40B4-BE49-F238E27FC236}">
                      <a16:creationId xmlns:a16="http://schemas.microsoft.com/office/drawing/2014/main" id="{52696162-C669-42A1-884A-82DAC21509DA}"/>
                    </a:ext>
                  </a:extLst>
                </p:cNvPr>
                <p:cNvPicPr/>
                <p:nvPr/>
              </p:nvPicPr>
              <p:blipFill>
                <a:blip r:embed="rId40"/>
                <a:stretch>
                  <a:fillRect/>
                </a:stretch>
              </p:blipFill>
              <p:spPr>
                <a:xfrm>
                  <a:off x="4497802" y="367901"/>
                  <a:ext cx="35316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0A77BDAF-4F75-4353-B2EE-52B5E7C96804}"/>
                    </a:ext>
                  </a:extLst>
                </p14:cNvPr>
                <p14:cNvContentPartPr/>
                <p14:nvPr/>
              </p14:nvContentPartPr>
              <p14:xfrm>
                <a:off x="4695442" y="428741"/>
                <a:ext cx="3600" cy="8280"/>
              </p14:xfrm>
            </p:contentPart>
          </mc:Choice>
          <mc:Fallback xmlns="">
            <p:pic>
              <p:nvPicPr>
                <p:cNvPr id="28" name="Ink 27">
                  <a:extLst>
                    <a:ext uri="{FF2B5EF4-FFF2-40B4-BE49-F238E27FC236}">
                      <a16:creationId xmlns:a16="http://schemas.microsoft.com/office/drawing/2014/main" id="{0A77BDAF-4F75-4353-B2EE-52B5E7C96804}"/>
                    </a:ext>
                  </a:extLst>
                </p:cNvPr>
                <p:cNvPicPr/>
                <p:nvPr/>
              </p:nvPicPr>
              <p:blipFill>
                <a:blip r:embed="rId42"/>
                <a:stretch>
                  <a:fillRect/>
                </a:stretch>
              </p:blipFill>
              <p:spPr>
                <a:xfrm>
                  <a:off x="4686802" y="420101"/>
                  <a:ext cx="21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2CDD11A9-8A34-4758-BFA9-69DE36013355}"/>
                    </a:ext>
                  </a:extLst>
                </p14:cNvPr>
                <p14:cNvContentPartPr/>
                <p14:nvPr/>
              </p14:nvContentPartPr>
              <p14:xfrm>
                <a:off x="4770682" y="528821"/>
                <a:ext cx="12600" cy="14040"/>
              </p14:xfrm>
            </p:contentPart>
          </mc:Choice>
          <mc:Fallback xmlns="">
            <p:pic>
              <p:nvPicPr>
                <p:cNvPr id="29" name="Ink 28">
                  <a:extLst>
                    <a:ext uri="{FF2B5EF4-FFF2-40B4-BE49-F238E27FC236}">
                      <a16:creationId xmlns:a16="http://schemas.microsoft.com/office/drawing/2014/main" id="{2CDD11A9-8A34-4758-BFA9-69DE36013355}"/>
                    </a:ext>
                  </a:extLst>
                </p:cNvPr>
                <p:cNvPicPr/>
                <p:nvPr/>
              </p:nvPicPr>
              <p:blipFill>
                <a:blip r:embed="rId44"/>
                <a:stretch>
                  <a:fillRect/>
                </a:stretch>
              </p:blipFill>
              <p:spPr>
                <a:xfrm>
                  <a:off x="4762042" y="519821"/>
                  <a:ext cx="302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A73D9504-C499-4D8E-8035-F4533075BBA5}"/>
                    </a:ext>
                  </a:extLst>
                </p14:cNvPr>
                <p14:cNvContentPartPr/>
                <p14:nvPr/>
              </p14:nvContentPartPr>
              <p14:xfrm>
                <a:off x="3996322" y="442421"/>
                <a:ext cx="367920" cy="301320"/>
              </p14:xfrm>
            </p:contentPart>
          </mc:Choice>
          <mc:Fallback xmlns="">
            <p:pic>
              <p:nvPicPr>
                <p:cNvPr id="31" name="Ink 30">
                  <a:extLst>
                    <a:ext uri="{FF2B5EF4-FFF2-40B4-BE49-F238E27FC236}">
                      <a16:creationId xmlns:a16="http://schemas.microsoft.com/office/drawing/2014/main" id="{A73D9504-C499-4D8E-8035-F4533075BBA5}"/>
                    </a:ext>
                  </a:extLst>
                </p:cNvPr>
                <p:cNvPicPr/>
                <p:nvPr/>
              </p:nvPicPr>
              <p:blipFill>
                <a:blip r:embed="rId46"/>
                <a:stretch>
                  <a:fillRect/>
                </a:stretch>
              </p:blipFill>
              <p:spPr>
                <a:xfrm>
                  <a:off x="3987322" y="433421"/>
                  <a:ext cx="3855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21559875-19A9-4FBD-BFEF-6E7036E23D8E}"/>
                    </a:ext>
                  </a:extLst>
                </p14:cNvPr>
                <p14:cNvContentPartPr/>
                <p14:nvPr/>
              </p14:nvContentPartPr>
              <p14:xfrm>
                <a:off x="3839362" y="430181"/>
                <a:ext cx="37440" cy="189720"/>
              </p14:xfrm>
            </p:contentPart>
          </mc:Choice>
          <mc:Fallback xmlns="">
            <p:pic>
              <p:nvPicPr>
                <p:cNvPr id="32" name="Ink 31">
                  <a:extLst>
                    <a:ext uri="{FF2B5EF4-FFF2-40B4-BE49-F238E27FC236}">
                      <a16:creationId xmlns:a16="http://schemas.microsoft.com/office/drawing/2014/main" id="{21559875-19A9-4FBD-BFEF-6E7036E23D8E}"/>
                    </a:ext>
                  </a:extLst>
                </p:cNvPr>
                <p:cNvPicPr/>
                <p:nvPr/>
              </p:nvPicPr>
              <p:blipFill>
                <a:blip r:embed="rId48"/>
                <a:stretch>
                  <a:fillRect/>
                </a:stretch>
              </p:blipFill>
              <p:spPr>
                <a:xfrm>
                  <a:off x="3830362" y="421181"/>
                  <a:ext cx="550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F2F5D857-1588-48FC-B378-B7DC2E067F2D}"/>
                    </a:ext>
                  </a:extLst>
                </p14:cNvPr>
                <p14:cNvContentPartPr/>
                <p14:nvPr/>
              </p14:nvContentPartPr>
              <p14:xfrm>
                <a:off x="3716602" y="284381"/>
                <a:ext cx="48240" cy="129960"/>
              </p14:xfrm>
            </p:contentPart>
          </mc:Choice>
          <mc:Fallback xmlns="">
            <p:pic>
              <p:nvPicPr>
                <p:cNvPr id="33" name="Ink 32">
                  <a:extLst>
                    <a:ext uri="{FF2B5EF4-FFF2-40B4-BE49-F238E27FC236}">
                      <a16:creationId xmlns:a16="http://schemas.microsoft.com/office/drawing/2014/main" id="{F2F5D857-1588-48FC-B378-B7DC2E067F2D}"/>
                    </a:ext>
                  </a:extLst>
                </p:cNvPr>
                <p:cNvPicPr/>
                <p:nvPr/>
              </p:nvPicPr>
              <p:blipFill>
                <a:blip r:embed="rId50"/>
                <a:stretch>
                  <a:fillRect/>
                </a:stretch>
              </p:blipFill>
              <p:spPr>
                <a:xfrm>
                  <a:off x="3707962" y="275741"/>
                  <a:ext cx="658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5C4C1C02-980D-4F22-9431-A6E5037285C6}"/>
                    </a:ext>
                  </a:extLst>
                </p14:cNvPr>
                <p14:cNvContentPartPr/>
                <p14:nvPr/>
              </p14:nvContentPartPr>
              <p14:xfrm>
                <a:off x="3593842" y="481661"/>
                <a:ext cx="151560" cy="147960"/>
              </p14:xfrm>
            </p:contentPart>
          </mc:Choice>
          <mc:Fallback xmlns="">
            <p:pic>
              <p:nvPicPr>
                <p:cNvPr id="34" name="Ink 33">
                  <a:extLst>
                    <a:ext uri="{FF2B5EF4-FFF2-40B4-BE49-F238E27FC236}">
                      <a16:creationId xmlns:a16="http://schemas.microsoft.com/office/drawing/2014/main" id="{5C4C1C02-980D-4F22-9431-A6E5037285C6}"/>
                    </a:ext>
                  </a:extLst>
                </p:cNvPr>
                <p:cNvPicPr/>
                <p:nvPr/>
              </p:nvPicPr>
              <p:blipFill>
                <a:blip r:embed="rId52"/>
                <a:stretch>
                  <a:fillRect/>
                </a:stretch>
              </p:blipFill>
              <p:spPr>
                <a:xfrm>
                  <a:off x="3584842" y="473021"/>
                  <a:ext cx="1692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A9796167-41C9-49C8-82A5-1FD39BE51FC9}"/>
                    </a:ext>
                  </a:extLst>
                </p14:cNvPr>
                <p14:cNvContentPartPr/>
                <p14:nvPr/>
              </p14:nvContentPartPr>
              <p14:xfrm>
                <a:off x="3654682" y="398141"/>
                <a:ext cx="5760" cy="2160"/>
              </p14:xfrm>
            </p:contentPart>
          </mc:Choice>
          <mc:Fallback xmlns="">
            <p:pic>
              <p:nvPicPr>
                <p:cNvPr id="35" name="Ink 34">
                  <a:extLst>
                    <a:ext uri="{FF2B5EF4-FFF2-40B4-BE49-F238E27FC236}">
                      <a16:creationId xmlns:a16="http://schemas.microsoft.com/office/drawing/2014/main" id="{A9796167-41C9-49C8-82A5-1FD39BE51FC9}"/>
                    </a:ext>
                  </a:extLst>
                </p:cNvPr>
                <p:cNvPicPr/>
                <p:nvPr/>
              </p:nvPicPr>
              <p:blipFill>
                <a:blip r:embed="rId54"/>
                <a:stretch>
                  <a:fillRect/>
                </a:stretch>
              </p:blipFill>
              <p:spPr>
                <a:xfrm>
                  <a:off x="3646042" y="389501"/>
                  <a:ext cx="234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3DF60B6D-F79A-4EBC-A516-31C74A8E8B41}"/>
                    </a:ext>
                  </a:extLst>
                </p14:cNvPr>
                <p14:cNvContentPartPr/>
                <p14:nvPr/>
              </p14:nvContentPartPr>
              <p14:xfrm>
                <a:off x="3444442" y="394901"/>
                <a:ext cx="75240" cy="273600"/>
              </p14:xfrm>
            </p:contentPart>
          </mc:Choice>
          <mc:Fallback xmlns="">
            <p:pic>
              <p:nvPicPr>
                <p:cNvPr id="36" name="Ink 35">
                  <a:extLst>
                    <a:ext uri="{FF2B5EF4-FFF2-40B4-BE49-F238E27FC236}">
                      <a16:creationId xmlns:a16="http://schemas.microsoft.com/office/drawing/2014/main" id="{3DF60B6D-F79A-4EBC-A516-31C74A8E8B41}"/>
                    </a:ext>
                  </a:extLst>
                </p:cNvPr>
                <p:cNvPicPr/>
                <p:nvPr/>
              </p:nvPicPr>
              <p:blipFill>
                <a:blip r:embed="rId56"/>
                <a:stretch>
                  <a:fillRect/>
                </a:stretch>
              </p:blipFill>
              <p:spPr>
                <a:xfrm>
                  <a:off x="3435802" y="385901"/>
                  <a:ext cx="9288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FC2359BC-75E8-4BDE-AB4E-ADA6CBA66D8B}"/>
                    </a:ext>
                  </a:extLst>
                </p14:cNvPr>
                <p14:cNvContentPartPr/>
                <p14:nvPr/>
              </p14:nvContentPartPr>
              <p14:xfrm>
                <a:off x="3058162" y="487061"/>
                <a:ext cx="316080" cy="249120"/>
              </p14:xfrm>
            </p:contentPart>
          </mc:Choice>
          <mc:Fallback xmlns="">
            <p:pic>
              <p:nvPicPr>
                <p:cNvPr id="37" name="Ink 36">
                  <a:extLst>
                    <a:ext uri="{FF2B5EF4-FFF2-40B4-BE49-F238E27FC236}">
                      <a16:creationId xmlns:a16="http://schemas.microsoft.com/office/drawing/2014/main" id="{FC2359BC-75E8-4BDE-AB4E-ADA6CBA66D8B}"/>
                    </a:ext>
                  </a:extLst>
                </p:cNvPr>
                <p:cNvPicPr/>
                <p:nvPr/>
              </p:nvPicPr>
              <p:blipFill>
                <a:blip r:embed="rId58"/>
                <a:stretch>
                  <a:fillRect/>
                </a:stretch>
              </p:blipFill>
              <p:spPr>
                <a:xfrm>
                  <a:off x="3049522" y="478061"/>
                  <a:ext cx="3337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C6A29E33-05BB-43A7-8F91-851F677947BA}"/>
                    </a:ext>
                  </a:extLst>
                </p14:cNvPr>
                <p14:cNvContentPartPr/>
                <p14:nvPr/>
              </p14:nvContentPartPr>
              <p14:xfrm>
                <a:off x="2719762" y="511901"/>
                <a:ext cx="271440" cy="357480"/>
              </p14:xfrm>
            </p:contentPart>
          </mc:Choice>
          <mc:Fallback xmlns="">
            <p:pic>
              <p:nvPicPr>
                <p:cNvPr id="38" name="Ink 37">
                  <a:extLst>
                    <a:ext uri="{FF2B5EF4-FFF2-40B4-BE49-F238E27FC236}">
                      <a16:creationId xmlns:a16="http://schemas.microsoft.com/office/drawing/2014/main" id="{C6A29E33-05BB-43A7-8F91-851F677947BA}"/>
                    </a:ext>
                  </a:extLst>
                </p:cNvPr>
                <p:cNvPicPr/>
                <p:nvPr/>
              </p:nvPicPr>
              <p:blipFill>
                <a:blip r:embed="rId60"/>
                <a:stretch>
                  <a:fillRect/>
                </a:stretch>
              </p:blipFill>
              <p:spPr>
                <a:xfrm>
                  <a:off x="2710762" y="503261"/>
                  <a:ext cx="28908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59DEA39B-57AE-4647-8570-34D9709872CD}"/>
                    </a:ext>
                  </a:extLst>
                </p14:cNvPr>
                <p14:cNvContentPartPr/>
                <p14:nvPr/>
              </p14:nvContentPartPr>
              <p14:xfrm>
                <a:off x="2423122" y="542141"/>
                <a:ext cx="185760" cy="215280"/>
              </p14:xfrm>
            </p:contentPart>
          </mc:Choice>
          <mc:Fallback xmlns="">
            <p:pic>
              <p:nvPicPr>
                <p:cNvPr id="40" name="Ink 39">
                  <a:extLst>
                    <a:ext uri="{FF2B5EF4-FFF2-40B4-BE49-F238E27FC236}">
                      <a16:creationId xmlns:a16="http://schemas.microsoft.com/office/drawing/2014/main" id="{59DEA39B-57AE-4647-8570-34D9709872CD}"/>
                    </a:ext>
                  </a:extLst>
                </p:cNvPr>
                <p:cNvPicPr/>
                <p:nvPr/>
              </p:nvPicPr>
              <p:blipFill>
                <a:blip r:embed="rId62"/>
                <a:stretch>
                  <a:fillRect/>
                </a:stretch>
              </p:blipFill>
              <p:spPr>
                <a:xfrm>
                  <a:off x="2414482" y="533141"/>
                  <a:ext cx="2034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9FED5F82-F43B-42B0-8D8A-1A19969E5C4E}"/>
                    </a:ext>
                  </a:extLst>
                </p14:cNvPr>
                <p14:cNvContentPartPr/>
                <p14:nvPr/>
              </p14:nvContentPartPr>
              <p14:xfrm>
                <a:off x="2481802" y="365741"/>
                <a:ext cx="70560" cy="41400"/>
              </p14:xfrm>
            </p:contentPart>
          </mc:Choice>
          <mc:Fallback xmlns="">
            <p:pic>
              <p:nvPicPr>
                <p:cNvPr id="41" name="Ink 40">
                  <a:extLst>
                    <a:ext uri="{FF2B5EF4-FFF2-40B4-BE49-F238E27FC236}">
                      <a16:creationId xmlns:a16="http://schemas.microsoft.com/office/drawing/2014/main" id="{9FED5F82-F43B-42B0-8D8A-1A19969E5C4E}"/>
                    </a:ext>
                  </a:extLst>
                </p:cNvPr>
                <p:cNvPicPr/>
                <p:nvPr/>
              </p:nvPicPr>
              <p:blipFill>
                <a:blip r:embed="rId64"/>
                <a:stretch>
                  <a:fillRect/>
                </a:stretch>
              </p:blipFill>
              <p:spPr>
                <a:xfrm>
                  <a:off x="2473162" y="357101"/>
                  <a:ext cx="882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31DAB4DD-90E5-4FEC-A35C-BCC2FA2935FC}"/>
                    </a:ext>
                  </a:extLst>
                </p14:cNvPr>
                <p14:cNvContentPartPr/>
                <p14:nvPr/>
              </p14:nvContentPartPr>
              <p14:xfrm>
                <a:off x="2183362" y="557981"/>
                <a:ext cx="135720" cy="275760"/>
              </p14:xfrm>
            </p:contentPart>
          </mc:Choice>
          <mc:Fallback xmlns="">
            <p:pic>
              <p:nvPicPr>
                <p:cNvPr id="42" name="Ink 41">
                  <a:extLst>
                    <a:ext uri="{FF2B5EF4-FFF2-40B4-BE49-F238E27FC236}">
                      <a16:creationId xmlns:a16="http://schemas.microsoft.com/office/drawing/2014/main" id="{31DAB4DD-90E5-4FEC-A35C-BCC2FA2935FC}"/>
                    </a:ext>
                  </a:extLst>
                </p:cNvPr>
                <p:cNvPicPr/>
                <p:nvPr/>
              </p:nvPicPr>
              <p:blipFill>
                <a:blip r:embed="rId66"/>
                <a:stretch>
                  <a:fillRect/>
                </a:stretch>
              </p:blipFill>
              <p:spPr>
                <a:xfrm>
                  <a:off x="2174722" y="549341"/>
                  <a:ext cx="15336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273C5893-F61A-491B-9289-D8614D264E7D}"/>
                    </a:ext>
                  </a:extLst>
                </p14:cNvPr>
                <p14:cNvContentPartPr/>
                <p14:nvPr/>
              </p14:nvContentPartPr>
              <p14:xfrm>
                <a:off x="2384242" y="763541"/>
                <a:ext cx="5760" cy="10440"/>
              </p14:xfrm>
            </p:contentPart>
          </mc:Choice>
          <mc:Fallback xmlns="">
            <p:pic>
              <p:nvPicPr>
                <p:cNvPr id="43" name="Ink 42">
                  <a:extLst>
                    <a:ext uri="{FF2B5EF4-FFF2-40B4-BE49-F238E27FC236}">
                      <a16:creationId xmlns:a16="http://schemas.microsoft.com/office/drawing/2014/main" id="{273C5893-F61A-491B-9289-D8614D264E7D}"/>
                    </a:ext>
                  </a:extLst>
                </p:cNvPr>
                <p:cNvPicPr/>
                <p:nvPr/>
              </p:nvPicPr>
              <p:blipFill>
                <a:blip r:embed="rId68"/>
                <a:stretch>
                  <a:fillRect/>
                </a:stretch>
              </p:blipFill>
              <p:spPr>
                <a:xfrm>
                  <a:off x="2375242" y="754901"/>
                  <a:ext cx="234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35F7E304-418E-43D7-92D2-46A8333C4B4C}"/>
                    </a:ext>
                  </a:extLst>
                </p14:cNvPr>
                <p14:cNvContentPartPr/>
                <p14:nvPr/>
              </p14:nvContentPartPr>
              <p14:xfrm>
                <a:off x="1659562" y="462581"/>
                <a:ext cx="388440" cy="393120"/>
              </p14:xfrm>
            </p:contentPart>
          </mc:Choice>
          <mc:Fallback xmlns="">
            <p:pic>
              <p:nvPicPr>
                <p:cNvPr id="45" name="Ink 44">
                  <a:extLst>
                    <a:ext uri="{FF2B5EF4-FFF2-40B4-BE49-F238E27FC236}">
                      <a16:creationId xmlns:a16="http://schemas.microsoft.com/office/drawing/2014/main" id="{35F7E304-418E-43D7-92D2-46A8333C4B4C}"/>
                    </a:ext>
                  </a:extLst>
                </p:cNvPr>
                <p:cNvPicPr/>
                <p:nvPr/>
              </p:nvPicPr>
              <p:blipFill>
                <a:blip r:embed="rId70"/>
                <a:stretch>
                  <a:fillRect/>
                </a:stretch>
              </p:blipFill>
              <p:spPr>
                <a:xfrm>
                  <a:off x="1650562" y="453581"/>
                  <a:ext cx="40608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B410F34B-10B3-47BA-A7B4-FEE48CE36D9F}"/>
                    </a:ext>
                  </a:extLst>
                </p14:cNvPr>
                <p14:cNvContentPartPr/>
                <p14:nvPr/>
              </p14:nvContentPartPr>
              <p14:xfrm>
                <a:off x="1756402" y="464741"/>
                <a:ext cx="5040" cy="6120"/>
              </p14:xfrm>
            </p:contentPart>
          </mc:Choice>
          <mc:Fallback xmlns="">
            <p:pic>
              <p:nvPicPr>
                <p:cNvPr id="46" name="Ink 45">
                  <a:extLst>
                    <a:ext uri="{FF2B5EF4-FFF2-40B4-BE49-F238E27FC236}">
                      <a16:creationId xmlns:a16="http://schemas.microsoft.com/office/drawing/2014/main" id="{B410F34B-10B3-47BA-A7B4-FEE48CE36D9F}"/>
                    </a:ext>
                  </a:extLst>
                </p:cNvPr>
                <p:cNvPicPr/>
                <p:nvPr/>
              </p:nvPicPr>
              <p:blipFill>
                <a:blip r:embed="rId72"/>
                <a:stretch>
                  <a:fillRect/>
                </a:stretch>
              </p:blipFill>
              <p:spPr>
                <a:xfrm>
                  <a:off x="1747402" y="455741"/>
                  <a:ext cx="22680" cy="23760"/>
                </a:xfrm>
                <a:prstGeom prst="rect">
                  <a:avLst/>
                </a:prstGeom>
              </p:spPr>
            </p:pic>
          </mc:Fallback>
        </mc:AlternateContent>
      </p:grpSp>
      <p:grpSp>
        <p:nvGrpSpPr>
          <p:cNvPr id="62" name="Group 61">
            <a:extLst>
              <a:ext uri="{FF2B5EF4-FFF2-40B4-BE49-F238E27FC236}">
                <a16:creationId xmlns:a16="http://schemas.microsoft.com/office/drawing/2014/main" id="{81B534ED-D472-488F-82F9-42BDBC022D1B}"/>
              </a:ext>
            </a:extLst>
          </p:cNvPr>
          <p:cNvGrpSpPr/>
          <p:nvPr/>
        </p:nvGrpSpPr>
        <p:grpSpPr>
          <a:xfrm>
            <a:off x="228562" y="405701"/>
            <a:ext cx="1116000" cy="496800"/>
            <a:chOff x="228562" y="405701"/>
            <a:chExt cx="1116000" cy="496800"/>
          </a:xfrm>
        </p:grpSpPr>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6B4F4570-0D85-472E-863A-A02EE99BC62A}"/>
                    </a:ext>
                  </a:extLst>
                </p14:cNvPr>
                <p14:cNvContentPartPr/>
                <p14:nvPr/>
              </p14:nvContentPartPr>
              <p14:xfrm>
                <a:off x="1254562" y="515861"/>
                <a:ext cx="62280" cy="277560"/>
              </p14:xfrm>
            </p:contentPart>
          </mc:Choice>
          <mc:Fallback xmlns="">
            <p:pic>
              <p:nvPicPr>
                <p:cNvPr id="48" name="Ink 47">
                  <a:extLst>
                    <a:ext uri="{FF2B5EF4-FFF2-40B4-BE49-F238E27FC236}">
                      <a16:creationId xmlns:a16="http://schemas.microsoft.com/office/drawing/2014/main" id="{6B4F4570-0D85-472E-863A-A02EE99BC62A}"/>
                    </a:ext>
                  </a:extLst>
                </p:cNvPr>
                <p:cNvPicPr/>
                <p:nvPr/>
              </p:nvPicPr>
              <p:blipFill>
                <a:blip r:embed="rId74"/>
                <a:stretch>
                  <a:fillRect/>
                </a:stretch>
              </p:blipFill>
              <p:spPr>
                <a:xfrm>
                  <a:off x="1245562" y="507221"/>
                  <a:ext cx="7992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48478569-E90B-4D83-AD19-99175091B8E9}"/>
                    </a:ext>
                  </a:extLst>
                </p14:cNvPr>
                <p14:cNvContentPartPr/>
                <p14:nvPr/>
              </p14:nvContentPartPr>
              <p14:xfrm>
                <a:off x="1117042" y="629981"/>
                <a:ext cx="42840" cy="94320"/>
              </p14:xfrm>
            </p:contentPart>
          </mc:Choice>
          <mc:Fallback xmlns="">
            <p:pic>
              <p:nvPicPr>
                <p:cNvPr id="49" name="Ink 48">
                  <a:extLst>
                    <a:ext uri="{FF2B5EF4-FFF2-40B4-BE49-F238E27FC236}">
                      <a16:creationId xmlns:a16="http://schemas.microsoft.com/office/drawing/2014/main" id="{48478569-E90B-4D83-AD19-99175091B8E9}"/>
                    </a:ext>
                  </a:extLst>
                </p:cNvPr>
                <p:cNvPicPr/>
                <p:nvPr/>
              </p:nvPicPr>
              <p:blipFill>
                <a:blip r:embed="rId76"/>
                <a:stretch>
                  <a:fillRect/>
                </a:stretch>
              </p:blipFill>
              <p:spPr>
                <a:xfrm>
                  <a:off x="1108042" y="621341"/>
                  <a:ext cx="604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Ink 49">
                  <a:extLst>
                    <a:ext uri="{FF2B5EF4-FFF2-40B4-BE49-F238E27FC236}">
                      <a16:creationId xmlns:a16="http://schemas.microsoft.com/office/drawing/2014/main" id="{A68C133B-0C0F-4A72-B751-5F27B09DB1CD}"/>
                    </a:ext>
                  </a:extLst>
                </p14:cNvPr>
                <p14:cNvContentPartPr/>
                <p14:nvPr/>
              </p14:nvContentPartPr>
              <p14:xfrm>
                <a:off x="1009762" y="434501"/>
                <a:ext cx="75240" cy="106560"/>
              </p14:xfrm>
            </p:contentPart>
          </mc:Choice>
          <mc:Fallback xmlns="">
            <p:pic>
              <p:nvPicPr>
                <p:cNvPr id="50" name="Ink 49">
                  <a:extLst>
                    <a:ext uri="{FF2B5EF4-FFF2-40B4-BE49-F238E27FC236}">
                      <a16:creationId xmlns:a16="http://schemas.microsoft.com/office/drawing/2014/main" id="{A68C133B-0C0F-4A72-B751-5F27B09DB1CD}"/>
                    </a:ext>
                  </a:extLst>
                </p:cNvPr>
                <p:cNvPicPr/>
                <p:nvPr/>
              </p:nvPicPr>
              <p:blipFill>
                <a:blip r:embed="rId78"/>
                <a:stretch>
                  <a:fillRect/>
                </a:stretch>
              </p:blipFill>
              <p:spPr>
                <a:xfrm>
                  <a:off x="1001122" y="425861"/>
                  <a:ext cx="928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FD6F6326-71B1-46C0-AE0D-780813E9DB86}"/>
                    </a:ext>
                  </a:extLst>
                </p14:cNvPr>
                <p14:cNvContentPartPr/>
                <p14:nvPr/>
              </p14:nvContentPartPr>
              <p14:xfrm>
                <a:off x="329722" y="593621"/>
                <a:ext cx="682200" cy="191160"/>
              </p14:xfrm>
            </p:contentPart>
          </mc:Choice>
          <mc:Fallback xmlns="">
            <p:pic>
              <p:nvPicPr>
                <p:cNvPr id="51" name="Ink 50">
                  <a:extLst>
                    <a:ext uri="{FF2B5EF4-FFF2-40B4-BE49-F238E27FC236}">
                      <a16:creationId xmlns:a16="http://schemas.microsoft.com/office/drawing/2014/main" id="{FD6F6326-71B1-46C0-AE0D-780813E9DB86}"/>
                    </a:ext>
                  </a:extLst>
                </p:cNvPr>
                <p:cNvPicPr/>
                <p:nvPr/>
              </p:nvPicPr>
              <p:blipFill>
                <a:blip r:embed="rId80"/>
                <a:stretch>
                  <a:fillRect/>
                </a:stretch>
              </p:blipFill>
              <p:spPr>
                <a:xfrm>
                  <a:off x="321082" y="584981"/>
                  <a:ext cx="6998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Ink 51">
                  <a:extLst>
                    <a:ext uri="{FF2B5EF4-FFF2-40B4-BE49-F238E27FC236}">
                      <a16:creationId xmlns:a16="http://schemas.microsoft.com/office/drawing/2014/main" id="{ADFCA260-6E70-4EDF-BEA7-912C33AA28B7}"/>
                    </a:ext>
                  </a:extLst>
                </p14:cNvPr>
                <p14:cNvContentPartPr/>
                <p14:nvPr/>
              </p14:nvContentPartPr>
              <p14:xfrm>
                <a:off x="394162" y="521621"/>
                <a:ext cx="14400" cy="5400"/>
              </p14:xfrm>
            </p:contentPart>
          </mc:Choice>
          <mc:Fallback xmlns="">
            <p:pic>
              <p:nvPicPr>
                <p:cNvPr id="52" name="Ink 51">
                  <a:extLst>
                    <a:ext uri="{FF2B5EF4-FFF2-40B4-BE49-F238E27FC236}">
                      <a16:creationId xmlns:a16="http://schemas.microsoft.com/office/drawing/2014/main" id="{ADFCA260-6E70-4EDF-BEA7-912C33AA28B7}"/>
                    </a:ext>
                  </a:extLst>
                </p:cNvPr>
                <p:cNvPicPr/>
                <p:nvPr/>
              </p:nvPicPr>
              <p:blipFill>
                <a:blip r:embed="rId82"/>
                <a:stretch>
                  <a:fillRect/>
                </a:stretch>
              </p:blipFill>
              <p:spPr>
                <a:xfrm>
                  <a:off x="385522" y="512621"/>
                  <a:ext cx="32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8CF3DDDC-CD0D-421D-B4C6-76AFFE8B1E54}"/>
                    </a:ext>
                  </a:extLst>
                </p14:cNvPr>
                <p14:cNvContentPartPr/>
                <p14:nvPr/>
              </p14:nvContentPartPr>
              <p14:xfrm>
                <a:off x="595042" y="879821"/>
                <a:ext cx="15840" cy="12240"/>
              </p14:xfrm>
            </p:contentPart>
          </mc:Choice>
          <mc:Fallback xmlns="">
            <p:pic>
              <p:nvPicPr>
                <p:cNvPr id="53" name="Ink 52">
                  <a:extLst>
                    <a:ext uri="{FF2B5EF4-FFF2-40B4-BE49-F238E27FC236}">
                      <a16:creationId xmlns:a16="http://schemas.microsoft.com/office/drawing/2014/main" id="{8CF3DDDC-CD0D-421D-B4C6-76AFFE8B1E54}"/>
                    </a:ext>
                  </a:extLst>
                </p:cNvPr>
                <p:cNvPicPr/>
                <p:nvPr/>
              </p:nvPicPr>
              <p:blipFill>
                <a:blip r:embed="rId84"/>
                <a:stretch>
                  <a:fillRect/>
                </a:stretch>
              </p:blipFill>
              <p:spPr>
                <a:xfrm>
                  <a:off x="586042" y="870821"/>
                  <a:ext cx="334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92E55B31-FF32-4D37-BD1B-77783E388CA6}"/>
                    </a:ext>
                  </a:extLst>
                </p14:cNvPr>
                <p14:cNvContentPartPr/>
                <p14:nvPr/>
              </p14:nvContentPartPr>
              <p14:xfrm>
                <a:off x="627802" y="623861"/>
                <a:ext cx="42120" cy="10800"/>
              </p14:xfrm>
            </p:contentPart>
          </mc:Choice>
          <mc:Fallback xmlns="">
            <p:pic>
              <p:nvPicPr>
                <p:cNvPr id="54" name="Ink 53">
                  <a:extLst>
                    <a:ext uri="{FF2B5EF4-FFF2-40B4-BE49-F238E27FC236}">
                      <a16:creationId xmlns:a16="http://schemas.microsoft.com/office/drawing/2014/main" id="{92E55B31-FF32-4D37-BD1B-77783E388CA6}"/>
                    </a:ext>
                  </a:extLst>
                </p:cNvPr>
                <p:cNvPicPr/>
                <p:nvPr/>
              </p:nvPicPr>
              <p:blipFill>
                <a:blip r:embed="rId86"/>
                <a:stretch>
                  <a:fillRect/>
                </a:stretch>
              </p:blipFill>
              <p:spPr>
                <a:xfrm>
                  <a:off x="619162" y="615221"/>
                  <a:ext cx="597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30EFE7F8-0D64-4554-9BA1-C3AD94886307}"/>
                    </a:ext>
                  </a:extLst>
                </p14:cNvPr>
                <p14:cNvContentPartPr/>
                <p14:nvPr/>
              </p14:nvContentPartPr>
              <p14:xfrm>
                <a:off x="609082" y="513701"/>
                <a:ext cx="13320" cy="11160"/>
              </p14:xfrm>
            </p:contentPart>
          </mc:Choice>
          <mc:Fallback xmlns="">
            <p:pic>
              <p:nvPicPr>
                <p:cNvPr id="55" name="Ink 54">
                  <a:extLst>
                    <a:ext uri="{FF2B5EF4-FFF2-40B4-BE49-F238E27FC236}">
                      <a16:creationId xmlns:a16="http://schemas.microsoft.com/office/drawing/2014/main" id="{30EFE7F8-0D64-4554-9BA1-C3AD94886307}"/>
                    </a:ext>
                  </a:extLst>
                </p:cNvPr>
                <p:cNvPicPr/>
                <p:nvPr/>
              </p:nvPicPr>
              <p:blipFill>
                <a:blip r:embed="rId88"/>
                <a:stretch>
                  <a:fillRect/>
                </a:stretch>
              </p:blipFill>
              <p:spPr>
                <a:xfrm>
                  <a:off x="600442" y="504701"/>
                  <a:ext cx="309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95D11588-D7E7-4B8E-96D4-C85EB4B139C2}"/>
                    </a:ext>
                  </a:extLst>
                </p14:cNvPr>
                <p14:cNvContentPartPr/>
                <p14:nvPr/>
              </p14:nvContentPartPr>
              <p14:xfrm>
                <a:off x="439162" y="405701"/>
                <a:ext cx="31320" cy="11880"/>
              </p14:xfrm>
            </p:contentPart>
          </mc:Choice>
          <mc:Fallback xmlns="">
            <p:pic>
              <p:nvPicPr>
                <p:cNvPr id="56" name="Ink 55">
                  <a:extLst>
                    <a:ext uri="{FF2B5EF4-FFF2-40B4-BE49-F238E27FC236}">
                      <a16:creationId xmlns:a16="http://schemas.microsoft.com/office/drawing/2014/main" id="{95D11588-D7E7-4B8E-96D4-C85EB4B139C2}"/>
                    </a:ext>
                  </a:extLst>
                </p:cNvPr>
                <p:cNvPicPr/>
                <p:nvPr/>
              </p:nvPicPr>
              <p:blipFill>
                <a:blip r:embed="rId90"/>
                <a:stretch>
                  <a:fillRect/>
                </a:stretch>
              </p:blipFill>
              <p:spPr>
                <a:xfrm>
                  <a:off x="430522" y="396701"/>
                  <a:ext cx="489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FA7F1709-09F6-4282-BC8B-CE2526BF7C30}"/>
                    </a:ext>
                  </a:extLst>
                </p14:cNvPr>
                <p14:cNvContentPartPr/>
                <p14:nvPr/>
              </p14:nvContentPartPr>
              <p14:xfrm>
                <a:off x="831562" y="557261"/>
                <a:ext cx="12600" cy="5400"/>
              </p14:xfrm>
            </p:contentPart>
          </mc:Choice>
          <mc:Fallback xmlns="">
            <p:pic>
              <p:nvPicPr>
                <p:cNvPr id="57" name="Ink 56">
                  <a:extLst>
                    <a:ext uri="{FF2B5EF4-FFF2-40B4-BE49-F238E27FC236}">
                      <a16:creationId xmlns:a16="http://schemas.microsoft.com/office/drawing/2014/main" id="{FA7F1709-09F6-4282-BC8B-CE2526BF7C30}"/>
                    </a:ext>
                  </a:extLst>
                </p:cNvPr>
                <p:cNvPicPr/>
                <p:nvPr/>
              </p:nvPicPr>
              <p:blipFill>
                <a:blip r:embed="rId92"/>
                <a:stretch>
                  <a:fillRect/>
                </a:stretch>
              </p:blipFill>
              <p:spPr>
                <a:xfrm>
                  <a:off x="822562" y="548621"/>
                  <a:ext cx="302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8B71DA42-9918-415D-B5F7-75631CCC5A78}"/>
                    </a:ext>
                  </a:extLst>
                </p14:cNvPr>
                <p14:cNvContentPartPr/>
                <p14:nvPr/>
              </p14:nvContentPartPr>
              <p14:xfrm>
                <a:off x="1034962" y="777221"/>
                <a:ext cx="52200" cy="19080"/>
              </p14:xfrm>
            </p:contentPart>
          </mc:Choice>
          <mc:Fallback xmlns="">
            <p:pic>
              <p:nvPicPr>
                <p:cNvPr id="58" name="Ink 57">
                  <a:extLst>
                    <a:ext uri="{FF2B5EF4-FFF2-40B4-BE49-F238E27FC236}">
                      <a16:creationId xmlns:a16="http://schemas.microsoft.com/office/drawing/2014/main" id="{8B71DA42-9918-415D-B5F7-75631CCC5A78}"/>
                    </a:ext>
                  </a:extLst>
                </p:cNvPr>
                <p:cNvPicPr/>
                <p:nvPr/>
              </p:nvPicPr>
              <p:blipFill>
                <a:blip r:embed="rId94"/>
                <a:stretch>
                  <a:fillRect/>
                </a:stretch>
              </p:blipFill>
              <p:spPr>
                <a:xfrm>
                  <a:off x="1025962" y="768581"/>
                  <a:ext cx="698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3CDFA647-373F-433C-A124-F3D18CA22AF6}"/>
                    </a:ext>
                  </a:extLst>
                </p14:cNvPr>
                <p14:cNvContentPartPr/>
                <p14:nvPr/>
              </p14:nvContentPartPr>
              <p14:xfrm>
                <a:off x="228562" y="471941"/>
                <a:ext cx="110880" cy="430560"/>
              </p14:xfrm>
            </p:contentPart>
          </mc:Choice>
          <mc:Fallback xmlns="">
            <p:pic>
              <p:nvPicPr>
                <p:cNvPr id="59" name="Ink 58">
                  <a:extLst>
                    <a:ext uri="{FF2B5EF4-FFF2-40B4-BE49-F238E27FC236}">
                      <a16:creationId xmlns:a16="http://schemas.microsoft.com/office/drawing/2014/main" id="{3CDFA647-373F-433C-A124-F3D18CA22AF6}"/>
                    </a:ext>
                  </a:extLst>
                </p:cNvPr>
                <p:cNvPicPr/>
                <p:nvPr/>
              </p:nvPicPr>
              <p:blipFill>
                <a:blip r:embed="rId96"/>
                <a:stretch>
                  <a:fillRect/>
                </a:stretch>
              </p:blipFill>
              <p:spPr>
                <a:xfrm>
                  <a:off x="219562" y="463301"/>
                  <a:ext cx="12852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75F085DE-E38E-4308-B51B-EB0C0883143E}"/>
                    </a:ext>
                  </a:extLst>
                </p14:cNvPr>
                <p14:cNvContentPartPr/>
                <p14:nvPr/>
              </p14:nvContentPartPr>
              <p14:xfrm>
                <a:off x="1250242" y="491021"/>
                <a:ext cx="94320" cy="374400"/>
              </p14:xfrm>
            </p:contentPart>
          </mc:Choice>
          <mc:Fallback xmlns="">
            <p:pic>
              <p:nvPicPr>
                <p:cNvPr id="61" name="Ink 60">
                  <a:extLst>
                    <a:ext uri="{FF2B5EF4-FFF2-40B4-BE49-F238E27FC236}">
                      <a16:creationId xmlns:a16="http://schemas.microsoft.com/office/drawing/2014/main" id="{75F085DE-E38E-4308-B51B-EB0C0883143E}"/>
                    </a:ext>
                  </a:extLst>
                </p:cNvPr>
                <p:cNvPicPr/>
                <p:nvPr/>
              </p:nvPicPr>
              <p:blipFill>
                <a:blip r:embed="rId98"/>
                <a:stretch>
                  <a:fillRect/>
                </a:stretch>
              </p:blipFill>
              <p:spPr>
                <a:xfrm>
                  <a:off x="1241242" y="482021"/>
                  <a:ext cx="111960" cy="392040"/>
                </a:xfrm>
                <a:prstGeom prst="rect">
                  <a:avLst/>
                </a:prstGeom>
              </p:spPr>
            </p:pic>
          </mc:Fallback>
        </mc:AlternateContent>
      </p:grpSp>
    </p:spTree>
    <p:extLst>
      <p:ext uri="{BB962C8B-B14F-4D97-AF65-F5344CB8AC3E}">
        <p14:creationId xmlns:p14="http://schemas.microsoft.com/office/powerpoint/2010/main" val="3157173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C39AB2CB-39F2-4DAA-8E0E-B4CF09F3448E}"/>
              </a:ext>
            </a:extLst>
          </p:cNvPr>
          <p:cNvSpPr/>
          <p:nvPr/>
        </p:nvSpPr>
        <p:spPr>
          <a:xfrm>
            <a:off x="7695136" y="-179818"/>
            <a:ext cx="5229867" cy="5169568"/>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JO" sz="3200" u="sng" dirty="0"/>
              <a:t>(وسائل العلم)</a:t>
            </a:r>
          </a:p>
          <a:p>
            <a:pPr algn="ctr"/>
            <a:endParaRPr lang="ar-JO" sz="3200" dirty="0"/>
          </a:p>
          <a:p>
            <a:pPr algn="ctr"/>
            <a:r>
              <a:rPr lang="ar-JO" sz="7200" dirty="0"/>
              <a:t>فعالية الرياضيات الخارقة</a:t>
            </a:r>
            <a:endParaRPr lang="en-US" sz="7200" dirty="0"/>
          </a:p>
        </p:txBody>
      </p:sp>
      <p:pic>
        <p:nvPicPr>
          <p:cNvPr id="6" name="Picture 5">
            <a:extLst>
              <a:ext uri="{FF2B5EF4-FFF2-40B4-BE49-F238E27FC236}">
                <a16:creationId xmlns:a16="http://schemas.microsoft.com/office/drawing/2014/main" id="{E5CA6ED7-195F-4FAE-BE37-DD822E99ECA1}"/>
              </a:ext>
            </a:extLst>
          </p:cNvPr>
          <p:cNvPicPr>
            <a:picLocks noChangeAspect="1"/>
          </p:cNvPicPr>
          <p:nvPr/>
        </p:nvPicPr>
        <p:blipFill>
          <a:blip r:embed="rId2"/>
          <a:stretch>
            <a:fillRect/>
          </a:stretch>
        </p:blipFill>
        <p:spPr>
          <a:xfrm>
            <a:off x="0" y="0"/>
            <a:ext cx="7949682" cy="3486827"/>
          </a:xfrm>
          <a:prstGeom prst="rect">
            <a:avLst/>
          </a:prstGeom>
        </p:spPr>
      </p:pic>
      <p:grpSp>
        <p:nvGrpSpPr>
          <p:cNvPr id="104" name="Group 103">
            <a:extLst>
              <a:ext uri="{FF2B5EF4-FFF2-40B4-BE49-F238E27FC236}">
                <a16:creationId xmlns:a16="http://schemas.microsoft.com/office/drawing/2014/main" id="{5B42F246-1143-4EF3-A2D4-F56EAA9DD229}"/>
              </a:ext>
            </a:extLst>
          </p:cNvPr>
          <p:cNvGrpSpPr/>
          <p:nvPr/>
        </p:nvGrpSpPr>
        <p:grpSpPr>
          <a:xfrm>
            <a:off x="6403860" y="3645759"/>
            <a:ext cx="1421280" cy="504000"/>
            <a:chOff x="6403860" y="3645759"/>
            <a:chExt cx="1421280" cy="504000"/>
          </a:xfrm>
        </p:grpSpPr>
        <mc:AlternateContent xmlns:mc="http://schemas.openxmlformats.org/markup-compatibility/2006" xmlns:p14="http://schemas.microsoft.com/office/powerpoint/2010/main">
          <mc:Choice Requires="p14">
            <p:contentPart p14:bwMode="auto" r:id="rId3">
              <p14:nvContentPartPr>
                <p14:cNvPr id="92" name="Ink 91">
                  <a:extLst>
                    <a:ext uri="{FF2B5EF4-FFF2-40B4-BE49-F238E27FC236}">
                      <a16:creationId xmlns:a16="http://schemas.microsoft.com/office/drawing/2014/main" id="{69D7321C-5D2A-489F-8BE8-05CF2D757D62}"/>
                    </a:ext>
                  </a:extLst>
                </p14:cNvPr>
                <p14:cNvContentPartPr/>
                <p14:nvPr/>
              </p14:nvContentPartPr>
              <p14:xfrm>
                <a:off x="7506180" y="3724959"/>
                <a:ext cx="222840" cy="275040"/>
              </p14:xfrm>
            </p:contentPart>
          </mc:Choice>
          <mc:Fallback xmlns="">
            <p:pic>
              <p:nvPicPr>
                <p:cNvPr id="92" name="Ink 91">
                  <a:extLst>
                    <a:ext uri="{FF2B5EF4-FFF2-40B4-BE49-F238E27FC236}">
                      <a16:creationId xmlns:a16="http://schemas.microsoft.com/office/drawing/2014/main" id="{69D7321C-5D2A-489F-8BE8-05CF2D757D62}"/>
                    </a:ext>
                  </a:extLst>
                </p:cNvPr>
                <p:cNvPicPr/>
                <p:nvPr/>
              </p:nvPicPr>
              <p:blipFill>
                <a:blip r:embed="rId4"/>
                <a:stretch>
                  <a:fillRect/>
                </a:stretch>
              </p:blipFill>
              <p:spPr>
                <a:xfrm>
                  <a:off x="7488540" y="3707319"/>
                  <a:ext cx="25848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3" name="Ink 92">
                  <a:extLst>
                    <a:ext uri="{FF2B5EF4-FFF2-40B4-BE49-F238E27FC236}">
                      <a16:creationId xmlns:a16="http://schemas.microsoft.com/office/drawing/2014/main" id="{60643630-919A-4FF9-9D73-EF5D05BEAC45}"/>
                    </a:ext>
                  </a:extLst>
                </p14:cNvPr>
                <p14:cNvContentPartPr/>
                <p14:nvPr/>
              </p14:nvContentPartPr>
              <p14:xfrm>
                <a:off x="7587180" y="4119879"/>
                <a:ext cx="77760" cy="29880"/>
              </p14:xfrm>
            </p:contentPart>
          </mc:Choice>
          <mc:Fallback xmlns="">
            <p:pic>
              <p:nvPicPr>
                <p:cNvPr id="93" name="Ink 92">
                  <a:extLst>
                    <a:ext uri="{FF2B5EF4-FFF2-40B4-BE49-F238E27FC236}">
                      <a16:creationId xmlns:a16="http://schemas.microsoft.com/office/drawing/2014/main" id="{60643630-919A-4FF9-9D73-EF5D05BEAC45}"/>
                    </a:ext>
                  </a:extLst>
                </p:cNvPr>
                <p:cNvPicPr/>
                <p:nvPr/>
              </p:nvPicPr>
              <p:blipFill>
                <a:blip r:embed="rId6"/>
                <a:stretch>
                  <a:fillRect/>
                </a:stretch>
              </p:blipFill>
              <p:spPr>
                <a:xfrm>
                  <a:off x="7569540" y="4102239"/>
                  <a:ext cx="1134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4" name="Ink 93">
                  <a:extLst>
                    <a:ext uri="{FF2B5EF4-FFF2-40B4-BE49-F238E27FC236}">
                      <a16:creationId xmlns:a16="http://schemas.microsoft.com/office/drawing/2014/main" id="{A973E910-F2AD-4837-9902-6F7B15339CE2}"/>
                    </a:ext>
                  </a:extLst>
                </p14:cNvPr>
                <p14:cNvContentPartPr/>
                <p14:nvPr/>
              </p14:nvContentPartPr>
              <p14:xfrm>
                <a:off x="7821180" y="4073079"/>
                <a:ext cx="3960" cy="3960"/>
              </p14:xfrm>
            </p:contentPart>
          </mc:Choice>
          <mc:Fallback xmlns="">
            <p:pic>
              <p:nvPicPr>
                <p:cNvPr id="94" name="Ink 93">
                  <a:extLst>
                    <a:ext uri="{FF2B5EF4-FFF2-40B4-BE49-F238E27FC236}">
                      <a16:creationId xmlns:a16="http://schemas.microsoft.com/office/drawing/2014/main" id="{A973E910-F2AD-4837-9902-6F7B15339CE2}"/>
                    </a:ext>
                  </a:extLst>
                </p:cNvPr>
                <p:cNvPicPr/>
                <p:nvPr/>
              </p:nvPicPr>
              <p:blipFill>
                <a:blip r:embed="rId8"/>
                <a:stretch>
                  <a:fillRect/>
                </a:stretch>
              </p:blipFill>
              <p:spPr>
                <a:xfrm>
                  <a:off x="7803180" y="4055439"/>
                  <a:ext cx="396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5" name="Ink 94">
                  <a:extLst>
                    <a:ext uri="{FF2B5EF4-FFF2-40B4-BE49-F238E27FC236}">
                      <a16:creationId xmlns:a16="http://schemas.microsoft.com/office/drawing/2014/main" id="{52F37E5A-82EE-482C-8E09-B035422C490C}"/>
                    </a:ext>
                  </a:extLst>
                </p14:cNvPr>
                <p14:cNvContentPartPr/>
                <p14:nvPr/>
              </p14:nvContentPartPr>
              <p14:xfrm>
                <a:off x="7333740" y="3783999"/>
                <a:ext cx="111240" cy="241560"/>
              </p14:xfrm>
            </p:contentPart>
          </mc:Choice>
          <mc:Fallback xmlns="">
            <p:pic>
              <p:nvPicPr>
                <p:cNvPr id="95" name="Ink 94">
                  <a:extLst>
                    <a:ext uri="{FF2B5EF4-FFF2-40B4-BE49-F238E27FC236}">
                      <a16:creationId xmlns:a16="http://schemas.microsoft.com/office/drawing/2014/main" id="{52F37E5A-82EE-482C-8E09-B035422C490C}"/>
                    </a:ext>
                  </a:extLst>
                </p:cNvPr>
                <p:cNvPicPr/>
                <p:nvPr/>
              </p:nvPicPr>
              <p:blipFill>
                <a:blip r:embed="rId10"/>
                <a:stretch>
                  <a:fillRect/>
                </a:stretch>
              </p:blipFill>
              <p:spPr>
                <a:xfrm>
                  <a:off x="7316100" y="3765999"/>
                  <a:ext cx="1468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6" name="Ink 95">
                  <a:extLst>
                    <a:ext uri="{FF2B5EF4-FFF2-40B4-BE49-F238E27FC236}">
                      <a16:creationId xmlns:a16="http://schemas.microsoft.com/office/drawing/2014/main" id="{CE161B81-7211-4C71-8BF1-BE7C512C0055}"/>
                    </a:ext>
                  </a:extLst>
                </p14:cNvPr>
                <p14:cNvContentPartPr/>
                <p14:nvPr/>
              </p14:nvContentPartPr>
              <p14:xfrm>
                <a:off x="7427340" y="3687159"/>
                <a:ext cx="10080" cy="9000"/>
              </p14:xfrm>
            </p:contentPart>
          </mc:Choice>
          <mc:Fallback xmlns="">
            <p:pic>
              <p:nvPicPr>
                <p:cNvPr id="96" name="Ink 95">
                  <a:extLst>
                    <a:ext uri="{FF2B5EF4-FFF2-40B4-BE49-F238E27FC236}">
                      <a16:creationId xmlns:a16="http://schemas.microsoft.com/office/drawing/2014/main" id="{CE161B81-7211-4C71-8BF1-BE7C512C0055}"/>
                    </a:ext>
                  </a:extLst>
                </p:cNvPr>
                <p:cNvPicPr/>
                <p:nvPr/>
              </p:nvPicPr>
              <p:blipFill>
                <a:blip r:embed="rId12"/>
                <a:stretch>
                  <a:fillRect/>
                </a:stretch>
              </p:blipFill>
              <p:spPr>
                <a:xfrm>
                  <a:off x="7409700" y="3669519"/>
                  <a:ext cx="457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7" name="Ink 96">
                  <a:extLst>
                    <a:ext uri="{FF2B5EF4-FFF2-40B4-BE49-F238E27FC236}">
                      <a16:creationId xmlns:a16="http://schemas.microsoft.com/office/drawing/2014/main" id="{D9170B86-1B31-4440-84E3-651098C63976}"/>
                    </a:ext>
                  </a:extLst>
                </p14:cNvPr>
                <p14:cNvContentPartPr/>
                <p14:nvPr/>
              </p14:nvContentPartPr>
              <p14:xfrm>
                <a:off x="7019100" y="3880119"/>
                <a:ext cx="192960" cy="158760"/>
              </p14:xfrm>
            </p:contentPart>
          </mc:Choice>
          <mc:Fallback xmlns="">
            <p:pic>
              <p:nvPicPr>
                <p:cNvPr id="97" name="Ink 96">
                  <a:extLst>
                    <a:ext uri="{FF2B5EF4-FFF2-40B4-BE49-F238E27FC236}">
                      <a16:creationId xmlns:a16="http://schemas.microsoft.com/office/drawing/2014/main" id="{D9170B86-1B31-4440-84E3-651098C63976}"/>
                    </a:ext>
                  </a:extLst>
                </p:cNvPr>
                <p:cNvPicPr/>
                <p:nvPr/>
              </p:nvPicPr>
              <p:blipFill>
                <a:blip r:embed="rId14"/>
                <a:stretch>
                  <a:fillRect/>
                </a:stretch>
              </p:blipFill>
              <p:spPr>
                <a:xfrm>
                  <a:off x="7001460" y="3862119"/>
                  <a:ext cx="2286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8" name="Ink 97">
                  <a:extLst>
                    <a:ext uri="{FF2B5EF4-FFF2-40B4-BE49-F238E27FC236}">
                      <a16:creationId xmlns:a16="http://schemas.microsoft.com/office/drawing/2014/main" id="{C3168DAF-777C-4B4B-AD72-AB92E22D0D39}"/>
                    </a:ext>
                  </a:extLst>
                </p14:cNvPr>
                <p14:cNvContentPartPr/>
                <p14:nvPr/>
              </p14:nvContentPartPr>
              <p14:xfrm>
                <a:off x="7031700" y="3790119"/>
                <a:ext cx="66960" cy="31680"/>
              </p14:xfrm>
            </p:contentPart>
          </mc:Choice>
          <mc:Fallback xmlns="">
            <p:pic>
              <p:nvPicPr>
                <p:cNvPr id="98" name="Ink 97">
                  <a:extLst>
                    <a:ext uri="{FF2B5EF4-FFF2-40B4-BE49-F238E27FC236}">
                      <a16:creationId xmlns:a16="http://schemas.microsoft.com/office/drawing/2014/main" id="{C3168DAF-777C-4B4B-AD72-AB92E22D0D39}"/>
                    </a:ext>
                  </a:extLst>
                </p:cNvPr>
                <p:cNvPicPr/>
                <p:nvPr/>
              </p:nvPicPr>
              <p:blipFill>
                <a:blip r:embed="rId16"/>
                <a:stretch>
                  <a:fillRect/>
                </a:stretch>
              </p:blipFill>
              <p:spPr>
                <a:xfrm>
                  <a:off x="7014060" y="3772479"/>
                  <a:ext cx="1026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9" name="Ink 98">
                  <a:extLst>
                    <a:ext uri="{FF2B5EF4-FFF2-40B4-BE49-F238E27FC236}">
                      <a16:creationId xmlns:a16="http://schemas.microsoft.com/office/drawing/2014/main" id="{4D792154-52F6-4049-A753-8C6530FB11A1}"/>
                    </a:ext>
                  </a:extLst>
                </p14:cNvPr>
                <p14:cNvContentPartPr/>
                <p14:nvPr/>
              </p14:nvContentPartPr>
              <p14:xfrm>
                <a:off x="6583860" y="3856719"/>
                <a:ext cx="257040" cy="120240"/>
              </p14:xfrm>
            </p:contentPart>
          </mc:Choice>
          <mc:Fallback xmlns="">
            <p:pic>
              <p:nvPicPr>
                <p:cNvPr id="99" name="Ink 98">
                  <a:extLst>
                    <a:ext uri="{FF2B5EF4-FFF2-40B4-BE49-F238E27FC236}">
                      <a16:creationId xmlns:a16="http://schemas.microsoft.com/office/drawing/2014/main" id="{4D792154-52F6-4049-A753-8C6530FB11A1}"/>
                    </a:ext>
                  </a:extLst>
                </p:cNvPr>
                <p:cNvPicPr/>
                <p:nvPr/>
              </p:nvPicPr>
              <p:blipFill>
                <a:blip r:embed="rId18"/>
                <a:stretch>
                  <a:fillRect/>
                </a:stretch>
              </p:blipFill>
              <p:spPr>
                <a:xfrm>
                  <a:off x="6566220" y="3838719"/>
                  <a:ext cx="2926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0" name="Ink 99">
                  <a:extLst>
                    <a:ext uri="{FF2B5EF4-FFF2-40B4-BE49-F238E27FC236}">
                      <a16:creationId xmlns:a16="http://schemas.microsoft.com/office/drawing/2014/main" id="{28922F99-2573-41F6-8AEB-85DC744BFBD5}"/>
                    </a:ext>
                  </a:extLst>
                </p14:cNvPr>
                <p14:cNvContentPartPr/>
                <p14:nvPr/>
              </p14:nvContentPartPr>
              <p14:xfrm>
                <a:off x="6403860" y="3864639"/>
                <a:ext cx="172800" cy="262440"/>
              </p14:xfrm>
            </p:contentPart>
          </mc:Choice>
          <mc:Fallback xmlns="">
            <p:pic>
              <p:nvPicPr>
                <p:cNvPr id="100" name="Ink 99">
                  <a:extLst>
                    <a:ext uri="{FF2B5EF4-FFF2-40B4-BE49-F238E27FC236}">
                      <a16:creationId xmlns:a16="http://schemas.microsoft.com/office/drawing/2014/main" id="{28922F99-2573-41F6-8AEB-85DC744BFBD5}"/>
                    </a:ext>
                  </a:extLst>
                </p:cNvPr>
                <p:cNvPicPr/>
                <p:nvPr/>
              </p:nvPicPr>
              <p:blipFill>
                <a:blip r:embed="rId20"/>
                <a:stretch>
                  <a:fillRect/>
                </a:stretch>
              </p:blipFill>
              <p:spPr>
                <a:xfrm>
                  <a:off x="6385860" y="3846999"/>
                  <a:ext cx="2084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1" name="Ink 100">
                  <a:extLst>
                    <a:ext uri="{FF2B5EF4-FFF2-40B4-BE49-F238E27FC236}">
                      <a16:creationId xmlns:a16="http://schemas.microsoft.com/office/drawing/2014/main" id="{6F15AF6E-B02D-4B5F-B71D-D93D57DBB6F8}"/>
                    </a:ext>
                  </a:extLst>
                </p14:cNvPr>
                <p14:cNvContentPartPr/>
                <p14:nvPr/>
              </p14:nvContentPartPr>
              <p14:xfrm>
                <a:off x="6489540" y="3645759"/>
                <a:ext cx="107640" cy="164160"/>
              </p14:xfrm>
            </p:contentPart>
          </mc:Choice>
          <mc:Fallback xmlns="">
            <p:pic>
              <p:nvPicPr>
                <p:cNvPr id="101" name="Ink 100">
                  <a:extLst>
                    <a:ext uri="{FF2B5EF4-FFF2-40B4-BE49-F238E27FC236}">
                      <a16:creationId xmlns:a16="http://schemas.microsoft.com/office/drawing/2014/main" id="{6F15AF6E-B02D-4B5F-B71D-D93D57DBB6F8}"/>
                    </a:ext>
                  </a:extLst>
                </p:cNvPr>
                <p:cNvPicPr/>
                <p:nvPr/>
              </p:nvPicPr>
              <p:blipFill>
                <a:blip r:embed="rId22"/>
                <a:stretch>
                  <a:fillRect/>
                </a:stretch>
              </p:blipFill>
              <p:spPr>
                <a:xfrm>
                  <a:off x="6471900" y="3627759"/>
                  <a:ext cx="1432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2" name="Ink 101">
                  <a:extLst>
                    <a:ext uri="{FF2B5EF4-FFF2-40B4-BE49-F238E27FC236}">
                      <a16:creationId xmlns:a16="http://schemas.microsoft.com/office/drawing/2014/main" id="{C053262A-91B1-4BE0-ACDA-490E5A1EC0AA}"/>
                    </a:ext>
                  </a:extLst>
                </p14:cNvPr>
                <p14:cNvContentPartPr/>
                <p14:nvPr/>
              </p14:nvContentPartPr>
              <p14:xfrm>
                <a:off x="6683580" y="4081359"/>
                <a:ext cx="68760" cy="41400"/>
              </p14:xfrm>
            </p:contentPart>
          </mc:Choice>
          <mc:Fallback xmlns="">
            <p:pic>
              <p:nvPicPr>
                <p:cNvPr id="102" name="Ink 101">
                  <a:extLst>
                    <a:ext uri="{FF2B5EF4-FFF2-40B4-BE49-F238E27FC236}">
                      <a16:creationId xmlns:a16="http://schemas.microsoft.com/office/drawing/2014/main" id="{C053262A-91B1-4BE0-ACDA-490E5A1EC0AA}"/>
                    </a:ext>
                  </a:extLst>
                </p:cNvPr>
                <p:cNvPicPr/>
                <p:nvPr/>
              </p:nvPicPr>
              <p:blipFill>
                <a:blip r:embed="rId24"/>
                <a:stretch>
                  <a:fillRect/>
                </a:stretch>
              </p:blipFill>
              <p:spPr>
                <a:xfrm>
                  <a:off x="6665580" y="4063359"/>
                  <a:ext cx="1044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3" name="Ink 102">
                  <a:extLst>
                    <a:ext uri="{FF2B5EF4-FFF2-40B4-BE49-F238E27FC236}">
                      <a16:creationId xmlns:a16="http://schemas.microsoft.com/office/drawing/2014/main" id="{69CC9BAB-3F1C-46EB-A532-761287008631}"/>
                    </a:ext>
                  </a:extLst>
                </p14:cNvPr>
                <p14:cNvContentPartPr/>
                <p14:nvPr/>
              </p14:nvContentPartPr>
              <p14:xfrm>
                <a:off x="6810300" y="3762399"/>
                <a:ext cx="55800" cy="37800"/>
              </p14:xfrm>
            </p:contentPart>
          </mc:Choice>
          <mc:Fallback xmlns="">
            <p:pic>
              <p:nvPicPr>
                <p:cNvPr id="103" name="Ink 102">
                  <a:extLst>
                    <a:ext uri="{FF2B5EF4-FFF2-40B4-BE49-F238E27FC236}">
                      <a16:creationId xmlns:a16="http://schemas.microsoft.com/office/drawing/2014/main" id="{69CC9BAB-3F1C-46EB-A532-761287008631}"/>
                    </a:ext>
                  </a:extLst>
                </p:cNvPr>
                <p:cNvPicPr/>
                <p:nvPr/>
              </p:nvPicPr>
              <p:blipFill>
                <a:blip r:embed="rId26"/>
                <a:stretch>
                  <a:fillRect/>
                </a:stretch>
              </p:blipFill>
              <p:spPr>
                <a:xfrm>
                  <a:off x="6792660" y="3744759"/>
                  <a:ext cx="91440" cy="73440"/>
                </a:xfrm>
                <a:prstGeom prst="rect">
                  <a:avLst/>
                </a:prstGeom>
              </p:spPr>
            </p:pic>
          </mc:Fallback>
        </mc:AlternateContent>
      </p:grpSp>
      <p:grpSp>
        <p:nvGrpSpPr>
          <p:cNvPr id="108" name="Group 107">
            <a:extLst>
              <a:ext uri="{FF2B5EF4-FFF2-40B4-BE49-F238E27FC236}">
                <a16:creationId xmlns:a16="http://schemas.microsoft.com/office/drawing/2014/main" id="{E44B33A9-18C9-4C75-B153-C060358CED0D}"/>
              </a:ext>
            </a:extLst>
          </p:cNvPr>
          <p:cNvGrpSpPr/>
          <p:nvPr/>
        </p:nvGrpSpPr>
        <p:grpSpPr>
          <a:xfrm>
            <a:off x="6112260" y="3975519"/>
            <a:ext cx="19440" cy="102600"/>
            <a:chOff x="6112260" y="3975519"/>
            <a:chExt cx="19440" cy="102600"/>
          </a:xfrm>
        </p:grpSpPr>
        <mc:AlternateContent xmlns:mc="http://schemas.openxmlformats.org/markup-compatibility/2006" xmlns:p14="http://schemas.microsoft.com/office/powerpoint/2010/main">
          <mc:Choice Requires="p14">
            <p:contentPart p14:bwMode="auto" r:id="rId27">
              <p14:nvContentPartPr>
                <p14:cNvPr id="105" name="Ink 104">
                  <a:extLst>
                    <a:ext uri="{FF2B5EF4-FFF2-40B4-BE49-F238E27FC236}">
                      <a16:creationId xmlns:a16="http://schemas.microsoft.com/office/drawing/2014/main" id="{6A78C183-4880-4EC6-BC06-0F7F240B2F21}"/>
                    </a:ext>
                  </a:extLst>
                </p14:cNvPr>
                <p14:cNvContentPartPr/>
                <p14:nvPr/>
              </p14:nvContentPartPr>
              <p14:xfrm>
                <a:off x="6121980" y="4069839"/>
                <a:ext cx="9720" cy="8280"/>
              </p14:xfrm>
            </p:contentPart>
          </mc:Choice>
          <mc:Fallback xmlns="">
            <p:pic>
              <p:nvPicPr>
                <p:cNvPr id="105" name="Ink 104">
                  <a:extLst>
                    <a:ext uri="{FF2B5EF4-FFF2-40B4-BE49-F238E27FC236}">
                      <a16:creationId xmlns:a16="http://schemas.microsoft.com/office/drawing/2014/main" id="{6A78C183-4880-4EC6-BC06-0F7F240B2F21}"/>
                    </a:ext>
                  </a:extLst>
                </p:cNvPr>
                <p:cNvPicPr/>
                <p:nvPr/>
              </p:nvPicPr>
              <p:blipFill>
                <a:blip r:embed="rId28"/>
                <a:stretch>
                  <a:fillRect/>
                </a:stretch>
              </p:blipFill>
              <p:spPr>
                <a:xfrm>
                  <a:off x="6104340" y="4051839"/>
                  <a:ext cx="453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6" name="Ink 105">
                  <a:extLst>
                    <a:ext uri="{FF2B5EF4-FFF2-40B4-BE49-F238E27FC236}">
                      <a16:creationId xmlns:a16="http://schemas.microsoft.com/office/drawing/2014/main" id="{0F6DA939-FB7D-40E9-8281-0A98C73725FB}"/>
                    </a:ext>
                  </a:extLst>
                </p14:cNvPr>
                <p14:cNvContentPartPr/>
                <p14:nvPr/>
              </p14:nvContentPartPr>
              <p14:xfrm>
                <a:off x="6112260" y="3975519"/>
                <a:ext cx="5040" cy="8280"/>
              </p14:xfrm>
            </p:contentPart>
          </mc:Choice>
          <mc:Fallback xmlns="">
            <p:pic>
              <p:nvPicPr>
                <p:cNvPr id="106" name="Ink 105">
                  <a:extLst>
                    <a:ext uri="{FF2B5EF4-FFF2-40B4-BE49-F238E27FC236}">
                      <a16:creationId xmlns:a16="http://schemas.microsoft.com/office/drawing/2014/main" id="{0F6DA939-FB7D-40E9-8281-0A98C73725FB}"/>
                    </a:ext>
                  </a:extLst>
                </p:cNvPr>
                <p:cNvPicPr/>
                <p:nvPr/>
              </p:nvPicPr>
              <p:blipFill>
                <a:blip r:embed="rId30"/>
                <a:stretch>
                  <a:fillRect/>
                </a:stretch>
              </p:blipFill>
              <p:spPr>
                <a:xfrm>
                  <a:off x="6094620" y="3957519"/>
                  <a:ext cx="40680" cy="4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113" name="Ink 112">
                <a:extLst>
                  <a:ext uri="{FF2B5EF4-FFF2-40B4-BE49-F238E27FC236}">
                    <a16:creationId xmlns:a16="http://schemas.microsoft.com/office/drawing/2014/main" id="{93475E6E-9E4D-4288-8B5D-C223A9B37DC0}"/>
                  </a:ext>
                </a:extLst>
              </p14:cNvPr>
              <p14:cNvContentPartPr/>
              <p14:nvPr/>
            </p14:nvContentPartPr>
            <p14:xfrm>
              <a:off x="5521140" y="3592839"/>
              <a:ext cx="1800" cy="5400"/>
            </p14:xfrm>
          </p:contentPart>
        </mc:Choice>
        <mc:Fallback xmlns="">
          <p:pic>
            <p:nvPicPr>
              <p:cNvPr id="113" name="Ink 112">
                <a:extLst>
                  <a:ext uri="{FF2B5EF4-FFF2-40B4-BE49-F238E27FC236}">
                    <a16:creationId xmlns:a16="http://schemas.microsoft.com/office/drawing/2014/main" id="{93475E6E-9E4D-4288-8B5D-C223A9B37DC0}"/>
                  </a:ext>
                </a:extLst>
              </p:cNvPr>
              <p:cNvPicPr/>
              <p:nvPr/>
            </p:nvPicPr>
            <p:blipFill>
              <a:blip r:embed="rId32"/>
              <a:stretch>
                <a:fillRect/>
              </a:stretch>
            </p:blipFill>
            <p:spPr>
              <a:xfrm>
                <a:off x="5503500" y="3575199"/>
                <a:ext cx="37440" cy="41040"/>
              </a:xfrm>
              <a:prstGeom prst="rect">
                <a:avLst/>
              </a:prstGeom>
            </p:spPr>
          </p:pic>
        </mc:Fallback>
      </mc:AlternateContent>
      <p:grpSp>
        <p:nvGrpSpPr>
          <p:cNvPr id="125" name="Group 124">
            <a:extLst>
              <a:ext uri="{FF2B5EF4-FFF2-40B4-BE49-F238E27FC236}">
                <a16:creationId xmlns:a16="http://schemas.microsoft.com/office/drawing/2014/main" id="{7B5537D2-76FA-43C4-AAD2-7D8A676F9D99}"/>
              </a:ext>
            </a:extLst>
          </p:cNvPr>
          <p:cNvGrpSpPr/>
          <p:nvPr/>
        </p:nvGrpSpPr>
        <p:grpSpPr>
          <a:xfrm>
            <a:off x="4094820" y="3702279"/>
            <a:ext cx="1717200" cy="558000"/>
            <a:chOff x="4094820" y="3702279"/>
            <a:chExt cx="1717200" cy="558000"/>
          </a:xfrm>
        </p:grpSpPr>
        <mc:AlternateContent xmlns:mc="http://schemas.openxmlformats.org/markup-compatibility/2006" xmlns:p14="http://schemas.microsoft.com/office/powerpoint/2010/main">
          <mc:Choice Requires="p14">
            <p:contentPart p14:bwMode="auto" r:id="rId33">
              <p14:nvContentPartPr>
                <p14:cNvPr id="107" name="Ink 106">
                  <a:extLst>
                    <a:ext uri="{FF2B5EF4-FFF2-40B4-BE49-F238E27FC236}">
                      <a16:creationId xmlns:a16="http://schemas.microsoft.com/office/drawing/2014/main" id="{B374382A-5BC5-471F-8242-558FBA49AD27}"/>
                    </a:ext>
                  </a:extLst>
                </p14:cNvPr>
                <p14:cNvContentPartPr/>
                <p14:nvPr/>
              </p14:nvContentPartPr>
              <p14:xfrm>
                <a:off x="5804100" y="3835479"/>
                <a:ext cx="7920" cy="144000"/>
              </p14:xfrm>
            </p:contentPart>
          </mc:Choice>
          <mc:Fallback xmlns="">
            <p:pic>
              <p:nvPicPr>
                <p:cNvPr id="107" name="Ink 106">
                  <a:extLst>
                    <a:ext uri="{FF2B5EF4-FFF2-40B4-BE49-F238E27FC236}">
                      <a16:creationId xmlns:a16="http://schemas.microsoft.com/office/drawing/2014/main" id="{B374382A-5BC5-471F-8242-558FBA49AD27}"/>
                    </a:ext>
                  </a:extLst>
                </p:cNvPr>
                <p:cNvPicPr/>
                <p:nvPr/>
              </p:nvPicPr>
              <p:blipFill>
                <a:blip r:embed="rId34"/>
                <a:stretch>
                  <a:fillRect/>
                </a:stretch>
              </p:blipFill>
              <p:spPr>
                <a:xfrm>
                  <a:off x="5786100" y="3817479"/>
                  <a:ext cx="435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9" name="Ink 108">
                  <a:extLst>
                    <a:ext uri="{FF2B5EF4-FFF2-40B4-BE49-F238E27FC236}">
                      <a16:creationId xmlns:a16="http://schemas.microsoft.com/office/drawing/2014/main" id="{B5B1FACE-1052-4E7E-A53B-D1C844F241F3}"/>
                    </a:ext>
                  </a:extLst>
                </p14:cNvPr>
                <p14:cNvContentPartPr/>
                <p14:nvPr/>
              </p14:nvContentPartPr>
              <p14:xfrm>
                <a:off x="5425740" y="3814959"/>
                <a:ext cx="270720" cy="262440"/>
              </p14:xfrm>
            </p:contentPart>
          </mc:Choice>
          <mc:Fallback xmlns="">
            <p:pic>
              <p:nvPicPr>
                <p:cNvPr id="109" name="Ink 108">
                  <a:extLst>
                    <a:ext uri="{FF2B5EF4-FFF2-40B4-BE49-F238E27FC236}">
                      <a16:creationId xmlns:a16="http://schemas.microsoft.com/office/drawing/2014/main" id="{B5B1FACE-1052-4E7E-A53B-D1C844F241F3}"/>
                    </a:ext>
                  </a:extLst>
                </p:cNvPr>
                <p:cNvPicPr/>
                <p:nvPr/>
              </p:nvPicPr>
              <p:blipFill>
                <a:blip r:embed="rId36"/>
                <a:stretch>
                  <a:fillRect/>
                </a:stretch>
              </p:blipFill>
              <p:spPr>
                <a:xfrm>
                  <a:off x="5408100" y="3797319"/>
                  <a:ext cx="30636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10" name="Ink 109">
                  <a:extLst>
                    <a:ext uri="{FF2B5EF4-FFF2-40B4-BE49-F238E27FC236}">
                      <a16:creationId xmlns:a16="http://schemas.microsoft.com/office/drawing/2014/main" id="{297F6A84-1A49-471B-9622-F1BA71712420}"/>
                    </a:ext>
                  </a:extLst>
                </p14:cNvPr>
                <p14:cNvContentPartPr/>
                <p14:nvPr/>
              </p14:nvContentPartPr>
              <p14:xfrm>
                <a:off x="5229900" y="3852039"/>
                <a:ext cx="234360" cy="278640"/>
              </p14:xfrm>
            </p:contentPart>
          </mc:Choice>
          <mc:Fallback xmlns="">
            <p:pic>
              <p:nvPicPr>
                <p:cNvPr id="110" name="Ink 109">
                  <a:extLst>
                    <a:ext uri="{FF2B5EF4-FFF2-40B4-BE49-F238E27FC236}">
                      <a16:creationId xmlns:a16="http://schemas.microsoft.com/office/drawing/2014/main" id="{297F6A84-1A49-471B-9622-F1BA71712420}"/>
                    </a:ext>
                  </a:extLst>
                </p:cNvPr>
                <p:cNvPicPr/>
                <p:nvPr/>
              </p:nvPicPr>
              <p:blipFill>
                <a:blip r:embed="rId38"/>
                <a:stretch>
                  <a:fillRect/>
                </a:stretch>
              </p:blipFill>
              <p:spPr>
                <a:xfrm>
                  <a:off x="5211900" y="3834399"/>
                  <a:ext cx="2700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11" name="Ink 110">
                  <a:extLst>
                    <a:ext uri="{FF2B5EF4-FFF2-40B4-BE49-F238E27FC236}">
                      <a16:creationId xmlns:a16="http://schemas.microsoft.com/office/drawing/2014/main" id="{45E64198-9643-4F88-83A9-C3FD7509F70F}"/>
                    </a:ext>
                  </a:extLst>
                </p14:cNvPr>
                <p14:cNvContentPartPr/>
                <p14:nvPr/>
              </p14:nvContentPartPr>
              <p14:xfrm>
                <a:off x="5319540" y="3711279"/>
                <a:ext cx="57960" cy="152640"/>
              </p14:xfrm>
            </p:contentPart>
          </mc:Choice>
          <mc:Fallback xmlns="">
            <p:pic>
              <p:nvPicPr>
                <p:cNvPr id="111" name="Ink 110">
                  <a:extLst>
                    <a:ext uri="{FF2B5EF4-FFF2-40B4-BE49-F238E27FC236}">
                      <a16:creationId xmlns:a16="http://schemas.microsoft.com/office/drawing/2014/main" id="{45E64198-9643-4F88-83A9-C3FD7509F70F}"/>
                    </a:ext>
                  </a:extLst>
                </p:cNvPr>
                <p:cNvPicPr/>
                <p:nvPr/>
              </p:nvPicPr>
              <p:blipFill>
                <a:blip r:embed="rId40"/>
                <a:stretch>
                  <a:fillRect/>
                </a:stretch>
              </p:blipFill>
              <p:spPr>
                <a:xfrm>
                  <a:off x="5301900" y="3693639"/>
                  <a:ext cx="936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12" name="Ink 111">
                  <a:extLst>
                    <a:ext uri="{FF2B5EF4-FFF2-40B4-BE49-F238E27FC236}">
                      <a16:creationId xmlns:a16="http://schemas.microsoft.com/office/drawing/2014/main" id="{64202204-9571-4C4A-AB8A-2524B2BCB8E1}"/>
                    </a:ext>
                  </a:extLst>
                </p14:cNvPr>
                <p14:cNvContentPartPr/>
                <p14:nvPr/>
              </p14:nvContentPartPr>
              <p14:xfrm>
                <a:off x="5132340" y="3702279"/>
                <a:ext cx="115200" cy="104040"/>
              </p14:xfrm>
            </p:contentPart>
          </mc:Choice>
          <mc:Fallback xmlns="">
            <p:pic>
              <p:nvPicPr>
                <p:cNvPr id="112" name="Ink 111">
                  <a:extLst>
                    <a:ext uri="{FF2B5EF4-FFF2-40B4-BE49-F238E27FC236}">
                      <a16:creationId xmlns:a16="http://schemas.microsoft.com/office/drawing/2014/main" id="{64202204-9571-4C4A-AB8A-2524B2BCB8E1}"/>
                    </a:ext>
                  </a:extLst>
                </p:cNvPr>
                <p:cNvPicPr/>
                <p:nvPr/>
              </p:nvPicPr>
              <p:blipFill>
                <a:blip r:embed="rId42"/>
                <a:stretch>
                  <a:fillRect/>
                </a:stretch>
              </p:blipFill>
              <p:spPr>
                <a:xfrm>
                  <a:off x="5114340" y="3684639"/>
                  <a:ext cx="1508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14" name="Ink 113">
                  <a:extLst>
                    <a:ext uri="{FF2B5EF4-FFF2-40B4-BE49-F238E27FC236}">
                      <a16:creationId xmlns:a16="http://schemas.microsoft.com/office/drawing/2014/main" id="{C1FCAC42-D19A-420B-B470-13470C4065BA}"/>
                    </a:ext>
                  </a:extLst>
                </p14:cNvPr>
                <p14:cNvContentPartPr/>
                <p14:nvPr/>
              </p14:nvContentPartPr>
              <p14:xfrm>
                <a:off x="4865580" y="3949599"/>
                <a:ext cx="114120" cy="150480"/>
              </p14:xfrm>
            </p:contentPart>
          </mc:Choice>
          <mc:Fallback xmlns="">
            <p:pic>
              <p:nvPicPr>
                <p:cNvPr id="114" name="Ink 113">
                  <a:extLst>
                    <a:ext uri="{FF2B5EF4-FFF2-40B4-BE49-F238E27FC236}">
                      <a16:creationId xmlns:a16="http://schemas.microsoft.com/office/drawing/2014/main" id="{C1FCAC42-D19A-420B-B470-13470C4065BA}"/>
                    </a:ext>
                  </a:extLst>
                </p:cNvPr>
                <p:cNvPicPr/>
                <p:nvPr/>
              </p:nvPicPr>
              <p:blipFill>
                <a:blip r:embed="rId44"/>
                <a:stretch>
                  <a:fillRect/>
                </a:stretch>
              </p:blipFill>
              <p:spPr>
                <a:xfrm>
                  <a:off x="4847940" y="3931959"/>
                  <a:ext cx="1497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15" name="Ink 114">
                  <a:extLst>
                    <a:ext uri="{FF2B5EF4-FFF2-40B4-BE49-F238E27FC236}">
                      <a16:creationId xmlns:a16="http://schemas.microsoft.com/office/drawing/2014/main" id="{8B190ACD-B7A8-49F4-B07F-3BF64B76223E}"/>
                    </a:ext>
                  </a:extLst>
                </p14:cNvPr>
                <p14:cNvContentPartPr/>
                <p14:nvPr/>
              </p14:nvContentPartPr>
              <p14:xfrm>
                <a:off x="4139460" y="3933039"/>
                <a:ext cx="660960" cy="201960"/>
              </p14:xfrm>
            </p:contentPart>
          </mc:Choice>
          <mc:Fallback xmlns="">
            <p:pic>
              <p:nvPicPr>
                <p:cNvPr id="115" name="Ink 114">
                  <a:extLst>
                    <a:ext uri="{FF2B5EF4-FFF2-40B4-BE49-F238E27FC236}">
                      <a16:creationId xmlns:a16="http://schemas.microsoft.com/office/drawing/2014/main" id="{8B190ACD-B7A8-49F4-B07F-3BF64B76223E}"/>
                    </a:ext>
                  </a:extLst>
                </p:cNvPr>
                <p:cNvPicPr/>
                <p:nvPr/>
              </p:nvPicPr>
              <p:blipFill>
                <a:blip r:embed="rId46"/>
                <a:stretch>
                  <a:fillRect/>
                </a:stretch>
              </p:blipFill>
              <p:spPr>
                <a:xfrm>
                  <a:off x="4121820" y="3915039"/>
                  <a:ext cx="6966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16" name="Ink 115">
                  <a:extLst>
                    <a:ext uri="{FF2B5EF4-FFF2-40B4-BE49-F238E27FC236}">
                      <a16:creationId xmlns:a16="http://schemas.microsoft.com/office/drawing/2014/main" id="{63EBEB58-BD17-434C-8EE4-70787AA1C046}"/>
                    </a:ext>
                  </a:extLst>
                </p14:cNvPr>
                <p14:cNvContentPartPr/>
                <p14:nvPr/>
              </p14:nvContentPartPr>
              <p14:xfrm>
                <a:off x="4305420" y="3839439"/>
                <a:ext cx="97200" cy="31680"/>
              </p14:xfrm>
            </p:contentPart>
          </mc:Choice>
          <mc:Fallback xmlns="">
            <p:pic>
              <p:nvPicPr>
                <p:cNvPr id="116" name="Ink 115">
                  <a:extLst>
                    <a:ext uri="{FF2B5EF4-FFF2-40B4-BE49-F238E27FC236}">
                      <a16:creationId xmlns:a16="http://schemas.microsoft.com/office/drawing/2014/main" id="{63EBEB58-BD17-434C-8EE4-70787AA1C046}"/>
                    </a:ext>
                  </a:extLst>
                </p:cNvPr>
                <p:cNvPicPr/>
                <p:nvPr/>
              </p:nvPicPr>
              <p:blipFill>
                <a:blip r:embed="rId48"/>
                <a:stretch>
                  <a:fillRect/>
                </a:stretch>
              </p:blipFill>
              <p:spPr>
                <a:xfrm>
                  <a:off x="4287780" y="3821799"/>
                  <a:ext cx="132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17" name="Ink 116">
                  <a:extLst>
                    <a:ext uri="{FF2B5EF4-FFF2-40B4-BE49-F238E27FC236}">
                      <a16:creationId xmlns:a16="http://schemas.microsoft.com/office/drawing/2014/main" id="{14F92545-AC57-497C-9F87-49D2616BD7D2}"/>
                    </a:ext>
                  </a:extLst>
                </p14:cNvPr>
                <p14:cNvContentPartPr/>
                <p14:nvPr/>
              </p14:nvContentPartPr>
              <p14:xfrm>
                <a:off x="4546260" y="3803439"/>
                <a:ext cx="192960" cy="456840"/>
              </p14:xfrm>
            </p:contentPart>
          </mc:Choice>
          <mc:Fallback xmlns="">
            <p:pic>
              <p:nvPicPr>
                <p:cNvPr id="117" name="Ink 116">
                  <a:extLst>
                    <a:ext uri="{FF2B5EF4-FFF2-40B4-BE49-F238E27FC236}">
                      <a16:creationId xmlns:a16="http://schemas.microsoft.com/office/drawing/2014/main" id="{14F92545-AC57-497C-9F87-49D2616BD7D2}"/>
                    </a:ext>
                  </a:extLst>
                </p:cNvPr>
                <p:cNvPicPr/>
                <p:nvPr/>
              </p:nvPicPr>
              <p:blipFill>
                <a:blip r:embed="rId50"/>
                <a:stretch>
                  <a:fillRect/>
                </a:stretch>
              </p:blipFill>
              <p:spPr>
                <a:xfrm>
                  <a:off x="4528260" y="3785799"/>
                  <a:ext cx="22860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18" name="Ink 117">
                  <a:extLst>
                    <a:ext uri="{FF2B5EF4-FFF2-40B4-BE49-F238E27FC236}">
                      <a16:creationId xmlns:a16="http://schemas.microsoft.com/office/drawing/2014/main" id="{A949E701-A10B-4B1E-A9DA-19CD2A7BC64F}"/>
                    </a:ext>
                  </a:extLst>
                </p14:cNvPr>
                <p14:cNvContentPartPr/>
                <p14:nvPr/>
              </p14:nvContentPartPr>
              <p14:xfrm>
                <a:off x="4094820" y="3936639"/>
                <a:ext cx="54360" cy="28800"/>
              </p14:xfrm>
            </p:contentPart>
          </mc:Choice>
          <mc:Fallback xmlns="">
            <p:pic>
              <p:nvPicPr>
                <p:cNvPr id="118" name="Ink 117">
                  <a:extLst>
                    <a:ext uri="{FF2B5EF4-FFF2-40B4-BE49-F238E27FC236}">
                      <a16:creationId xmlns:a16="http://schemas.microsoft.com/office/drawing/2014/main" id="{A949E701-A10B-4B1E-A9DA-19CD2A7BC64F}"/>
                    </a:ext>
                  </a:extLst>
                </p:cNvPr>
                <p:cNvPicPr/>
                <p:nvPr/>
              </p:nvPicPr>
              <p:blipFill>
                <a:blip r:embed="rId52"/>
                <a:stretch>
                  <a:fillRect/>
                </a:stretch>
              </p:blipFill>
              <p:spPr>
                <a:xfrm>
                  <a:off x="4077180" y="3918999"/>
                  <a:ext cx="90000" cy="64440"/>
                </a:xfrm>
                <a:prstGeom prst="rect">
                  <a:avLst/>
                </a:prstGeom>
              </p:spPr>
            </p:pic>
          </mc:Fallback>
        </mc:AlternateContent>
      </p:grpSp>
      <p:grpSp>
        <p:nvGrpSpPr>
          <p:cNvPr id="124" name="Group 123">
            <a:extLst>
              <a:ext uri="{FF2B5EF4-FFF2-40B4-BE49-F238E27FC236}">
                <a16:creationId xmlns:a16="http://schemas.microsoft.com/office/drawing/2014/main" id="{DB9E203C-2C8F-4DC6-976B-CC69E5FF081E}"/>
              </a:ext>
            </a:extLst>
          </p:cNvPr>
          <p:cNvGrpSpPr/>
          <p:nvPr/>
        </p:nvGrpSpPr>
        <p:grpSpPr>
          <a:xfrm>
            <a:off x="2907540" y="3826839"/>
            <a:ext cx="960120" cy="413640"/>
            <a:chOff x="2907540" y="3826839"/>
            <a:chExt cx="960120" cy="413640"/>
          </a:xfrm>
        </p:grpSpPr>
        <mc:AlternateContent xmlns:mc="http://schemas.openxmlformats.org/markup-compatibility/2006" xmlns:p14="http://schemas.microsoft.com/office/powerpoint/2010/main">
          <mc:Choice Requires="p14">
            <p:contentPart p14:bwMode="auto" r:id="rId53">
              <p14:nvContentPartPr>
                <p14:cNvPr id="119" name="Ink 118">
                  <a:extLst>
                    <a:ext uri="{FF2B5EF4-FFF2-40B4-BE49-F238E27FC236}">
                      <a16:creationId xmlns:a16="http://schemas.microsoft.com/office/drawing/2014/main" id="{041DBC54-EACC-4CC7-B38C-BE9B8770B056}"/>
                    </a:ext>
                  </a:extLst>
                </p14:cNvPr>
                <p14:cNvContentPartPr/>
                <p14:nvPr/>
              </p14:nvContentPartPr>
              <p14:xfrm>
                <a:off x="3775500" y="4038879"/>
                <a:ext cx="92160" cy="201600"/>
              </p14:xfrm>
            </p:contentPart>
          </mc:Choice>
          <mc:Fallback xmlns="">
            <p:pic>
              <p:nvPicPr>
                <p:cNvPr id="119" name="Ink 118">
                  <a:extLst>
                    <a:ext uri="{FF2B5EF4-FFF2-40B4-BE49-F238E27FC236}">
                      <a16:creationId xmlns:a16="http://schemas.microsoft.com/office/drawing/2014/main" id="{041DBC54-EACC-4CC7-B38C-BE9B8770B056}"/>
                    </a:ext>
                  </a:extLst>
                </p:cNvPr>
                <p:cNvPicPr/>
                <p:nvPr/>
              </p:nvPicPr>
              <p:blipFill>
                <a:blip r:embed="rId54"/>
                <a:stretch>
                  <a:fillRect/>
                </a:stretch>
              </p:blipFill>
              <p:spPr>
                <a:xfrm>
                  <a:off x="3757500" y="4020879"/>
                  <a:ext cx="1278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20" name="Ink 119">
                  <a:extLst>
                    <a:ext uri="{FF2B5EF4-FFF2-40B4-BE49-F238E27FC236}">
                      <a16:creationId xmlns:a16="http://schemas.microsoft.com/office/drawing/2014/main" id="{CC4BB635-80E8-437E-B9EA-03D21F65ECB6}"/>
                    </a:ext>
                  </a:extLst>
                </p14:cNvPr>
                <p14:cNvContentPartPr/>
                <p14:nvPr/>
              </p14:nvContentPartPr>
              <p14:xfrm>
                <a:off x="3575340" y="3893439"/>
                <a:ext cx="54000" cy="199800"/>
              </p14:xfrm>
            </p:contentPart>
          </mc:Choice>
          <mc:Fallback xmlns="">
            <p:pic>
              <p:nvPicPr>
                <p:cNvPr id="120" name="Ink 119">
                  <a:extLst>
                    <a:ext uri="{FF2B5EF4-FFF2-40B4-BE49-F238E27FC236}">
                      <a16:creationId xmlns:a16="http://schemas.microsoft.com/office/drawing/2014/main" id="{CC4BB635-80E8-437E-B9EA-03D21F65ECB6}"/>
                    </a:ext>
                  </a:extLst>
                </p:cNvPr>
                <p:cNvPicPr/>
                <p:nvPr/>
              </p:nvPicPr>
              <p:blipFill>
                <a:blip r:embed="rId56"/>
                <a:stretch>
                  <a:fillRect/>
                </a:stretch>
              </p:blipFill>
              <p:spPr>
                <a:xfrm>
                  <a:off x="3557340" y="3875439"/>
                  <a:ext cx="8964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21" name="Ink 120">
                  <a:extLst>
                    <a:ext uri="{FF2B5EF4-FFF2-40B4-BE49-F238E27FC236}">
                      <a16:creationId xmlns:a16="http://schemas.microsoft.com/office/drawing/2014/main" id="{AB270030-3476-4FE1-B9E8-D955FDFA8D1B}"/>
                    </a:ext>
                  </a:extLst>
                </p14:cNvPr>
                <p14:cNvContentPartPr/>
                <p14:nvPr/>
              </p14:nvContentPartPr>
              <p14:xfrm>
                <a:off x="3008340" y="3935919"/>
                <a:ext cx="471600" cy="295560"/>
              </p14:xfrm>
            </p:contentPart>
          </mc:Choice>
          <mc:Fallback xmlns="">
            <p:pic>
              <p:nvPicPr>
                <p:cNvPr id="121" name="Ink 120">
                  <a:extLst>
                    <a:ext uri="{FF2B5EF4-FFF2-40B4-BE49-F238E27FC236}">
                      <a16:creationId xmlns:a16="http://schemas.microsoft.com/office/drawing/2014/main" id="{AB270030-3476-4FE1-B9E8-D955FDFA8D1B}"/>
                    </a:ext>
                  </a:extLst>
                </p:cNvPr>
                <p:cNvPicPr/>
                <p:nvPr/>
              </p:nvPicPr>
              <p:blipFill>
                <a:blip r:embed="rId58"/>
                <a:stretch>
                  <a:fillRect/>
                </a:stretch>
              </p:blipFill>
              <p:spPr>
                <a:xfrm>
                  <a:off x="2990340" y="3918279"/>
                  <a:ext cx="50724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22" name="Ink 121">
                  <a:extLst>
                    <a:ext uri="{FF2B5EF4-FFF2-40B4-BE49-F238E27FC236}">
                      <a16:creationId xmlns:a16="http://schemas.microsoft.com/office/drawing/2014/main" id="{01FF9B1B-DEC4-4EEE-B502-047F26CA4D10}"/>
                    </a:ext>
                  </a:extLst>
                </p14:cNvPr>
                <p14:cNvContentPartPr/>
                <p14:nvPr/>
              </p14:nvContentPartPr>
              <p14:xfrm>
                <a:off x="2925900" y="3992799"/>
                <a:ext cx="66600" cy="99720"/>
              </p14:xfrm>
            </p:contentPart>
          </mc:Choice>
          <mc:Fallback xmlns="">
            <p:pic>
              <p:nvPicPr>
                <p:cNvPr id="122" name="Ink 121">
                  <a:extLst>
                    <a:ext uri="{FF2B5EF4-FFF2-40B4-BE49-F238E27FC236}">
                      <a16:creationId xmlns:a16="http://schemas.microsoft.com/office/drawing/2014/main" id="{01FF9B1B-DEC4-4EEE-B502-047F26CA4D10}"/>
                    </a:ext>
                  </a:extLst>
                </p:cNvPr>
                <p:cNvPicPr/>
                <p:nvPr/>
              </p:nvPicPr>
              <p:blipFill>
                <a:blip r:embed="rId60"/>
                <a:stretch>
                  <a:fillRect/>
                </a:stretch>
              </p:blipFill>
              <p:spPr>
                <a:xfrm>
                  <a:off x="2907900" y="3974799"/>
                  <a:ext cx="1022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23" name="Ink 122">
                  <a:extLst>
                    <a:ext uri="{FF2B5EF4-FFF2-40B4-BE49-F238E27FC236}">
                      <a16:creationId xmlns:a16="http://schemas.microsoft.com/office/drawing/2014/main" id="{6A36081D-8628-4053-AEFA-7D1E3A66418B}"/>
                    </a:ext>
                  </a:extLst>
                </p14:cNvPr>
                <p14:cNvContentPartPr/>
                <p14:nvPr/>
              </p14:nvContentPartPr>
              <p14:xfrm>
                <a:off x="2907540" y="3826839"/>
                <a:ext cx="91440" cy="75600"/>
              </p14:xfrm>
            </p:contentPart>
          </mc:Choice>
          <mc:Fallback xmlns="">
            <p:pic>
              <p:nvPicPr>
                <p:cNvPr id="123" name="Ink 122">
                  <a:extLst>
                    <a:ext uri="{FF2B5EF4-FFF2-40B4-BE49-F238E27FC236}">
                      <a16:creationId xmlns:a16="http://schemas.microsoft.com/office/drawing/2014/main" id="{6A36081D-8628-4053-AEFA-7D1E3A66418B}"/>
                    </a:ext>
                  </a:extLst>
                </p:cNvPr>
                <p:cNvPicPr/>
                <p:nvPr/>
              </p:nvPicPr>
              <p:blipFill>
                <a:blip r:embed="rId62"/>
                <a:stretch>
                  <a:fillRect/>
                </a:stretch>
              </p:blipFill>
              <p:spPr>
                <a:xfrm>
                  <a:off x="2889540" y="3808839"/>
                  <a:ext cx="127080" cy="11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127" name="Ink 126">
                <a:extLst>
                  <a:ext uri="{FF2B5EF4-FFF2-40B4-BE49-F238E27FC236}">
                    <a16:creationId xmlns:a16="http://schemas.microsoft.com/office/drawing/2014/main" id="{1878DCCB-ED26-4BF5-96B4-1CB3BC2A7C1A}"/>
                  </a:ext>
                </a:extLst>
              </p14:cNvPr>
              <p14:cNvContentPartPr/>
              <p14:nvPr/>
            </p14:nvContentPartPr>
            <p14:xfrm>
              <a:off x="7266420" y="4728639"/>
              <a:ext cx="3240" cy="2520"/>
            </p14:xfrm>
          </p:contentPart>
        </mc:Choice>
        <mc:Fallback xmlns="">
          <p:pic>
            <p:nvPicPr>
              <p:cNvPr id="127" name="Ink 126">
                <a:extLst>
                  <a:ext uri="{FF2B5EF4-FFF2-40B4-BE49-F238E27FC236}">
                    <a16:creationId xmlns:a16="http://schemas.microsoft.com/office/drawing/2014/main" id="{1878DCCB-ED26-4BF5-96B4-1CB3BC2A7C1A}"/>
                  </a:ext>
                </a:extLst>
              </p:cNvPr>
              <p:cNvPicPr/>
              <p:nvPr/>
            </p:nvPicPr>
            <p:blipFill>
              <a:blip r:embed="rId64"/>
              <a:stretch>
                <a:fillRect/>
              </a:stretch>
            </p:blipFill>
            <p:spPr>
              <a:xfrm>
                <a:off x="7248420" y="4710999"/>
                <a:ext cx="38880" cy="38160"/>
              </a:xfrm>
              <a:prstGeom prst="rect">
                <a:avLst/>
              </a:prstGeom>
            </p:spPr>
          </p:pic>
        </mc:Fallback>
      </mc:AlternateContent>
      <p:grpSp>
        <p:nvGrpSpPr>
          <p:cNvPr id="146" name="Group 145">
            <a:extLst>
              <a:ext uri="{FF2B5EF4-FFF2-40B4-BE49-F238E27FC236}">
                <a16:creationId xmlns:a16="http://schemas.microsoft.com/office/drawing/2014/main" id="{F0DB5595-99D0-4300-8669-F3437E4BA9F2}"/>
              </a:ext>
            </a:extLst>
          </p:cNvPr>
          <p:cNvGrpSpPr/>
          <p:nvPr/>
        </p:nvGrpSpPr>
        <p:grpSpPr>
          <a:xfrm>
            <a:off x="7044660" y="4349559"/>
            <a:ext cx="653760" cy="282240"/>
            <a:chOff x="7044660" y="4349559"/>
            <a:chExt cx="653760" cy="282240"/>
          </a:xfrm>
        </p:grpSpPr>
        <mc:AlternateContent xmlns:mc="http://schemas.openxmlformats.org/markup-compatibility/2006" xmlns:p14="http://schemas.microsoft.com/office/powerpoint/2010/main">
          <mc:Choice Requires="p14">
            <p:contentPart p14:bwMode="auto" r:id="rId65">
              <p14:nvContentPartPr>
                <p14:cNvPr id="126" name="Ink 125">
                  <a:extLst>
                    <a:ext uri="{FF2B5EF4-FFF2-40B4-BE49-F238E27FC236}">
                      <a16:creationId xmlns:a16="http://schemas.microsoft.com/office/drawing/2014/main" id="{9EE89EDE-6728-4138-AE3D-DAD3E7373C2C}"/>
                    </a:ext>
                  </a:extLst>
                </p14:cNvPr>
                <p14:cNvContentPartPr/>
                <p14:nvPr/>
              </p14:nvContentPartPr>
              <p14:xfrm>
                <a:off x="7044660" y="4387359"/>
                <a:ext cx="653760" cy="244440"/>
              </p14:xfrm>
            </p:contentPart>
          </mc:Choice>
          <mc:Fallback xmlns="">
            <p:pic>
              <p:nvPicPr>
                <p:cNvPr id="126" name="Ink 125">
                  <a:extLst>
                    <a:ext uri="{FF2B5EF4-FFF2-40B4-BE49-F238E27FC236}">
                      <a16:creationId xmlns:a16="http://schemas.microsoft.com/office/drawing/2014/main" id="{9EE89EDE-6728-4138-AE3D-DAD3E7373C2C}"/>
                    </a:ext>
                  </a:extLst>
                </p:cNvPr>
                <p:cNvPicPr/>
                <p:nvPr/>
              </p:nvPicPr>
              <p:blipFill>
                <a:blip r:embed="rId66"/>
                <a:stretch>
                  <a:fillRect/>
                </a:stretch>
              </p:blipFill>
              <p:spPr>
                <a:xfrm>
                  <a:off x="7027020" y="4369359"/>
                  <a:ext cx="6894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28" name="Ink 127">
                  <a:extLst>
                    <a:ext uri="{FF2B5EF4-FFF2-40B4-BE49-F238E27FC236}">
                      <a16:creationId xmlns:a16="http://schemas.microsoft.com/office/drawing/2014/main" id="{13160091-F6C5-4E2B-9769-F8D2AF16B404}"/>
                    </a:ext>
                  </a:extLst>
                </p14:cNvPr>
                <p14:cNvContentPartPr/>
                <p14:nvPr/>
              </p14:nvContentPartPr>
              <p14:xfrm>
                <a:off x="7098300" y="4464399"/>
                <a:ext cx="112680" cy="40680"/>
              </p14:xfrm>
            </p:contentPart>
          </mc:Choice>
          <mc:Fallback xmlns="">
            <p:pic>
              <p:nvPicPr>
                <p:cNvPr id="128" name="Ink 127">
                  <a:extLst>
                    <a:ext uri="{FF2B5EF4-FFF2-40B4-BE49-F238E27FC236}">
                      <a16:creationId xmlns:a16="http://schemas.microsoft.com/office/drawing/2014/main" id="{13160091-F6C5-4E2B-9769-F8D2AF16B404}"/>
                    </a:ext>
                  </a:extLst>
                </p:cNvPr>
                <p:cNvPicPr/>
                <p:nvPr/>
              </p:nvPicPr>
              <p:blipFill>
                <a:blip r:embed="rId68"/>
                <a:stretch>
                  <a:fillRect/>
                </a:stretch>
              </p:blipFill>
              <p:spPr>
                <a:xfrm>
                  <a:off x="7080300" y="4446399"/>
                  <a:ext cx="1483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29" name="Ink 128">
                  <a:extLst>
                    <a:ext uri="{FF2B5EF4-FFF2-40B4-BE49-F238E27FC236}">
                      <a16:creationId xmlns:a16="http://schemas.microsoft.com/office/drawing/2014/main" id="{46163BD7-9447-47A0-B653-BA77B90B9E36}"/>
                    </a:ext>
                  </a:extLst>
                </p14:cNvPr>
                <p14:cNvContentPartPr/>
                <p14:nvPr/>
              </p14:nvContentPartPr>
              <p14:xfrm>
                <a:off x="7468740" y="4349559"/>
                <a:ext cx="5040" cy="6840"/>
              </p14:xfrm>
            </p:contentPart>
          </mc:Choice>
          <mc:Fallback xmlns="">
            <p:pic>
              <p:nvPicPr>
                <p:cNvPr id="129" name="Ink 128">
                  <a:extLst>
                    <a:ext uri="{FF2B5EF4-FFF2-40B4-BE49-F238E27FC236}">
                      <a16:creationId xmlns:a16="http://schemas.microsoft.com/office/drawing/2014/main" id="{46163BD7-9447-47A0-B653-BA77B90B9E36}"/>
                    </a:ext>
                  </a:extLst>
                </p:cNvPr>
                <p:cNvPicPr/>
                <p:nvPr/>
              </p:nvPicPr>
              <p:blipFill>
                <a:blip r:embed="rId70"/>
                <a:stretch>
                  <a:fillRect/>
                </a:stretch>
              </p:blipFill>
              <p:spPr>
                <a:xfrm>
                  <a:off x="7450740" y="4331919"/>
                  <a:ext cx="40680" cy="42480"/>
                </a:xfrm>
                <a:prstGeom prst="rect">
                  <a:avLst/>
                </a:prstGeom>
              </p:spPr>
            </p:pic>
          </mc:Fallback>
        </mc:AlternateContent>
      </p:grpSp>
      <p:grpSp>
        <p:nvGrpSpPr>
          <p:cNvPr id="145" name="Group 144">
            <a:extLst>
              <a:ext uri="{FF2B5EF4-FFF2-40B4-BE49-F238E27FC236}">
                <a16:creationId xmlns:a16="http://schemas.microsoft.com/office/drawing/2014/main" id="{2E559B8C-57EA-4DA3-B667-10A71D25F8DE}"/>
              </a:ext>
            </a:extLst>
          </p:cNvPr>
          <p:cNvGrpSpPr/>
          <p:nvPr/>
        </p:nvGrpSpPr>
        <p:grpSpPr>
          <a:xfrm>
            <a:off x="5890860" y="4289079"/>
            <a:ext cx="902520" cy="548280"/>
            <a:chOff x="5890860" y="4289079"/>
            <a:chExt cx="902520" cy="548280"/>
          </a:xfrm>
        </p:grpSpPr>
        <mc:AlternateContent xmlns:mc="http://schemas.openxmlformats.org/markup-compatibility/2006" xmlns:p14="http://schemas.microsoft.com/office/powerpoint/2010/main">
          <mc:Choice Requires="p14">
            <p:contentPart p14:bwMode="auto" r:id="rId71">
              <p14:nvContentPartPr>
                <p14:cNvPr id="130" name="Ink 129">
                  <a:extLst>
                    <a:ext uri="{FF2B5EF4-FFF2-40B4-BE49-F238E27FC236}">
                      <a16:creationId xmlns:a16="http://schemas.microsoft.com/office/drawing/2014/main" id="{EB207968-CD51-4709-8413-4CBC9D365BE4}"/>
                    </a:ext>
                  </a:extLst>
                </p14:cNvPr>
                <p14:cNvContentPartPr/>
                <p14:nvPr/>
              </p14:nvContentPartPr>
              <p14:xfrm>
                <a:off x="6780060" y="4408599"/>
                <a:ext cx="13320" cy="183600"/>
              </p14:xfrm>
            </p:contentPart>
          </mc:Choice>
          <mc:Fallback xmlns="">
            <p:pic>
              <p:nvPicPr>
                <p:cNvPr id="130" name="Ink 129">
                  <a:extLst>
                    <a:ext uri="{FF2B5EF4-FFF2-40B4-BE49-F238E27FC236}">
                      <a16:creationId xmlns:a16="http://schemas.microsoft.com/office/drawing/2014/main" id="{EB207968-CD51-4709-8413-4CBC9D365BE4}"/>
                    </a:ext>
                  </a:extLst>
                </p:cNvPr>
                <p:cNvPicPr/>
                <p:nvPr/>
              </p:nvPicPr>
              <p:blipFill>
                <a:blip r:embed="rId72"/>
                <a:stretch>
                  <a:fillRect/>
                </a:stretch>
              </p:blipFill>
              <p:spPr>
                <a:xfrm>
                  <a:off x="6762420" y="4390959"/>
                  <a:ext cx="489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31" name="Ink 130">
                  <a:extLst>
                    <a:ext uri="{FF2B5EF4-FFF2-40B4-BE49-F238E27FC236}">
                      <a16:creationId xmlns:a16="http://schemas.microsoft.com/office/drawing/2014/main" id="{6E77032F-ECE7-4BA1-8DF3-38CFCF3E3742}"/>
                    </a:ext>
                  </a:extLst>
                </p14:cNvPr>
                <p14:cNvContentPartPr/>
                <p14:nvPr/>
              </p14:nvContentPartPr>
              <p14:xfrm>
                <a:off x="6453180" y="4437759"/>
                <a:ext cx="228240" cy="243360"/>
              </p14:xfrm>
            </p:contentPart>
          </mc:Choice>
          <mc:Fallback xmlns="">
            <p:pic>
              <p:nvPicPr>
                <p:cNvPr id="131" name="Ink 130">
                  <a:extLst>
                    <a:ext uri="{FF2B5EF4-FFF2-40B4-BE49-F238E27FC236}">
                      <a16:creationId xmlns:a16="http://schemas.microsoft.com/office/drawing/2014/main" id="{6E77032F-ECE7-4BA1-8DF3-38CFCF3E3742}"/>
                    </a:ext>
                  </a:extLst>
                </p:cNvPr>
                <p:cNvPicPr/>
                <p:nvPr/>
              </p:nvPicPr>
              <p:blipFill>
                <a:blip r:embed="rId74"/>
                <a:stretch>
                  <a:fillRect/>
                </a:stretch>
              </p:blipFill>
              <p:spPr>
                <a:xfrm>
                  <a:off x="6435180" y="4419759"/>
                  <a:ext cx="2638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32" name="Ink 131">
                  <a:extLst>
                    <a:ext uri="{FF2B5EF4-FFF2-40B4-BE49-F238E27FC236}">
                      <a16:creationId xmlns:a16="http://schemas.microsoft.com/office/drawing/2014/main" id="{89F71E19-34DD-4374-BB7E-C81B129E4A93}"/>
                    </a:ext>
                  </a:extLst>
                </p14:cNvPr>
                <p14:cNvContentPartPr/>
                <p14:nvPr/>
              </p14:nvContentPartPr>
              <p14:xfrm>
                <a:off x="6265980" y="4452519"/>
                <a:ext cx="246960" cy="294840"/>
              </p14:xfrm>
            </p:contentPart>
          </mc:Choice>
          <mc:Fallback xmlns="">
            <p:pic>
              <p:nvPicPr>
                <p:cNvPr id="132" name="Ink 131">
                  <a:extLst>
                    <a:ext uri="{FF2B5EF4-FFF2-40B4-BE49-F238E27FC236}">
                      <a16:creationId xmlns:a16="http://schemas.microsoft.com/office/drawing/2014/main" id="{89F71E19-34DD-4374-BB7E-C81B129E4A93}"/>
                    </a:ext>
                  </a:extLst>
                </p:cNvPr>
                <p:cNvPicPr/>
                <p:nvPr/>
              </p:nvPicPr>
              <p:blipFill>
                <a:blip r:embed="rId76"/>
                <a:stretch>
                  <a:fillRect/>
                </a:stretch>
              </p:blipFill>
              <p:spPr>
                <a:xfrm>
                  <a:off x="6247980" y="4434879"/>
                  <a:ext cx="2826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33" name="Ink 132">
                  <a:extLst>
                    <a:ext uri="{FF2B5EF4-FFF2-40B4-BE49-F238E27FC236}">
                      <a16:creationId xmlns:a16="http://schemas.microsoft.com/office/drawing/2014/main" id="{39472EDE-DD06-4B0A-B117-E2DD489DB0AC}"/>
                    </a:ext>
                  </a:extLst>
                </p14:cNvPr>
                <p14:cNvContentPartPr/>
                <p14:nvPr/>
              </p14:nvContentPartPr>
              <p14:xfrm>
                <a:off x="6326100" y="4289079"/>
                <a:ext cx="101880" cy="256680"/>
              </p14:xfrm>
            </p:contentPart>
          </mc:Choice>
          <mc:Fallback xmlns="">
            <p:pic>
              <p:nvPicPr>
                <p:cNvPr id="133" name="Ink 132">
                  <a:extLst>
                    <a:ext uri="{FF2B5EF4-FFF2-40B4-BE49-F238E27FC236}">
                      <a16:creationId xmlns:a16="http://schemas.microsoft.com/office/drawing/2014/main" id="{39472EDE-DD06-4B0A-B117-E2DD489DB0AC}"/>
                    </a:ext>
                  </a:extLst>
                </p:cNvPr>
                <p:cNvPicPr/>
                <p:nvPr/>
              </p:nvPicPr>
              <p:blipFill>
                <a:blip r:embed="rId78"/>
                <a:stretch>
                  <a:fillRect/>
                </a:stretch>
              </p:blipFill>
              <p:spPr>
                <a:xfrm>
                  <a:off x="6308460" y="4271079"/>
                  <a:ext cx="1375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34" name="Ink 133">
                  <a:extLst>
                    <a:ext uri="{FF2B5EF4-FFF2-40B4-BE49-F238E27FC236}">
                      <a16:creationId xmlns:a16="http://schemas.microsoft.com/office/drawing/2014/main" id="{1AC70470-064D-400A-BAA8-F67DF7BDF07F}"/>
                    </a:ext>
                  </a:extLst>
                </p14:cNvPr>
                <p14:cNvContentPartPr/>
                <p14:nvPr/>
              </p14:nvContentPartPr>
              <p14:xfrm>
                <a:off x="6503940" y="4323639"/>
                <a:ext cx="3240" cy="8280"/>
              </p14:xfrm>
            </p:contentPart>
          </mc:Choice>
          <mc:Fallback xmlns="">
            <p:pic>
              <p:nvPicPr>
                <p:cNvPr id="134" name="Ink 133">
                  <a:extLst>
                    <a:ext uri="{FF2B5EF4-FFF2-40B4-BE49-F238E27FC236}">
                      <a16:creationId xmlns:a16="http://schemas.microsoft.com/office/drawing/2014/main" id="{1AC70470-064D-400A-BAA8-F67DF7BDF07F}"/>
                    </a:ext>
                  </a:extLst>
                </p:cNvPr>
                <p:cNvPicPr/>
                <p:nvPr/>
              </p:nvPicPr>
              <p:blipFill>
                <a:blip r:embed="rId80"/>
                <a:stretch>
                  <a:fillRect/>
                </a:stretch>
              </p:blipFill>
              <p:spPr>
                <a:xfrm>
                  <a:off x="6485940" y="4305999"/>
                  <a:ext cx="388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35" name="Ink 134">
                  <a:extLst>
                    <a:ext uri="{FF2B5EF4-FFF2-40B4-BE49-F238E27FC236}">
                      <a16:creationId xmlns:a16="http://schemas.microsoft.com/office/drawing/2014/main" id="{86BFBEF0-6C88-4BC9-8801-76F1EC342529}"/>
                    </a:ext>
                  </a:extLst>
                </p14:cNvPr>
                <p14:cNvContentPartPr/>
                <p14:nvPr/>
              </p14:nvContentPartPr>
              <p14:xfrm>
                <a:off x="6162300" y="4375839"/>
                <a:ext cx="86040" cy="97560"/>
              </p14:xfrm>
            </p:contentPart>
          </mc:Choice>
          <mc:Fallback xmlns="">
            <p:pic>
              <p:nvPicPr>
                <p:cNvPr id="135" name="Ink 134">
                  <a:extLst>
                    <a:ext uri="{FF2B5EF4-FFF2-40B4-BE49-F238E27FC236}">
                      <a16:creationId xmlns:a16="http://schemas.microsoft.com/office/drawing/2014/main" id="{86BFBEF0-6C88-4BC9-8801-76F1EC342529}"/>
                    </a:ext>
                  </a:extLst>
                </p:cNvPr>
                <p:cNvPicPr/>
                <p:nvPr/>
              </p:nvPicPr>
              <p:blipFill>
                <a:blip r:embed="rId82"/>
                <a:stretch>
                  <a:fillRect/>
                </a:stretch>
              </p:blipFill>
              <p:spPr>
                <a:xfrm>
                  <a:off x="6144300" y="4357839"/>
                  <a:ext cx="1216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36" name="Ink 135">
                  <a:extLst>
                    <a:ext uri="{FF2B5EF4-FFF2-40B4-BE49-F238E27FC236}">
                      <a16:creationId xmlns:a16="http://schemas.microsoft.com/office/drawing/2014/main" id="{771DB11D-8980-402F-A31E-40D8C6259640}"/>
                    </a:ext>
                  </a:extLst>
                </p14:cNvPr>
                <p14:cNvContentPartPr/>
                <p14:nvPr/>
              </p14:nvContentPartPr>
              <p14:xfrm>
                <a:off x="5890860" y="4496439"/>
                <a:ext cx="145080" cy="225000"/>
              </p14:xfrm>
            </p:contentPart>
          </mc:Choice>
          <mc:Fallback xmlns="">
            <p:pic>
              <p:nvPicPr>
                <p:cNvPr id="136" name="Ink 135">
                  <a:extLst>
                    <a:ext uri="{FF2B5EF4-FFF2-40B4-BE49-F238E27FC236}">
                      <a16:creationId xmlns:a16="http://schemas.microsoft.com/office/drawing/2014/main" id="{771DB11D-8980-402F-A31E-40D8C6259640}"/>
                    </a:ext>
                  </a:extLst>
                </p:cNvPr>
                <p:cNvPicPr/>
                <p:nvPr/>
              </p:nvPicPr>
              <p:blipFill>
                <a:blip r:embed="rId84"/>
                <a:stretch>
                  <a:fillRect/>
                </a:stretch>
              </p:blipFill>
              <p:spPr>
                <a:xfrm>
                  <a:off x="5872860" y="4478439"/>
                  <a:ext cx="1807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37" name="Ink 136">
                  <a:extLst>
                    <a:ext uri="{FF2B5EF4-FFF2-40B4-BE49-F238E27FC236}">
                      <a16:creationId xmlns:a16="http://schemas.microsoft.com/office/drawing/2014/main" id="{D685876D-EA9D-4693-9E93-9BE4D66669FB}"/>
                    </a:ext>
                  </a:extLst>
                </p14:cNvPr>
                <p14:cNvContentPartPr/>
                <p14:nvPr/>
              </p14:nvContentPartPr>
              <p14:xfrm>
                <a:off x="6037020" y="4334799"/>
                <a:ext cx="10080" cy="20520"/>
              </p14:xfrm>
            </p:contentPart>
          </mc:Choice>
          <mc:Fallback xmlns="">
            <p:pic>
              <p:nvPicPr>
                <p:cNvPr id="137" name="Ink 136">
                  <a:extLst>
                    <a:ext uri="{FF2B5EF4-FFF2-40B4-BE49-F238E27FC236}">
                      <a16:creationId xmlns:a16="http://schemas.microsoft.com/office/drawing/2014/main" id="{D685876D-EA9D-4693-9E93-9BE4D66669FB}"/>
                    </a:ext>
                  </a:extLst>
                </p:cNvPr>
                <p:cNvPicPr/>
                <p:nvPr/>
              </p:nvPicPr>
              <p:blipFill>
                <a:blip r:embed="rId86"/>
                <a:stretch>
                  <a:fillRect/>
                </a:stretch>
              </p:blipFill>
              <p:spPr>
                <a:xfrm>
                  <a:off x="6019020" y="4316799"/>
                  <a:ext cx="457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38" name="Ink 137">
                  <a:extLst>
                    <a:ext uri="{FF2B5EF4-FFF2-40B4-BE49-F238E27FC236}">
                      <a16:creationId xmlns:a16="http://schemas.microsoft.com/office/drawing/2014/main" id="{0F7998C4-F80C-40AF-A8DF-273B264500B6}"/>
                    </a:ext>
                  </a:extLst>
                </p14:cNvPr>
                <p14:cNvContentPartPr/>
                <p14:nvPr/>
              </p14:nvContentPartPr>
              <p14:xfrm>
                <a:off x="6028740" y="4794159"/>
                <a:ext cx="103320" cy="43200"/>
              </p14:xfrm>
            </p:contentPart>
          </mc:Choice>
          <mc:Fallback xmlns="">
            <p:pic>
              <p:nvPicPr>
                <p:cNvPr id="138" name="Ink 137">
                  <a:extLst>
                    <a:ext uri="{FF2B5EF4-FFF2-40B4-BE49-F238E27FC236}">
                      <a16:creationId xmlns:a16="http://schemas.microsoft.com/office/drawing/2014/main" id="{0F7998C4-F80C-40AF-A8DF-273B264500B6}"/>
                    </a:ext>
                  </a:extLst>
                </p:cNvPr>
                <p:cNvPicPr/>
                <p:nvPr/>
              </p:nvPicPr>
              <p:blipFill>
                <a:blip r:embed="rId88"/>
                <a:stretch>
                  <a:fillRect/>
                </a:stretch>
              </p:blipFill>
              <p:spPr>
                <a:xfrm>
                  <a:off x="6010740" y="4776159"/>
                  <a:ext cx="138960" cy="78840"/>
                </a:xfrm>
                <a:prstGeom prst="rect">
                  <a:avLst/>
                </a:prstGeom>
              </p:spPr>
            </p:pic>
          </mc:Fallback>
        </mc:AlternateContent>
      </p:grpSp>
      <p:grpSp>
        <p:nvGrpSpPr>
          <p:cNvPr id="144" name="Group 143">
            <a:extLst>
              <a:ext uri="{FF2B5EF4-FFF2-40B4-BE49-F238E27FC236}">
                <a16:creationId xmlns:a16="http://schemas.microsoft.com/office/drawing/2014/main" id="{560F3F31-B670-4AFC-8210-3F30733F2A87}"/>
              </a:ext>
            </a:extLst>
          </p:cNvPr>
          <p:cNvGrpSpPr/>
          <p:nvPr/>
        </p:nvGrpSpPr>
        <p:grpSpPr>
          <a:xfrm>
            <a:off x="4771620" y="4430559"/>
            <a:ext cx="894240" cy="444960"/>
            <a:chOff x="4771620" y="4430559"/>
            <a:chExt cx="894240" cy="444960"/>
          </a:xfrm>
        </p:grpSpPr>
        <mc:AlternateContent xmlns:mc="http://schemas.openxmlformats.org/markup-compatibility/2006" xmlns:p14="http://schemas.microsoft.com/office/powerpoint/2010/main">
          <mc:Choice Requires="p14">
            <p:contentPart p14:bwMode="auto" r:id="rId89">
              <p14:nvContentPartPr>
                <p14:cNvPr id="139" name="Ink 138">
                  <a:extLst>
                    <a:ext uri="{FF2B5EF4-FFF2-40B4-BE49-F238E27FC236}">
                      <a16:creationId xmlns:a16="http://schemas.microsoft.com/office/drawing/2014/main" id="{F154B2B2-5A0E-465D-9D33-9817E023CC31}"/>
                    </a:ext>
                  </a:extLst>
                </p14:cNvPr>
                <p14:cNvContentPartPr/>
                <p14:nvPr/>
              </p14:nvContentPartPr>
              <p14:xfrm>
                <a:off x="5614380" y="4561599"/>
                <a:ext cx="38160" cy="38520"/>
              </p14:xfrm>
            </p:contentPart>
          </mc:Choice>
          <mc:Fallback xmlns="">
            <p:pic>
              <p:nvPicPr>
                <p:cNvPr id="139" name="Ink 138">
                  <a:extLst>
                    <a:ext uri="{FF2B5EF4-FFF2-40B4-BE49-F238E27FC236}">
                      <a16:creationId xmlns:a16="http://schemas.microsoft.com/office/drawing/2014/main" id="{F154B2B2-5A0E-465D-9D33-9817E023CC31}"/>
                    </a:ext>
                  </a:extLst>
                </p:cNvPr>
                <p:cNvPicPr/>
                <p:nvPr/>
              </p:nvPicPr>
              <p:blipFill>
                <a:blip r:embed="rId90"/>
                <a:stretch>
                  <a:fillRect/>
                </a:stretch>
              </p:blipFill>
              <p:spPr>
                <a:xfrm>
                  <a:off x="5596740" y="4543599"/>
                  <a:ext cx="738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40" name="Ink 139">
                  <a:extLst>
                    <a:ext uri="{FF2B5EF4-FFF2-40B4-BE49-F238E27FC236}">
                      <a16:creationId xmlns:a16="http://schemas.microsoft.com/office/drawing/2014/main" id="{7F1DAE1A-54AD-4067-9F15-70DCB24AF732}"/>
                    </a:ext>
                  </a:extLst>
                </p14:cNvPr>
                <p14:cNvContentPartPr/>
                <p14:nvPr/>
              </p14:nvContentPartPr>
              <p14:xfrm>
                <a:off x="5367780" y="4516959"/>
                <a:ext cx="298080" cy="226440"/>
              </p14:xfrm>
            </p:contentPart>
          </mc:Choice>
          <mc:Fallback xmlns="">
            <p:pic>
              <p:nvPicPr>
                <p:cNvPr id="140" name="Ink 139">
                  <a:extLst>
                    <a:ext uri="{FF2B5EF4-FFF2-40B4-BE49-F238E27FC236}">
                      <a16:creationId xmlns:a16="http://schemas.microsoft.com/office/drawing/2014/main" id="{7F1DAE1A-54AD-4067-9F15-70DCB24AF732}"/>
                    </a:ext>
                  </a:extLst>
                </p:cNvPr>
                <p:cNvPicPr/>
                <p:nvPr/>
              </p:nvPicPr>
              <p:blipFill>
                <a:blip r:embed="rId92"/>
                <a:stretch>
                  <a:fillRect/>
                </a:stretch>
              </p:blipFill>
              <p:spPr>
                <a:xfrm>
                  <a:off x="5349780" y="4499319"/>
                  <a:ext cx="3337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41" name="Ink 140">
                  <a:extLst>
                    <a:ext uri="{FF2B5EF4-FFF2-40B4-BE49-F238E27FC236}">
                      <a16:creationId xmlns:a16="http://schemas.microsoft.com/office/drawing/2014/main" id="{0F5883EC-DB2E-4EC5-9806-5E88AA0E416F}"/>
                    </a:ext>
                  </a:extLst>
                </p14:cNvPr>
                <p14:cNvContentPartPr/>
                <p14:nvPr/>
              </p14:nvContentPartPr>
              <p14:xfrm>
                <a:off x="5468580" y="4828719"/>
                <a:ext cx="48240" cy="46800"/>
              </p14:xfrm>
            </p:contentPart>
          </mc:Choice>
          <mc:Fallback xmlns="">
            <p:pic>
              <p:nvPicPr>
                <p:cNvPr id="141" name="Ink 140">
                  <a:extLst>
                    <a:ext uri="{FF2B5EF4-FFF2-40B4-BE49-F238E27FC236}">
                      <a16:creationId xmlns:a16="http://schemas.microsoft.com/office/drawing/2014/main" id="{0F5883EC-DB2E-4EC5-9806-5E88AA0E416F}"/>
                    </a:ext>
                  </a:extLst>
                </p:cNvPr>
                <p:cNvPicPr/>
                <p:nvPr/>
              </p:nvPicPr>
              <p:blipFill>
                <a:blip r:embed="rId94"/>
                <a:stretch>
                  <a:fillRect/>
                </a:stretch>
              </p:blipFill>
              <p:spPr>
                <a:xfrm>
                  <a:off x="5450580" y="4811079"/>
                  <a:ext cx="838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42" name="Ink 141">
                  <a:extLst>
                    <a:ext uri="{FF2B5EF4-FFF2-40B4-BE49-F238E27FC236}">
                      <a16:creationId xmlns:a16="http://schemas.microsoft.com/office/drawing/2014/main" id="{F99D457F-A369-43E8-BEB6-3D9389B38387}"/>
                    </a:ext>
                  </a:extLst>
                </p14:cNvPr>
                <p14:cNvContentPartPr/>
                <p14:nvPr/>
              </p14:nvContentPartPr>
              <p14:xfrm>
                <a:off x="5534820" y="4430559"/>
                <a:ext cx="100440" cy="67320"/>
              </p14:xfrm>
            </p:contentPart>
          </mc:Choice>
          <mc:Fallback xmlns="">
            <p:pic>
              <p:nvPicPr>
                <p:cNvPr id="142" name="Ink 141">
                  <a:extLst>
                    <a:ext uri="{FF2B5EF4-FFF2-40B4-BE49-F238E27FC236}">
                      <a16:creationId xmlns:a16="http://schemas.microsoft.com/office/drawing/2014/main" id="{F99D457F-A369-43E8-BEB6-3D9389B38387}"/>
                    </a:ext>
                  </a:extLst>
                </p:cNvPr>
                <p:cNvPicPr/>
                <p:nvPr/>
              </p:nvPicPr>
              <p:blipFill>
                <a:blip r:embed="rId96"/>
                <a:stretch>
                  <a:fillRect/>
                </a:stretch>
              </p:blipFill>
              <p:spPr>
                <a:xfrm>
                  <a:off x="5517180" y="4412919"/>
                  <a:ext cx="1360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43" name="Ink 142">
                  <a:extLst>
                    <a:ext uri="{FF2B5EF4-FFF2-40B4-BE49-F238E27FC236}">
                      <a16:creationId xmlns:a16="http://schemas.microsoft.com/office/drawing/2014/main" id="{24AE92E5-35EE-41CC-A267-7E129342BC56}"/>
                    </a:ext>
                  </a:extLst>
                </p14:cNvPr>
                <p14:cNvContentPartPr/>
                <p14:nvPr/>
              </p14:nvContentPartPr>
              <p14:xfrm>
                <a:off x="4771620" y="4563039"/>
                <a:ext cx="499680" cy="247680"/>
              </p14:xfrm>
            </p:contentPart>
          </mc:Choice>
          <mc:Fallback xmlns="">
            <p:pic>
              <p:nvPicPr>
                <p:cNvPr id="143" name="Ink 142">
                  <a:extLst>
                    <a:ext uri="{FF2B5EF4-FFF2-40B4-BE49-F238E27FC236}">
                      <a16:creationId xmlns:a16="http://schemas.microsoft.com/office/drawing/2014/main" id="{24AE92E5-35EE-41CC-A267-7E129342BC56}"/>
                    </a:ext>
                  </a:extLst>
                </p:cNvPr>
                <p:cNvPicPr/>
                <p:nvPr/>
              </p:nvPicPr>
              <p:blipFill>
                <a:blip r:embed="rId98"/>
                <a:stretch>
                  <a:fillRect/>
                </a:stretch>
              </p:blipFill>
              <p:spPr>
                <a:xfrm>
                  <a:off x="4753620" y="4545039"/>
                  <a:ext cx="535320" cy="283320"/>
                </a:xfrm>
                <a:prstGeom prst="rect">
                  <a:avLst/>
                </a:prstGeom>
              </p:spPr>
            </p:pic>
          </mc:Fallback>
        </mc:AlternateContent>
      </p:grpSp>
      <p:grpSp>
        <p:nvGrpSpPr>
          <p:cNvPr id="150" name="Group 149">
            <a:extLst>
              <a:ext uri="{FF2B5EF4-FFF2-40B4-BE49-F238E27FC236}">
                <a16:creationId xmlns:a16="http://schemas.microsoft.com/office/drawing/2014/main" id="{9532BA22-A8BD-4DE8-952A-74CB3F496A96}"/>
              </a:ext>
            </a:extLst>
          </p:cNvPr>
          <p:cNvGrpSpPr/>
          <p:nvPr/>
        </p:nvGrpSpPr>
        <p:grpSpPr>
          <a:xfrm>
            <a:off x="4198860" y="4426239"/>
            <a:ext cx="435960" cy="382320"/>
            <a:chOff x="4198860" y="4426239"/>
            <a:chExt cx="435960" cy="382320"/>
          </a:xfrm>
        </p:grpSpPr>
        <mc:AlternateContent xmlns:mc="http://schemas.openxmlformats.org/markup-compatibility/2006" xmlns:p14="http://schemas.microsoft.com/office/powerpoint/2010/main">
          <mc:Choice Requires="p14">
            <p:contentPart p14:bwMode="auto" r:id="rId99">
              <p14:nvContentPartPr>
                <p14:cNvPr id="147" name="Ink 146">
                  <a:extLst>
                    <a:ext uri="{FF2B5EF4-FFF2-40B4-BE49-F238E27FC236}">
                      <a16:creationId xmlns:a16="http://schemas.microsoft.com/office/drawing/2014/main" id="{6EF5B6F6-1006-4C1D-94AA-212614C0086E}"/>
                    </a:ext>
                  </a:extLst>
                </p14:cNvPr>
                <p14:cNvContentPartPr/>
                <p14:nvPr/>
              </p14:nvContentPartPr>
              <p14:xfrm>
                <a:off x="4198860" y="4547919"/>
                <a:ext cx="157320" cy="260640"/>
              </p14:xfrm>
            </p:contentPart>
          </mc:Choice>
          <mc:Fallback xmlns="">
            <p:pic>
              <p:nvPicPr>
                <p:cNvPr id="147" name="Ink 146">
                  <a:extLst>
                    <a:ext uri="{FF2B5EF4-FFF2-40B4-BE49-F238E27FC236}">
                      <a16:creationId xmlns:a16="http://schemas.microsoft.com/office/drawing/2014/main" id="{6EF5B6F6-1006-4C1D-94AA-212614C0086E}"/>
                    </a:ext>
                  </a:extLst>
                </p:cNvPr>
                <p:cNvPicPr/>
                <p:nvPr/>
              </p:nvPicPr>
              <p:blipFill>
                <a:blip r:embed="rId100"/>
                <a:stretch>
                  <a:fillRect/>
                </a:stretch>
              </p:blipFill>
              <p:spPr>
                <a:xfrm>
                  <a:off x="4180860" y="4530279"/>
                  <a:ext cx="19296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48" name="Ink 147">
                  <a:extLst>
                    <a:ext uri="{FF2B5EF4-FFF2-40B4-BE49-F238E27FC236}">
                      <a16:creationId xmlns:a16="http://schemas.microsoft.com/office/drawing/2014/main" id="{141B6F05-BB43-4F55-B5E0-724C20CF6988}"/>
                    </a:ext>
                  </a:extLst>
                </p14:cNvPr>
                <p14:cNvContentPartPr/>
                <p14:nvPr/>
              </p14:nvContentPartPr>
              <p14:xfrm>
                <a:off x="4450860" y="4578159"/>
                <a:ext cx="97920" cy="230400"/>
              </p14:xfrm>
            </p:contentPart>
          </mc:Choice>
          <mc:Fallback xmlns="">
            <p:pic>
              <p:nvPicPr>
                <p:cNvPr id="148" name="Ink 147">
                  <a:extLst>
                    <a:ext uri="{FF2B5EF4-FFF2-40B4-BE49-F238E27FC236}">
                      <a16:creationId xmlns:a16="http://schemas.microsoft.com/office/drawing/2014/main" id="{141B6F05-BB43-4F55-B5E0-724C20CF6988}"/>
                    </a:ext>
                  </a:extLst>
                </p:cNvPr>
                <p:cNvPicPr/>
                <p:nvPr/>
              </p:nvPicPr>
              <p:blipFill>
                <a:blip r:embed="rId102"/>
                <a:stretch>
                  <a:fillRect/>
                </a:stretch>
              </p:blipFill>
              <p:spPr>
                <a:xfrm>
                  <a:off x="4433220" y="4560519"/>
                  <a:ext cx="13356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49" name="Ink 148">
                  <a:extLst>
                    <a:ext uri="{FF2B5EF4-FFF2-40B4-BE49-F238E27FC236}">
                      <a16:creationId xmlns:a16="http://schemas.microsoft.com/office/drawing/2014/main" id="{C4128243-5A6F-4ACB-916E-D27974115CB4}"/>
                    </a:ext>
                  </a:extLst>
                </p14:cNvPr>
                <p14:cNvContentPartPr/>
                <p14:nvPr/>
              </p14:nvContentPartPr>
              <p14:xfrm>
                <a:off x="4578660" y="4426239"/>
                <a:ext cx="56160" cy="81720"/>
              </p14:xfrm>
            </p:contentPart>
          </mc:Choice>
          <mc:Fallback xmlns="">
            <p:pic>
              <p:nvPicPr>
                <p:cNvPr id="149" name="Ink 148">
                  <a:extLst>
                    <a:ext uri="{FF2B5EF4-FFF2-40B4-BE49-F238E27FC236}">
                      <a16:creationId xmlns:a16="http://schemas.microsoft.com/office/drawing/2014/main" id="{C4128243-5A6F-4ACB-916E-D27974115CB4}"/>
                    </a:ext>
                  </a:extLst>
                </p:cNvPr>
                <p:cNvPicPr/>
                <p:nvPr/>
              </p:nvPicPr>
              <p:blipFill>
                <a:blip r:embed="rId104"/>
                <a:stretch>
                  <a:fillRect/>
                </a:stretch>
              </p:blipFill>
              <p:spPr>
                <a:xfrm>
                  <a:off x="4561020" y="4408239"/>
                  <a:ext cx="91800" cy="117360"/>
                </a:xfrm>
                <a:prstGeom prst="rect">
                  <a:avLst/>
                </a:prstGeom>
              </p:spPr>
            </p:pic>
          </mc:Fallback>
        </mc:AlternateContent>
      </p:grpSp>
      <p:grpSp>
        <p:nvGrpSpPr>
          <p:cNvPr id="153" name="Group 152">
            <a:extLst>
              <a:ext uri="{FF2B5EF4-FFF2-40B4-BE49-F238E27FC236}">
                <a16:creationId xmlns:a16="http://schemas.microsoft.com/office/drawing/2014/main" id="{00CA4B82-F144-413A-9045-D6B85C1964F9}"/>
              </a:ext>
            </a:extLst>
          </p:cNvPr>
          <p:cNvGrpSpPr/>
          <p:nvPr/>
        </p:nvGrpSpPr>
        <p:grpSpPr>
          <a:xfrm>
            <a:off x="3466980" y="4563759"/>
            <a:ext cx="462600" cy="331560"/>
            <a:chOff x="3466980" y="4563759"/>
            <a:chExt cx="462600" cy="331560"/>
          </a:xfrm>
        </p:grpSpPr>
        <mc:AlternateContent xmlns:mc="http://schemas.openxmlformats.org/markup-compatibility/2006" xmlns:p14="http://schemas.microsoft.com/office/powerpoint/2010/main">
          <mc:Choice Requires="p14">
            <p:contentPart p14:bwMode="auto" r:id="rId105">
              <p14:nvContentPartPr>
                <p14:cNvPr id="151" name="Ink 150">
                  <a:extLst>
                    <a:ext uri="{FF2B5EF4-FFF2-40B4-BE49-F238E27FC236}">
                      <a16:creationId xmlns:a16="http://schemas.microsoft.com/office/drawing/2014/main" id="{0F202660-75DA-4AE5-8662-44572FD3D647}"/>
                    </a:ext>
                  </a:extLst>
                </p14:cNvPr>
                <p14:cNvContentPartPr/>
                <p14:nvPr/>
              </p14:nvContentPartPr>
              <p14:xfrm>
                <a:off x="3777300" y="4563759"/>
                <a:ext cx="152280" cy="173160"/>
              </p14:xfrm>
            </p:contentPart>
          </mc:Choice>
          <mc:Fallback xmlns="">
            <p:pic>
              <p:nvPicPr>
                <p:cNvPr id="151" name="Ink 150">
                  <a:extLst>
                    <a:ext uri="{FF2B5EF4-FFF2-40B4-BE49-F238E27FC236}">
                      <a16:creationId xmlns:a16="http://schemas.microsoft.com/office/drawing/2014/main" id="{0F202660-75DA-4AE5-8662-44572FD3D647}"/>
                    </a:ext>
                  </a:extLst>
                </p:cNvPr>
                <p:cNvPicPr/>
                <p:nvPr/>
              </p:nvPicPr>
              <p:blipFill>
                <a:blip r:embed="rId106"/>
                <a:stretch>
                  <a:fillRect/>
                </a:stretch>
              </p:blipFill>
              <p:spPr>
                <a:xfrm>
                  <a:off x="3759660" y="4545759"/>
                  <a:ext cx="1879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52" name="Ink 151">
                  <a:extLst>
                    <a:ext uri="{FF2B5EF4-FFF2-40B4-BE49-F238E27FC236}">
                      <a16:creationId xmlns:a16="http://schemas.microsoft.com/office/drawing/2014/main" id="{64CC5D64-4B50-4F39-B2FA-8793C63A9727}"/>
                    </a:ext>
                  </a:extLst>
                </p14:cNvPr>
                <p14:cNvContentPartPr/>
                <p14:nvPr/>
              </p14:nvContentPartPr>
              <p14:xfrm>
                <a:off x="3466980" y="4650519"/>
                <a:ext cx="395280" cy="244800"/>
              </p14:xfrm>
            </p:contentPart>
          </mc:Choice>
          <mc:Fallback xmlns="">
            <p:pic>
              <p:nvPicPr>
                <p:cNvPr id="152" name="Ink 151">
                  <a:extLst>
                    <a:ext uri="{FF2B5EF4-FFF2-40B4-BE49-F238E27FC236}">
                      <a16:creationId xmlns:a16="http://schemas.microsoft.com/office/drawing/2014/main" id="{64CC5D64-4B50-4F39-B2FA-8793C63A9727}"/>
                    </a:ext>
                  </a:extLst>
                </p:cNvPr>
                <p:cNvPicPr/>
                <p:nvPr/>
              </p:nvPicPr>
              <p:blipFill>
                <a:blip r:embed="rId108"/>
                <a:stretch>
                  <a:fillRect/>
                </a:stretch>
              </p:blipFill>
              <p:spPr>
                <a:xfrm>
                  <a:off x="3448980" y="4632519"/>
                  <a:ext cx="430920" cy="280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9">
            <p14:nvContentPartPr>
              <p14:cNvPr id="154" name="Ink 153">
                <a:extLst>
                  <a:ext uri="{FF2B5EF4-FFF2-40B4-BE49-F238E27FC236}">
                    <a16:creationId xmlns:a16="http://schemas.microsoft.com/office/drawing/2014/main" id="{2796BE00-40B2-47BF-838F-8F5DBC5DEE5A}"/>
                  </a:ext>
                </a:extLst>
              </p14:cNvPr>
              <p14:cNvContentPartPr/>
              <p14:nvPr/>
            </p14:nvContentPartPr>
            <p14:xfrm>
              <a:off x="2568780" y="4444239"/>
              <a:ext cx="77760" cy="184320"/>
            </p14:xfrm>
          </p:contentPart>
        </mc:Choice>
        <mc:Fallback xmlns="">
          <p:pic>
            <p:nvPicPr>
              <p:cNvPr id="154" name="Ink 153">
                <a:extLst>
                  <a:ext uri="{FF2B5EF4-FFF2-40B4-BE49-F238E27FC236}">
                    <a16:creationId xmlns:a16="http://schemas.microsoft.com/office/drawing/2014/main" id="{2796BE00-40B2-47BF-838F-8F5DBC5DEE5A}"/>
                  </a:ext>
                </a:extLst>
              </p:cNvPr>
              <p:cNvPicPr/>
              <p:nvPr/>
            </p:nvPicPr>
            <p:blipFill>
              <a:blip r:embed="rId110"/>
              <a:stretch>
                <a:fillRect/>
              </a:stretch>
            </p:blipFill>
            <p:spPr>
              <a:xfrm>
                <a:off x="2550780" y="4426599"/>
                <a:ext cx="1134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55" name="Ink 154">
                <a:extLst>
                  <a:ext uri="{FF2B5EF4-FFF2-40B4-BE49-F238E27FC236}">
                    <a16:creationId xmlns:a16="http://schemas.microsoft.com/office/drawing/2014/main" id="{3A27CE3A-5FEF-4D80-B38A-01F5807ABF2F}"/>
                  </a:ext>
                </a:extLst>
              </p14:cNvPr>
              <p14:cNvContentPartPr/>
              <p14:nvPr/>
            </p14:nvContentPartPr>
            <p14:xfrm>
              <a:off x="2342340" y="4730439"/>
              <a:ext cx="594720" cy="79560"/>
            </p14:xfrm>
          </p:contentPart>
        </mc:Choice>
        <mc:Fallback xmlns="">
          <p:pic>
            <p:nvPicPr>
              <p:cNvPr id="155" name="Ink 154">
                <a:extLst>
                  <a:ext uri="{FF2B5EF4-FFF2-40B4-BE49-F238E27FC236}">
                    <a16:creationId xmlns:a16="http://schemas.microsoft.com/office/drawing/2014/main" id="{3A27CE3A-5FEF-4D80-B38A-01F5807ABF2F}"/>
                  </a:ext>
                </a:extLst>
              </p:cNvPr>
              <p:cNvPicPr/>
              <p:nvPr/>
            </p:nvPicPr>
            <p:blipFill>
              <a:blip r:embed="rId112"/>
              <a:stretch>
                <a:fillRect/>
              </a:stretch>
            </p:blipFill>
            <p:spPr>
              <a:xfrm>
                <a:off x="2324700" y="4712439"/>
                <a:ext cx="630360" cy="115200"/>
              </a:xfrm>
              <a:prstGeom prst="rect">
                <a:avLst/>
              </a:prstGeom>
            </p:spPr>
          </p:pic>
        </mc:Fallback>
      </mc:AlternateContent>
      <p:grpSp>
        <p:nvGrpSpPr>
          <p:cNvPr id="163" name="Group 162">
            <a:extLst>
              <a:ext uri="{FF2B5EF4-FFF2-40B4-BE49-F238E27FC236}">
                <a16:creationId xmlns:a16="http://schemas.microsoft.com/office/drawing/2014/main" id="{ADBD694B-7A67-4A48-9462-E86AC666D2B5}"/>
              </a:ext>
            </a:extLst>
          </p:cNvPr>
          <p:cNvGrpSpPr/>
          <p:nvPr/>
        </p:nvGrpSpPr>
        <p:grpSpPr>
          <a:xfrm>
            <a:off x="2270340" y="4938519"/>
            <a:ext cx="943920" cy="260280"/>
            <a:chOff x="2270340" y="4938519"/>
            <a:chExt cx="943920" cy="260280"/>
          </a:xfrm>
        </p:grpSpPr>
        <mc:AlternateContent xmlns:mc="http://schemas.openxmlformats.org/markup-compatibility/2006" xmlns:p14="http://schemas.microsoft.com/office/powerpoint/2010/main">
          <mc:Choice Requires="p14">
            <p:contentPart p14:bwMode="auto" r:id="rId113">
              <p14:nvContentPartPr>
                <p14:cNvPr id="156" name="Ink 155">
                  <a:extLst>
                    <a:ext uri="{FF2B5EF4-FFF2-40B4-BE49-F238E27FC236}">
                      <a16:creationId xmlns:a16="http://schemas.microsoft.com/office/drawing/2014/main" id="{DBF37296-B629-4515-A771-8419D89953EA}"/>
                    </a:ext>
                  </a:extLst>
                </p14:cNvPr>
                <p14:cNvContentPartPr/>
                <p14:nvPr/>
              </p14:nvContentPartPr>
              <p14:xfrm>
                <a:off x="2270340" y="4997559"/>
                <a:ext cx="127800" cy="198720"/>
              </p14:xfrm>
            </p:contentPart>
          </mc:Choice>
          <mc:Fallback xmlns="">
            <p:pic>
              <p:nvPicPr>
                <p:cNvPr id="156" name="Ink 155">
                  <a:extLst>
                    <a:ext uri="{FF2B5EF4-FFF2-40B4-BE49-F238E27FC236}">
                      <a16:creationId xmlns:a16="http://schemas.microsoft.com/office/drawing/2014/main" id="{DBF37296-B629-4515-A771-8419D89953EA}"/>
                    </a:ext>
                  </a:extLst>
                </p:cNvPr>
                <p:cNvPicPr/>
                <p:nvPr/>
              </p:nvPicPr>
              <p:blipFill>
                <a:blip r:embed="rId114"/>
                <a:stretch>
                  <a:fillRect/>
                </a:stretch>
              </p:blipFill>
              <p:spPr>
                <a:xfrm>
                  <a:off x="2252700" y="4979919"/>
                  <a:ext cx="1634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57" name="Ink 156">
                  <a:extLst>
                    <a:ext uri="{FF2B5EF4-FFF2-40B4-BE49-F238E27FC236}">
                      <a16:creationId xmlns:a16="http://schemas.microsoft.com/office/drawing/2014/main" id="{A080F8DC-E6E3-48A5-AB68-2D24BA8D51A9}"/>
                    </a:ext>
                  </a:extLst>
                </p14:cNvPr>
                <p14:cNvContentPartPr/>
                <p14:nvPr/>
              </p14:nvContentPartPr>
              <p14:xfrm>
                <a:off x="2480940" y="5032839"/>
                <a:ext cx="115560" cy="165960"/>
              </p14:xfrm>
            </p:contentPart>
          </mc:Choice>
          <mc:Fallback xmlns="">
            <p:pic>
              <p:nvPicPr>
                <p:cNvPr id="157" name="Ink 156">
                  <a:extLst>
                    <a:ext uri="{FF2B5EF4-FFF2-40B4-BE49-F238E27FC236}">
                      <a16:creationId xmlns:a16="http://schemas.microsoft.com/office/drawing/2014/main" id="{A080F8DC-E6E3-48A5-AB68-2D24BA8D51A9}"/>
                    </a:ext>
                  </a:extLst>
                </p:cNvPr>
                <p:cNvPicPr/>
                <p:nvPr/>
              </p:nvPicPr>
              <p:blipFill>
                <a:blip r:embed="rId116"/>
                <a:stretch>
                  <a:fillRect/>
                </a:stretch>
              </p:blipFill>
              <p:spPr>
                <a:xfrm>
                  <a:off x="2462940" y="5015199"/>
                  <a:ext cx="1512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58" name="Ink 157">
                  <a:extLst>
                    <a:ext uri="{FF2B5EF4-FFF2-40B4-BE49-F238E27FC236}">
                      <a16:creationId xmlns:a16="http://schemas.microsoft.com/office/drawing/2014/main" id="{33493F2C-ED6B-4089-838E-27EA8D60C499}"/>
                    </a:ext>
                  </a:extLst>
                </p14:cNvPr>
                <p14:cNvContentPartPr/>
                <p14:nvPr/>
              </p14:nvContentPartPr>
              <p14:xfrm>
                <a:off x="2776860" y="5091519"/>
                <a:ext cx="43920" cy="72360"/>
              </p14:xfrm>
            </p:contentPart>
          </mc:Choice>
          <mc:Fallback xmlns="">
            <p:pic>
              <p:nvPicPr>
                <p:cNvPr id="158" name="Ink 157">
                  <a:extLst>
                    <a:ext uri="{FF2B5EF4-FFF2-40B4-BE49-F238E27FC236}">
                      <a16:creationId xmlns:a16="http://schemas.microsoft.com/office/drawing/2014/main" id="{33493F2C-ED6B-4089-838E-27EA8D60C499}"/>
                    </a:ext>
                  </a:extLst>
                </p:cNvPr>
                <p:cNvPicPr/>
                <p:nvPr/>
              </p:nvPicPr>
              <p:blipFill>
                <a:blip r:embed="rId118"/>
                <a:stretch>
                  <a:fillRect/>
                </a:stretch>
              </p:blipFill>
              <p:spPr>
                <a:xfrm>
                  <a:off x="2759220" y="5073519"/>
                  <a:ext cx="795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59" name="Ink 158">
                  <a:extLst>
                    <a:ext uri="{FF2B5EF4-FFF2-40B4-BE49-F238E27FC236}">
                      <a16:creationId xmlns:a16="http://schemas.microsoft.com/office/drawing/2014/main" id="{0B299B0B-5318-498A-9889-B260809A8913}"/>
                    </a:ext>
                  </a:extLst>
                </p14:cNvPr>
                <p14:cNvContentPartPr/>
                <p14:nvPr/>
              </p14:nvContentPartPr>
              <p14:xfrm>
                <a:off x="2779020" y="5110959"/>
                <a:ext cx="37440" cy="33840"/>
              </p14:xfrm>
            </p:contentPart>
          </mc:Choice>
          <mc:Fallback xmlns="">
            <p:pic>
              <p:nvPicPr>
                <p:cNvPr id="159" name="Ink 158">
                  <a:extLst>
                    <a:ext uri="{FF2B5EF4-FFF2-40B4-BE49-F238E27FC236}">
                      <a16:creationId xmlns:a16="http://schemas.microsoft.com/office/drawing/2014/main" id="{0B299B0B-5318-498A-9889-B260809A8913}"/>
                    </a:ext>
                  </a:extLst>
                </p:cNvPr>
                <p:cNvPicPr/>
                <p:nvPr/>
              </p:nvPicPr>
              <p:blipFill>
                <a:blip r:embed="rId120"/>
                <a:stretch>
                  <a:fillRect/>
                </a:stretch>
              </p:blipFill>
              <p:spPr>
                <a:xfrm>
                  <a:off x="2761380" y="5093319"/>
                  <a:ext cx="730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60" name="Ink 159">
                  <a:extLst>
                    <a:ext uri="{FF2B5EF4-FFF2-40B4-BE49-F238E27FC236}">
                      <a16:creationId xmlns:a16="http://schemas.microsoft.com/office/drawing/2014/main" id="{818DE692-82EA-419D-8607-4C0083661718}"/>
                    </a:ext>
                  </a:extLst>
                </p14:cNvPr>
                <p14:cNvContentPartPr/>
                <p14:nvPr/>
              </p14:nvContentPartPr>
              <p14:xfrm>
                <a:off x="2771100" y="5120319"/>
                <a:ext cx="52560" cy="27720"/>
              </p14:xfrm>
            </p:contentPart>
          </mc:Choice>
          <mc:Fallback xmlns="">
            <p:pic>
              <p:nvPicPr>
                <p:cNvPr id="160" name="Ink 159">
                  <a:extLst>
                    <a:ext uri="{FF2B5EF4-FFF2-40B4-BE49-F238E27FC236}">
                      <a16:creationId xmlns:a16="http://schemas.microsoft.com/office/drawing/2014/main" id="{818DE692-82EA-419D-8607-4C0083661718}"/>
                    </a:ext>
                  </a:extLst>
                </p:cNvPr>
                <p:cNvPicPr/>
                <p:nvPr/>
              </p:nvPicPr>
              <p:blipFill>
                <a:blip r:embed="rId122"/>
                <a:stretch>
                  <a:fillRect/>
                </a:stretch>
              </p:blipFill>
              <p:spPr>
                <a:xfrm>
                  <a:off x="2753100" y="5102679"/>
                  <a:ext cx="882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61" name="Ink 160">
                  <a:extLst>
                    <a:ext uri="{FF2B5EF4-FFF2-40B4-BE49-F238E27FC236}">
                      <a16:creationId xmlns:a16="http://schemas.microsoft.com/office/drawing/2014/main" id="{3E6E84B1-0C15-4DDD-8202-FBBE58B0CD54}"/>
                    </a:ext>
                  </a:extLst>
                </p14:cNvPr>
                <p14:cNvContentPartPr/>
                <p14:nvPr/>
              </p14:nvContentPartPr>
              <p14:xfrm>
                <a:off x="2929860" y="4938519"/>
                <a:ext cx="102600" cy="178560"/>
              </p14:xfrm>
            </p:contentPart>
          </mc:Choice>
          <mc:Fallback xmlns="">
            <p:pic>
              <p:nvPicPr>
                <p:cNvPr id="161" name="Ink 160">
                  <a:extLst>
                    <a:ext uri="{FF2B5EF4-FFF2-40B4-BE49-F238E27FC236}">
                      <a16:creationId xmlns:a16="http://schemas.microsoft.com/office/drawing/2014/main" id="{3E6E84B1-0C15-4DDD-8202-FBBE58B0CD54}"/>
                    </a:ext>
                  </a:extLst>
                </p:cNvPr>
                <p:cNvPicPr/>
                <p:nvPr/>
              </p:nvPicPr>
              <p:blipFill>
                <a:blip r:embed="rId124"/>
                <a:stretch>
                  <a:fillRect/>
                </a:stretch>
              </p:blipFill>
              <p:spPr>
                <a:xfrm>
                  <a:off x="2912220" y="4920519"/>
                  <a:ext cx="1382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62" name="Ink 161">
                  <a:extLst>
                    <a:ext uri="{FF2B5EF4-FFF2-40B4-BE49-F238E27FC236}">
                      <a16:creationId xmlns:a16="http://schemas.microsoft.com/office/drawing/2014/main" id="{A8FECE60-E452-4EFA-921E-D0F8F5B2C9CF}"/>
                    </a:ext>
                  </a:extLst>
                </p14:cNvPr>
                <p14:cNvContentPartPr/>
                <p14:nvPr/>
              </p14:nvContentPartPr>
              <p14:xfrm>
                <a:off x="3139740" y="4960479"/>
                <a:ext cx="74520" cy="146880"/>
              </p14:xfrm>
            </p:contentPart>
          </mc:Choice>
          <mc:Fallback xmlns="">
            <p:pic>
              <p:nvPicPr>
                <p:cNvPr id="162" name="Ink 161">
                  <a:extLst>
                    <a:ext uri="{FF2B5EF4-FFF2-40B4-BE49-F238E27FC236}">
                      <a16:creationId xmlns:a16="http://schemas.microsoft.com/office/drawing/2014/main" id="{A8FECE60-E452-4EFA-921E-D0F8F5B2C9CF}"/>
                    </a:ext>
                  </a:extLst>
                </p:cNvPr>
                <p:cNvPicPr/>
                <p:nvPr/>
              </p:nvPicPr>
              <p:blipFill>
                <a:blip r:embed="rId126"/>
                <a:stretch>
                  <a:fillRect/>
                </a:stretch>
              </p:blipFill>
              <p:spPr>
                <a:xfrm>
                  <a:off x="3122100" y="4942839"/>
                  <a:ext cx="110160" cy="18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7">
            <p14:nvContentPartPr>
              <p14:cNvPr id="164" name="Ink 163">
                <a:extLst>
                  <a:ext uri="{FF2B5EF4-FFF2-40B4-BE49-F238E27FC236}">
                    <a16:creationId xmlns:a16="http://schemas.microsoft.com/office/drawing/2014/main" id="{43BBF6F1-B53B-44BC-B29E-CD189119D292}"/>
                  </a:ext>
                </a:extLst>
              </p14:cNvPr>
              <p14:cNvContentPartPr/>
              <p14:nvPr/>
            </p14:nvContentPartPr>
            <p14:xfrm>
              <a:off x="1877220" y="4727919"/>
              <a:ext cx="131400" cy="39960"/>
            </p14:xfrm>
          </p:contentPart>
        </mc:Choice>
        <mc:Fallback xmlns="">
          <p:pic>
            <p:nvPicPr>
              <p:cNvPr id="164" name="Ink 163">
                <a:extLst>
                  <a:ext uri="{FF2B5EF4-FFF2-40B4-BE49-F238E27FC236}">
                    <a16:creationId xmlns:a16="http://schemas.microsoft.com/office/drawing/2014/main" id="{43BBF6F1-B53B-44BC-B29E-CD189119D292}"/>
                  </a:ext>
                </a:extLst>
              </p:cNvPr>
              <p:cNvPicPr/>
              <p:nvPr/>
            </p:nvPicPr>
            <p:blipFill>
              <a:blip r:embed="rId128"/>
              <a:stretch>
                <a:fillRect/>
              </a:stretch>
            </p:blipFill>
            <p:spPr>
              <a:xfrm>
                <a:off x="1859220" y="4709919"/>
                <a:ext cx="1670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65" name="Ink 164">
                <a:extLst>
                  <a:ext uri="{FF2B5EF4-FFF2-40B4-BE49-F238E27FC236}">
                    <a16:creationId xmlns:a16="http://schemas.microsoft.com/office/drawing/2014/main" id="{D9207FB7-1422-4D31-B6D8-D83633A1B2D9}"/>
                  </a:ext>
                </a:extLst>
              </p14:cNvPr>
              <p14:cNvContentPartPr/>
              <p14:nvPr/>
            </p14:nvContentPartPr>
            <p14:xfrm>
              <a:off x="1882980" y="4879119"/>
              <a:ext cx="117720" cy="39240"/>
            </p14:xfrm>
          </p:contentPart>
        </mc:Choice>
        <mc:Fallback xmlns="">
          <p:pic>
            <p:nvPicPr>
              <p:cNvPr id="165" name="Ink 164">
                <a:extLst>
                  <a:ext uri="{FF2B5EF4-FFF2-40B4-BE49-F238E27FC236}">
                    <a16:creationId xmlns:a16="http://schemas.microsoft.com/office/drawing/2014/main" id="{D9207FB7-1422-4D31-B6D8-D83633A1B2D9}"/>
                  </a:ext>
                </a:extLst>
              </p:cNvPr>
              <p:cNvPicPr/>
              <p:nvPr/>
            </p:nvPicPr>
            <p:blipFill>
              <a:blip r:embed="rId130"/>
              <a:stretch>
                <a:fillRect/>
              </a:stretch>
            </p:blipFill>
            <p:spPr>
              <a:xfrm>
                <a:off x="1865340" y="4861119"/>
                <a:ext cx="1533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73" name="Ink 172">
                <a:extLst>
                  <a:ext uri="{FF2B5EF4-FFF2-40B4-BE49-F238E27FC236}">
                    <a16:creationId xmlns:a16="http://schemas.microsoft.com/office/drawing/2014/main" id="{81B69BCC-ED06-4871-9D23-AEE044566BBF}"/>
                  </a:ext>
                </a:extLst>
              </p14:cNvPr>
              <p14:cNvContentPartPr/>
              <p14:nvPr/>
            </p14:nvContentPartPr>
            <p14:xfrm>
              <a:off x="1290420" y="4485639"/>
              <a:ext cx="81360" cy="19440"/>
            </p14:xfrm>
          </p:contentPart>
        </mc:Choice>
        <mc:Fallback xmlns="">
          <p:pic>
            <p:nvPicPr>
              <p:cNvPr id="173" name="Ink 172">
                <a:extLst>
                  <a:ext uri="{FF2B5EF4-FFF2-40B4-BE49-F238E27FC236}">
                    <a16:creationId xmlns:a16="http://schemas.microsoft.com/office/drawing/2014/main" id="{81B69BCC-ED06-4871-9D23-AEE044566BBF}"/>
                  </a:ext>
                </a:extLst>
              </p:cNvPr>
              <p:cNvPicPr/>
              <p:nvPr/>
            </p:nvPicPr>
            <p:blipFill>
              <a:blip r:embed="rId132"/>
              <a:stretch>
                <a:fillRect/>
              </a:stretch>
            </p:blipFill>
            <p:spPr>
              <a:xfrm>
                <a:off x="1272780" y="4467999"/>
                <a:ext cx="1170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74" name="Ink 173">
                <a:extLst>
                  <a:ext uri="{FF2B5EF4-FFF2-40B4-BE49-F238E27FC236}">
                    <a16:creationId xmlns:a16="http://schemas.microsoft.com/office/drawing/2014/main" id="{DB5DF063-D2C1-4818-8E07-16A248E3D3AC}"/>
                  </a:ext>
                </a:extLst>
              </p14:cNvPr>
              <p14:cNvContentPartPr/>
              <p14:nvPr/>
            </p14:nvContentPartPr>
            <p14:xfrm>
              <a:off x="1449900" y="4386999"/>
              <a:ext cx="69840" cy="82800"/>
            </p14:xfrm>
          </p:contentPart>
        </mc:Choice>
        <mc:Fallback xmlns="">
          <p:pic>
            <p:nvPicPr>
              <p:cNvPr id="174" name="Ink 173">
                <a:extLst>
                  <a:ext uri="{FF2B5EF4-FFF2-40B4-BE49-F238E27FC236}">
                    <a16:creationId xmlns:a16="http://schemas.microsoft.com/office/drawing/2014/main" id="{DB5DF063-D2C1-4818-8E07-16A248E3D3AC}"/>
                  </a:ext>
                </a:extLst>
              </p:cNvPr>
              <p:cNvPicPr/>
              <p:nvPr/>
            </p:nvPicPr>
            <p:blipFill>
              <a:blip r:embed="rId134"/>
              <a:stretch>
                <a:fillRect/>
              </a:stretch>
            </p:blipFill>
            <p:spPr>
              <a:xfrm>
                <a:off x="1432260" y="4369359"/>
                <a:ext cx="1054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75" name="Ink 174">
                <a:extLst>
                  <a:ext uri="{FF2B5EF4-FFF2-40B4-BE49-F238E27FC236}">
                    <a16:creationId xmlns:a16="http://schemas.microsoft.com/office/drawing/2014/main" id="{7E0162D7-411C-42CF-8494-162D5C32D993}"/>
                  </a:ext>
                </a:extLst>
              </p14:cNvPr>
              <p14:cNvContentPartPr/>
              <p14:nvPr/>
            </p14:nvContentPartPr>
            <p14:xfrm>
              <a:off x="1536660" y="4368279"/>
              <a:ext cx="22320" cy="170280"/>
            </p14:xfrm>
          </p:contentPart>
        </mc:Choice>
        <mc:Fallback xmlns="">
          <p:pic>
            <p:nvPicPr>
              <p:cNvPr id="175" name="Ink 174">
                <a:extLst>
                  <a:ext uri="{FF2B5EF4-FFF2-40B4-BE49-F238E27FC236}">
                    <a16:creationId xmlns:a16="http://schemas.microsoft.com/office/drawing/2014/main" id="{7E0162D7-411C-42CF-8494-162D5C32D993}"/>
                  </a:ext>
                </a:extLst>
              </p:cNvPr>
              <p:cNvPicPr/>
              <p:nvPr/>
            </p:nvPicPr>
            <p:blipFill>
              <a:blip r:embed="rId136"/>
              <a:stretch>
                <a:fillRect/>
              </a:stretch>
            </p:blipFill>
            <p:spPr>
              <a:xfrm>
                <a:off x="1519020" y="4350279"/>
                <a:ext cx="57960" cy="205920"/>
              </a:xfrm>
              <a:prstGeom prst="rect">
                <a:avLst/>
              </a:prstGeom>
            </p:spPr>
          </p:pic>
        </mc:Fallback>
      </mc:AlternateContent>
      <p:grpSp>
        <p:nvGrpSpPr>
          <p:cNvPr id="179" name="Group 178">
            <a:extLst>
              <a:ext uri="{FF2B5EF4-FFF2-40B4-BE49-F238E27FC236}">
                <a16:creationId xmlns:a16="http://schemas.microsoft.com/office/drawing/2014/main" id="{9591DC47-D127-4307-9505-5D1563387A52}"/>
              </a:ext>
            </a:extLst>
          </p:cNvPr>
          <p:cNvGrpSpPr/>
          <p:nvPr/>
        </p:nvGrpSpPr>
        <p:grpSpPr>
          <a:xfrm>
            <a:off x="521100" y="4636119"/>
            <a:ext cx="799200" cy="281520"/>
            <a:chOff x="521100" y="4636119"/>
            <a:chExt cx="799200" cy="281520"/>
          </a:xfrm>
        </p:grpSpPr>
        <mc:AlternateContent xmlns:mc="http://schemas.openxmlformats.org/markup-compatibility/2006" xmlns:p14="http://schemas.microsoft.com/office/powerpoint/2010/main">
          <mc:Choice Requires="p14">
            <p:contentPart p14:bwMode="auto" r:id="rId137">
              <p14:nvContentPartPr>
                <p14:cNvPr id="166" name="Ink 165">
                  <a:extLst>
                    <a:ext uri="{FF2B5EF4-FFF2-40B4-BE49-F238E27FC236}">
                      <a16:creationId xmlns:a16="http://schemas.microsoft.com/office/drawing/2014/main" id="{9CCC4766-6B23-4FAD-95BB-DC3589B08EF0}"/>
                    </a:ext>
                  </a:extLst>
                </p14:cNvPr>
                <p14:cNvContentPartPr/>
                <p14:nvPr/>
              </p14:nvContentPartPr>
              <p14:xfrm>
                <a:off x="521100" y="4660599"/>
                <a:ext cx="165240" cy="257040"/>
              </p14:xfrm>
            </p:contentPart>
          </mc:Choice>
          <mc:Fallback xmlns="">
            <p:pic>
              <p:nvPicPr>
                <p:cNvPr id="166" name="Ink 165">
                  <a:extLst>
                    <a:ext uri="{FF2B5EF4-FFF2-40B4-BE49-F238E27FC236}">
                      <a16:creationId xmlns:a16="http://schemas.microsoft.com/office/drawing/2014/main" id="{9CCC4766-6B23-4FAD-95BB-DC3589B08EF0}"/>
                    </a:ext>
                  </a:extLst>
                </p:cNvPr>
                <p:cNvPicPr/>
                <p:nvPr/>
              </p:nvPicPr>
              <p:blipFill>
                <a:blip r:embed="rId138"/>
                <a:stretch>
                  <a:fillRect/>
                </a:stretch>
              </p:blipFill>
              <p:spPr>
                <a:xfrm>
                  <a:off x="503460" y="4642959"/>
                  <a:ext cx="2008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70" name="Ink 169">
                  <a:extLst>
                    <a:ext uri="{FF2B5EF4-FFF2-40B4-BE49-F238E27FC236}">
                      <a16:creationId xmlns:a16="http://schemas.microsoft.com/office/drawing/2014/main" id="{C28D41CC-7E6B-4F76-97D2-04A50BF98787}"/>
                    </a:ext>
                  </a:extLst>
                </p14:cNvPr>
                <p14:cNvContentPartPr/>
                <p14:nvPr/>
              </p14:nvContentPartPr>
              <p14:xfrm>
                <a:off x="1066500" y="4671399"/>
                <a:ext cx="16920" cy="172440"/>
              </p14:xfrm>
            </p:contentPart>
          </mc:Choice>
          <mc:Fallback xmlns="">
            <p:pic>
              <p:nvPicPr>
                <p:cNvPr id="170" name="Ink 169">
                  <a:extLst>
                    <a:ext uri="{FF2B5EF4-FFF2-40B4-BE49-F238E27FC236}">
                      <a16:creationId xmlns:a16="http://schemas.microsoft.com/office/drawing/2014/main" id="{C28D41CC-7E6B-4F76-97D2-04A50BF98787}"/>
                    </a:ext>
                  </a:extLst>
                </p:cNvPr>
                <p:cNvPicPr/>
                <p:nvPr/>
              </p:nvPicPr>
              <p:blipFill>
                <a:blip r:embed="rId140"/>
                <a:stretch>
                  <a:fillRect/>
                </a:stretch>
              </p:blipFill>
              <p:spPr>
                <a:xfrm>
                  <a:off x="1048860" y="4653399"/>
                  <a:ext cx="525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71" name="Ink 170">
                  <a:extLst>
                    <a:ext uri="{FF2B5EF4-FFF2-40B4-BE49-F238E27FC236}">
                      <a16:creationId xmlns:a16="http://schemas.microsoft.com/office/drawing/2014/main" id="{875AEE69-9775-47AA-9F71-9FEE36EF8E42}"/>
                    </a:ext>
                  </a:extLst>
                </p14:cNvPr>
                <p14:cNvContentPartPr/>
                <p14:nvPr/>
              </p14:nvContentPartPr>
              <p14:xfrm>
                <a:off x="1189620" y="4636119"/>
                <a:ext cx="130680" cy="209520"/>
              </p14:xfrm>
            </p:contentPart>
          </mc:Choice>
          <mc:Fallback xmlns="">
            <p:pic>
              <p:nvPicPr>
                <p:cNvPr id="171" name="Ink 170">
                  <a:extLst>
                    <a:ext uri="{FF2B5EF4-FFF2-40B4-BE49-F238E27FC236}">
                      <a16:creationId xmlns:a16="http://schemas.microsoft.com/office/drawing/2014/main" id="{875AEE69-9775-47AA-9F71-9FEE36EF8E42}"/>
                    </a:ext>
                  </a:extLst>
                </p:cNvPr>
                <p:cNvPicPr/>
                <p:nvPr/>
              </p:nvPicPr>
              <p:blipFill>
                <a:blip r:embed="rId142"/>
                <a:stretch>
                  <a:fillRect/>
                </a:stretch>
              </p:blipFill>
              <p:spPr>
                <a:xfrm>
                  <a:off x="1171620" y="4618119"/>
                  <a:ext cx="1663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77" name="Ink 176">
                  <a:extLst>
                    <a:ext uri="{FF2B5EF4-FFF2-40B4-BE49-F238E27FC236}">
                      <a16:creationId xmlns:a16="http://schemas.microsoft.com/office/drawing/2014/main" id="{9362B1DA-002B-4EFE-9D41-BA49C00680F3}"/>
                    </a:ext>
                  </a:extLst>
                </p14:cNvPr>
                <p14:cNvContentPartPr/>
                <p14:nvPr/>
              </p14:nvContentPartPr>
              <p14:xfrm>
                <a:off x="827100" y="4768239"/>
                <a:ext cx="79920" cy="119880"/>
              </p14:xfrm>
            </p:contentPart>
          </mc:Choice>
          <mc:Fallback xmlns="">
            <p:pic>
              <p:nvPicPr>
                <p:cNvPr id="177" name="Ink 176">
                  <a:extLst>
                    <a:ext uri="{FF2B5EF4-FFF2-40B4-BE49-F238E27FC236}">
                      <a16:creationId xmlns:a16="http://schemas.microsoft.com/office/drawing/2014/main" id="{9362B1DA-002B-4EFE-9D41-BA49C00680F3}"/>
                    </a:ext>
                  </a:extLst>
                </p:cNvPr>
                <p:cNvPicPr/>
                <p:nvPr/>
              </p:nvPicPr>
              <p:blipFill>
                <a:blip r:embed="rId144"/>
                <a:stretch>
                  <a:fillRect/>
                </a:stretch>
              </p:blipFill>
              <p:spPr>
                <a:xfrm>
                  <a:off x="809460" y="4750599"/>
                  <a:ext cx="1155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78" name="Ink 177">
                  <a:extLst>
                    <a:ext uri="{FF2B5EF4-FFF2-40B4-BE49-F238E27FC236}">
                      <a16:creationId xmlns:a16="http://schemas.microsoft.com/office/drawing/2014/main" id="{E5BF5106-1FDB-4ACF-A510-AF0307C6C0B0}"/>
                    </a:ext>
                  </a:extLst>
                </p14:cNvPr>
                <p14:cNvContentPartPr/>
                <p14:nvPr/>
              </p14:nvContentPartPr>
              <p14:xfrm>
                <a:off x="817380" y="4786239"/>
                <a:ext cx="102600" cy="72360"/>
              </p14:xfrm>
            </p:contentPart>
          </mc:Choice>
          <mc:Fallback xmlns="">
            <p:pic>
              <p:nvPicPr>
                <p:cNvPr id="178" name="Ink 177">
                  <a:extLst>
                    <a:ext uri="{FF2B5EF4-FFF2-40B4-BE49-F238E27FC236}">
                      <a16:creationId xmlns:a16="http://schemas.microsoft.com/office/drawing/2014/main" id="{E5BF5106-1FDB-4ACF-A510-AF0307C6C0B0}"/>
                    </a:ext>
                  </a:extLst>
                </p:cNvPr>
                <p:cNvPicPr/>
                <p:nvPr/>
              </p:nvPicPr>
              <p:blipFill>
                <a:blip r:embed="rId146"/>
                <a:stretch>
                  <a:fillRect/>
                </a:stretch>
              </p:blipFill>
              <p:spPr>
                <a:xfrm>
                  <a:off x="799740" y="4768239"/>
                  <a:ext cx="13824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7">
            <p14:nvContentPartPr>
              <p14:cNvPr id="180" name="Ink 179">
                <a:extLst>
                  <a:ext uri="{FF2B5EF4-FFF2-40B4-BE49-F238E27FC236}">
                    <a16:creationId xmlns:a16="http://schemas.microsoft.com/office/drawing/2014/main" id="{BFD7AA1C-30F0-438D-835F-E50B5B0623B2}"/>
                  </a:ext>
                </a:extLst>
              </p14:cNvPr>
              <p14:cNvContentPartPr/>
              <p14:nvPr/>
            </p14:nvContentPartPr>
            <p14:xfrm>
              <a:off x="7066620" y="5216799"/>
              <a:ext cx="884880" cy="43920"/>
            </p14:xfrm>
          </p:contentPart>
        </mc:Choice>
        <mc:Fallback xmlns="">
          <p:pic>
            <p:nvPicPr>
              <p:cNvPr id="180" name="Ink 179">
                <a:extLst>
                  <a:ext uri="{FF2B5EF4-FFF2-40B4-BE49-F238E27FC236}">
                    <a16:creationId xmlns:a16="http://schemas.microsoft.com/office/drawing/2014/main" id="{BFD7AA1C-30F0-438D-835F-E50B5B0623B2}"/>
                  </a:ext>
                </a:extLst>
              </p:cNvPr>
              <p:cNvPicPr/>
              <p:nvPr/>
            </p:nvPicPr>
            <p:blipFill>
              <a:blip r:embed="rId148"/>
              <a:stretch>
                <a:fillRect/>
              </a:stretch>
            </p:blipFill>
            <p:spPr>
              <a:xfrm>
                <a:off x="7048980" y="5199159"/>
                <a:ext cx="920520" cy="79560"/>
              </a:xfrm>
              <a:prstGeom prst="rect">
                <a:avLst/>
              </a:prstGeom>
            </p:spPr>
          </p:pic>
        </mc:Fallback>
      </mc:AlternateContent>
      <p:grpSp>
        <p:nvGrpSpPr>
          <p:cNvPr id="236" name="Group 235">
            <a:extLst>
              <a:ext uri="{FF2B5EF4-FFF2-40B4-BE49-F238E27FC236}">
                <a16:creationId xmlns:a16="http://schemas.microsoft.com/office/drawing/2014/main" id="{30D4769F-C8B8-4500-94F0-F877D1A9FD45}"/>
              </a:ext>
            </a:extLst>
          </p:cNvPr>
          <p:cNvGrpSpPr/>
          <p:nvPr/>
        </p:nvGrpSpPr>
        <p:grpSpPr>
          <a:xfrm>
            <a:off x="1274220" y="5605599"/>
            <a:ext cx="957600" cy="461520"/>
            <a:chOff x="1274220" y="5605599"/>
            <a:chExt cx="957600" cy="461520"/>
          </a:xfrm>
        </p:grpSpPr>
        <mc:AlternateContent xmlns:mc="http://schemas.openxmlformats.org/markup-compatibility/2006" xmlns:p14="http://schemas.microsoft.com/office/powerpoint/2010/main">
          <mc:Choice Requires="p14">
            <p:contentPart p14:bwMode="auto" r:id="rId149">
              <p14:nvContentPartPr>
                <p14:cNvPr id="228" name="Ink 227">
                  <a:extLst>
                    <a:ext uri="{FF2B5EF4-FFF2-40B4-BE49-F238E27FC236}">
                      <a16:creationId xmlns:a16="http://schemas.microsoft.com/office/drawing/2014/main" id="{203233D0-D157-476F-8C45-55983F29033C}"/>
                    </a:ext>
                  </a:extLst>
                </p14:cNvPr>
                <p14:cNvContentPartPr/>
                <p14:nvPr/>
              </p14:nvContentPartPr>
              <p14:xfrm>
                <a:off x="2049300" y="5751039"/>
                <a:ext cx="124200" cy="182880"/>
              </p14:xfrm>
            </p:contentPart>
          </mc:Choice>
          <mc:Fallback xmlns="">
            <p:pic>
              <p:nvPicPr>
                <p:cNvPr id="228" name="Ink 227">
                  <a:extLst>
                    <a:ext uri="{FF2B5EF4-FFF2-40B4-BE49-F238E27FC236}">
                      <a16:creationId xmlns:a16="http://schemas.microsoft.com/office/drawing/2014/main" id="{203233D0-D157-476F-8C45-55983F29033C}"/>
                    </a:ext>
                  </a:extLst>
                </p:cNvPr>
                <p:cNvPicPr/>
                <p:nvPr/>
              </p:nvPicPr>
              <p:blipFill>
                <a:blip r:embed="rId150"/>
                <a:stretch>
                  <a:fillRect/>
                </a:stretch>
              </p:blipFill>
              <p:spPr>
                <a:xfrm>
                  <a:off x="2031300" y="5733399"/>
                  <a:ext cx="1598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29" name="Ink 228">
                  <a:extLst>
                    <a:ext uri="{FF2B5EF4-FFF2-40B4-BE49-F238E27FC236}">
                      <a16:creationId xmlns:a16="http://schemas.microsoft.com/office/drawing/2014/main" id="{0835FF03-1906-4572-80BA-BC8A67B9ACB0}"/>
                    </a:ext>
                  </a:extLst>
                </p14:cNvPr>
                <p14:cNvContentPartPr/>
                <p14:nvPr/>
              </p14:nvContentPartPr>
              <p14:xfrm>
                <a:off x="2054340" y="5605599"/>
                <a:ext cx="5040" cy="7920"/>
              </p14:xfrm>
            </p:contentPart>
          </mc:Choice>
          <mc:Fallback xmlns="">
            <p:pic>
              <p:nvPicPr>
                <p:cNvPr id="229" name="Ink 228">
                  <a:extLst>
                    <a:ext uri="{FF2B5EF4-FFF2-40B4-BE49-F238E27FC236}">
                      <a16:creationId xmlns:a16="http://schemas.microsoft.com/office/drawing/2014/main" id="{0835FF03-1906-4572-80BA-BC8A67B9ACB0}"/>
                    </a:ext>
                  </a:extLst>
                </p:cNvPr>
                <p:cNvPicPr/>
                <p:nvPr/>
              </p:nvPicPr>
              <p:blipFill>
                <a:blip r:embed="rId152"/>
                <a:stretch>
                  <a:fillRect/>
                </a:stretch>
              </p:blipFill>
              <p:spPr>
                <a:xfrm>
                  <a:off x="2036700" y="5587959"/>
                  <a:ext cx="40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30" name="Ink 229">
                  <a:extLst>
                    <a:ext uri="{FF2B5EF4-FFF2-40B4-BE49-F238E27FC236}">
                      <a16:creationId xmlns:a16="http://schemas.microsoft.com/office/drawing/2014/main" id="{49CCB6F6-D18C-497A-9F4C-76ED8B86A79B}"/>
                    </a:ext>
                  </a:extLst>
                </p14:cNvPr>
                <p14:cNvContentPartPr/>
                <p14:nvPr/>
              </p14:nvContentPartPr>
              <p14:xfrm>
                <a:off x="2129940" y="6024639"/>
                <a:ext cx="101880" cy="42480"/>
              </p14:xfrm>
            </p:contentPart>
          </mc:Choice>
          <mc:Fallback xmlns="">
            <p:pic>
              <p:nvPicPr>
                <p:cNvPr id="230" name="Ink 229">
                  <a:extLst>
                    <a:ext uri="{FF2B5EF4-FFF2-40B4-BE49-F238E27FC236}">
                      <a16:creationId xmlns:a16="http://schemas.microsoft.com/office/drawing/2014/main" id="{49CCB6F6-D18C-497A-9F4C-76ED8B86A79B}"/>
                    </a:ext>
                  </a:extLst>
                </p:cNvPr>
                <p:cNvPicPr/>
                <p:nvPr/>
              </p:nvPicPr>
              <p:blipFill>
                <a:blip r:embed="rId154"/>
                <a:stretch>
                  <a:fillRect/>
                </a:stretch>
              </p:blipFill>
              <p:spPr>
                <a:xfrm>
                  <a:off x="2111940" y="6006639"/>
                  <a:ext cx="13752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31" name="Ink 230">
                  <a:extLst>
                    <a:ext uri="{FF2B5EF4-FFF2-40B4-BE49-F238E27FC236}">
                      <a16:creationId xmlns:a16="http://schemas.microsoft.com/office/drawing/2014/main" id="{7C6CE64C-AA41-476F-9435-E8A167550AB7}"/>
                    </a:ext>
                  </a:extLst>
                </p14:cNvPr>
                <p14:cNvContentPartPr/>
                <p14:nvPr/>
              </p14:nvContentPartPr>
              <p14:xfrm>
                <a:off x="1783620" y="5712879"/>
                <a:ext cx="123840" cy="197640"/>
              </p14:xfrm>
            </p:contentPart>
          </mc:Choice>
          <mc:Fallback xmlns="">
            <p:pic>
              <p:nvPicPr>
                <p:cNvPr id="231" name="Ink 230">
                  <a:extLst>
                    <a:ext uri="{FF2B5EF4-FFF2-40B4-BE49-F238E27FC236}">
                      <a16:creationId xmlns:a16="http://schemas.microsoft.com/office/drawing/2014/main" id="{7C6CE64C-AA41-476F-9435-E8A167550AB7}"/>
                    </a:ext>
                  </a:extLst>
                </p:cNvPr>
                <p:cNvPicPr/>
                <p:nvPr/>
              </p:nvPicPr>
              <p:blipFill>
                <a:blip r:embed="rId156"/>
                <a:stretch>
                  <a:fillRect/>
                </a:stretch>
              </p:blipFill>
              <p:spPr>
                <a:xfrm>
                  <a:off x="1765620" y="5694879"/>
                  <a:ext cx="1594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32" name="Ink 231">
                  <a:extLst>
                    <a:ext uri="{FF2B5EF4-FFF2-40B4-BE49-F238E27FC236}">
                      <a16:creationId xmlns:a16="http://schemas.microsoft.com/office/drawing/2014/main" id="{EDA274D8-AFDC-4B11-AA3E-2872032C4BEE}"/>
                    </a:ext>
                  </a:extLst>
                </p14:cNvPr>
                <p14:cNvContentPartPr/>
                <p14:nvPr/>
              </p14:nvContentPartPr>
              <p14:xfrm>
                <a:off x="1576980" y="5717199"/>
                <a:ext cx="187560" cy="342720"/>
              </p14:xfrm>
            </p:contentPart>
          </mc:Choice>
          <mc:Fallback xmlns="">
            <p:pic>
              <p:nvPicPr>
                <p:cNvPr id="232" name="Ink 231">
                  <a:extLst>
                    <a:ext uri="{FF2B5EF4-FFF2-40B4-BE49-F238E27FC236}">
                      <a16:creationId xmlns:a16="http://schemas.microsoft.com/office/drawing/2014/main" id="{EDA274D8-AFDC-4B11-AA3E-2872032C4BEE}"/>
                    </a:ext>
                  </a:extLst>
                </p:cNvPr>
                <p:cNvPicPr/>
                <p:nvPr/>
              </p:nvPicPr>
              <p:blipFill>
                <a:blip r:embed="rId158"/>
                <a:stretch>
                  <a:fillRect/>
                </a:stretch>
              </p:blipFill>
              <p:spPr>
                <a:xfrm>
                  <a:off x="1559340" y="5699199"/>
                  <a:ext cx="22320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33" name="Ink 232">
                  <a:extLst>
                    <a:ext uri="{FF2B5EF4-FFF2-40B4-BE49-F238E27FC236}">
                      <a16:creationId xmlns:a16="http://schemas.microsoft.com/office/drawing/2014/main" id="{CCD32DA5-83CC-4A62-94EE-5310108DF0A8}"/>
                    </a:ext>
                  </a:extLst>
                </p14:cNvPr>
                <p14:cNvContentPartPr/>
                <p14:nvPr/>
              </p14:nvContentPartPr>
              <p14:xfrm>
                <a:off x="1473660" y="5718639"/>
                <a:ext cx="73080" cy="55800"/>
              </p14:xfrm>
            </p:contentPart>
          </mc:Choice>
          <mc:Fallback xmlns="">
            <p:pic>
              <p:nvPicPr>
                <p:cNvPr id="233" name="Ink 232">
                  <a:extLst>
                    <a:ext uri="{FF2B5EF4-FFF2-40B4-BE49-F238E27FC236}">
                      <a16:creationId xmlns:a16="http://schemas.microsoft.com/office/drawing/2014/main" id="{CCD32DA5-83CC-4A62-94EE-5310108DF0A8}"/>
                    </a:ext>
                  </a:extLst>
                </p:cNvPr>
                <p:cNvPicPr/>
                <p:nvPr/>
              </p:nvPicPr>
              <p:blipFill>
                <a:blip r:embed="rId160"/>
                <a:stretch>
                  <a:fillRect/>
                </a:stretch>
              </p:blipFill>
              <p:spPr>
                <a:xfrm>
                  <a:off x="1455660" y="5700639"/>
                  <a:ext cx="1087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34" name="Ink 233">
                  <a:extLst>
                    <a:ext uri="{FF2B5EF4-FFF2-40B4-BE49-F238E27FC236}">
                      <a16:creationId xmlns:a16="http://schemas.microsoft.com/office/drawing/2014/main" id="{36284696-EC38-4615-8EF2-100468FE53E3}"/>
                    </a:ext>
                  </a:extLst>
                </p14:cNvPr>
                <p14:cNvContentPartPr/>
                <p14:nvPr/>
              </p14:nvContentPartPr>
              <p14:xfrm>
                <a:off x="1275300" y="5759679"/>
                <a:ext cx="182880" cy="195120"/>
              </p14:xfrm>
            </p:contentPart>
          </mc:Choice>
          <mc:Fallback xmlns="">
            <p:pic>
              <p:nvPicPr>
                <p:cNvPr id="234" name="Ink 233">
                  <a:extLst>
                    <a:ext uri="{FF2B5EF4-FFF2-40B4-BE49-F238E27FC236}">
                      <a16:creationId xmlns:a16="http://schemas.microsoft.com/office/drawing/2014/main" id="{36284696-EC38-4615-8EF2-100468FE53E3}"/>
                    </a:ext>
                  </a:extLst>
                </p:cNvPr>
                <p:cNvPicPr/>
                <p:nvPr/>
              </p:nvPicPr>
              <p:blipFill>
                <a:blip r:embed="rId162"/>
                <a:stretch>
                  <a:fillRect/>
                </a:stretch>
              </p:blipFill>
              <p:spPr>
                <a:xfrm>
                  <a:off x="1257660" y="5741679"/>
                  <a:ext cx="2185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35" name="Ink 234">
                  <a:extLst>
                    <a:ext uri="{FF2B5EF4-FFF2-40B4-BE49-F238E27FC236}">
                      <a16:creationId xmlns:a16="http://schemas.microsoft.com/office/drawing/2014/main" id="{17C89663-8CEB-4ED1-8929-37A48C02AD35}"/>
                    </a:ext>
                  </a:extLst>
                </p14:cNvPr>
                <p14:cNvContentPartPr/>
                <p14:nvPr/>
              </p14:nvContentPartPr>
              <p14:xfrm>
                <a:off x="1274220" y="5664639"/>
                <a:ext cx="8640" cy="5400"/>
              </p14:xfrm>
            </p:contentPart>
          </mc:Choice>
          <mc:Fallback xmlns="">
            <p:pic>
              <p:nvPicPr>
                <p:cNvPr id="235" name="Ink 234">
                  <a:extLst>
                    <a:ext uri="{FF2B5EF4-FFF2-40B4-BE49-F238E27FC236}">
                      <a16:creationId xmlns:a16="http://schemas.microsoft.com/office/drawing/2014/main" id="{17C89663-8CEB-4ED1-8929-37A48C02AD35}"/>
                    </a:ext>
                  </a:extLst>
                </p:cNvPr>
                <p:cNvPicPr/>
                <p:nvPr/>
              </p:nvPicPr>
              <p:blipFill>
                <a:blip r:embed="rId164"/>
                <a:stretch>
                  <a:fillRect/>
                </a:stretch>
              </p:blipFill>
              <p:spPr>
                <a:xfrm>
                  <a:off x="1256220" y="5646999"/>
                  <a:ext cx="44280" cy="41040"/>
                </a:xfrm>
                <a:prstGeom prst="rect">
                  <a:avLst/>
                </a:prstGeom>
              </p:spPr>
            </p:pic>
          </mc:Fallback>
        </mc:AlternateContent>
      </p:grpSp>
      <p:grpSp>
        <p:nvGrpSpPr>
          <p:cNvPr id="247" name="Group 246">
            <a:extLst>
              <a:ext uri="{FF2B5EF4-FFF2-40B4-BE49-F238E27FC236}">
                <a16:creationId xmlns:a16="http://schemas.microsoft.com/office/drawing/2014/main" id="{4527E868-D29D-4B3C-BACA-D201CA01EA4F}"/>
              </a:ext>
            </a:extLst>
          </p:cNvPr>
          <p:cNvGrpSpPr/>
          <p:nvPr/>
        </p:nvGrpSpPr>
        <p:grpSpPr>
          <a:xfrm>
            <a:off x="9424260" y="6294999"/>
            <a:ext cx="1176120" cy="385200"/>
            <a:chOff x="9424260" y="6294999"/>
            <a:chExt cx="1176120" cy="385200"/>
          </a:xfrm>
        </p:grpSpPr>
        <mc:AlternateContent xmlns:mc="http://schemas.openxmlformats.org/markup-compatibility/2006" xmlns:p14="http://schemas.microsoft.com/office/powerpoint/2010/main">
          <mc:Choice Requires="p14">
            <p:contentPart p14:bwMode="auto" r:id="rId165">
              <p14:nvContentPartPr>
                <p14:cNvPr id="237" name="Ink 236">
                  <a:extLst>
                    <a:ext uri="{FF2B5EF4-FFF2-40B4-BE49-F238E27FC236}">
                      <a16:creationId xmlns:a16="http://schemas.microsoft.com/office/drawing/2014/main" id="{9506EF0A-E705-4D11-AF73-0D9B8E001D5C}"/>
                    </a:ext>
                  </a:extLst>
                </p14:cNvPr>
                <p14:cNvContentPartPr/>
                <p14:nvPr/>
              </p14:nvContentPartPr>
              <p14:xfrm>
                <a:off x="10350180" y="6440439"/>
                <a:ext cx="193320" cy="154800"/>
              </p14:xfrm>
            </p:contentPart>
          </mc:Choice>
          <mc:Fallback xmlns="">
            <p:pic>
              <p:nvPicPr>
                <p:cNvPr id="237" name="Ink 236">
                  <a:extLst>
                    <a:ext uri="{FF2B5EF4-FFF2-40B4-BE49-F238E27FC236}">
                      <a16:creationId xmlns:a16="http://schemas.microsoft.com/office/drawing/2014/main" id="{9506EF0A-E705-4D11-AF73-0D9B8E001D5C}"/>
                    </a:ext>
                  </a:extLst>
                </p:cNvPr>
                <p:cNvPicPr/>
                <p:nvPr/>
              </p:nvPicPr>
              <p:blipFill>
                <a:blip r:embed="rId166"/>
                <a:stretch>
                  <a:fillRect/>
                </a:stretch>
              </p:blipFill>
              <p:spPr>
                <a:xfrm>
                  <a:off x="10332540" y="6422799"/>
                  <a:ext cx="2289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38" name="Ink 237">
                  <a:extLst>
                    <a:ext uri="{FF2B5EF4-FFF2-40B4-BE49-F238E27FC236}">
                      <a16:creationId xmlns:a16="http://schemas.microsoft.com/office/drawing/2014/main" id="{762CAC3D-B18C-4E08-A3F7-1E295D7D72BC}"/>
                    </a:ext>
                  </a:extLst>
                </p14:cNvPr>
                <p14:cNvContentPartPr/>
                <p14:nvPr/>
              </p14:nvContentPartPr>
              <p14:xfrm>
                <a:off x="10504620" y="6635919"/>
                <a:ext cx="95760" cy="25920"/>
              </p14:xfrm>
            </p:contentPart>
          </mc:Choice>
          <mc:Fallback xmlns="">
            <p:pic>
              <p:nvPicPr>
                <p:cNvPr id="238" name="Ink 237">
                  <a:extLst>
                    <a:ext uri="{FF2B5EF4-FFF2-40B4-BE49-F238E27FC236}">
                      <a16:creationId xmlns:a16="http://schemas.microsoft.com/office/drawing/2014/main" id="{762CAC3D-B18C-4E08-A3F7-1E295D7D72BC}"/>
                    </a:ext>
                  </a:extLst>
                </p:cNvPr>
                <p:cNvPicPr/>
                <p:nvPr/>
              </p:nvPicPr>
              <p:blipFill>
                <a:blip r:embed="rId168"/>
                <a:stretch>
                  <a:fillRect/>
                </a:stretch>
              </p:blipFill>
              <p:spPr>
                <a:xfrm>
                  <a:off x="10486980" y="6618279"/>
                  <a:ext cx="1314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39" name="Ink 238">
                  <a:extLst>
                    <a:ext uri="{FF2B5EF4-FFF2-40B4-BE49-F238E27FC236}">
                      <a16:creationId xmlns:a16="http://schemas.microsoft.com/office/drawing/2014/main" id="{9BAEA9D8-E126-413E-B3B0-95535924D419}"/>
                    </a:ext>
                  </a:extLst>
                </p14:cNvPr>
                <p14:cNvContentPartPr/>
                <p14:nvPr/>
              </p14:nvContentPartPr>
              <p14:xfrm>
                <a:off x="10237500" y="6514599"/>
                <a:ext cx="99720" cy="120600"/>
              </p14:xfrm>
            </p:contentPart>
          </mc:Choice>
          <mc:Fallback xmlns="">
            <p:pic>
              <p:nvPicPr>
                <p:cNvPr id="239" name="Ink 238">
                  <a:extLst>
                    <a:ext uri="{FF2B5EF4-FFF2-40B4-BE49-F238E27FC236}">
                      <a16:creationId xmlns:a16="http://schemas.microsoft.com/office/drawing/2014/main" id="{9BAEA9D8-E126-413E-B3B0-95535924D419}"/>
                    </a:ext>
                  </a:extLst>
                </p:cNvPr>
                <p:cNvPicPr/>
                <p:nvPr/>
              </p:nvPicPr>
              <p:blipFill>
                <a:blip r:embed="rId170"/>
                <a:stretch>
                  <a:fillRect/>
                </a:stretch>
              </p:blipFill>
              <p:spPr>
                <a:xfrm>
                  <a:off x="10219500" y="6496599"/>
                  <a:ext cx="1353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240" name="Ink 239">
                  <a:extLst>
                    <a:ext uri="{FF2B5EF4-FFF2-40B4-BE49-F238E27FC236}">
                      <a16:creationId xmlns:a16="http://schemas.microsoft.com/office/drawing/2014/main" id="{467D2BD7-AFD0-4AE2-8AE8-2FF3D7927589}"/>
                    </a:ext>
                  </a:extLst>
                </p14:cNvPr>
                <p14:cNvContentPartPr/>
                <p14:nvPr/>
              </p14:nvContentPartPr>
              <p14:xfrm>
                <a:off x="10106460" y="6537639"/>
                <a:ext cx="137520" cy="111960"/>
              </p14:xfrm>
            </p:contentPart>
          </mc:Choice>
          <mc:Fallback xmlns="">
            <p:pic>
              <p:nvPicPr>
                <p:cNvPr id="240" name="Ink 239">
                  <a:extLst>
                    <a:ext uri="{FF2B5EF4-FFF2-40B4-BE49-F238E27FC236}">
                      <a16:creationId xmlns:a16="http://schemas.microsoft.com/office/drawing/2014/main" id="{467D2BD7-AFD0-4AE2-8AE8-2FF3D7927589}"/>
                    </a:ext>
                  </a:extLst>
                </p:cNvPr>
                <p:cNvPicPr/>
                <p:nvPr/>
              </p:nvPicPr>
              <p:blipFill>
                <a:blip r:embed="rId172"/>
                <a:stretch>
                  <a:fillRect/>
                </a:stretch>
              </p:blipFill>
              <p:spPr>
                <a:xfrm>
                  <a:off x="10088460" y="6519999"/>
                  <a:ext cx="1731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42" name="Ink 241">
                  <a:extLst>
                    <a:ext uri="{FF2B5EF4-FFF2-40B4-BE49-F238E27FC236}">
                      <a16:creationId xmlns:a16="http://schemas.microsoft.com/office/drawing/2014/main" id="{740ED0DF-FF80-4FB6-942A-4DCE8435821D}"/>
                    </a:ext>
                  </a:extLst>
                </p14:cNvPr>
                <p14:cNvContentPartPr/>
                <p14:nvPr/>
              </p14:nvContentPartPr>
              <p14:xfrm>
                <a:off x="9919260" y="6451599"/>
                <a:ext cx="220320" cy="161640"/>
              </p14:xfrm>
            </p:contentPart>
          </mc:Choice>
          <mc:Fallback xmlns="">
            <p:pic>
              <p:nvPicPr>
                <p:cNvPr id="242" name="Ink 241">
                  <a:extLst>
                    <a:ext uri="{FF2B5EF4-FFF2-40B4-BE49-F238E27FC236}">
                      <a16:creationId xmlns:a16="http://schemas.microsoft.com/office/drawing/2014/main" id="{740ED0DF-FF80-4FB6-942A-4DCE8435821D}"/>
                    </a:ext>
                  </a:extLst>
                </p:cNvPr>
                <p:cNvPicPr/>
                <p:nvPr/>
              </p:nvPicPr>
              <p:blipFill>
                <a:blip r:embed="rId174"/>
                <a:stretch>
                  <a:fillRect/>
                </a:stretch>
              </p:blipFill>
              <p:spPr>
                <a:xfrm>
                  <a:off x="9901260" y="6433599"/>
                  <a:ext cx="2559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43" name="Ink 242">
                  <a:extLst>
                    <a:ext uri="{FF2B5EF4-FFF2-40B4-BE49-F238E27FC236}">
                      <a16:creationId xmlns:a16="http://schemas.microsoft.com/office/drawing/2014/main" id="{CAD38F79-71F6-42BC-91ED-C3A86036A4E6}"/>
                    </a:ext>
                  </a:extLst>
                </p14:cNvPr>
                <p14:cNvContentPartPr/>
                <p14:nvPr/>
              </p14:nvContentPartPr>
              <p14:xfrm>
                <a:off x="9777420" y="6456639"/>
                <a:ext cx="192600" cy="223560"/>
              </p14:xfrm>
            </p:contentPart>
          </mc:Choice>
          <mc:Fallback xmlns="">
            <p:pic>
              <p:nvPicPr>
                <p:cNvPr id="243" name="Ink 242">
                  <a:extLst>
                    <a:ext uri="{FF2B5EF4-FFF2-40B4-BE49-F238E27FC236}">
                      <a16:creationId xmlns:a16="http://schemas.microsoft.com/office/drawing/2014/main" id="{CAD38F79-71F6-42BC-91ED-C3A86036A4E6}"/>
                    </a:ext>
                  </a:extLst>
                </p:cNvPr>
                <p:cNvPicPr/>
                <p:nvPr/>
              </p:nvPicPr>
              <p:blipFill>
                <a:blip r:embed="rId176"/>
                <a:stretch>
                  <a:fillRect/>
                </a:stretch>
              </p:blipFill>
              <p:spPr>
                <a:xfrm>
                  <a:off x="9759780" y="6438999"/>
                  <a:ext cx="2282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44" name="Ink 243">
                  <a:extLst>
                    <a:ext uri="{FF2B5EF4-FFF2-40B4-BE49-F238E27FC236}">
                      <a16:creationId xmlns:a16="http://schemas.microsoft.com/office/drawing/2014/main" id="{7B816210-43EB-4823-B59C-938ADEC9179E}"/>
                    </a:ext>
                  </a:extLst>
                </p14:cNvPr>
                <p14:cNvContentPartPr/>
                <p14:nvPr/>
              </p14:nvContentPartPr>
              <p14:xfrm>
                <a:off x="9865620" y="6294999"/>
                <a:ext cx="51120" cy="178920"/>
              </p14:xfrm>
            </p:contentPart>
          </mc:Choice>
          <mc:Fallback xmlns="">
            <p:pic>
              <p:nvPicPr>
                <p:cNvPr id="244" name="Ink 243">
                  <a:extLst>
                    <a:ext uri="{FF2B5EF4-FFF2-40B4-BE49-F238E27FC236}">
                      <a16:creationId xmlns:a16="http://schemas.microsoft.com/office/drawing/2014/main" id="{7B816210-43EB-4823-B59C-938ADEC9179E}"/>
                    </a:ext>
                  </a:extLst>
                </p:cNvPr>
                <p:cNvPicPr/>
                <p:nvPr/>
              </p:nvPicPr>
              <p:blipFill>
                <a:blip r:embed="rId178"/>
                <a:stretch>
                  <a:fillRect/>
                </a:stretch>
              </p:blipFill>
              <p:spPr>
                <a:xfrm>
                  <a:off x="9847980" y="6277359"/>
                  <a:ext cx="867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45" name="Ink 244">
                  <a:extLst>
                    <a:ext uri="{FF2B5EF4-FFF2-40B4-BE49-F238E27FC236}">
                      <a16:creationId xmlns:a16="http://schemas.microsoft.com/office/drawing/2014/main" id="{7294F0CD-DA6F-4737-B216-55076FE26C48}"/>
                    </a:ext>
                  </a:extLst>
                </p14:cNvPr>
                <p14:cNvContentPartPr/>
                <p14:nvPr/>
              </p14:nvContentPartPr>
              <p14:xfrm>
                <a:off x="9547380" y="6571119"/>
                <a:ext cx="136800" cy="105480"/>
              </p14:xfrm>
            </p:contentPart>
          </mc:Choice>
          <mc:Fallback xmlns="">
            <p:pic>
              <p:nvPicPr>
                <p:cNvPr id="245" name="Ink 244">
                  <a:extLst>
                    <a:ext uri="{FF2B5EF4-FFF2-40B4-BE49-F238E27FC236}">
                      <a16:creationId xmlns:a16="http://schemas.microsoft.com/office/drawing/2014/main" id="{7294F0CD-DA6F-4737-B216-55076FE26C48}"/>
                    </a:ext>
                  </a:extLst>
                </p:cNvPr>
                <p:cNvPicPr/>
                <p:nvPr/>
              </p:nvPicPr>
              <p:blipFill>
                <a:blip r:embed="rId180"/>
                <a:stretch>
                  <a:fillRect/>
                </a:stretch>
              </p:blipFill>
              <p:spPr>
                <a:xfrm>
                  <a:off x="9529740" y="6553479"/>
                  <a:ext cx="1724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46" name="Ink 245">
                  <a:extLst>
                    <a:ext uri="{FF2B5EF4-FFF2-40B4-BE49-F238E27FC236}">
                      <a16:creationId xmlns:a16="http://schemas.microsoft.com/office/drawing/2014/main" id="{EF0BB5BF-2F58-4FCF-BF92-6819EE04435C}"/>
                    </a:ext>
                  </a:extLst>
                </p14:cNvPr>
                <p14:cNvContentPartPr/>
                <p14:nvPr/>
              </p14:nvContentPartPr>
              <p14:xfrm>
                <a:off x="9424260" y="6467079"/>
                <a:ext cx="105840" cy="142200"/>
              </p14:xfrm>
            </p:contentPart>
          </mc:Choice>
          <mc:Fallback xmlns="">
            <p:pic>
              <p:nvPicPr>
                <p:cNvPr id="246" name="Ink 245">
                  <a:extLst>
                    <a:ext uri="{FF2B5EF4-FFF2-40B4-BE49-F238E27FC236}">
                      <a16:creationId xmlns:a16="http://schemas.microsoft.com/office/drawing/2014/main" id="{EF0BB5BF-2F58-4FCF-BF92-6819EE04435C}"/>
                    </a:ext>
                  </a:extLst>
                </p:cNvPr>
                <p:cNvPicPr/>
                <p:nvPr/>
              </p:nvPicPr>
              <p:blipFill>
                <a:blip r:embed="rId182"/>
                <a:stretch>
                  <a:fillRect/>
                </a:stretch>
              </p:blipFill>
              <p:spPr>
                <a:xfrm>
                  <a:off x="9406260" y="6449079"/>
                  <a:ext cx="141480" cy="177840"/>
                </a:xfrm>
                <a:prstGeom prst="rect">
                  <a:avLst/>
                </a:prstGeom>
              </p:spPr>
            </p:pic>
          </mc:Fallback>
        </mc:AlternateContent>
      </p:grpSp>
      <p:grpSp>
        <p:nvGrpSpPr>
          <p:cNvPr id="304" name="Group 303">
            <a:extLst>
              <a:ext uri="{FF2B5EF4-FFF2-40B4-BE49-F238E27FC236}">
                <a16:creationId xmlns:a16="http://schemas.microsoft.com/office/drawing/2014/main" id="{3A5B5C94-8B68-4FD2-B17B-248D6A07F384}"/>
              </a:ext>
            </a:extLst>
          </p:cNvPr>
          <p:cNvGrpSpPr/>
          <p:nvPr/>
        </p:nvGrpSpPr>
        <p:grpSpPr>
          <a:xfrm>
            <a:off x="2439540" y="5513079"/>
            <a:ext cx="6774840" cy="1288800"/>
            <a:chOff x="2439540" y="5513079"/>
            <a:chExt cx="6774840" cy="1288800"/>
          </a:xfrm>
        </p:grpSpPr>
        <mc:AlternateContent xmlns:mc="http://schemas.openxmlformats.org/markup-compatibility/2006" xmlns:p14="http://schemas.microsoft.com/office/powerpoint/2010/main">
          <mc:Choice Requires="p14">
            <p:contentPart p14:bwMode="auto" r:id="rId183">
              <p14:nvContentPartPr>
                <p14:cNvPr id="181" name="Ink 180">
                  <a:extLst>
                    <a:ext uri="{FF2B5EF4-FFF2-40B4-BE49-F238E27FC236}">
                      <a16:creationId xmlns:a16="http://schemas.microsoft.com/office/drawing/2014/main" id="{B610A585-17A5-4607-920A-619C6676451B}"/>
                    </a:ext>
                  </a:extLst>
                </p14:cNvPr>
                <p14:cNvContentPartPr/>
                <p14:nvPr/>
              </p14:nvContentPartPr>
              <p14:xfrm>
                <a:off x="8987220" y="5759679"/>
                <a:ext cx="227160" cy="213840"/>
              </p14:xfrm>
            </p:contentPart>
          </mc:Choice>
          <mc:Fallback xmlns="">
            <p:pic>
              <p:nvPicPr>
                <p:cNvPr id="181" name="Ink 180">
                  <a:extLst>
                    <a:ext uri="{FF2B5EF4-FFF2-40B4-BE49-F238E27FC236}">
                      <a16:creationId xmlns:a16="http://schemas.microsoft.com/office/drawing/2014/main" id="{B610A585-17A5-4607-920A-619C6676451B}"/>
                    </a:ext>
                  </a:extLst>
                </p:cNvPr>
                <p:cNvPicPr/>
                <p:nvPr/>
              </p:nvPicPr>
              <p:blipFill>
                <a:blip r:embed="rId184"/>
                <a:stretch>
                  <a:fillRect/>
                </a:stretch>
              </p:blipFill>
              <p:spPr>
                <a:xfrm>
                  <a:off x="8969580" y="5741679"/>
                  <a:ext cx="262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82" name="Ink 181">
                  <a:extLst>
                    <a:ext uri="{FF2B5EF4-FFF2-40B4-BE49-F238E27FC236}">
                      <a16:creationId xmlns:a16="http://schemas.microsoft.com/office/drawing/2014/main" id="{7EA94006-CB1A-4D05-AB22-B45998542FC6}"/>
                    </a:ext>
                  </a:extLst>
                </p14:cNvPr>
                <p14:cNvContentPartPr/>
                <p14:nvPr/>
              </p14:nvContentPartPr>
              <p14:xfrm>
                <a:off x="8813700" y="5774079"/>
                <a:ext cx="200160" cy="220320"/>
              </p14:xfrm>
            </p:contentPart>
          </mc:Choice>
          <mc:Fallback xmlns="">
            <p:pic>
              <p:nvPicPr>
                <p:cNvPr id="182" name="Ink 181">
                  <a:extLst>
                    <a:ext uri="{FF2B5EF4-FFF2-40B4-BE49-F238E27FC236}">
                      <a16:creationId xmlns:a16="http://schemas.microsoft.com/office/drawing/2014/main" id="{7EA94006-CB1A-4D05-AB22-B45998542FC6}"/>
                    </a:ext>
                  </a:extLst>
                </p:cNvPr>
                <p:cNvPicPr/>
                <p:nvPr/>
              </p:nvPicPr>
              <p:blipFill>
                <a:blip r:embed="rId186"/>
                <a:stretch>
                  <a:fillRect/>
                </a:stretch>
              </p:blipFill>
              <p:spPr>
                <a:xfrm>
                  <a:off x="8796060" y="5756079"/>
                  <a:ext cx="23580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83" name="Ink 182">
                  <a:extLst>
                    <a:ext uri="{FF2B5EF4-FFF2-40B4-BE49-F238E27FC236}">
                      <a16:creationId xmlns:a16="http://schemas.microsoft.com/office/drawing/2014/main" id="{0550AA9B-051E-4CC4-8739-CD81B76FDCCF}"/>
                    </a:ext>
                  </a:extLst>
                </p14:cNvPr>
                <p14:cNvContentPartPr/>
                <p14:nvPr/>
              </p14:nvContentPartPr>
              <p14:xfrm>
                <a:off x="8918100" y="5608119"/>
                <a:ext cx="32040" cy="189720"/>
              </p14:xfrm>
            </p:contentPart>
          </mc:Choice>
          <mc:Fallback xmlns="">
            <p:pic>
              <p:nvPicPr>
                <p:cNvPr id="183" name="Ink 182">
                  <a:extLst>
                    <a:ext uri="{FF2B5EF4-FFF2-40B4-BE49-F238E27FC236}">
                      <a16:creationId xmlns:a16="http://schemas.microsoft.com/office/drawing/2014/main" id="{0550AA9B-051E-4CC4-8739-CD81B76FDCCF}"/>
                    </a:ext>
                  </a:extLst>
                </p:cNvPr>
                <p:cNvPicPr/>
                <p:nvPr/>
              </p:nvPicPr>
              <p:blipFill>
                <a:blip r:embed="rId188"/>
                <a:stretch>
                  <a:fillRect/>
                </a:stretch>
              </p:blipFill>
              <p:spPr>
                <a:xfrm>
                  <a:off x="8900100" y="5590119"/>
                  <a:ext cx="676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84" name="Ink 183">
                  <a:extLst>
                    <a:ext uri="{FF2B5EF4-FFF2-40B4-BE49-F238E27FC236}">
                      <a16:creationId xmlns:a16="http://schemas.microsoft.com/office/drawing/2014/main" id="{E090734D-3EE1-476D-A911-CDC10F70035D}"/>
                    </a:ext>
                  </a:extLst>
                </p14:cNvPr>
                <p14:cNvContentPartPr/>
                <p14:nvPr/>
              </p14:nvContentPartPr>
              <p14:xfrm>
                <a:off x="8753940" y="5591919"/>
                <a:ext cx="67320" cy="97560"/>
              </p14:xfrm>
            </p:contentPart>
          </mc:Choice>
          <mc:Fallback xmlns="">
            <p:pic>
              <p:nvPicPr>
                <p:cNvPr id="184" name="Ink 183">
                  <a:extLst>
                    <a:ext uri="{FF2B5EF4-FFF2-40B4-BE49-F238E27FC236}">
                      <a16:creationId xmlns:a16="http://schemas.microsoft.com/office/drawing/2014/main" id="{E090734D-3EE1-476D-A911-CDC10F70035D}"/>
                    </a:ext>
                  </a:extLst>
                </p:cNvPr>
                <p:cNvPicPr/>
                <p:nvPr/>
              </p:nvPicPr>
              <p:blipFill>
                <a:blip r:embed="rId190"/>
                <a:stretch>
                  <a:fillRect/>
                </a:stretch>
              </p:blipFill>
              <p:spPr>
                <a:xfrm>
                  <a:off x="8736300" y="5573919"/>
                  <a:ext cx="1029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85" name="Ink 184">
                  <a:extLst>
                    <a:ext uri="{FF2B5EF4-FFF2-40B4-BE49-F238E27FC236}">
                      <a16:creationId xmlns:a16="http://schemas.microsoft.com/office/drawing/2014/main" id="{A73D50F4-B6FF-4329-8474-EB72BDE3C782}"/>
                    </a:ext>
                  </a:extLst>
                </p14:cNvPr>
                <p14:cNvContentPartPr/>
                <p14:nvPr/>
              </p14:nvContentPartPr>
              <p14:xfrm>
                <a:off x="9160020" y="5572839"/>
                <a:ext cx="360" cy="360"/>
              </p14:xfrm>
            </p:contentPart>
          </mc:Choice>
          <mc:Fallback xmlns="">
            <p:pic>
              <p:nvPicPr>
                <p:cNvPr id="185" name="Ink 184">
                  <a:extLst>
                    <a:ext uri="{FF2B5EF4-FFF2-40B4-BE49-F238E27FC236}">
                      <a16:creationId xmlns:a16="http://schemas.microsoft.com/office/drawing/2014/main" id="{A73D50F4-B6FF-4329-8474-EB72BDE3C782}"/>
                    </a:ext>
                  </a:extLst>
                </p:cNvPr>
                <p:cNvPicPr/>
                <p:nvPr/>
              </p:nvPicPr>
              <p:blipFill>
                <a:blip r:embed="rId192"/>
                <a:stretch>
                  <a:fillRect/>
                </a:stretch>
              </p:blipFill>
              <p:spPr>
                <a:xfrm>
                  <a:off x="9142380" y="555483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86" name="Ink 185">
                  <a:extLst>
                    <a:ext uri="{FF2B5EF4-FFF2-40B4-BE49-F238E27FC236}">
                      <a16:creationId xmlns:a16="http://schemas.microsoft.com/office/drawing/2014/main" id="{292C869F-D6E3-41E4-AB5B-5898D0FF1EF1}"/>
                    </a:ext>
                  </a:extLst>
                </p14:cNvPr>
                <p14:cNvContentPartPr/>
                <p14:nvPr/>
              </p14:nvContentPartPr>
              <p14:xfrm>
                <a:off x="8475300" y="5733759"/>
                <a:ext cx="134640" cy="140400"/>
              </p14:xfrm>
            </p:contentPart>
          </mc:Choice>
          <mc:Fallback xmlns="">
            <p:pic>
              <p:nvPicPr>
                <p:cNvPr id="186" name="Ink 185">
                  <a:extLst>
                    <a:ext uri="{FF2B5EF4-FFF2-40B4-BE49-F238E27FC236}">
                      <a16:creationId xmlns:a16="http://schemas.microsoft.com/office/drawing/2014/main" id="{292C869F-D6E3-41E4-AB5B-5898D0FF1EF1}"/>
                    </a:ext>
                  </a:extLst>
                </p:cNvPr>
                <p:cNvPicPr/>
                <p:nvPr/>
              </p:nvPicPr>
              <p:blipFill>
                <a:blip r:embed="rId194"/>
                <a:stretch>
                  <a:fillRect/>
                </a:stretch>
              </p:blipFill>
              <p:spPr>
                <a:xfrm>
                  <a:off x="8457300" y="5716119"/>
                  <a:ext cx="170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87" name="Ink 186">
                  <a:extLst>
                    <a:ext uri="{FF2B5EF4-FFF2-40B4-BE49-F238E27FC236}">
                      <a16:creationId xmlns:a16="http://schemas.microsoft.com/office/drawing/2014/main" id="{958D43F3-0CF3-4015-BD6C-8B5822A7C384}"/>
                    </a:ext>
                  </a:extLst>
                </p14:cNvPr>
                <p14:cNvContentPartPr/>
                <p14:nvPr/>
              </p14:nvContentPartPr>
              <p14:xfrm>
                <a:off x="8203500" y="5707119"/>
                <a:ext cx="306720" cy="303480"/>
              </p14:xfrm>
            </p:contentPart>
          </mc:Choice>
          <mc:Fallback xmlns="">
            <p:pic>
              <p:nvPicPr>
                <p:cNvPr id="187" name="Ink 186">
                  <a:extLst>
                    <a:ext uri="{FF2B5EF4-FFF2-40B4-BE49-F238E27FC236}">
                      <a16:creationId xmlns:a16="http://schemas.microsoft.com/office/drawing/2014/main" id="{958D43F3-0CF3-4015-BD6C-8B5822A7C384}"/>
                    </a:ext>
                  </a:extLst>
                </p:cNvPr>
                <p:cNvPicPr/>
                <p:nvPr/>
              </p:nvPicPr>
              <p:blipFill>
                <a:blip r:embed="rId196"/>
                <a:stretch>
                  <a:fillRect/>
                </a:stretch>
              </p:blipFill>
              <p:spPr>
                <a:xfrm>
                  <a:off x="8185500" y="5689119"/>
                  <a:ext cx="34236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88" name="Ink 187">
                  <a:extLst>
                    <a:ext uri="{FF2B5EF4-FFF2-40B4-BE49-F238E27FC236}">
                      <a16:creationId xmlns:a16="http://schemas.microsoft.com/office/drawing/2014/main" id="{7595F633-522E-4FB2-99D2-3B1954327CA8}"/>
                    </a:ext>
                  </a:extLst>
                </p14:cNvPr>
                <p14:cNvContentPartPr/>
                <p14:nvPr/>
              </p14:nvContentPartPr>
              <p14:xfrm>
                <a:off x="8289900" y="5573199"/>
                <a:ext cx="91440" cy="149760"/>
              </p14:xfrm>
            </p:contentPart>
          </mc:Choice>
          <mc:Fallback xmlns="">
            <p:pic>
              <p:nvPicPr>
                <p:cNvPr id="188" name="Ink 187">
                  <a:extLst>
                    <a:ext uri="{FF2B5EF4-FFF2-40B4-BE49-F238E27FC236}">
                      <a16:creationId xmlns:a16="http://schemas.microsoft.com/office/drawing/2014/main" id="{7595F633-522E-4FB2-99D2-3B1954327CA8}"/>
                    </a:ext>
                  </a:extLst>
                </p:cNvPr>
                <p:cNvPicPr/>
                <p:nvPr/>
              </p:nvPicPr>
              <p:blipFill>
                <a:blip r:embed="rId198"/>
                <a:stretch>
                  <a:fillRect/>
                </a:stretch>
              </p:blipFill>
              <p:spPr>
                <a:xfrm>
                  <a:off x="8272260" y="5555559"/>
                  <a:ext cx="1270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89" name="Ink 188">
                  <a:extLst>
                    <a:ext uri="{FF2B5EF4-FFF2-40B4-BE49-F238E27FC236}">
                      <a16:creationId xmlns:a16="http://schemas.microsoft.com/office/drawing/2014/main" id="{6253723A-489B-4118-8943-B356C749779B}"/>
                    </a:ext>
                  </a:extLst>
                </p14:cNvPr>
                <p14:cNvContentPartPr/>
                <p14:nvPr/>
              </p14:nvContentPartPr>
              <p14:xfrm>
                <a:off x="8446500" y="5513079"/>
                <a:ext cx="100440" cy="86400"/>
              </p14:xfrm>
            </p:contentPart>
          </mc:Choice>
          <mc:Fallback xmlns="">
            <p:pic>
              <p:nvPicPr>
                <p:cNvPr id="189" name="Ink 188">
                  <a:extLst>
                    <a:ext uri="{FF2B5EF4-FFF2-40B4-BE49-F238E27FC236}">
                      <a16:creationId xmlns:a16="http://schemas.microsoft.com/office/drawing/2014/main" id="{6253723A-489B-4118-8943-B356C749779B}"/>
                    </a:ext>
                  </a:extLst>
                </p:cNvPr>
                <p:cNvPicPr/>
                <p:nvPr/>
              </p:nvPicPr>
              <p:blipFill>
                <a:blip r:embed="rId200"/>
                <a:stretch>
                  <a:fillRect/>
                </a:stretch>
              </p:blipFill>
              <p:spPr>
                <a:xfrm>
                  <a:off x="8428500" y="5495439"/>
                  <a:ext cx="1360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90" name="Ink 189">
                  <a:extLst>
                    <a:ext uri="{FF2B5EF4-FFF2-40B4-BE49-F238E27FC236}">
                      <a16:creationId xmlns:a16="http://schemas.microsoft.com/office/drawing/2014/main" id="{09981A0E-FE9A-4F84-9854-9CC03C8AB347}"/>
                    </a:ext>
                  </a:extLst>
                </p14:cNvPr>
                <p14:cNvContentPartPr/>
                <p14:nvPr/>
              </p14:nvContentPartPr>
              <p14:xfrm>
                <a:off x="7912620" y="5751039"/>
                <a:ext cx="287280" cy="122400"/>
              </p14:xfrm>
            </p:contentPart>
          </mc:Choice>
          <mc:Fallback xmlns="">
            <p:pic>
              <p:nvPicPr>
                <p:cNvPr id="190" name="Ink 189">
                  <a:extLst>
                    <a:ext uri="{FF2B5EF4-FFF2-40B4-BE49-F238E27FC236}">
                      <a16:creationId xmlns:a16="http://schemas.microsoft.com/office/drawing/2014/main" id="{09981A0E-FE9A-4F84-9854-9CC03C8AB347}"/>
                    </a:ext>
                  </a:extLst>
                </p:cNvPr>
                <p:cNvPicPr/>
                <p:nvPr/>
              </p:nvPicPr>
              <p:blipFill>
                <a:blip r:embed="rId202"/>
                <a:stretch>
                  <a:fillRect/>
                </a:stretch>
              </p:blipFill>
              <p:spPr>
                <a:xfrm>
                  <a:off x="7894980" y="5733039"/>
                  <a:ext cx="322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91" name="Ink 190">
                  <a:extLst>
                    <a:ext uri="{FF2B5EF4-FFF2-40B4-BE49-F238E27FC236}">
                      <a16:creationId xmlns:a16="http://schemas.microsoft.com/office/drawing/2014/main" id="{79433561-97D6-4A35-9DD6-F0CD342CFA81}"/>
                    </a:ext>
                  </a:extLst>
                </p14:cNvPr>
                <p14:cNvContentPartPr/>
                <p14:nvPr/>
              </p14:nvContentPartPr>
              <p14:xfrm>
                <a:off x="7867620" y="5626119"/>
                <a:ext cx="108000" cy="5400"/>
              </p14:xfrm>
            </p:contentPart>
          </mc:Choice>
          <mc:Fallback xmlns="">
            <p:pic>
              <p:nvPicPr>
                <p:cNvPr id="191" name="Ink 190">
                  <a:extLst>
                    <a:ext uri="{FF2B5EF4-FFF2-40B4-BE49-F238E27FC236}">
                      <a16:creationId xmlns:a16="http://schemas.microsoft.com/office/drawing/2014/main" id="{79433561-97D6-4A35-9DD6-F0CD342CFA81}"/>
                    </a:ext>
                  </a:extLst>
                </p:cNvPr>
                <p:cNvPicPr/>
                <p:nvPr/>
              </p:nvPicPr>
              <p:blipFill>
                <a:blip r:embed="rId204"/>
                <a:stretch>
                  <a:fillRect/>
                </a:stretch>
              </p:blipFill>
              <p:spPr>
                <a:xfrm>
                  <a:off x="7849980" y="5608119"/>
                  <a:ext cx="1436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92" name="Ink 191">
                  <a:extLst>
                    <a:ext uri="{FF2B5EF4-FFF2-40B4-BE49-F238E27FC236}">
                      <a16:creationId xmlns:a16="http://schemas.microsoft.com/office/drawing/2014/main" id="{29754AF6-AB54-4255-B119-4B4DBEF167CC}"/>
                    </a:ext>
                  </a:extLst>
                </p14:cNvPr>
                <p14:cNvContentPartPr/>
                <p14:nvPr/>
              </p14:nvContentPartPr>
              <p14:xfrm>
                <a:off x="8039700" y="5983959"/>
                <a:ext cx="60840" cy="23400"/>
              </p14:xfrm>
            </p:contentPart>
          </mc:Choice>
          <mc:Fallback xmlns="">
            <p:pic>
              <p:nvPicPr>
                <p:cNvPr id="192" name="Ink 191">
                  <a:extLst>
                    <a:ext uri="{FF2B5EF4-FFF2-40B4-BE49-F238E27FC236}">
                      <a16:creationId xmlns:a16="http://schemas.microsoft.com/office/drawing/2014/main" id="{29754AF6-AB54-4255-B119-4B4DBEF167CC}"/>
                    </a:ext>
                  </a:extLst>
                </p:cNvPr>
                <p:cNvPicPr/>
                <p:nvPr/>
              </p:nvPicPr>
              <p:blipFill>
                <a:blip r:embed="rId206"/>
                <a:stretch>
                  <a:fillRect/>
                </a:stretch>
              </p:blipFill>
              <p:spPr>
                <a:xfrm>
                  <a:off x="8021700" y="5966319"/>
                  <a:ext cx="964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94" name="Ink 193">
                  <a:extLst>
                    <a:ext uri="{FF2B5EF4-FFF2-40B4-BE49-F238E27FC236}">
                      <a16:creationId xmlns:a16="http://schemas.microsoft.com/office/drawing/2014/main" id="{7BC12592-5158-4FED-A508-E53D54B857AF}"/>
                    </a:ext>
                  </a:extLst>
                </p14:cNvPr>
                <p14:cNvContentPartPr/>
                <p14:nvPr/>
              </p14:nvContentPartPr>
              <p14:xfrm>
                <a:off x="7433460" y="5679039"/>
                <a:ext cx="327240" cy="275760"/>
              </p14:xfrm>
            </p:contentPart>
          </mc:Choice>
          <mc:Fallback xmlns="">
            <p:pic>
              <p:nvPicPr>
                <p:cNvPr id="194" name="Ink 193">
                  <a:extLst>
                    <a:ext uri="{FF2B5EF4-FFF2-40B4-BE49-F238E27FC236}">
                      <a16:creationId xmlns:a16="http://schemas.microsoft.com/office/drawing/2014/main" id="{7BC12592-5158-4FED-A508-E53D54B857AF}"/>
                    </a:ext>
                  </a:extLst>
                </p:cNvPr>
                <p:cNvPicPr/>
                <p:nvPr/>
              </p:nvPicPr>
              <p:blipFill>
                <a:blip r:embed="rId208"/>
                <a:stretch>
                  <a:fillRect/>
                </a:stretch>
              </p:blipFill>
              <p:spPr>
                <a:xfrm>
                  <a:off x="7415820" y="5661399"/>
                  <a:ext cx="3628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95" name="Ink 194">
                  <a:extLst>
                    <a:ext uri="{FF2B5EF4-FFF2-40B4-BE49-F238E27FC236}">
                      <a16:creationId xmlns:a16="http://schemas.microsoft.com/office/drawing/2014/main" id="{A512D367-E07D-439B-9911-A8EF75A4F98E}"/>
                    </a:ext>
                  </a:extLst>
                </p14:cNvPr>
                <p14:cNvContentPartPr/>
                <p14:nvPr/>
              </p14:nvContentPartPr>
              <p14:xfrm>
                <a:off x="7634340" y="5979999"/>
                <a:ext cx="66960" cy="33480"/>
              </p14:xfrm>
            </p:contentPart>
          </mc:Choice>
          <mc:Fallback xmlns="">
            <p:pic>
              <p:nvPicPr>
                <p:cNvPr id="195" name="Ink 194">
                  <a:extLst>
                    <a:ext uri="{FF2B5EF4-FFF2-40B4-BE49-F238E27FC236}">
                      <a16:creationId xmlns:a16="http://schemas.microsoft.com/office/drawing/2014/main" id="{A512D367-E07D-439B-9911-A8EF75A4F98E}"/>
                    </a:ext>
                  </a:extLst>
                </p:cNvPr>
                <p:cNvPicPr/>
                <p:nvPr/>
              </p:nvPicPr>
              <p:blipFill>
                <a:blip r:embed="rId210"/>
                <a:stretch>
                  <a:fillRect/>
                </a:stretch>
              </p:blipFill>
              <p:spPr>
                <a:xfrm>
                  <a:off x="7616700" y="5962359"/>
                  <a:ext cx="1026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96" name="Ink 195">
                  <a:extLst>
                    <a:ext uri="{FF2B5EF4-FFF2-40B4-BE49-F238E27FC236}">
                      <a16:creationId xmlns:a16="http://schemas.microsoft.com/office/drawing/2014/main" id="{E5FBAA03-706C-4633-908E-CE575CF56941}"/>
                    </a:ext>
                  </a:extLst>
                </p14:cNvPr>
                <p14:cNvContentPartPr/>
                <p14:nvPr/>
              </p14:nvContentPartPr>
              <p14:xfrm>
                <a:off x="7650900" y="5606319"/>
                <a:ext cx="4320" cy="4320"/>
              </p14:xfrm>
            </p:contentPart>
          </mc:Choice>
          <mc:Fallback xmlns="">
            <p:pic>
              <p:nvPicPr>
                <p:cNvPr id="196" name="Ink 195">
                  <a:extLst>
                    <a:ext uri="{FF2B5EF4-FFF2-40B4-BE49-F238E27FC236}">
                      <a16:creationId xmlns:a16="http://schemas.microsoft.com/office/drawing/2014/main" id="{E5FBAA03-706C-4633-908E-CE575CF56941}"/>
                    </a:ext>
                  </a:extLst>
                </p:cNvPr>
                <p:cNvPicPr/>
                <p:nvPr/>
              </p:nvPicPr>
              <p:blipFill>
                <a:blip r:embed="rId212"/>
                <a:stretch>
                  <a:fillRect/>
                </a:stretch>
              </p:blipFill>
              <p:spPr>
                <a:xfrm>
                  <a:off x="7633260" y="5588319"/>
                  <a:ext cx="399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97" name="Ink 196">
                  <a:extLst>
                    <a:ext uri="{FF2B5EF4-FFF2-40B4-BE49-F238E27FC236}">
                      <a16:creationId xmlns:a16="http://schemas.microsoft.com/office/drawing/2014/main" id="{EB5436D5-39D8-4CF3-B2FB-21D4D66E3383}"/>
                    </a:ext>
                  </a:extLst>
                </p14:cNvPr>
                <p14:cNvContentPartPr/>
                <p14:nvPr/>
              </p14:nvContentPartPr>
              <p14:xfrm>
                <a:off x="7090740" y="5718279"/>
                <a:ext cx="203400" cy="197280"/>
              </p14:xfrm>
            </p:contentPart>
          </mc:Choice>
          <mc:Fallback xmlns="">
            <p:pic>
              <p:nvPicPr>
                <p:cNvPr id="197" name="Ink 196">
                  <a:extLst>
                    <a:ext uri="{FF2B5EF4-FFF2-40B4-BE49-F238E27FC236}">
                      <a16:creationId xmlns:a16="http://schemas.microsoft.com/office/drawing/2014/main" id="{EB5436D5-39D8-4CF3-B2FB-21D4D66E3383}"/>
                    </a:ext>
                  </a:extLst>
                </p:cNvPr>
                <p:cNvPicPr/>
                <p:nvPr/>
              </p:nvPicPr>
              <p:blipFill>
                <a:blip r:embed="rId214"/>
                <a:stretch>
                  <a:fillRect/>
                </a:stretch>
              </p:blipFill>
              <p:spPr>
                <a:xfrm>
                  <a:off x="7072740" y="5700639"/>
                  <a:ext cx="2390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98" name="Ink 197">
                  <a:extLst>
                    <a:ext uri="{FF2B5EF4-FFF2-40B4-BE49-F238E27FC236}">
                      <a16:creationId xmlns:a16="http://schemas.microsoft.com/office/drawing/2014/main" id="{6929A50D-EFC0-447B-8F42-1BFC49A72F54}"/>
                    </a:ext>
                  </a:extLst>
                </p14:cNvPr>
                <p14:cNvContentPartPr/>
                <p14:nvPr/>
              </p14:nvContentPartPr>
              <p14:xfrm>
                <a:off x="7092180" y="5700639"/>
                <a:ext cx="6480" cy="2160"/>
              </p14:xfrm>
            </p:contentPart>
          </mc:Choice>
          <mc:Fallback xmlns="">
            <p:pic>
              <p:nvPicPr>
                <p:cNvPr id="198" name="Ink 197">
                  <a:extLst>
                    <a:ext uri="{FF2B5EF4-FFF2-40B4-BE49-F238E27FC236}">
                      <a16:creationId xmlns:a16="http://schemas.microsoft.com/office/drawing/2014/main" id="{6929A50D-EFC0-447B-8F42-1BFC49A72F54}"/>
                    </a:ext>
                  </a:extLst>
                </p:cNvPr>
                <p:cNvPicPr/>
                <p:nvPr/>
              </p:nvPicPr>
              <p:blipFill>
                <a:blip r:embed="rId216"/>
                <a:stretch>
                  <a:fillRect/>
                </a:stretch>
              </p:blipFill>
              <p:spPr>
                <a:xfrm>
                  <a:off x="7074180" y="5682639"/>
                  <a:ext cx="42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99" name="Ink 198">
                  <a:extLst>
                    <a:ext uri="{FF2B5EF4-FFF2-40B4-BE49-F238E27FC236}">
                      <a16:creationId xmlns:a16="http://schemas.microsoft.com/office/drawing/2014/main" id="{DF73AD92-2722-4965-B303-6182EB8BB66A}"/>
                    </a:ext>
                  </a:extLst>
                </p14:cNvPr>
                <p14:cNvContentPartPr/>
                <p14:nvPr/>
              </p14:nvContentPartPr>
              <p14:xfrm>
                <a:off x="7155180" y="5572839"/>
                <a:ext cx="74520" cy="28080"/>
              </p14:xfrm>
            </p:contentPart>
          </mc:Choice>
          <mc:Fallback xmlns="">
            <p:pic>
              <p:nvPicPr>
                <p:cNvPr id="199" name="Ink 198">
                  <a:extLst>
                    <a:ext uri="{FF2B5EF4-FFF2-40B4-BE49-F238E27FC236}">
                      <a16:creationId xmlns:a16="http://schemas.microsoft.com/office/drawing/2014/main" id="{DF73AD92-2722-4965-B303-6182EB8BB66A}"/>
                    </a:ext>
                  </a:extLst>
                </p:cNvPr>
                <p:cNvPicPr/>
                <p:nvPr/>
              </p:nvPicPr>
              <p:blipFill>
                <a:blip r:embed="rId218"/>
                <a:stretch>
                  <a:fillRect/>
                </a:stretch>
              </p:blipFill>
              <p:spPr>
                <a:xfrm>
                  <a:off x="7137540" y="5554839"/>
                  <a:ext cx="1101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00" name="Ink 199">
                  <a:extLst>
                    <a:ext uri="{FF2B5EF4-FFF2-40B4-BE49-F238E27FC236}">
                      <a16:creationId xmlns:a16="http://schemas.microsoft.com/office/drawing/2014/main" id="{863D47F0-6733-42F5-AC31-804A509E9426}"/>
                    </a:ext>
                  </a:extLst>
                </p14:cNvPr>
                <p14:cNvContentPartPr/>
                <p14:nvPr/>
              </p14:nvContentPartPr>
              <p14:xfrm>
                <a:off x="6773940" y="5738799"/>
                <a:ext cx="152640" cy="167400"/>
              </p14:xfrm>
            </p:contentPart>
          </mc:Choice>
          <mc:Fallback xmlns="">
            <p:pic>
              <p:nvPicPr>
                <p:cNvPr id="200" name="Ink 199">
                  <a:extLst>
                    <a:ext uri="{FF2B5EF4-FFF2-40B4-BE49-F238E27FC236}">
                      <a16:creationId xmlns:a16="http://schemas.microsoft.com/office/drawing/2014/main" id="{863D47F0-6733-42F5-AC31-804A509E9426}"/>
                    </a:ext>
                  </a:extLst>
                </p:cNvPr>
                <p:cNvPicPr/>
                <p:nvPr/>
              </p:nvPicPr>
              <p:blipFill>
                <a:blip r:embed="rId220"/>
                <a:stretch>
                  <a:fillRect/>
                </a:stretch>
              </p:blipFill>
              <p:spPr>
                <a:xfrm>
                  <a:off x="6756300" y="5721159"/>
                  <a:ext cx="1882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01" name="Ink 200">
                  <a:extLst>
                    <a:ext uri="{FF2B5EF4-FFF2-40B4-BE49-F238E27FC236}">
                      <a16:creationId xmlns:a16="http://schemas.microsoft.com/office/drawing/2014/main" id="{D9356565-D594-4384-9038-4E65FFB3EA8E}"/>
                    </a:ext>
                  </a:extLst>
                </p14:cNvPr>
                <p14:cNvContentPartPr/>
                <p14:nvPr/>
              </p14:nvContentPartPr>
              <p14:xfrm>
                <a:off x="6871860" y="5652039"/>
                <a:ext cx="6480" cy="14400"/>
              </p14:xfrm>
            </p:contentPart>
          </mc:Choice>
          <mc:Fallback xmlns="">
            <p:pic>
              <p:nvPicPr>
                <p:cNvPr id="201" name="Ink 200">
                  <a:extLst>
                    <a:ext uri="{FF2B5EF4-FFF2-40B4-BE49-F238E27FC236}">
                      <a16:creationId xmlns:a16="http://schemas.microsoft.com/office/drawing/2014/main" id="{D9356565-D594-4384-9038-4E65FFB3EA8E}"/>
                    </a:ext>
                  </a:extLst>
                </p:cNvPr>
                <p:cNvPicPr/>
                <p:nvPr/>
              </p:nvPicPr>
              <p:blipFill>
                <a:blip r:embed="rId222"/>
                <a:stretch>
                  <a:fillRect/>
                </a:stretch>
              </p:blipFill>
              <p:spPr>
                <a:xfrm>
                  <a:off x="6854220" y="5634039"/>
                  <a:ext cx="42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02" name="Ink 201">
                  <a:extLst>
                    <a:ext uri="{FF2B5EF4-FFF2-40B4-BE49-F238E27FC236}">
                      <a16:creationId xmlns:a16="http://schemas.microsoft.com/office/drawing/2014/main" id="{0E5D74F2-0F34-4215-86EF-51B553B834DF}"/>
                    </a:ext>
                  </a:extLst>
                </p14:cNvPr>
                <p14:cNvContentPartPr/>
                <p14:nvPr/>
              </p14:nvContentPartPr>
              <p14:xfrm>
                <a:off x="6900660" y="6013119"/>
                <a:ext cx="77760" cy="13320"/>
              </p14:xfrm>
            </p:contentPart>
          </mc:Choice>
          <mc:Fallback xmlns="">
            <p:pic>
              <p:nvPicPr>
                <p:cNvPr id="202" name="Ink 201">
                  <a:extLst>
                    <a:ext uri="{FF2B5EF4-FFF2-40B4-BE49-F238E27FC236}">
                      <a16:creationId xmlns:a16="http://schemas.microsoft.com/office/drawing/2014/main" id="{0E5D74F2-0F34-4215-86EF-51B553B834DF}"/>
                    </a:ext>
                  </a:extLst>
                </p:cNvPr>
                <p:cNvPicPr/>
                <p:nvPr/>
              </p:nvPicPr>
              <p:blipFill>
                <a:blip r:embed="rId224"/>
                <a:stretch>
                  <a:fillRect/>
                </a:stretch>
              </p:blipFill>
              <p:spPr>
                <a:xfrm>
                  <a:off x="6883020" y="5995119"/>
                  <a:ext cx="113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04" name="Ink 203">
                  <a:extLst>
                    <a:ext uri="{FF2B5EF4-FFF2-40B4-BE49-F238E27FC236}">
                      <a16:creationId xmlns:a16="http://schemas.microsoft.com/office/drawing/2014/main" id="{D52593DF-0813-417F-B80B-5B2C61F04383}"/>
                    </a:ext>
                  </a:extLst>
                </p14:cNvPr>
                <p14:cNvContentPartPr/>
                <p14:nvPr/>
              </p14:nvContentPartPr>
              <p14:xfrm>
                <a:off x="6308460" y="5709279"/>
                <a:ext cx="320400" cy="236880"/>
              </p14:xfrm>
            </p:contentPart>
          </mc:Choice>
          <mc:Fallback xmlns="">
            <p:pic>
              <p:nvPicPr>
                <p:cNvPr id="204" name="Ink 203">
                  <a:extLst>
                    <a:ext uri="{FF2B5EF4-FFF2-40B4-BE49-F238E27FC236}">
                      <a16:creationId xmlns:a16="http://schemas.microsoft.com/office/drawing/2014/main" id="{D52593DF-0813-417F-B80B-5B2C61F04383}"/>
                    </a:ext>
                  </a:extLst>
                </p:cNvPr>
                <p:cNvPicPr/>
                <p:nvPr/>
              </p:nvPicPr>
              <p:blipFill>
                <a:blip r:embed="rId226"/>
                <a:stretch>
                  <a:fillRect/>
                </a:stretch>
              </p:blipFill>
              <p:spPr>
                <a:xfrm>
                  <a:off x="6290460" y="5691279"/>
                  <a:ext cx="3560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05" name="Ink 204">
                  <a:extLst>
                    <a:ext uri="{FF2B5EF4-FFF2-40B4-BE49-F238E27FC236}">
                      <a16:creationId xmlns:a16="http://schemas.microsoft.com/office/drawing/2014/main" id="{51489964-FF7E-41F2-BA63-C6BA2F64E5E2}"/>
                    </a:ext>
                  </a:extLst>
                </p14:cNvPr>
                <p14:cNvContentPartPr/>
                <p14:nvPr/>
              </p14:nvContentPartPr>
              <p14:xfrm>
                <a:off x="6547860" y="5590839"/>
                <a:ext cx="97200" cy="34920"/>
              </p14:xfrm>
            </p:contentPart>
          </mc:Choice>
          <mc:Fallback xmlns="">
            <p:pic>
              <p:nvPicPr>
                <p:cNvPr id="205" name="Ink 204">
                  <a:extLst>
                    <a:ext uri="{FF2B5EF4-FFF2-40B4-BE49-F238E27FC236}">
                      <a16:creationId xmlns:a16="http://schemas.microsoft.com/office/drawing/2014/main" id="{51489964-FF7E-41F2-BA63-C6BA2F64E5E2}"/>
                    </a:ext>
                  </a:extLst>
                </p:cNvPr>
                <p:cNvPicPr/>
                <p:nvPr/>
              </p:nvPicPr>
              <p:blipFill>
                <a:blip r:embed="rId228"/>
                <a:stretch>
                  <a:fillRect/>
                </a:stretch>
              </p:blipFill>
              <p:spPr>
                <a:xfrm>
                  <a:off x="6529860" y="5572839"/>
                  <a:ext cx="1328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06" name="Ink 205">
                  <a:extLst>
                    <a:ext uri="{FF2B5EF4-FFF2-40B4-BE49-F238E27FC236}">
                      <a16:creationId xmlns:a16="http://schemas.microsoft.com/office/drawing/2014/main" id="{2094D6A7-BF00-4207-9220-942E7629E986}"/>
                    </a:ext>
                  </a:extLst>
                </p14:cNvPr>
                <p14:cNvContentPartPr/>
                <p14:nvPr/>
              </p14:nvContentPartPr>
              <p14:xfrm>
                <a:off x="6022620" y="5815479"/>
                <a:ext cx="269280" cy="149760"/>
              </p14:xfrm>
            </p:contentPart>
          </mc:Choice>
          <mc:Fallback xmlns="">
            <p:pic>
              <p:nvPicPr>
                <p:cNvPr id="206" name="Ink 205">
                  <a:extLst>
                    <a:ext uri="{FF2B5EF4-FFF2-40B4-BE49-F238E27FC236}">
                      <a16:creationId xmlns:a16="http://schemas.microsoft.com/office/drawing/2014/main" id="{2094D6A7-BF00-4207-9220-942E7629E986}"/>
                    </a:ext>
                  </a:extLst>
                </p:cNvPr>
                <p:cNvPicPr/>
                <p:nvPr/>
              </p:nvPicPr>
              <p:blipFill>
                <a:blip r:embed="rId230"/>
                <a:stretch>
                  <a:fillRect/>
                </a:stretch>
              </p:blipFill>
              <p:spPr>
                <a:xfrm>
                  <a:off x="6004620" y="5797479"/>
                  <a:ext cx="3049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07" name="Ink 206">
                  <a:extLst>
                    <a:ext uri="{FF2B5EF4-FFF2-40B4-BE49-F238E27FC236}">
                      <a16:creationId xmlns:a16="http://schemas.microsoft.com/office/drawing/2014/main" id="{7287D760-4290-4EE4-82A9-1FF01D81E64D}"/>
                    </a:ext>
                  </a:extLst>
                </p14:cNvPr>
                <p14:cNvContentPartPr/>
                <p14:nvPr/>
              </p14:nvContentPartPr>
              <p14:xfrm>
                <a:off x="6195420" y="6066399"/>
                <a:ext cx="64800" cy="15840"/>
              </p14:xfrm>
            </p:contentPart>
          </mc:Choice>
          <mc:Fallback xmlns="">
            <p:pic>
              <p:nvPicPr>
                <p:cNvPr id="207" name="Ink 206">
                  <a:extLst>
                    <a:ext uri="{FF2B5EF4-FFF2-40B4-BE49-F238E27FC236}">
                      <a16:creationId xmlns:a16="http://schemas.microsoft.com/office/drawing/2014/main" id="{7287D760-4290-4EE4-82A9-1FF01D81E64D}"/>
                    </a:ext>
                  </a:extLst>
                </p:cNvPr>
                <p:cNvPicPr/>
                <p:nvPr/>
              </p:nvPicPr>
              <p:blipFill>
                <a:blip r:embed="rId232"/>
                <a:stretch>
                  <a:fillRect/>
                </a:stretch>
              </p:blipFill>
              <p:spPr>
                <a:xfrm>
                  <a:off x="6177420" y="6048399"/>
                  <a:ext cx="1004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08" name="Ink 207">
                  <a:extLst>
                    <a:ext uri="{FF2B5EF4-FFF2-40B4-BE49-F238E27FC236}">
                      <a16:creationId xmlns:a16="http://schemas.microsoft.com/office/drawing/2014/main" id="{3984BA39-279C-4C3A-AE8D-9038CE8D64EC}"/>
                    </a:ext>
                  </a:extLst>
                </p14:cNvPr>
                <p14:cNvContentPartPr/>
                <p14:nvPr/>
              </p14:nvContentPartPr>
              <p14:xfrm>
                <a:off x="5720220" y="5676159"/>
                <a:ext cx="280080" cy="279360"/>
              </p14:xfrm>
            </p:contentPart>
          </mc:Choice>
          <mc:Fallback xmlns="">
            <p:pic>
              <p:nvPicPr>
                <p:cNvPr id="208" name="Ink 207">
                  <a:extLst>
                    <a:ext uri="{FF2B5EF4-FFF2-40B4-BE49-F238E27FC236}">
                      <a16:creationId xmlns:a16="http://schemas.microsoft.com/office/drawing/2014/main" id="{3984BA39-279C-4C3A-AE8D-9038CE8D64EC}"/>
                    </a:ext>
                  </a:extLst>
                </p:cNvPr>
                <p:cNvPicPr/>
                <p:nvPr/>
              </p:nvPicPr>
              <p:blipFill>
                <a:blip r:embed="rId234"/>
                <a:stretch>
                  <a:fillRect/>
                </a:stretch>
              </p:blipFill>
              <p:spPr>
                <a:xfrm>
                  <a:off x="5702220" y="5658519"/>
                  <a:ext cx="31572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09" name="Ink 208">
                  <a:extLst>
                    <a:ext uri="{FF2B5EF4-FFF2-40B4-BE49-F238E27FC236}">
                      <a16:creationId xmlns:a16="http://schemas.microsoft.com/office/drawing/2014/main" id="{B711CDF6-F770-4EE5-BAB8-66C41940FE68}"/>
                    </a:ext>
                  </a:extLst>
                </p14:cNvPr>
                <p14:cNvContentPartPr/>
                <p14:nvPr/>
              </p14:nvContentPartPr>
              <p14:xfrm>
                <a:off x="5179140" y="5681559"/>
                <a:ext cx="570240" cy="277560"/>
              </p14:xfrm>
            </p:contentPart>
          </mc:Choice>
          <mc:Fallback xmlns="">
            <p:pic>
              <p:nvPicPr>
                <p:cNvPr id="209" name="Ink 208">
                  <a:extLst>
                    <a:ext uri="{FF2B5EF4-FFF2-40B4-BE49-F238E27FC236}">
                      <a16:creationId xmlns:a16="http://schemas.microsoft.com/office/drawing/2014/main" id="{B711CDF6-F770-4EE5-BAB8-66C41940FE68}"/>
                    </a:ext>
                  </a:extLst>
                </p:cNvPr>
                <p:cNvPicPr/>
                <p:nvPr/>
              </p:nvPicPr>
              <p:blipFill>
                <a:blip r:embed="rId236"/>
                <a:stretch>
                  <a:fillRect/>
                </a:stretch>
              </p:blipFill>
              <p:spPr>
                <a:xfrm>
                  <a:off x="5161140" y="5663559"/>
                  <a:ext cx="60588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10" name="Ink 209">
                  <a:extLst>
                    <a:ext uri="{FF2B5EF4-FFF2-40B4-BE49-F238E27FC236}">
                      <a16:creationId xmlns:a16="http://schemas.microsoft.com/office/drawing/2014/main" id="{D3CFCD52-E05A-471F-8B41-63FDCCECDC67}"/>
                    </a:ext>
                  </a:extLst>
                </p14:cNvPr>
                <p14:cNvContentPartPr/>
                <p14:nvPr/>
              </p14:nvContentPartPr>
              <p14:xfrm>
                <a:off x="4963860" y="5703519"/>
                <a:ext cx="294480" cy="258840"/>
              </p14:xfrm>
            </p:contentPart>
          </mc:Choice>
          <mc:Fallback xmlns="">
            <p:pic>
              <p:nvPicPr>
                <p:cNvPr id="210" name="Ink 209">
                  <a:extLst>
                    <a:ext uri="{FF2B5EF4-FFF2-40B4-BE49-F238E27FC236}">
                      <a16:creationId xmlns:a16="http://schemas.microsoft.com/office/drawing/2014/main" id="{D3CFCD52-E05A-471F-8B41-63FDCCECDC67}"/>
                    </a:ext>
                  </a:extLst>
                </p:cNvPr>
                <p:cNvPicPr/>
                <p:nvPr/>
              </p:nvPicPr>
              <p:blipFill>
                <a:blip r:embed="rId238"/>
                <a:stretch>
                  <a:fillRect/>
                </a:stretch>
              </p:blipFill>
              <p:spPr>
                <a:xfrm>
                  <a:off x="4945860" y="5685519"/>
                  <a:ext cx="3301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11" name="Ink 210">
                  <a:extLst>
                    <a:ext uri="{FF2B5EF4-FFF2-40B4-BE49-F238E27FC236}">
                      <a16:creationId xmlns:a16="http://schemas.microsoft.com/office/drawing/2014/main" id="{B3F8880D-D4D0-4A37-86C5-ED8707B0F494}"/>
                    </a:ext>
                  </a:extLst>
                </p14:cNvPr>
                <p14:cNvContentPartPr/>
                <p14:nvPr/>
              </p14:nvContentPartPr>
              <p14:xfrm>
                <a:off x="5084460" y="5642679"/>
                <a:ext cx="10080" cy="7920"/>
              </p14:xfrm>
            </p:contentPart>
          </mc:Choice>
          <mc:Fallback xmlns="">
            <p:pic>
              <p:nvPicPr>
                <p:cNvPr id="211" name="Ink 210">
                  <a:extLst>
                    <a:ext uri="{FF2B5EF4-FFF2-40B4-BE49-F238E27FC236}">
                      <a16:creationId xmlns:a16="http://schemas.microsoft.com/office/drawing/2014/main" id="{B3F8880D-D4D0-4A37-86C5-ED8707B0F494}"/>
                    </a:ext>
                  </a:extLst>
                </p:cNvPr>
                <p:cNvPicPr/>
                <p:nvPr/>
              </p:nvPicPr>
              <p:blipFill>
                <a:blip r:embed="rId240"/>
                <a:stretch>
                  <a:fillRect/>
                </a:stretch>
              </p:blipFill>
              <p:spPr>
                <a:xfrm>
                  <a:off x="5066460" y="5625039"/>
                  <a:ext cx="45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12" name="Ink 211">
                  <a:extLst>
                    <a:ext uri="{FF2B5EF4-FFF2-40B4-BE49-F238E27FC236}">
                      <a16:creationId xmlns:a16="http://schemas.microsoft.com/office/drawing/2014/main" id="{B2F53357-642A-4488-B12A-CC7760355B4B}"/>
                    </a:ext>
                  </a:extLst>
                </p14:cNvPr>
                <p14:cNvContentPartPr/>
                <p14:nvPr/>
              </p14:nvContentPartPr>
              <p14:xfrm>
                <a:off x="5324940" y="6039039"/>
                <a:ext cx="88920" cy="20880"/>
              </p14:xfrm>
            </p:contentPart>
          </mc:Choice>
          <mc:Fallback xmlns="">
            <p:pic>
              <p:nvPicPr>
                <p:cNvPr id="212" name="Ink 211">
                  <a:extLst>
                    <a:ext uri="{FF2B5EF4-FFF2-40B4-BE49-F238E27FC236}">
                      <a16:creationId xmlns:a16="http://schemas.microsoft.com/office/drawing/2014/main" id="{B2F53357-642A-4488-B12A-CC7760355B4B}"/>
                    </a:ext>
                  </a:extLst>
                </p:cNvPr>
                <p:cNvPicPr/>
                <p:nvPr/>
              </p:nvPicPr>
              <p:blipFill>
                <a:blip r:embed="rId242"/>
                <a:stretch>
                  <a:fillRect/>
                </a:stretch>
              </p:blipFill>
              <p:spPr>
                <a:xfrm>
                  <a:off x="5307300" y="6021039"/>
                  <a:ext cx="1245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13" name="Ink 212">
                  <a:extLst>
                    <a:ext uri="{FF2B5EF4-FFF2-40B4-BE49-F238E27FC236}">
                      <a16:creationId xmlns:a16="http://schemas.microsoft.com/office/drawing/2014/main" id="{A8B52D99-ADE9-43E4-A626-F856422DFAAB}"/>
                    </a:ext>
                  </a:extLst>
                </p14:cNvPr>
                <p14:cNvContentPartPr/>
                <p14:nvPr/>
              </p14:nvContentPartPr>
              <p14:xfrm>
                <a:off x="5468940" y="5641599"/>
                <a:ext cx="3240" cy="11880"/>
              </p14:xfrm>
            </p:contentPart>
          </mc:Choice>
          <mc:Fallback xmlns="">
            <p:pic>
              <p:nvPicPr>
                <p:cNvPr id="213" name="Ink 212">
                  <a:extLst>
                    <a:ext uri="{FF2B5EF4-FFF2-40B4-BE49-F238E27FC236}">
                      <a16:creationId xmlns:a16="http://schemas.microsoft.com/office/drawing/2014/main" id="{A8B52D99-ADE9-43E4-A626-F856422DFAAB}"/>
                    </a:ext>
                  </a:extLst>
                </p:cNvPr>
                <p:cNvPicPr/>
                <p:nvPr/>
              </p:nvPicPr>
              <p:blipFill>
                <a:blip r:embed="rId244"/>
                <a:stretch>
                  <a:fillRect/>
                </a:stretch>
              </p:blipFill>
              <p:spPr>
                <a:xfrm>
                  <a:off x="5451300" y="5623599"/>
                  <a:ext cx="388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14" name="Ink 213">
                  <a:extLst>
                    <a:ext uri="{FF2B5EF4-FFF2-40B4-BE49-F238E27FC236}">
                      <a16:creationId xmlns:a16="http://schemas.microsoft.com/office/drawing/2014/main" id="{C3C110AE-F1E9-4432-9005-B64053E23DEA}"/>
                    </a:ext>
                  </a:extLst>
                </p14:cNvPr>
                <p14:cNvContentPartPr/>
                <p14:nvPr/>
              </p14:nvContentPartPr>
              <p14:xfrm>
                <a:off x="4769460" y="5756079"/>
                <a:ext cx="74520" cy="96840"/>
              </p14:xfrm>
            </p:contentPart>
          </mc:Choice>
          <mc:Fallback xmlns="">
            <p:pic>
              <p:nvPicPr>
                <p:cNvPr id="214" name="Ink 213">
                  <a:extLst>
                    <a:ext uri="{FF2B5EF4-FFF2-40B4-BE49-F238E27FC236}">
                      <a16:creationId xmlns:a16="http://schemas.microsoft.com/office/drawing/2014/main" id="{C3C110AE-F1E9-4432-9005-B64053E23DEA}"/>
                    </a:ext>
                  </a:extLst>
                </p:cNvPr>
                <p:cNvPicPr/>
                <p:nvPr/>
              </p:nvPicPr>
              <p:blipFill>
                <a:blip r:embed="rId246"/>
                <a:stretch>
                  <a:fillRect/>
                </a:stretch>
              </p:blipFill>
              <p:spPr>
                <a:xfrm>
                  <a:off x="4751460" y="5738079"/>
                  <a:ext cx="1101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15" name="Ink 214">
                  <a:extLst>
                    <a:ext uri="{FF2B5EF4-FFF2-40B4-BE49-F238E27FC236}">
                      <a16:creationId xmlns:a16="http://schemas.microsoft.com/office/drawing/2014/main" id="{FB96E1E6-165D-4C5B-8019-2474B17A6C71}"/>
                    </a:ext>
                  </a:extLst>
                </p14:cNvPr>
                <p14:cNvContentPartPr/>
                <p14:nvPr/>
              </p14:nvContentPartPr>
              <p14:xfrm>
                <a:off x="4644180" y="5849679"/>
                <a:ext cx="264960" cy="94320"/>
              </p14:xfrm>
            </p:contentPart>
          </mc:Choice>
          <mc:Fallback xmlns="">
            <p:pic>
              <p:nvPicPr>
                <p:cNvPr id="215" name="Ink 214">
                  <a:extLst>
                    <a:ext uri="{FF2B5EF4-FFF2-40B4-BE49-F238E27FC236}">
                      <a16:creationId xmlns:a16="http://schemas.microsoft.com/office/drawing/2014/main" id="{FB96E1E6-165D-4C5B-8019-2474B17A6C71}"/>
                    </a:ext>
                  </a:extLst>
                </p:cNvPr>
                <p:cNvPicPr/>
                <p:nvPr/>
              </p:nvPicPr>
              <p:blipFill>
                <a:blip r:embed="rId248"/>
                <a:stretch>
                  <a:fillRect/>
                </a:stretch>
              </p:blipFill>
              <p:spPr>
                <a:xfrm>
                  <a:off x="4626540" y="5832039"/>
                  <a:ext cx="3006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16" name="Ink 215">
                  <a:extLst>
                    <a:ext uri="{FF2B5EF4-FFF2-40B4-BE49-F238E27FC236}">
                      <a16:creationId xmlns:a16="http://schemas.microsoft.com/office/drawing/2014/main" id="{894ED579-2042-447F-A119-B689E0CACDDE}"/>
                    </a:ext>
                  </a:extLst>
                </p14:cNvPr>
                <p14:cNvContentPartPr/>
                <p14:nvPr/>
              </p14:nvContentPartPr>
              <p14:xfrm>
                <a:off x="4405860" y="5667159"/>
                <a:ext cx="272520" cy="336960"/>
              </p14:xfrm>
            </p:contentPart>
          </mc:Choice>
          <mc:Fallback xmlns="">
            <p:pic>
              <p:nvPicPr>
                <p:cNvPr id="216" name="Ink 215">
                  <a:extLst>
                    <a:ext uri="{FF2B5EF4-FFF2-40B4-BE49-F238E27FC236}">
                      <a16:creationId xmlns:a16="http://schemas.microsoft.com/office/drawing/2014/main" id="{894ED579-2042-447F-A119-B689E0CACDDE}"/>
                    </a:ext>
                  </a:extLst>
                </p:cNvPr>
                <p:cNvPicPr/>
                <p:nvPr/>
              </p:nvPicPr>
              <p:blipFill>
                <a:blip r:embed="rId250"/>
                <a:stretch>
                  <a:fillRect/>
                </a:stretch>
              </p:blipFill>
              <p:spPr>
                <a:xfrm>
                  <a:off x="4387860" y="5649159"/>
                  <a:ext cx="30816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17" name="Ink 216">
                  <a:extLst>
                    <a:ext uri="{FF2B5EF4-FFF2-40B4-BE49-F238E27FC236}">
                      <a16:creationId xmlns:a16="http://schemas.microsoft.com/office/drawing/2014/main" id="{6443B4E6-710E-4808-AC80-FE25C2F9B108}"/>
                    </a:ext>
                  </a:extLst>
                </p14:cNvPr>
                <p14:cNvContentPartPr/>
                <p14:nvPr/>
              </p14:nvContentPartPr>
              <p14:xfrm>
                <a:off x="4473540" y="5533959"/>
                <a:ext cx="101880" cy="182160"/>
              </p14:xfrm>
            </p:contentPart>
          </mc:Choice>
          <mc:Fallback xmlns="">
            <p:pic>
              <p:nvPicPr>
                <p:cNvPr id="217" name="Ink 216">
                  <a:extLst>
                    <a:ext uri="{FF2B5EF4-FFF2-40B4-BE49-F238E27FC236}">
                      <a16:creationId xmlns:a16="http://schemas.microsoft.com/office/drawing/2014/main" id="{6443B4E6-710E-4808-AC80-FE25C2F9B108}"/>
                    </a:ext>
                  </a:extLst>
                </p:cNvPr>
                <p:cNvPicPr/>
                <p:nvPr/>
              </p:nvPicPr>
              <p:blipFill>
                <a:blip r:embed="rId252"/>
                <a:stretch>
                  <a:fillRect/>
                </a:stretch>
              </p:blipFill>
              <p:spPr>
                <a:xfrm>
                  <a:off x="4455540" y="5516319"/>
                  <a:ext cx="1375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18" name="Ink 217">
                  <a:extLst>
                    <a:ext uri="{FF2B5EF4-FFF2-40B4-BE49-F238E27FC236}">
                      <a16:creationId xmlns:a16="http://schemas.microsoft.com/office/drawing/2014/main" id="{4938F6F7-1560-417E-92DC-B2D6C23937B7}"/>
                    </a:ext>
                  </a:extLst>
                </p14:cNvPr>
                <p14:cNvContentPartPr/>
                <p14:nvPr/>
              </p14:nvContentPartPr>
              <p14:xfrm>
                <a:off x="4319820" y="5862639"/>
                <a:ext cx="95760" cy="141480"/>
              </p14:xfrm>
            </p:contentPart>
          </mc:Choice>
          <mc:Fallback xmlns="">
            <p:pic>
              <p:nvPicPr>
                <p:cNvPr id="218" name="Ink 217">
                  <a:extLst>
                    <a:ext uri="{FF2B5EF4-FFF2-40B4-BE49-F238E27FC236}">
                      <a16:creationId xmlns:a16="http://schemas.microsoft.com/office/drawing/2014/main" id="{4938F6F7-1560-417E-92DC-B2D6C23937B7}"/>
                    </a:ext>
                  </a:extLst>
                </p:cNvPr>
                <p:cNvPicPr/>
                <p:nvPr/>
              </p:nvPicPr>
              <p:blipFill>
                <a:blip r:embed="rId254"/>
                <a:stretch>
                  <a:fillRect/>
                </a:stretch>
              </p:blipFill>
              <p:spPr>
                <a:xfrm>
                  <a:off x="4302180" y="5844639"/>
                  <a:ext cx="1314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19" name="Ink 218">
                  <a:extLst>
                    <a:ext uri="{FF2B5EF4-FFF2-40B4-BE49-F238E27FC236}">
                      <a16:creationId xmlns:a16="http://schemas.microsoft.com/office/drawing/2014/main" id="{B4C1BAD2-255C-4443-9DB5-8537386A4FD7}"/>
                    </a:ext>
                  </a:extLst>
                </p14:cNvPr>
                <p14:cNvContentPartPr/>
                <p14:nvPr/>
              </p14:nvContentPartPr>
              <p14:xfrm>
                <a:off x="4162860" y="5779479"/>
                <a:ext cx="97200" cy="159480"/>
              </p14:xfrm>
            </p:contentPart>
          </mc:Choice>
          <mc:Fallback xmlns="">
            <p:pic>
              <p:nvPicPr>
                <p:cNvPr id="219" name="Ink 218">
                  <a:extLst>
                    <a:ext uri="{FF2B5EF4-FFF2-40B4-BE49-F238E27FC236}">
                      <a16:creationId xmlns:a16="http://schemas.microsoft.com/office/drawing/2014/main" id="{B4C1BAD2-255C-4443-9DB5-8537386A4FD7}"/>
                    </a:ext>
                  </a:extLst>
                </p:cNvPr>
                <p:cNvPicPr/>
                <p:nvPr/>
              </p:nvPicPr>
              <p:blipFill>
                <a:blip r:embed="rId256"/>
                <a:stretch>
                  <a:fillRect/>
                </a:stretch>
              </p:blipFill>
              <p:spPr>
                <a:xfrm>
                  <a:off x="4145220" y="5761839"/>
                  <a:ext cx="1328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21" name="Ink 220">
                  <a:extLst>
                    <a:ext uri="{FF2B5EF4-FFF2-40B4-BE49-F238E27FC236}">
                      <a16:creationId xmlns:a16="http://schemas.microsoft.com/office/drawing/2014/main" id="{59C15CCD-8A20-4514-9422-99D41A9A3487}"/>
                    </a:ext>
                  </a:extLst>
                </p14:cNvPr>
                <p14:cNvContentPartPr/>
                <p14:nvPr/>
              </p14:nvContentPartPr>
              <p14:xfrm>
                <a:off x="2439540" y="5684799"/>
                <a:ext cx="135720" cy="149760"/>
              </p14:xfrm>
            </p:contentPart>
          </mc:Choice>
          <mc:Fallback xmlns="">
            <p:pic>
              <p:nvPicPr>
                <p:cNvPr id="221" name="Ink 220">
                  <a:extLst>
                    <a:ext uri="{FF2B5EF4-FFF2-40B4-BE49-F238E27FC236}">
                      <a16:creationId xmlns:a16="http://schemas.microsoft.com/office/drawing/2014/main" id="{59C15CCD-8A20-4514-9422-99D41A9A3487}"/>
                    </a:ext>
                  </a:extLst>
                </p:cNvPr>
                <p:cNvPicPr/>
                <p:nvPr/>
              </p:nvPicPr>
              <p:blipFill>
                <a:blip r:embed="rId258"/>
                <a:stretch>
                  <a:fillRect/>
                </a:stretch>
              </p:blipFill>
              <p:spPr>
                <a:xfrm>
                  <a:off x="2421900" y="5667159"/>
                  <a:ext cx="17136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22" name="Ink 221">
                  <a:extLst>
                    <a:ext uri="{FF2B5EF4-FFF2-40B4-BE49-F238E27FC236}">
                      <a16:creationId xmlns:a16="http://schemas.microsoft.com/office/drawing/2014/main" id="{E234069D-6FE5-48F2-938C-799E0446B549}"/>
                    </a:ext>
                  </a:extLst>
                </p14:cNvPr>
                <p14:cNvContentPartPr/>
                <p14:nvPr/>
              </p14:nvContentPartPr>
              <p14:xfrm>
                <a:off x="2560500" y="5712159"/>
                <a:ext cx="54360" cy="183960"/>
              </p14:xfrm>
            </p:contentPart>
          </mc:Choice>
          <mc:Fallback xmlns="">
            <p:pic>
              <p:nvPicPr>
                <p:cNvPr id="222" name="Ink 221">
                  <a:extLst>
                    <a:ext uri="{FF2B5EF4-FFF2-40B4-BE49-F238E27FC236}">
                      <a16:creationId xmlns:a16="http://schemas.microsoft.com/office/drawing/2014/main" id="{E234069D-6FE5-48F2-938C-799E0446B549}"/>
                    </a:ext>
                  </a:extLst>
                </p:cNvPr>
                <p:cNvPicPr/>
                <p:nvPr/>
              </p:nvPicPr>
              <p:blipFill>
                <a:blip r:embed="rId260"/>
                <a:stretch>
                  <a:fillRect/>
                </a:stretch>
              </p:blipFill>
              <p:spPr>
                <a:xfrm>
                  <a:off x="2542500" y="5694519"/>
                  <a:ext cx="900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23" name="Ink 222">
                  <a:extLst>
                    <a:ext uri="{FF2B5EF4-FFF2-40B4-BE49-F238E27FC236}">
                      <a16:creationId xmlns:a16="http://schemas.microsoft.com/office/drawing/2014/main" id="{1F74324E-3A21-495F-87ED-905D15426D66}"/>
                    </a:ext>
                  </a:extLst>
                </p14:cNvPr>
                <p14:cNvContentPartPr/>
                <p14:nvPr/>
              </p14:nvContentPartPr>
              <p14:xfrm>
                <a:off x="2681100" y="5676159"/>
                <a:ext cx="162360" cy="202320"/>
              </p14:xfrm>
            </p:contentPart>
          </mc:Choice>
          <mc:Fallback xmlns="">
            <p:pic>
              <p:nvPicPr>
                <p:cNvPr id="223" name="Ink 222">
                  <a:extLst>
                    <a:ext uri="{FF2B5EF4-FFF2-40B4-BE49-F238E27FC236}">
                      <a16:creationId xmlns:a16="http://schemas.microsoft.com/office/drawing/2014/main" id="{1F74324E-3A21-495F-87ED-905D15426D66}"/>
                    </a:ext>
                  </a:extLst>
                </p:cNvPr>
                <p:cNvPicPr/>
                <p:nvPr/>
              </p:nvPicPr>
              <p:blipFill>
                <a:blip r:embed="rId262"/>
                <a:stretch>
                  <a:fillRect/>
                </a:stretch>
              </p:blipFill>
              <p:spPr>
                <a:xfrm>
                  <a:off x="2663460" y="5658519"/>
                  <a:ext cx="1980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25" name="Ink 224">
                  <a:extLst>
                    <a:ext uri="{FF2B5EF4-FFF2-40B4-BE49-F238E27FC236}">
                      <a16:creationId xmlns:a16="http://schemas.microsoft.com/office/drawing/2014/main" id="{E44588DB-0C4E-47A6-802B-2A9B2F85CAB9}"/>
                    </a:ext>
                  </a:extLst>
                </p14:cNvPr>
                <p14:cNvContentPartPr/>
                <p14:nvPr/>
              </p14:nvContentPartPr>
              <p14:xfrm>
                <a:off x="2884860" y="5612079"/>
                <a:ext cx="13320" cy="57960"/>
              </p14:xfrm>
            </p:contentPart>
          </mc:Choice>
          <mc:Fallback xmlns="">
            <p:pic>
              <p:nvPicPr>
                <p:cNvPr id="225" name="Ink 224">
                  <a:extLst>
                    <a:ext uri="{FF2B5EF4-FFF2-40B4-BE49-F238E27FC236}">
                      <a16:creationId xmlns:a16="http://schemas.microsoft.com/office/drawing/2014/main" id="{E44588DB-0C4E-47A6-802B-2A9B2F85CAB9}"/>
                    </a:ext>
                  </a:extLst>
                </p:cNvPr>
                <p:cNvPicPr/>
                <p:nvPr/>
              </p:nvPicPr>
              <p:blipFill>
                <a:blip r:embed="rId264"/>
                <a:stretch>
                  <a:fillRect/>
                </a:stretch>
              </p:blipFill>
              <p:spPr>
                <a:xfrm>
                  <a:off x="2866860" y="5594079"/>
                  <a:ext cx="489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26" name="Ink 225">
                  <a:extLst>
                    <a:ext uri="{FF2B5EF4-FFF2-40B4-BE49-F238E27FC236}">
                      <a16:creationId xmlns:a16="http://schemas.microsoft.com/office/drawing/2014/main" id="{CCAF6595-D569-4091-AF9D-C7BABDFEBED8}"/>
                    </a:ext>
                  </a:extLst>
                </p14:cNvPr>
                <p14:cNvContentPartPr/>
                <p14:nvPr/>
              </p14:nvContentPartPr>
              <p14:xfrm>
                <a:off x="2942460" y="5580759"/>
                <a:ext cx="15480" cy="88920"/>
              </p14:xfrm>
            </p:contentPart>
          </mc:Choice>
          <mc:Fallback xmlns="">
            <p:pic>
              <p:nvPicPr>
                <p:cNvPr id="226" name="Ink 225">
                  <a:extLst>
                    <a:ext uri="{FF2B5EF4-FFF2-40B4-BE49-F238E27FC236}">
                      <a16:creationId xmlns:a16="http://schemas.microsoft.com/office/drawing/2014/main" id="{CCAF6595-D569-4091-AF9D-C7BABDFEBED8}"/>
                    </a:ext>
                  </a:extLst>
                </p:cNvPr>
                <p:cNvPicPr/>
                <p:nvPr/>
              </p:nvPicPr>
              <p:blipFill>
                <a:blip r:embed="rId266"/>
                <a:stretch>
                  <a:fillRect/>
                </a:stretch>
              </p:blipFill>
              <p:spPr>
                <a:xfrm>
                  <a:off x="2924460" y="5563119"/>
                  <a:ext cx="511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48" name="Ink 247">
                  <a:extLst>
                    <a:ext uri="{FF2B5EF4-FFF2-40B4-BE49-F238E27FC236}">
                      <a16:creationId xmlns:a16="http://schemas.microsoft.com/office/drawing/2014/main" id="{114CBD1D-6703-4AF5-964A-A817C5AF6A08}"/>
                    </a:ext>
                  </a:extLst>
                </p14:cNvPr>
                <p14:cNvContentPartPr/>
                <p14:nvPr/>
              </p14:nvContentPartPr>
              <p14:xfrm>
                <a:off x="8371260" y="6444039"/>
                <a:ext cx="96120" cy="121320"/>
              </p14:xfrm>
            </p:contentPart>
          </mc:Choice>
          <mc:Fallback xmlns="">
            <p:pic>
              <p:nvPicPr>
                <p:cNvPr id="248" name="Ink 247">
                  <a:extLst>
                    <a:ext uri="{FF2B5EF4-FFF2-40B4-BE49-F238E27FC236}">
                      <a16:creationId xmlns:a16="http://schemas.microsoft.com/office/drawing/2014/main" id="{114CBD1D-6703-4AF5-964A-A817C5AF6A08}"/>
                    </a:ext>
                  </a:extLst>
                </p:cNvPr>
                <p:cNvPicPr/>
                <p:nvPr/>
              </p:nvPicPr>
              <p:blipFill>
                <a:blip r:embed="rId268"/>
                <a:stretch>
                  <a:fillRect/>
                </a:stretch>
              </p:blipFill>
              <p:spPr>
                <a:xfrm>
                  <a:off x="8353260" y="6426039"/>
                  <a:ext cx="1317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49" name="Ink 248">
                  <a:extLst>
                    <a:ext uri="{FF2B5EF4-FFF2-40B4-BE49-F238E27FC236}">
                      <a16:creationId xmlns:a16="http://schemas.microsoft.com/office/drawing/2014/main" id="{A5613517-C2D3-4E34-95AD-2166E10FD3AE}"/>
                    </a:ext>
                  </a:extLst>
                </p14:cNvPr>
                <p14:cNvContentPartPr/>
                <p14:nvPr/>
              </p14:nvContentPartPr>
              <p14:xfrm>
                <a:off x="8477820" y="6493719"/>
                <a:ext cx="23040" cy="129960"/>
              </p14:xfrm>
            </p:contentPart>
          </mc:Choice>
          <mc:Fallback xmlns="">
            <p:pic>
              <p:nvPicPr>
                <p:cNvPr id="249" name="Ink 248">
                  <a:extLst>
                    <a:ext uri="{FF2B5EF4-FFF2-40B4-BE49-F238E27FC236}">
                      <a16:creationId xmlns:a16="http://schemas.microsoft.com/office/drawing/2014/main" id="{A5613517-C2D3-4E34-95AD-2166E10FD3AE}"/>
                    </a:ext>
                  </a:extLst>
                </p:cNvPr>
                <p:cNvPicPr/>
                <p:nvPr/>
              </p:nvPicPr>
              <p:blipFill>
                <a:blip r:embed="rId270"/>
                <a:stretch>
                  <a:fillRect/>
                </a:stretch>
              </p:blipFill>
              <p:spPr>
                <a:xfrm>
                  <a:off x="8460180" y="6476079"/>
                  <a:ext cx="586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50" name="Ink 249">
                  <a:extLst>
                    <a:ext uri="{FF2B5EF4-FFF2-40B4-BE49-F238E27FC236}">
                      <a16:creationId xmlns:a16="http://schemas.microsoft.com/office/drawing/2014/main" id="{B1264CCE-0459-4631-B834-FBA8CCDD479B}"/>
                    </a:ext>
                  </a:extLst>
                </p14:cNvPr>
                <p14:cNvContentPartPr/>
                <p14:nvPr/>
              </p14:nvContentPartPr>
              <p14:xfrm>
                <a:off x="8586900" y="6489759"/>
                <a:ext cx="90000" cy="127800"/>
              </p14:xfrm>
            </p:contentPart>
          </mc:Choice>
          <mc:Fallback xmlns="">
            <p:pic>
              <p:nvPicPr>
                <p:cNvPr id="250" name="Ink 249">
                  <a:extLst>
                    <a:ext uri="{FF2B5EF4-FFF2-40B4-BE49-F238E27FC236}">
                      <a16:creationId xmlns:a16="http://schemas.microsoft.com/office/drawing/2014/main" id="{B1264CCE-0459-4631-B834-FBA8CCDD479B}"/>
                    </a:ext>
                  </a:extLst>
                </p:cNvPr>
                <p:cNvPicPr/>
                <p:nvPr/>
              </p:nvPicPr>
              <p:blipFill>
                <a:blip r:embed="rId272"/>
                <a:stretch>
                  <a:fillRect/>
                </a:stretch>
              </p:blipFill>
              <p:spPr>
                <a:xfrm>
                  <a:off x="8569260" y="6472119"/>
                  <a:ext cx="1256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51" name="Ink 250">
                  <a:extLst>
                    <a:ext uri="{FF2B5EF4-FFF2-40B4-BE49-F238E27FC236}">
                      <a16:creationId xmlns:a16="http://schemas.microsoft.com/office/drawing/2014/main" id="{197BF3C9-9F5E-4D4C-9CD8-721B2C12484F}"/>
                    </a:ext>
                  </a:extLst>
                </p14:cNvPr>
                <p14:cNvContentPartPr/>
                <p14:nvPr/>
              </p14:nvContentPartPr>
              <p14:xfrm>
                <a:off x="8784900" y="6483279"/>
                <a:ext cx="98640" cy="145800"/>
              </p14:xfrm>
            </p:contentPart>
          </mc:Choice>
          <mc:Fallback xmlns="">
            <p:pic>
              <p:nvPicPr>
                <p:cNvPr id="251" name="Ink 250">
                  <a:extLst>
                    <a:ext uri="{FF2B5EF4-FFF2-40B4-BE49-F238E27FC236}">
                      <a16:creationId xmlns:a16="http://schemas.microsoft.com/office/drawing/2014/main" id="{197BF3C9-9F5E-4D4C-9CD8-721B2C12484F}"/>
                    </a:ext>
                  </a:extLst>
                </p:cNvPr>
                <p:cNvPicPr/>
                <p:nvPr/>
              </p:nvPicPr>
              <p:blipFill>
                <a:blip r:embed="rId274"/>
                <a:stretch>
                  <a:fillRect/>
                </a:stretch>
              </p:blipFill>
              <p:spPr>
                <a:xfrm>
                  <a:off x="8767260" y="6465639"/>
                  <a:ext cx="1342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52" name="Ink 251">
                  <a:extLst>
                    <a:ext uri="{FF2B5EF4-FFF2-40B4-BE49-F238E27FC236}">
                      <a16:creationId xmlns:a16="http://schemas.microsoft.com/office/drawing/2014/main" id="{F9B2ED1E-7BF9-45B2-A0E6-2F902CC2743E}"/>
                    </a:ext>
                  </a:extLst>
                </p14:cNvPr>
                <p14:cNvContentPartPr/>
                <p14:nvPr/>
              </p14:nvContentPartPr>
              <p14:xfrm>
                <a:off x="8840700" y="6440439"/>
                <a:ext cx="73080" cy="31680"/>
              </p14:xfrm>
            </p:contentPart>
          </mc:Choice>
          <mc:Fallback xmlns="">
            <p:pic>
              <p:nvPicPr>
                <p:cNvPr id="252" name="Ink 251">
                  <a:extLst>
                    <a:ext uri="{FF2B5EF4-FFF2-40B4-BE49-F238E27FC236}">
                      <a16:creationId xmlns:a16="http://schemas.microsoft.com/office/drawing/2014/main" id="{F9B2ED1E-7BF9-45B2-A0E6-2F902CC2743E}"/>
                    </a:ext>
                  </a:extLst>
                </p:cNvPr>
                <p:cNvPicPr/>
                <p:nvPr/>
              </p:nvPicPr>
              <p:blipFill>
                <a:blip r:embed="rId276"/>
                <a:stretch>
                  <a:fillRect/>
                </a:stretch>
              </p:blipFill>
              <p:spPr>
                <a:xfrm>
                  <a:off x="8822700" y="6422799"/>
                  <a:ext cx="1087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53" name="Ink 252">
                  <a:extLst>
                    <a:ext uri="{FF2B5EF4-FFF2-40B4-BE49-F238E27FC236}">
                      <a16:creationId xmlns:a16="http://schemas.microsoft.com/office/drawing/2014/main" id="{4EA8F28B-DFBE-44DB-95FB-D93C2AAD0AF0}"/>
                    </a:ext>
                  </a:extLst>
                </p14:cNvPr>
                <p14:cNvContentPartPr/>
                <p14:nvPr/>
              </p14:nvContentPartPr>
              <p14:xfrm>
                <a:off x="8119260" y="6512799"/>
                <a:ext cx="82440" cy="123120"/>
              </p14:xfrm>
            </p:contentPart>
          </mc:Choice>
          <mc:Fallback xmlns="">
            <p:pic>
              <p:nvPicPr>
                <p:cNvPr id="253" name="Ink 252">
                  <a:extLst>
                    <a:ext uri="{FF2B5EF4-FFF2-40B4-BE49-F238E27FC236}">
                      <a16:creationId xmlns:a16="http://schemas.microsoft.com/office/drawing/2014/main" id="{4EA8F28B-DFBE-44DB-95FB-D93C2AAD0AF0}"/>
                    </a:ext>
                  </a:extLst>
                </p:cNvPr>
                <p:cNvPicPr/>
                <p:nvPr/>
              </p:nvPicPr>
              <p:blipFill>
                <a:blip r:embed="rId278"/>
                <a:stretch>
                  <a:fillRect/>
                </a:stretch>
              </p:blipFill>
              <p:spPr>
                <a:xfrm>
                  <a:off x="8101620" y="6495159"/>
                  <a:ext cx="1180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54" name="Ink 253">
                  <a:extLst>
                    <a:ext uri="{FF2B5EF4-FFF2-40B4-BE49-F238E27FC236}">
                      <a16:creationId xmlns:a16="http://schemas.microsoft.com/office/drawing/2014/main" id="{6B8E1C9E-1140-4294-A86F-0B4192457C1A}"/>
                    </a:ext>
                  </a:extLst>
                </p14:cNvPr>
                <p14:cNvContentPartPr/>
                <p14:nvPr/>
              </p14:nvContentPartPr>
              <p14:xfrm>
                <a:off x="8007660" y="6591999"/>
                <a:ext cx="45720" cy="19440"/>
              </p14:xfrm>
            </p:contentPart>
          </mc:Choice>
          <mc:Fallback xmlns="">
            <p:pic>
              <p:nvPicPr>
                <p:cNvPr id="254" name="Ink 253">
                  <a:extLst>
                    <a:ext uri="{FF2B5EF4-FFF2-40B4-BE49-F238E27FC236}">
                      <a16:creationId xmlns:a16="http://schemas.microsoft.com/office/drawing/2014/main" id="{6B8E1C9E-1140-4294-A86F-0B4192457C1A}"/>
                    </a:ext>
                  </a:extLst>
                </p:cNvPr>
                <p:cNvPicPr/>
                <p:nvPr/>
              </p:nvPicPr>
              <p:blipFill>
                <a:blip r:embed="rId280"/>
                <a:stretch>
                  <a:fillRect/>
                </a:stretch>
              </p:blipFill>
              <p:spPr>
                <a:xfrm>
                  <a:off x="7989660" y="6574359"/>
                  <a:ext cx="813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55" name="Ink 254">
                  <a:extLst>
                    <a:ext uri="{FF2B5EF4-FFF2-40B4-BE49-F238E27FC236}">
                      <a16:creationId xmlns:a16="http://schemas.microsoft.com/office/drawing/2014/main" id="{6F75B191-B69E-4788-BCC8-4BB3AD681C54}"/>
                    </a:ext>
                  </a:extLst>
                </p14:cNvPr>
                <p14:cNvContentPartPr/>
                <p14:nvPr/>
              </p14:nvContentPartPr>
              <p14:xfrm>
                <a:off x="7936740" y="6569679"/>
                <a:ext cx="108360" cy="113760"/>
              </p14:xfrm>
            </p:contentPart>
          </mc:Choice>
          <mc:Fallback xmlns="">
            <p:pic>
              <p:nvPicPr>
                <p:cNvPr id="255" name="Ink 254">
                  <a:extLst>
                    <a:ext uri="{FF2B5EF4-FFF2-40B4-BE49-F238E27FC236}">
                      <a16:creationId xmlns:a16="http://schemas.microsoft.com/office/drawing/2014/main" id="{6F75B191-B69E-4788-BCC8-4BB3AD681C54}"/>
                    </a:ext>
                  </a:extLst>
                </p:cNvPr>
                <p:cNvPicPr/>
                <p:nvPr/>
              </p:nvPicPr>
              <p:blipFill>
                <a:blip r:embed="rId282"/>
                <a:stretch>
                  <a:fillRect/>
                </a:stretch>
              </p:blipFill>
              <p:spPr>
                <a:xfrm>
                  <a:off x="7919100" y="6551679"/>
                  <a:ext cx="1440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56" name="Ink 255">
                  <a:extLst>
                    <a:ext uri="{FF2B5EF4-FFF2-40B4-BE49-F238E27FC236}">
                      <a16:creationId xmlns:a16="http://schemas.microsoft.com/office/drawing/2014/main" id="{90B87B2A-A349-44DA-9BF8-2FB10B2F0342}"/>
                    </a:ext>
                  </a:extLst>
                </p14:cNvPr>
                <p14:cNvContentPartPr/>
                <p14:nvPr/>
              </p14:nvContentPartPr>
              <p14:xfrm>
                <a:off x="7691580" y="6599559"/>
                <a:ext cx="167040" cy="134280"/>
              </p14:xfrm>
            </p:contentPart>
          </mc:Choice>
          <mc:Fallback xmlns="">
            <p:pic>
              <p:nvPicPr>
                <p:cNvPr id="256" name="Ink 255">
                  <a:extLst>
                    <a:ext uri="{FF2B5EF4-FFF2-40B4-BE49-F238E27FC236}">
                      <a16:creationId xmlns:a16="http://schemas.microsoft.com/office/drawing/2014/main" id="{90B87B2A-A349-44DA-9BF8-2FB10B2F0342}"/>
                    </a:ext>
                  </a:extLst>
                </p:cNvPr>
                <p:cNvPicPr/>
                <p:nvPr/>
              </p:nvPicPr>
              <p:blipFill>
                <a:blip r:embed="rId284"/>
                <a:stretch>
                  <a:fillRect/>
                </a:stretch>
              </p:blipFill>
              <p:spPr>
                <a:xfrm>
                  <a:off x="7673580" y="6581559"/>
                  <a:ext cx="2026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57" name="Ink 256">
                  <a:extLst>
                    <a:ext uri="{FF2B5EF4-FFF2-40B4-BE49-F238E27FC236}">
                      <a16:creationId xmlns:a16="http://schemas.microsoft.com/office/drawing/2014/main" id="{5A7C26C8-F36E-4BC7-BDF8-DB66A71D687E}"/>
                    </a:ext>
                  </a:extLst>
                </p14:cNvPr>
                <p14:cNvContentPartPr/>
                <p14:nvPr/>
              </p14:nvContentPartPr>
              <p14:xfrm>
                <a:off x="7663500" y="6562119"/>
                <a:ext cx="50760" cy="93600"/>
              </p14:xfrm>
            </p:contentPart>
          </mc:Choice>
          <mc:Fallback xmlns="">
            <p:pic>
              <p:nvPicPr>
                <p:cNvPr id="257" name="Ink 256">
                  <a:extLst>
                    <a:ext uri="{FF2B5EF4-FFF2-40B4-BE49-F238E27FC236}">
                      <a16:creationId xmlns:a16="http://schemas.microsoft.com/office/drawing/2014/main" id="{5A7C26C8-F36E-4BC7-BDF8-DB66A71D687E}"/>
                    </a:ext>
                  </a:extLst>
                </p:cNvPr>
                <p:cNvPicPr/>
                <p:nvPr/>
              </p:nvPicPr>
              <p:blipFill>
                <a:blip r:embed="rId286"/>
                <a:stretch>
                  <a:fillRect/>
                </a:stretch>
              </p:blipFill>
              <p:spPr>
                <a:xfrm>
                  <a:off x="7645860" y="6544119"/>
                  <a:ext cx="864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58" name="Ink 257">
                  <a:extLst>
                    <a:ext uri="{FF2B5EF4-FFF2-40B4-BE49-F238E27FC236}">
                      <a16:creationId xmlns:a16="http://schemas.microsoft.com/office/drawing/2014/main" id="{34FEA0D9-7D79-444D-9E70-F8C0312A09D5}"/>
                    </a:ext>
                  </a:extLst>
                </p14:cNvPr>
                <p14:cNvContentPartPr/>
                <p14:nvPr/>
              </p14:nvContentPartPr>
              <p14:xfrm>
                <a:off x="7609860" y="6452679"/>
                <a:ext cx="55080" cy="42120"/>
              </p14:xfrm>
            </p:contentPart>
          </mc:Choice>
          <mc:Fallback xmlns="">
            <p:pic>
              <p:nvPicPr>
                <p:cNvPr id="258" name="Ink 257">
                  <a:extLst>
                    <a:ext uri="{FF2B5EF4-FFF2-40B4-BE49-F238E27FC236}">
                      <a16:creationId xmlns:a16="http://schemas.microsoft.com/office/drawing/2014/main" id="{34FEA0D9-7D79-444D-9E70-F8C0312A09D5}"/>
                    </a:ext>
                  </a:extLst>
                </p:cNvPr>
                <p:cNvPicPr/>
                <p:nvPr/>
              </p:nvPicPr>
              <p:blipFill>
                <a:blip r:embed="rId288"/>
                <a:stretch>
                  <a:fillRect/>
                </a:stretch>
              </p:blipFill>
              <p:spPr>
                <a:xfrm>
                  <a:off x="7591860" y="6435039"/>
                  <a:ext cx="9072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59" name="Ink 258">
                  <a:extLst>
                    <a:ext uri="{FF2B5EF4-FFF2-40B4-BE49-F238E27FC236}">
                      <a16:creationId xmlns:a16="http://schemas.microsoft.com/office/drawing/2014/main" id="{7CED8539-39C7-47E3-982C-E26A6CCB0793}"/>
                    </a:ext>
                  </a:extLst>
                </p14:cNvPr>
                <p14:cNvContentPartPr/>
                <p14:nvPr/>
              </p14:nvContentPartPr>
              <p14:xfrm>
                <a:off x="7401780" y="6479679"/>
                <a:ext cx="153000" cy="163800"/>
              </p14:xfrm>
            </p:contentPart>
          </mc:Choice>
          <mc:Fallback xmlns="">
            <p:pic>
              <p:nvPicPr>
                <p:cNvPr id="259" name="Ink 258">
                  <a:extLst>
                    <a:ext uri="{FF2B5EF4-FFF2-40B4-BE49-F238E27FC236}">
                      <a16:creationId xmlns:a16="http://schemas.microsoft.com/office/drawing/2014/main" id="{7CED8539-39C7-47E3-982C-E26A6CCB0793}"/>
                    </a:ext>
                  </a:extLst>
                </p:cNvPr>
                <p:cNvPicPr/>
                <p:nvPr/>
              </p:nvPicPr>
              <p:blipFill>
                <a:blip r:embed="rId290"/>
                <a:stretch>
                  <a:fillRect/>
                </a:stretch>
              </p:blipFill>
              <p:spPr>
                <a:xfrm>
                  <a:off x="7383780" y="6461679"/>
                  <a:ext cx="1886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60" name="Ink 259">
                  <a:extLst>
                    <a:ext uri="{FF2B5EF4-FFF2-40B4-BE49-F238E27FC236}">
                      <a16:creationId xmlns:a16="http://schemas.microsoft.com/office/drawing/2014/main" id="{21F1E605-01CA-4E66-8F6D-A7EB9E980054}"/>
                    </a:ext>
                  </a:extLst>
                </p14:cNvPr>
                <p14:cNvContentPartPr/>
                <p14:nvPr/>
              </p14:nvContentPartPr>
              <p14:xfrm>
                <a:off x="7438500" y="6381399"/>
                <a:ext cx="1800" cy="1440"/>
              </p14:xfrm>
            </p:contentPart>
          </mc:Choice>
          <mc:Fallback xmlns="">
            <p:pic>
              <p:nvPicPr>
                <p:cNvPr id="260" name="Ink 259">
                  <a:extLst>
                    <a:ext uri="{FF2B5EF4-FFF2-40B4-BE49-F238E27FC236}">
                      <a16:creationId xmlns:a16="http://schemas.microsoft.com/office/drawing/2014/main" id="{21F1E605-01CA-4E66-8F6D-A7EB9E980054}"/>
                    </a:ext>
                  </a:extLst>
                </p:cNvPr>
                <p:cNvPicPr/>
                <p:nvPr/>
              </p:nvPicPr>
              <p:blipFill>
                <a:blip r:embed="rId292"/>
                <a:stretch>
                  <a:fillRect/>
                </a:stretch>
              </p:blipFill>
              <p:spPr>
                <a:xfrm>
                  <a:off x="7420500" y="6363759"/>
                  <a:ext cx="374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61" name="Ink 260">
                  <a:extLst>
                    <a:ext uri="{FF2B5EF4-FFF2-40B4-BE49-F238E27FC236}">
                      <a16:creationId xmlns:a16="http://schemas.microsoft.com/office/drawing/2014/main" id="{D58821D6-E319-4B1F-BD58-63BD2BA7A299}"/>
                    </a:ext>
                  </a:extLst>
                </p14:cNvPr>
                <p14:cNvContentPartPr/>
                <p14:nvPr/>
              </p14:nvContentPartPr>
              <p14:xfrm>
                <a:off x="7427340" y="6743199"/>
                <a:ext cx="85320" cy="16560"/>
              </p14:xfrm>
            </p:contentPart>
          </mc:Choice>
          <mc:Fallback xmlns="">
            <p:pic>
              <p:nvPicPr>
                <p:cNvPr id="261" name="Ink 260">
                  <a:extLst>
                    <a:ext uri="{FF2B5EF4-FFF2-40B4-BE49-F238E27FC236}">
                      <a16:creationId xmlns:a16="http://schemas.microsoft.com/office/drawing/2014/main" id="{D58821D6-E319-4B1F-BD58-63BD2BA7A299}"/>
                    </a:ext>
                  </a:extLst>
                </p:cNvPr>
                <p:cNvPicPr/>
                <p:nvPr/>
              </p:nvPicPr>
              <p:blipFill>
                <a:blip r:embed="rId294"/>
                <a:stretch>
                  <a:fillRect/>
                </a:stretch>
              </p:blipFill>
              <p:spPr>
                <a:xfrm>
                  <a:off x="7409700" y="6725199"/>
                  <a:ext cx="1209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62" name="Ink 261">
                  <a:extLst>
                    <a:ext uri="{FF2B5EF4-FFF2-40B4-BE49-F238E27FC236}">
                      <a16:creationId xmlns:a16="http://schemas.microsoft.com/office/drawing/2014/main" id="{11FA75B7-7775-4157-BD08-7FE93D75D350}"/>
                    </a:ext>
                  </a:extLst>
                </p14:cNvPr>
                <p14:cNvContentPartPr/>
                <p14:nvPr/>
              </p14:nvContentPartPr>
              <p14:xfrm>
                <a:off x="7167420" y="6432879"/>
                <a:ext cx="65520" cy="193680"/>
              </p14:xfrm>
            </p:contentPart>
          </mc:Choice>
          <mc:Fallback xmlns="">
            <p:pic>
              <p:nvPicPr>
                <p:cNvPr id="262" name="Ink 261">
                  <a:extLst>
                    <a:ext uri="{FF2B5EF4-FFF2-40B4-BE49-F238E27FC236}">
                      <a16:creationId xmlns:a16="http://schemas.microsoft.com/office/drawing/2014/main" id="{11FA75B7-7775-4157-BD08-7FE93D75D350}"/>
                    </a:ext>
                  </a:extLst>
                </p:cNvPr>
                <p:cNvPicPr/>
                <p:nvPr/>
              </p:nvPicPr>
              <p:blipFill>
                <a:blip r:embed="rId296"/>
                <a:stretch>
                  <a:fillRect/>
                </a:stretch>
              </p:blipFill>
              <p:spPr>
                <a:xfrm>
                  <a:off x="7149780" y="6415239"/>
                  <a:ext cx="10116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63" name="Ink 262">
                  <a:extLst>
                    <a:ext uri="{FF2B5EF4-FFF2-40B4-BE49-F238E27FC236}">
                      <a16:creationId xmlns:a16="http://schemas.microsoft.com/office/drawing/2014/main" id="{EE2066F6-6262-4CB5-A0C4-1F811F1E2A7A}"/>
                    </a:ext>
                  </a:extLst>
                </p14:cNvPr>
                <p14:cNvContentPartPr/>
                <p14:nvPr/>
              </p14:nvContentPartPr>
              <p14:xfrm>
                <a:off x="6856380" y="6451599"/>
                <a:ext cx="271440" cy="350280"/>
              </p14:xfrm>
            </p:contentPart>
          </mc:Choice>
          <mc:Fallback xmlns="">
            <p:pic>
              <p:nvPicPr>
                <p:cNvPr id="263" name="Ink 262">
                  <a:extLst>
                    <a:ext uri="{FF2B5EF4-FFF2-40B4-BE49-F238E27FC236}">
                      <a16:creationId xmlns:a16="http://schemas.microsoft.com/office/drawing/2014/main" id="{EE2066F6-6262-4CB5-A0C4-1F811F1E2A7A}"/>
                    </a:ext>
                  </a:extLst>
                </p:cNvPr>
                <p:cNvPicPr/>
                <p:nvPr/>
              </p:nvPicPr>
              <p:blipFill>
                <a:blip r:embed="rId298"/>
                <a:stretch>
                  <a:fillRect/>
                </a:stretch>
              </p:blipFill>
              <p:spPr>
                <a:xfrm>
                  <a:off x="6838380" y="6433599"/>
                  <a:ext cx="30708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64" name="Ink 263">
                  <a:extLst>
                    <a:ext uri="{FF2B5EF4-FFF2-40B4-BE49-F238E27FC236}">
                      <a16:creationId xmlns:a16="http://schemas.microsoft.com/office/drawing/2014/main" id="{6E7E733B-FAFA-4479-BC00-F09D3F9EA415}"/>
                    </a:ext>
                  </a:extLst>
                </p14:cNvPr>
                <p14:cNvContentPartPr/>
                <p14:nvPr/>
              </p14:nvContentPartPr>
              <p14:xfrm>
                <a:off x="6878340" y="6459519"/>
                <a:ext cx="79920" cy="56520"/>
              </p14:xfrm>
            </p:contentPart>
          </mc:Choice>
          <mc:Fallback xmlns="">
            <p:pic>
              <p:nvPicPr>
                <p:cNvPr id="264" name="Ink 263">
                  <a:extLst>
                    <a:ext uri="{FF2B5EF4-FFF2-40B4-BE49-F238E27FC236}">
                      <a16:creationId xmlns:a16="http://schemas.microsoft.com/office/drawing/2014/main" id="{6E7E733B-FAFA-4479-BC00-F09D3F9EA415}"/>
                    </a:ext>
                  </a:extLst>
                </p:cNvPr>
                <p:cNvPicPr/>
                <p:nvPr/>
              </p:nvPicPr>
              <p:blipFill>
                <a:blip r:embed="rId300"/>
                <a:stretch>
                  <a:fillRect/>
                </a:stretch>
              </p:blipFill>
              <p:spPr>
                <a:xfrm>
                  <a:off x="6860340" y="6441879"/>
                  <a:ext cx="115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65" name="Ink 264">
                  <a:extLst>
                    <a:ext uri="{FF2B5EF4-FFF2-40B4-BE49-F238E27FC236}">
                      <a16:creationId xmlns:a16="http://schemas.microsoft.com/office/drawing/2014/main" id="{3F4A0692-2F49-455E-BD15-898F5AE2ECBD}"/>
                    </a:ext>
                  </a:extLst>
                </p14:cNvPr>
                <p14:cNvContentPartPr/>
                <p14:nvPr/>
              </p14:nvContentPartPr>
              <p14:xfrm>
                <a:off x="6628500" y="6513879"/>
                <a:ext cx="197280" cy="145800"/>
              </p14:xfrm>
            </p:contentPart>
          </mc:Choice>
          <mc:Fallback xmlns="">
            <p:pic>
              <p:nvPicPr>
                <p:cNvPr id="265" name="Ink 264">
                  <a:extLst>
                    <a:ext uri="{FF2B5EF4-FFF2-40B4-BE49-F238E27FC236}">
                      <a16:creationId xmlns:a16="http://schemas.microsoft.com/office/drawing/2014/main" id="{3F4A0692-2F49-455E-BD15-898F5AE2ECBD}"/>
                    </a:ext>
                  </a:extLst>
                </p:cNvPr>
                <p:cNvPicPr/>
                <p:nvPr/>
              </p:nvPicPr>
              <p:blipFill>
                <a:blip r:embed="rId302"/>
                <a:stretch>
                  <a:fillRect/>
                </a:stretch>
              </p:blipFill>
              <p:spPr>
                <a:xfrm>
                  <a:off x="6610860" y="6496239"/>
                  <a:ext cx="2329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66" name="Ink 265">
                  <a:extLst>
                    <a:ext uri="{FF2B5EF4-FFF2-40B4-BE49-F238E27FC236}">
                      <a16:creationId xmlns:a16="http://schemas.microsoft.com/office/drawing/2014/main" id="{780EE036-AA66-4FD4-B5BE-A0600C29786C}"/>
                    </a:ext>
                  </a:extLst>
                </p14:cNvPr>
                <p14:cNvContentPartPr/>
                <p14:nvPr/>
              </p14:nvContentPartPr>
              <p14:xfrm>
                <a:off x="6670980" y="6419559"/>
                <a:ext cx="5040" cy="11880"/>
              </p14:xfrm>
            </p:contentPart>
          </mc:Choice>
          <mc:Fallback xmlns="">
            <p:pic>
              <p:nvPicPr>
                <p:cNvPr id="266" name="Ink 265">
                  <a:extLst>
                    <a:ext uri="{FF2B5EF4-FFF2-40B4-BE49-F238E27FC236}">
                      <a16:creationId xmlns:a16="http://schemas.microsoft.com/office/drawing/2014/main" id="{780EE036-AA66-4FD4-B5BE-A0600C29786C}"/>
                    </a:ext>
                  </a:extLst>
                </p:cNvPr>
                <p:cNvPicPr/>
                <p:nvPr/>
              </p:nvPicPr>
              <p:blipFill>
                <a:blip r:embed="rId304"/>
                <a:stretch>
                  <a:fillRect/>
                </a:stretch>
              </p:blipFill>
              <p:spPr>
                <a:xfrm>
                  <a:off x="6653340" y="6401919"/>
                  <a:ext cx="406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68" name="Ink 267">
                  <a:extLst>
                    <a:ext uri="{FF2B5EF4-FFF2-40B4-BE49-F238E27FC236}">
                      <a16:creationId xmlns:a16="http://schemas.microsoft.com/office/drawing/2014/main" id="{A6FEBEE5-536B-47A4-A2F5-9714B7C47028}"/>
                    </a:ext>
                  </a:extLst>
                </p14:cNvPr>
                <p14:cNvContentPartPr/>
                <p14:nvPr/>
              </p14:nvContentPartPr>
              <p14:xfrm>
                <a:off x="5921460" y="6580119"/>
                <a:ext cx="369000" cy="14760"/>
              </p14:xfrm>
            </p:contentPart>
          </mc:Choice>
          <mc:Fallback xmlns="">
            <p:pic>
              <p:nvPicPr>
                <p:cNvPr id="268" name="Ink 267">
                  <a:extLst>
                    <a:ext uri="{FF2B5EF4-FFF2-40B4-BE49-F238E27FC236}">
                      <a16:creationId xmlns:a16="http://schemas.microsoft.com/office/drawing/2014/main" id="{A6FEBEE5-536B-47A4-A2F5-9714B7C47028}"/>
                    </a:ext>
                  </a:extLst>
                </p:cNvPr>
                <p:cNvPicPr/>
                <p:nvPr/>
              </p:nvPicPr>
              <p:blipFill>
                <a:blip r:embed="rId306"/>
                <a:stretch>
                  <a:fillRect/>
                </a:stretch>
              </p:blipFill>
              <p:spPr>
                <a:xfrm>
                  <a:off x="5903820" y="6562119"/>
                  <a:ext cx="4046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69" name="Ink 268">
                  <a:extLst>
                    <a:ext uri="{FF2B5EF4-FFF2-40B4-BE49-F238E27FC236}">
                      <a16:creationId xmlns:a16="http://schemas.microsoft.com/office/drawing/2014/main" id="{949D9B4C-50EB-43AE-94FD-FEF338395C51}"/>
                    </a:ext>
                  </a:extLst>
                </p14:cNvPr>
                <p14:cNvContentPartPr/>
                <p14:nvPr/>
              </p14:nvContentPartPr>
              <p14:xfrm>
                <a:off x="5869980" y="6519639"/>
                <a:ext cx="119160" cy="155520"/>
              </p14:xfrm>
            </p:contentPart>
          </mc:Choice>
          <mc:Fallback xmlns="">
            <p:pic>
              <p:nvPicPr>
                <p:cNvPr id="269" name="Ink 268">
                  <a:extLst>
                    <a:ext uri="{FF2B5EF4-FFF2-40B4-BE49-F238E27FC236}">
                      <a16:creationId xmlns:a16="http://schemas.microsoft.com/office/drawing/2014/main" id="{949D9B4C-50EB-43AE-94FD-FEF338395C51}"/>
                    </a:ext>
                  </a:extLst>
                </p:cNvPr>
                <p:cNvPicPr/>
                <p:nvPr/>
              </p:nvPicPr>
              <p:blipFill>
                <a:blip r:embed="rId308"/>
                <a:stretch>
                  <a:fillRect/>
                </a:stretch>
              </p:blipFill>
              <p:spPr>
                <a:xfrm>
                  <a:off x="5851980" y="6501999"/>
                  <a:ext cx="1548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71" name="Ink 270">
                  <a:extLst>
                    <a:ext uri="{FF2B5EF4-FFF2-40B4-BE49-F238E27FC236}">
                      <a16:creationId xmlns:a16="http://schemas.microsoft.com/office/drawing/2014/main" id="{555E5770-0130-41CB-8D43-04EA6E724210}"/>
                    </a:ext>
                  </a:extLst>
                </p14:cNvPr>
                <p14:cNvContentPartPr/>
                <p14:nvPr/>
              </p14:nvContentPartPr>
              <p14:xfrm>
                <a:off x="5231340" y="6363759"/>
                <a:ext cx="517680" cy="255600"/>
              </p14:xfrm>
            </p:contentPart>
          </mc:Choice>
          <mc:Fallback xmlns="">
            <p:pic>
              <p:nvPicPr>
                <p:cNvPr id="271" name="Ink 270">
                  <a:extLst>
                    <a:ext uri="{FF2B5EF4-FFF2-40B4-BE49-F238E27FC236}">
                      <a16:creationId xmlns:a16="http://schemas.microsoft.com/office/drawing/2014/main" id="{555E5770-0130-41CB-8D43-04EA6E724210}"/>
                    </a:ext>
                  </a:extLst>
                </p:cNvPr>
                <p:cNvPicPr/>
                <p:nvPr/>
              </p:nvPicPr>
              <p:blipFill>
                <a:blip r:embed="rId310"/>
                <a:stretch>
                  <a:fillRect/>
                </a:stretch>
              </p:blipFill>
              <p:spPr>
                <a:xfrm>
                  <a:off x="5213340" y="6345759"/>
                  <a:ext cx="55332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72" name="Ink 271">
                  <a:extLst>
                    <a:ext uri="{FF2B5EF4-FFF2-40B4-BE49-F238E27FC236}">
                      <a16:creationId xmlns:a16="http://schemas.microsoft.com/office/drawing/2014/main" id="{C3D033D6-065B-4854-B7B7-3EA287A70A78}"/>
                    </a:ext>
                  </a:extLst>
                </p14:cNvPr>
                <p14:cNvContentPartPr/>
                <p14:nvPr/>
              </p14:nvContentPartPr>
              <p14:xfrm>
                <a:off x="5470380" y="6640599"/>
                <a:ext cx="5040" cy="1080"/>
              </p14:xfrm>
            </p:contentPart>
          </mc:Choice>
          <mc:Fallback xmlns="">
            <p:pic>
              <p:nvPicPr>
                <p:cNvPr id="272" name="Ink 271">
                  <a:extLst>
                    <a:ext uri="{FF2B5EF4-FFF2-40B4-BE49-F238E27FC236}">
                      <a16:creationId xmlns:a16="http://schemas.microsoft.com/office/drawing/2014/main" id="{C3D033D6-065B-4854-B7B7-3EA287A70A78}"/>
                    </a:ext>
                  </a:extLst>
                </p:cNvPr>
                <p:cNvPicPr/>
                <p:nvPr/>
              </p:nvPicPr>
              <p:blipFill>
                <a:blip r:embed="rId312"/>
                <a:stretch>
                  <a:fillRect/>
                </a:stretch>
              </p:blipFill>
              <p:spPr>
                <a:xfrm>
                  <a:off x="5452740" y="6622959"/>
                  <a:ext cx="406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73" name="Ink 272">
                  <a:extLst>
                    <a:ext uri="{FF2B5EF4-FFF2-40B4-BE49-F238E27FC236}">
                      <a16:creationId xmlns:a16="http://schemas.microsoft.com/office/drawing/2014/main" id="{120AFDE8-5474-4B78-8B2B-71AFB65D8E6D}"/>
                    </a:ext>
                  </a:extLst>
                </p14:cNvPr>
                <p14:cNvContentPartPr/>
                <p14:nvPr/>
              </p14:nvContentPartPr>
              <p14:xfrm>
                <a:off x="5231340" y="6392559"/>
                <a:ext cx="134640" cy="41400"/>
              </p14:xfrm>
            </p:contentPart>
          </mc:Choice>
          <mc:Fallback xmlns="">
            <p:pic>
              <p:nvPicPr>
                <p:cNvPr id="273" name="Ink 272">
                  <a:extLst>
                    <a:ext uri="{FF2B5EF4-FFF2-40B4-BE49-F238E27FC236}">
                      <a16:creationId xmlns:a16="http://schemas.microsoft.com/office/drawing/2014/main" id="{120AFDE8-5474-4B78-8B2B-71AFB65D8E6D}"/>
                    </a:ext>
                  </a:extLst>
                </p:cNvPr>
                <p:cNvPicPr/>
                <p:nvPr/>
              </p:nvPicPr>
              <p:blipFill>
                <a:blip r:embed="rId314"/>
                <a:stretch>
                  <a:fillRect/>
                </a:stretch>
              </p:blipFill>
              <p:spPr>
                <a:xfrm>
                  <a:off x="5213340" y="6374559"/>
                  <a:ext cx="170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74" name="Ink 273">
                  <a:extLst>
                    <a:ext uri="{FF2B5EF4-FFF2-40B4-BE49-F238E27FC236}">
                      <a16:creationId xmlns:a16="http://schemas.microsoft.com/office/drawing/2014/main" id="{E876A26B-BA8A-444D-B5E8-7FB8F607FE2C}"/>
                    </a:ext>
                  </a:extLst>
                </p14:cNvPr>
                <p14:cNvContentPartPr/>
                <p14:nvPr/>
              </p14:nvContentPartPr>
              <p14:xfrm>
                <a:off x="5591700" y="6266919"/>
                <a:ext cx="2520" cy="1080"/>
              </p14:xfrm>
            </p:contentPart>
          </mc:Choice>
          <mc:Fallback xmlns="">
            <p:pic>
              <p:nvPicPr>
                <p:cNvPr id="274" name="Ink 273">
                  <a:extLst>
                    <a:ext uri="{FF2B5EF4-FFF2-40B4-BE49-F238E27FC236}">
                      <a16:creationId xmlns:a16="http://schemas.microsoft.com/office/drawing/2014/main" id="{E876A26B-BA8A-444D-B5E8-7FB8F607FE2C}"/>
                    </a:ext>
                  </a:extLst>
                </p:cNvPr>
                <p:cNvPicPr/>
                <p:nvPr/>
              </p:nvPicPr>
              <p:blipFill>
                <a:blip r:embed="rId316"/>
                <a:stretch>
                  <a:fillRect/>
                </a:stretch>
              </p:blipFill>
              <p:spPr>
                <a:xfrm>
                  <a:off x="5574060" y="6249279"/>
                  <a:ext cx="381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75" name="Ink 274">
                  <a:extLst>
                    <a:ext uri="{FF2B5EF4-FFF2-40B4-BE49-F238E27FC236}">
                      <a16:creationId xmlns:a16="http://schemas.microsoft.com/office/drawing/2014/main" id="{2E3FF974-D444-4085-9CD1-BB8E07A9641C}"/>
                    </a:ext>
                  </a:extLst>
                </p14:cNvPr>
                <p14:cNvContentPartPr/>
                <p14:nvPr/>
              </p14:nvContentPartPr>
              <p14:xfrm>
                <a:off x="5051700" y="6405519"/>
                <a:ext cx="55080" cy="190440"/>
              </p14:xfrm>
            </p:contentPart>
          </mc:Choice>
          <mc:Fallback xmlns="">
            <p:pic>
              <p:nvPicPr>
                <p:cNvPr id="275" name="Ink 274">
                  <a:extLst>
                    <a:ext uri="{FF2B5EF4-FFF2-40B4-BE49-F238E27FC236}">
                      <a16:creationId xmlns:a16="http://schemas.microsoft.com/office/drawing/2014/main" id="{2E3FF974-D444-4085-9CD1-BB8E07A9641C}"/>
                    </a:ext>
                  </a:extLst>
                </p:cNvPr>
                <p:cNvPicPr/>
                <p:nvPr/>
              </p:nvPicPr>
              <p:blipFill>
                <a:blip r:embed="rId318"/>
                <a:stretch>
                  <a:fillRect/>
                </a:stretch>
              </p:blipFill>
              <p:spPr>
                <a:xfrm>
                  <a:off x="5033700" y="6387519"/>
                  <a:ext cx="907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76" name="Ink 275">
                  <a:extLst>
                    <a:ext uri="{FF2B5EF4-FFF2-40B4-BE49-F238E27FC236}">
                      <a16:creationId xmlns:a16="http://schemas.microsoft.com/office/drawing/2014/main" id="{CBDA6D6F-3341-4367-811F-0E4166D734ED}"/>
                    </a:ext>
                  </a:extLst>
                </p14:cNvPr>
                <p14:cNvContentPartPr/>
                <p14:nvPr/>
              </p14:nvContentPartPr>
              <p14:xfrm>
                <a:off x="4756860" y="6342879"/>
                <a:ext cx="232560" cy="285120"/>
              </p14:xfrm>
            </p:contentPart>
          </mc:Choice>
          <mc:Fallback xmlns="">
            <p:pic>
              <p:nvPicPr>
                <p:cNvPr id="276" name="Ink 275">
                  <a:extLst>
                    <a:ext uri="{FF2B5EF4-FFF2-40B4-BE49-F238E27FC236}">
                      <a16:creationId xmlns:a16="http://schemas.microsoft.com/office/drawing/2014/main" id="{CBDA6D6F-3341-4367-811F-0E4166D734ED}"/>
                    </a:ext>
                  </a:extLst>
                </p:cNvPr>
                <p:cNvPicPr/>
                <p:nvPr/>
              </p:nvPicPr>
              <p:blipFill>
                <a:blip r:embed="rId320"/>
                <a:stretch>
                  <a:fillRect/>
                </a:stretch>
              </p:blipFill>
              <p:spPr>
                <a:xfrm>
                  <a:off x="4738860" y="6325239"/>
                  <a:ext cx="26820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77" name="Ink 276">
                  <a:extLst>
                    <a:ext uri="{FF2B5EF4-FFF2-40B4-BE49-F238E27FC236}">
                      <a16:creationId xmlns:a16="http://schemas.microsoft.com/office/drawing/2014/main" id="{3FFD3900-D32F-426F-8327-C19E0B04A494}"/>
                    </a:ext>
                  </a:extLst>
                </p14:cNvPr>
                <p14:cNvContentPartPr/>
                <p14:nvPr/>
              </p14:nvContentPartPr>
              <p14:xfrm>
                <a:off x="4533300" y="6378159"/>
                <a:ext cx="255960" cy="299880"/>
              </p14:xfrm>
            </p:contentPart>
          </mc:Choice>
          <mc:Fallback xmlns="">
            <p:pic>
              <p:nvPicPr>
                <p:cNvPr id="277" name="Ink 276">
                  <a:extLst>
                    <a:ext uri="{FF2B5EF4-FFF2-40B4-BE49-F238E27FC236}">
                      <a16:creationId xmlns:a16="http://schemas.microsoft.com/office/drawing/2014/main" id="{3FFD3900-D32F-426F-8327-C19E0B04A494}"/>
                    </a:ext>
                  </a:extLst>
                </p:cNvPr>
                <p:cNvPicPr/>
                <p:nvPr/>
              </p:nvPicPr>
              <p:blipFill>
                <a:blip r:embed="rId322"/>
                <a:stretch>
                  <a:fillRect/>
                </a:stretch>
              </p:blipFill>
              <p:spPr>
                <a:xfrm>
                  <a:off x="4515300" y="6360159"/>
                  <a:ext cx="2916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78" name="Ink 277">
                  <a:extLst>
                    <a:ext uri="{FF2B5EF4-FFF2-40B4-BE49-F238E27FC236}">
                      <a16:creationId xmlns:a16="http://schemas.microsoft.com/office/drawing/2014/main" id="{2F42FDD6-A8F4-4B1A-9B79-0EC8EC9FC7C5}"/>
                    </a:ext>
                  </a:extLst>
                </p14:cNvPr>
                <p14:cNvContentPartPr/>
                <p14:nvPr/>
              </p14:nvContentPartPr>
              <p14:xfrm>
                <a:off x="4688820" y="6333519"/>
                <a:ext cx="76320" cy="135720"/>
              </p14:xfrm>
            </p:contentPart>
          </mc:Choice>
          <mc:Fallback xmlns="">
            <p:pic>
              <p:nvPicPr>
                <p:cNvPr id="278" name="Ink 277">
                  <a:extLst>
                    <a:ext uri="{FF2B5EF4-FFF2-40B4-BE49-F238E27FC236}">
                      <a16:creationId xmlns:a16="http://schemas.microsoft.com/office/drawing/2014/main" id="{2F42FDD6-A8F4-4B1A-9B79-0EC8EC9FC7C5}"/>
                    </a:ext>
                  </a:extLst>
                </p:cNvPr>
                <p:cNvPicPr/>
                <p:nvPr/>
              </p:nvPicPr>
              <p:blipFill>
                <a:blip r:embed="rId324"/>
                <a:stretch>
                  <a:fillRect/>
                </a:stretch>
              </p:blipFill>
              <p:spPr>
                <a:xfrm>
                  <a:off x="4670820" y="6315519"/>
                  <a:ext cx="1119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79" name="Ink 278">
                  <a:extLst>
                    <a:ext uri="{FF2B5EF4-FFF2-40B4-BE49-F238E27FC236}">
                      <a16:creationId xmlns:a16="http://schemas.microsoft.com/office/drawing/2014/main" id="{483F3449-B7EE-4819-AC07-A5D05E56A147}"/>
                    </a:ext>
                  </a:extLst>
                </p14:cNvPr>
                <p14:cNvContentPartPr/>
                <p14:nvPr/>
              </p14:nvContentPartPr>
              <p14:xfrm>
                <a:off x="4463460" y="6281319"/>
                <a:ext cx="75600" cy="90720"/>
              </p14:xfrm>
            </p:contentPart>
          </mc:Choice>
          <mc:Fallback xmlns="">
            <p:pic>
              <p:nvPicPr>
                <p:cNvPr id="279" name="Ink 278">
                  <a:extLst>
                    <a:ext uri="{FF2B5EF4-FFF2-40B4-BE49-F238E27FC236}">
                      <a16:creationId xmlns:a16="http://schemas.microsoft.com/office/drawing/2014/main" id="{483F3449-B7EE-4819-AC07-A5D05E56A147}"/>
                    </a:ext>
                  </a:extLst>
                </p:cNvPr>
                <p:cNvPicPr/>
                <p:nvPr/>
              </p:nvPicPr>
              <p:blipFill>
                <a:blip r:embed="rId326"/>
                <a:stretch>
                  <a:fillRect/>
                </a:stretch>
              </p:blipFill>
              <p:spPr>
                <a:xfrm>
                  <a:off x="4445820" y="6263679"/>
                  <a:ext cx="1112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80" name="Ink 279">
                  <a:extLst>
                    <a:ext uri="{FF2B5EF4-FFF2-40B4-BE49-F238E27FC236}">
                      <a16:creationId xmlns:a16="http://schemas.microsoft.com/office/drawing/2014/main" id="{A09D75C3-BE10-440B-BD26-A733369C8973}"/>
                    </a:ext>
                  </a:extLst>
                </p14:cNvPr>
                <p14:cNvContentPartPr/>
                <p14:nvPr/>
              </p14:nvContentPartPr>
              <p14:xfrm>
                <a:off x="4780620" y="6246759"/>
                <a:ext cx="3240" cy="7200"/>
              </p14:xfrm>
            </p:contentPart>
          </mc:Choice>
          <mc:Fallback xmlns="">
            <p:pic>
              <p:nvPicPr>
                <p:cNvPr id="280" name="Ink 279">
                  <a:extLst>
                    <a:ext uri="{FF2B5EF4-FFF2-40B4-BE49-F238E27FC236}">
                      <a16:creationId xmlns:a16="http://schemas.microsoft.com/office/drawing/2014/main" id="{A09D75C3-BE10-440B-BD26-A733369C8973}"/>
                    </a:ext>
                  </a:extLst>
                </p:cNvPr>
                <p:cNvPicPr/>
                <p:nvPr/>
              </p:nvPicPr>
              <p:blipFill>
                <a:blip r:embed="rId328"/>
                <a:stretch>
                  <a:fillRect/>
                </a:stretch>
              </p:blipFill>
              <p:spPr>
                <a:xfrm>
                  <a:off x="4762980" y="6228759"/>
                  <a:ext cx="388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82" name="Ink 281">
                  <a:extLst>
                    <a:ext uri="{FF2B5EF4-FFF2-40B4-BE49-F238E27FC236}">
                      <a16:creationId xmlns:a16="http://schemas.microsoft.com/office/drawing/2014/main" id="{A1CD9AF3-EC51-4EBA-9124-AAD95B1C8B79}"/>
                    </a:ext>
                  </a:extLst>
                </p14:cNvPr>
                <p14:cNvContentPartPr/>
                <p14:nvPr/>
              </p14:nvContentPartPr>
              <p14:xfrm>
                <a:off x="3340620" y="6060279"/>
                <a:ext cx="71280" cy="145440"/>
              </p14:xfrm>
            </p:contentPart>
          </mc:Choice>
          <mc:Fallback xmlns="">
            <p:pic>
              <p:nvPicPr>
                <p:cNvPr id="282" name="Ink 281">
                  <a:extLst>
                    <a:ext uri="{FF2B5EF4-FFF2-40B4-BE49-F238E27FC236}">
                      <a16:creationId xmlns:a16="http://schemas.microsoft.com/office/drawing/2014/main" id="{A1CD9AF3-EC51-4EBA-9124-AAD95B1C8B79}"/>
                    </a:ext>
                  </a:extLst>
                </p:cNvPr>
                <p:cNvPicPr/>
                <p:nvPr/>
              </p:nvPicPr>
              <p:blipFill>
                <a:blip r:embed="rId330"/>
                <a:stretch>
                  <a:fillRect/>
                </a:stretch>
              </p:blipFill>
              <p:spPr>
                <a:xfrm>
                  <a:off x="3322980" y="6042639"/>
                  <a:ext cx="1069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83" name="Ink 282">
                  <a:extLst>
                    <a:ext uri="{FF2B5EF4-FFF2-40B4-BE49-F238E27FC236}">
                      <a16:creationId xmlns:a16="http://schemas.microsoft.com/office/drawing/2014/main" id="{1A6A12DB-3007-4DA9-B8AE-A25A14811A70}"/>
                    </a:ext>
                  </a:extLst>
                </p14:cNvPr>
                <p14:cNvContentPartPr/>
                <p14:nvPr/>
              </p14:nvContentPartPr>
              <p14:xfrm>
                <a:off x="2961180" y="6246759"/>
                <a:ext cx="805320" cy="47160"/>
              </p14:xfrm>
            </p:contentPart>
          </mc:Choice>
          <mc:Fallback xmlns="">
            <p:pic>
              <p:nvPicPr>
                <p:cNvPr id="283" name="Ink 282">
                  <a:extLst>
                    <a:ext uri="{FF2B5EF4-FFF2-40B4-BE49-F238E27FC236}">
                      <a16:creationId xmlns:a16="http://schemas.microsoft.com/office/drawing/2014/main" id="{1A6A12DB-3007-4DA9-B8AE-A25A14811A70}"/>
                    </a:ext>
                  </a:extLst>
                </p:cNvPr>
                <p:cNvPicPr/>
                <p:nvPr/>
              </p:nvPicPr>
              <p:blipFill>
                <a:blip r:embed="rId332"/>
                <a:stretch>
                  <a:fillRect/>
                </a:stretch>
              </p:blipFill>
              <p:spPr>
                <a:xfrm>
                  <a:off x="2943180" y="6228759"/>
                  <a:ext cx="8409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85" name="Ink 284">
                  <a:extLst>
                    <a:ext uri="{FF2B5EF4-FFF2-40B4-BE49-F238E27FC236}">
                      <a16:creationId xmlns:a16="http://schemas.microsoft.com/office/drawing/2014/main" id="{AF602770-57D0-47CE-96DF-15257EA11B12}"/>
                    </a:ext>
                  </a:extLst>
                </p14:cNvPr>
                <p14:cNvContentPartPr/>
                <p14:nvPr/>
              </p14:nvContentPartPr>
              <p14:xfrm>
                <a:off x="2642220" y="6447279"/>
                <a:ext cx="131040" cy="176400"/>
              </p14:xfrm>
            </p:contentPart>
          </mc:Choice>
          <mc:Fallback xmlns="">
            <p:pic>
              <p:nvPicPr>
                <p:cNvPr id="285" name="Ink 284">
                  <a:extLst>
                    <a:ext uri="{FF2B5EF4-FFF2-40B4-BE49-F238E27FC236}">
                      <a16:creationId xmlns:a16="http://schemas.microsoft.com/office/drawing/2014/main" id="{AF602770-57D0-47CE-96DF-15257EA11B12}"/>
                    </a:ext>
                  </a:extLst>
                </p:cNvPr>
                <p:cNvPicPr/>
                <p:nvPr/>
              </p:nvPicPr>
              <p:blipFill>
                <a:blip r:embed="rId334"/>
                <a:stretch>
                  <a:fillRect/>
                </a:stretch>
              </p:blipFill>
              <p:spPr>
                <a:xfrm>
                  <a:off x="2624220" y="6429279"/>
                  <a:ext cx="1666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86" name="Ink 285">
                  <a:extLst>
                    <a:ext uri="{FF2B5EF4-FFF2-40B4-BE49-F238E27FC236}">
                      <a16:creationId xmlns:a16="http://schemas.microsoft.com/office/drawing/2014/main" id="{6B7A3286-D12E-4FC4-8210-B25B92B0489E}"/>
                    </a:ext>
                  </a:extLst>
                </p14:cNvPr>
                <p14:cNvContentPartPr/>
                <p14:nvPr/>
              </p14:nvContentPartPr>
              <p14:xfrm>
                <a:off x="2862540" y="6460959"/>
                <a:ext cx="67320" cy="164160"/>
              </p14:xfrm>
            </p:contentPart>
          </mc:Choice>
          <mc:Fallback xmlns="">
            <p:pic>
              <p:nvPicPr>
                <p:cNvPr id="286" name="Ink 285">
                  <a:extLst>
                    <a:ext uri="{FF2B5EF4-FFF2-40B4-BE49-F238E27FC236}">
                      <a16:creationId xmlns:a16="http://schemas.microsoft.com/office/drawing/2014/main" id="{6B7A3286-D12E-4FC4-8210-B25B92B0489E}"/>
                    </a:ext>
                  </a:extLst>
                </p:cNvPr>
                <p:cNvPicPr/>
                <p:nvPr/>
              </p:nvPicPr>
              <p:blipFill>
                <a:blip r:embed="rId336"/>
                <a:stretch>
                  <a:fillRect/>
                </a:stretch>
              </p:blipFill>
              <p:spPr>
                <a:xfrm>
                  <a:off x="2844900" y="6442959"/>
                  <a:ext cx="102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87" name="Ink 286">
                  <a:extLst>
                    <a:ext uri="{FF2B5EF4-FFF2-40B4-BE49-F238E27FC236}">
                      <a16:creationId xmlns:a16="http://schemas.microsoft.com/office/drawing/2014/main" id="{3395B43C-7CE8-43E4-82F3-013CDBB850EC}"/>
                    </a:ext>
                  </a:extLst>
                </p14:cNvPr>
                <p14:cNvContentPartPr/>
                <p14:nvPr/>
              </p14:nvContentPartPr>
              <p14:xfrm>
                <a:off x="3009780" y="6501279"/>
                <a:ext cx="76320" cy="124200"/>
              </p14:xfrm>
            </p:contentPart>
          </mc:Choice>
          <mc:Fallback xmlns="">
            <p:pic>
              <p:nvPicPr>
                <p:cNvPr id="287" name="Ink 286">
                  <a:extLst>
                    <a:ext uri="{FF2B5EF4-FFF2-40B4-BE49-F238E27FC236}">
                      <a16:creationId xmlns:a16="http://schemas.microsoft.com/office/drawing/2014/main" id="{3395B43C-7CE8-43E4-82F3-013CDBB850EC}"/>
                    </a:ext>
                  </a:extLst>
                </p:cNvPr>
                <p:cNvPicPr/>
                <p:nvPr/>
              </p:nvPicPr>
              <p:blipFill>
                <a:blip r:embed="rId338"/>
                <a:stretch>
                  <a:fillRect/>
                </a:stretch>
              </p:blipFill>
              <p:spPr>
                <a:xfrm>
                  <a:off x="2992140" y="6483279"/>
                  <a:ext cx="1119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89" name="Ink 288">
                  <a:extLst>
                    <a:ext uri="{FF2B5EF4-FFF2-40B4-BE49-F238E27FC236}">
                      <a16:creationId xmlns:a16="http://schemas.microsoft.com/office/drawing/2014/main" id="{A21A1BD4-E172-4C81-874E-C55FB31D5626}"/>
                    </a:ext>
                  </a:extLst>
                </p14:cNvPr>
                <p14:cNvContentPartPr/>
                <p14:nvPr/>
              </p14:nvContentPartPr>
              <p14:xfrm>
                <a:off x="3164220" y="6497319"/>
                <a:ext cx="70920" cy="137520"/>
              </p14:xfrm>
            </p:contentPart>
          </mc:Choice>
          <mc:Fallback xmlns="">
            <p:pic>
              <p:nvPicPr>
                <p:cNvPr id="289" name="Ink 288">
                  <a:extLst>
                    <a:ext uri="{FF2B5EF4-FFF2-40B4-BE49-F238E27FC236}">
                      <a16:creationId xmlns:a16="http://schemas.microsoft.com/office/drawing/2014/main" id="{A21A1BD4-E172-4C81-874E-C55FB31D5626}"/>
                    </a:ext>
                  </a:extLst>
                </p:cNvPr>
                <p:cNvPicPr/>
                <p:nvPr/>
              </p:nvPicPr>
              <p:blipFill>
                <a:blip r:embed="rId340"/>
                <a:stretch>
                  <a:fillRect/>
                </a:stretch>
              </p:blipFill>
              <p:spPr>
                <a:xfrm>
                  <a:off x="3146580" y="6479679"/>
                  <a:ext cx="1065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90" name="Ink 289">
                  <a:extLst>
                    <a:ext uri="{FF2B5EF4-FFF2-40B4-BE49-F238E27FC236}">
                      <a16:creationId xmlns:a16="http://schemas.microsoft.com/office/drawing/2014/main" id="{B1C58353-0333-46D2-8F3E-B72BCAB541B5}"/>
                    </a:ext>
                  </a:extLst>
                </p14:cNvPr>
                <p14:cNvContentPartPr/>
                <p14:nvPr/>
              </p14:nvContentPartPr>
              <p14:xfrm>
                <a:off x="3382740" y="6516759"/>
                <a:ext cx="37080" cy="61200"/>
              </p14:xfrm>
            </p:contentPart>
          </mc:Choice>
          <mc:Fallback xmlns="">
            <p:pic>
              <p:nvPicPr>
                <p:cNvPr id="290" name="Ink 289">
                  <a:extLst>
                    <a:ext uri="{FF2B5EF4-FFF2-40B4-BE49-F238E27FC236}">
                      <a16:creationId xmlns:a16="http://schemas.microsoft.com/office/drawing/2014/main" id="{B1C58353-0333-46D2-8F3E-B72BCAB541B5}"/>
                    </a:ext>
                  </a:extLst>
                </p:cNvPr>
                <p:cNvPicPr/>
                <p:nvPr/>
              </p:nvPicPr>
              <p:blipFill>
                <a:blip r:embed="rId342"/>
                <a:stretch>
                  <a:fillRect/>
                </a:stretch>
              </p:blipFill>
              <p:spPr>
                <a:xfrm>
                  <a:off x="3365100" y="6499119"/>
                  <a:ext cx="727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91" name="Ink 290">
                  <a:extLst>
                    <a:ext uri="{FF2B5EF4-FFF2-40B4-BE49-F238E27FC236}">
                      <a16:creationId xmlns:a16="http://schemas.microsoft.com/office/drawing/2014/main" id="{B7A4329A-0AA1-4320-9D26-7D4D5A4AF4B0}"/>
                    </a:ext>
                  </a:extLst>
                </p14:cNvPr>
                <p14:cNvContentPartPr/>
                <p14:nvPr/>
              </p14:nvContentPartPr>
              <p14:xfrm>
                <a:off x="3368700" y="6540519"/>
                <a:ext cx="38520" cy="47520"/>
              </p14:xfrm>
            </p:contentPart>
          </mc:Choice>
          <mc:Fallback xmlns="">
            <p:pic>
              <p:nvPicPr>
                <p:cNvPr id="291" name="Ink 290">
                  <a:extLst>
                    <a:ext uri="{FF2B5EF4-FFF2-40B4-BE49-F238E27FC236}">
                      <a16:creationId xmlns:a16="http://schemas.microsoft.com/office/drawing/2014/main" id="{B7A4329A-0AA1-4320-9D26-7D4D5A4AF4B0}"/>
                    </a:ext>
                  </a:extLst>
                </p:cNvPr>
                <p:cNvPicPr/>
                <p:nvPr/>
              </p:nvPicPr>
              <p:blipFill>
                <a:blip r:embed="rId344"/>
                <a:stretch>
                  <a:fillRect/>
                </a:stretch>
              </p:blipFill>
              <p:spPr>
                <a:xfrm>
                  <a:off x="3351060" y="6522879"/>
                  <a:ext cx="741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92" name="Ink 291">
                  <a:extLst>
                    <a:ext uri="{FF2B5EF4-FFF2-40B4-BE49-F238E27FC236}">
                      <a16:creationId xmlns:a16="http://schemas.microsoft.com/office/drawing/2014/main" id="{99B0B9B5-B7A1-48E5-939A-115C1F64ED06}"/>
                    </a:ext>
                  </a:extLst>
                </p14:cNvPr>
                <p14:cNvContentPartPr/>
                <p14:nvPr/>
              </p14:nvContentPartPr>
              <p14:xfrm>
                <a:off x="3362580" y="6562479"/>
                <a:ext cx="47520" cy="23400"/>
              </p14:xfrm>
            </p:contentPart>
          </mc:Choice>
          <mc:Fallback xmlns="">
            <p:pic>
              <p:nvPicPr>
                <p:cNvPr id="292" name="Ink 291">
                  <a:extLst>
                    <a:ext uri="{FF2B5EF4-FFF2-40B4-BE49-F238E27FC236}">
                      <a16:creationId xmlns:a16="http://schemas.microsoft.com/office/drawing/2014/main" id="{99B0B9B5-B7A1-48E5-939A-115C1F64ED06}"/>
                    </a:ext>
                  </a:extLst>
                </p:cNvPr>
                <p:cNvPicPr/>
                <p:nvPr/>
              </p:nvPicPr>
              <p:blipFill>
                <a:blip r:embed="rId346"/>
                <a:stretch>
                  <a:fillRect/>
                </a:stretch>
              </p:blipFill>
              <p:spPr>
                <a:xfrm>
                  <a:off x="3344940" y="6544839"/>
                  <a:ext cx="831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93" name="Ink 292">
                  <a:extLst>
                    <a:ext uri="{FF2B5EF4-FFF2-40B4-BE49-F238E27FC236}">
                      <a16:creationId xmlns:a16="http://schemas.microsoft.com/office/drawing/2014/main" id="{66F48DA6-4499-4D34-A647-9C0B2430FB4B}"/>
                    </a:ext>
                  </a:extLst>
                </p14:cNvPr>
                <p14:cNvContentPartPr/>
                <p14:nvPr/>
              </p14:nvContentPartPr>
              <p14:xfrm>
                <a:off x="3501900" y="6463839"/>
                <a:ext cx="51840" cy="100080"/>
              </p14:xfrm>
            </p:contentPart>
          </mc:Choice>
          <mc:Fallback xmlns="">
            <p:pic>
              <p:nvPicPr>
                <p:cNvPr id="293" name="Ink 292">
                  <a:extLst>
                    <a:ext uri="{FF2B5EF4-FFF2-40B4-BE49-F238E27FC236}">
                      <a16:creationId xmlns:a16="http://schemas.microsoft.com/office/drawing/2014/main" id="{66F48DA6-4499-4D34-A647-9C0B2430FB4B}"/>
                    </a:ext>
                  </a:extLst>
                </p:cNvPr>
                <p:cNvPicPr/>
                <p:nvPr/>
              </p:nvPicPr>
              <p:blipFill>
                <a:blip r:embed="rId348"/>
                <a:stretch>
                  <a:fillRect/>
                </a:stretch>
              </p:blipFill>
              <p:spPr>
                <a:xfrm>
                  <a:off x="3483900" y="6445839"/>
                  <a:ext cx="874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94" name="Ink 293">
                  <a:extLst>
                    <a:ext uri="{FF2B5EF4-FFF2-40B4-BE49-F238E27FC236}">
                      <a16:creationId xmlns:a16="http://schemas.microsoft.com/office/drawing/2014/main" id="{38BED968-C9A9-44BF-BF2D-8DBBB5790951}"/>
                    </a:ext>
                  </a:extLst>
                </p14:cNvPr>
                <p14:cNvContentPartPr/>
                <p14:nvPr/>
              </p14:nvContentPartPr>
              <p14:xfrm>
                <a:off x="3567780" y="6490839"/>
                <a:ext cx="7920" cy="97920"/>
              </p14:xfrm>
            </p:contentPart>
          </mc:Choice>
          <mc:Fallback xmlns="">
            <p:pic>
              <p:nvPicPr>
                <p:cNvPr id="294" name="Ink 293">
                  <a:extLst>
                    <a:ext uri="{FF2B5EF4-FFF2-40B4-BE49-F238E27FC236}">
                      <a16:creationId xmlns:a16="http://schemas.microsoft.com/office/drawing/2014/main" id="{38BED968-C9A9-44BF-BF2D-8DBBB5790951}"/>
                    </a:ext>
                  </a:extLst>
                </p:cNvPr>
                <p:cNvPicPr/>
                <p:nvPr/>
              </p:nvPicPr>
              <p:blipFill>
                <a:blip r:embed="rId350"/>
                <a:stretch>
                  <a:fillRect/>
                </a:stretch>
              </p:blipFill>
              <p:spPr>
                <a:xfrm>
                  <a:off x="3550140" y="6473199"/>
                  <a:ext cx="435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95" name="Ink 294">
                  <a:extLst>
                    <a:ext uri="{FF2B5EF4-FFF2-40B4-BE49-F238E27FC236}">
                      <a16:creationId xmlns:a16="http://schemas.microsoft.com/office/drawing/2014/main" id="{53F68865-6155-401B-9291-976928047E53}"/>
                    </a:ext>
                  </a:extLst>
                </p14:cNvPr>
                <p14:cNvContentPartPr/>
                <p14:nvPr/>
              </p14:nvContentPartPr>
              <p14:xfrm>
                <a:off x="3626820" y="6491559"/>
                <a:ext cx="30600" cy="105120"/>
              </p14:xfrm>
            </p:contentPart>
          </mc:Choice>
          <mc:Fallback xmlns="">
            <p:pic>
              <p:nvPicPr>
                <p:cNvPr id="295" name="Ink 294">
                  <a:extLst>
                    <a:ext uri="{FF2B5EF4-FFF2-40B4-BE49-F238E27FC236}">
                      <a16:creationId xmlns:a16="http://schemas.microsoft.com/office/drawing/2014/main" id="{53F68865-6155-401B-9291-976928047E53}"/>
                    </a:ext>
                  </a:extLst>
                </p:cNvPr>
                <p:cNvPicPr/>
                <p:nvPr/>
              </p:nvPicPr>
              <p:blipFill>
                <a:blip r:embed="rId352"/>
                <a:stretch>
                  <a:fillRect/>
                </a:stretch>
              </p:blipFill>
              <p:spPr>
                <a:xfrm>
                  <a:off x="3608820" y="6473559"/>
                  <a:ext cx="66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96" name="Ink 295">
                  <a:extLst>
                    <a:ext uri="{FF2B5EF4-FFF2-40B4-BE49-F238E27FC236}">
                      <a16:creationId xmlns:a16="http://schemas.microsoft.com/office/drawing/2014/main" id="{DAEAA27A-288B-488D-9F2D-1B1C3658B2E1}"/>
                    </a:ext>
                  </a:extLst>
                </p14:cNvPr>
                <p14:cNvContentPartPr/>
                <p14:nvPr/>
              </p14:nvContentPartPr>
              <p14:xfrm>
                <a:off x="3693060" y="6506319"/>
                <a:ext cx="82440" cy="95400"/>
              </p14:xfrm>
            </p:contentPart>
          </mc:Choice>
          <mc:Fallback xmlns="">
            <p:pic>
              <p:nvPicPr>
                <p:cNvPr id="296" name="Ink 295">
                  <a:extLst>
                    <a:ext uri="{FF2B5EF4-FFF2-40B4-BE49-F238E27FC236}">
                      <a16:creationId xmlns:a16="http://schemas.microsoft.com/office/drawing/2014/main" id="{DAEAA27A-288B-488D-9F2D-1B1C3658B2E1}"/>
                    </a:ext>
                  </a:extLst>
                </p:cNvPr>
                <p:cNvPicPr/>
                <p:nvPr/>
              </p:nvPicPr>
              <p:blipFill>
                <a:blip r:embed="rId354"/>
                <a:stretch>
                  <a:fillRect/>
                </a:stretch>
              </p:blipFill>
              <p:spPr>
                <a:xfrm>
                  <a:off x="3675420" y="6488679"/>
                  <a:ext cx="1180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97" name="Ink 296">
                  <a:extLst>
                    <a:ext uri="{FF2B5EF4-FFF2-40B4-BE49-F238E27FC236}">
                      <a16:creationId xmlns:a16="http://schemas.microsoft.com/office/drawing/2014/main" id="{CAF867EF-6D61-4494-9E28-AADD07C34809}"/>
                    </a:ext>
                  </a:extLst>
                </p14:cNvPr>
                <p14:cNvContentPartPr/>
                <p14:nvPr/>
              </p14:nvContentPartPr>
              <p14:xfrm>
                <a:off x="3708900" y="6457719"/>
                <a:ext cx="79920" cy="40680"/>
              </p14:xfrm>
            </p:contentPart>
          </mc:Choice>
          <mc:Fallback xmlns="">
            <p:pic>
              <p:nvPicPr>
                <p:cNvPr id="297" name="Ink 296">
                  <a:extLst>
                    <a:ext uri="{FF2B5EF4-FFF2-40B4-BE49-F238E27FC236}">
                      <a16:creationId xmlns:a16="http://schemas.microsoft.com/office/drawing/2014/main" id="{CAF867EF-6D61-4494-9E28-AADD07C34809}"/>
                    </a:ext>
                  </a:extLst>
                </p:cNvPr>
                <p:cNvPicPr/>
                <p:nvPr/>
              </p:nvPicPr>
              <p:blipFill>
                <a:blip r:embed="rId356"/>
                <a:stretch>
                  <a:fillRect/>
                </a:stretch>
              </p:blipFill>
              <p:spPr>
                <a:xfrm>
                  <a:off x="3691260" y="6440079"/>
                  <a:ext cx="1155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98" name="Ink 297">
                  <a:extLst>
                    <a:ext uri="{FF2B5EF4-FFF2-40B4-BE49-F238E27FC236}">
                      <a16:creationId xmlns:a16="http://schemas.microsoft.com/office/drawing/2014/main" id="{6C417920-0673-4921-B112-89DA4EC0282E}"/>
                    </a:ext>
                  </a:extLst>
                </p14:cNvPr>
                <p14:cNvContentPartPr/>
                <p14:nvPr/>
              </p14:nvContentPartPr>
              <p14:xfrm>
                <a:off x="3878460" y="6549159"/>
                <a:ext cx="19080" cy="53640"/>
              </p14:xfrm>
            </p:contentPart>
          </mc:Choice>
          <mc:Fallback xmlns="">
            <p:pic>
              <p:nvPicPr>
                <p:cNvPr id="298" name="Ink 297">
                  <a:extLst>
                    <a:ext uri="{FF2B5EF4-FFF2-40B4-BE49-F238E27FC236}">
                      <a16:creationId xmlns:a16="http://schemas.microsoft.com/office/drawing/2014/main" id="{6C417920-0673-4921-B112-89DA4EC0282E}"/>
                    </a:ext>
                  </a:extLst>
                </p:cNvPr>
                <p:cNvPicPr/>
                <p:nvPr/>
              </p:nvPicPr>
              <p:blipFill>
                <a:blip r:embed="rId358"/>
                <a:stretch>
                  <a:fillRect/>
                </a:stretch>
              </p:blipFill>
              <p:spPr>
                <a:xfrm>
                  <a:off x="3860820" y="6531519"/>
                  <a:ext cx="547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99" name="Ink 298">
                  <a:extLst>
                    <a:ext uri="{FF2B5EF4-FFF2-40B4-BE49-F238E27FC236}">
                      <a16:creationId xmlns:a16="http://schemas.microsoft.com/office/drawing/2014/main" id="{46D07BEA-0836-4D9A-93AF-428F2550E09F}"/>
                    </a:ext>
                  </a:extLst>
                </p14:cNvPr>
                <p14:cNvContentPartPr/>
                <p14:nvPr/>
              </p14:nvContentPartPr>
              <p14:xfrm>
                <a:off x="3887820" y="6565359"/>
                <a:ext cx="42480" cy="30240"/>
              </p14:xfrm>
            </p:contentPart>
          </mc:Choice>
          <mc:Fallback xmlns="">
            <p:pic>
              <p:nvPicPr>
                <p:cNvPr id="299" name="Ink 298">
                  <a:extLst>
                    <a:ext uri="{FF2B5EF4-FFF2-40B4-BE49-F238E27FC236}">
                      <a16:creationId xmlns:a16="http://schemas.microsoft.com/office/drawing/2014/main" id="{46D07BEA-0836-4D9A-93AF-428F2550E09F}"/>
                    </a:ext>
                  </a:extLst>
                </p:cNvPr>
                <p:cNvPicPr/>
                <p:nvPr/>
              </p:nvPicPr>
              <p:blipFill>
                <a:blip r:embed="rId360"/>
                <a:stretch>
                  <a:fillRect/>
                </a:stretch>
              </p:blipFill>
              <p:spPr>
                <a:xfrm>
                  <a:off x="3870180" y="6547719"/>
                  <a:ext cx="781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00" name="Ink 299">
                  <a:extLst>
                    <a:ext uri="{FF2B5EF4-FFF2-40B4-BE49-F238E27FC236}">
                      <a16:creationId xmlns:a16="http://schemas.microsoft.com/office/drawing/2014/main" id="{59DDB56B-A06E-4539-A1BF-20A8A6FB83EE}"/>
                    </a:ext>
                  </a:extLst>
                </p14:cNvPr>
                <p14:cNvContentPartPr/>
                <p14:nvPr/>
              </p14:nvContentPartPr>
              <p14:xfrm>
                <a:off x="3883140" y="6564999"/>
                <a:ext cx="65520" cy="26280"/>
              </p14:xfrm>
            </p:contentPart>
          </mc:Choice>
          <mc:Fallback xmlns="">
            <p:pic>
              <p:nvPicPr>
                <p:cNvPr id="300" name="Ink 299">
                  <a:extLst>
                    <a:ext uri="{FF2B5EF4-FFF2-40B4-BE49-F238E27FC236}">
                      <a16:creationId xmlns:a16="http://schemas.microsoft.com/office/drawing/2014/main" id="{59DDB56B-A06E-4539-A1BF-20A8A6FB83EE}"/>
                    </a:ext>
                  </a:extLst>
                </p:cNvPr>
                <p:cNvPicPr/>
                <p:nvPr/>
              </p:nvPicPr>
              <p:blipFill>
                <a:blip r:embed="rId362"/>
                <a:stretch>
                  <a:fillRect/>
                </a:stretch>
              </p:blipFill>
              <p:spPr>
                <a:xfrm>
                  <a:off x="3865140" y="6546999"/>
                  <a:ext cx="1011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01" name="Ink 300">
                  <a:extLst>
                    <a:ext uri="{FF2B5EF4-FFF2-40B4-BE49-F238E27FC236}">
                      <a16:creationId xmlns:a16="http://schemas.microsoft.com/office/drawing/2014/main" id="{0F5028AB-AB66-4E5D-B8BC-B7AADC7CCC29}"/>
                    </a:ext>
                  </a:extLst>
                </p14:cNvPr>
                <p14:cNvContentPartPr/>
                <p14:nvPr/>
              </p14:nvContentPartPr>
              <p14:xfrm>
                <a:off x="3992940" y="6452679"/>
                <a:ext cx="82080" cy="146880"/>
              </p14:xfrm>
            </p:contentPart>
          </mc:Choice>
          <mc:Fallback xmlns="">
            <p:pic>
              <p:nvPicPr>
                <p:cNvPr id="301" name="Ink 300">
                  <a:extLst>
                    <a:ext uri="{FF2B5EF4-FFF2-40B4-BE49-F238E27FC236}">
                      <a16:creationId xmlns:a16="http://schemas.microsoft.com/office/drawing/2014/main" id="{0F5028AB-AB66-4E5D-B8BC-B7AADC7CCC29}"/>
                    </a:ext>
                  </a:extLst>
                </p:cNvPr>
                <p:cNvPicPr/>
                <p:nvPr/>
              </p:nvPicPr>
              <p:blipFill>
                <a:blip r:embed="rId364"/>
                <a:stretch>
                  <a:fillRect/>
                </a:stretch>
              </p:blipFill>
              <p:spPr>
                <a:xfrm>
                  <a:off x="3974940" y="6435039"/>
                  <a:ext cx="1177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02" name="Ink 301">
                  <a:extLst>
                    <a:ext uri="{FF2B5EF4-FFF2-40B4-BE49-F238E27FC236}">
                      <a16:creationId xmlns:a16="http://schemas.microsoft.com/office/drawing/2014/main" id="{509B431D-D771-4073-B827-FF0190906257}"/>
                    </a:ext>
                  </a:extLst>
                </p14:cNvPr>
                <p14:cNvContentPartPr/>
                <p14:nvPr/>
              </p14:nvContentPartPr>
              <p14:xfrm>
                <a:off x="4141620" y="6419199"/>
                <a:ext cx="57600" cy="171360"/>
              </p14:xfrm>
            </p:contentPart>
          </mc:Choice>
          <mc:Fallback xmlns="">
            <p:pic>
              <p:nvPicPr>
                <p:cNvPr id="302" name="Ink 301">
                  <a:extLst>
                    <a:ext uri="{FF2B5EF4-FFF2-40B4-BE49-F238E27FC236}">
                      <a16:creationId xmlns:a16="http://schemas.microsoft.com/office/drawing/2014/main" id="{509B431D-D771-4073-B827-FF0190906257}"/>
                    </a:ext>
                  </a:extLst>
                </p:cNvPr>
                <p:cNvPicPr/>
                <p:nvPr/>
              </p:nvPicPr>
              <p:blipFill>
                <a:blip r:embed="rId366"/>
                <a:stretch>
                  <a:fillRect/>
                </a:stretch>
              </p:blipFill>
              <p:spPr>
                <a:xfrm>
                  <a:off x="4123620" y="6401199"/>
                  <a:ext cx="932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03" name="Ink 302">
                  <a:extLst>
                    <a:ext uri="{FF2B5EF4-FFF2-40B4-BE49-F238E27FC236}">
                      <a16:creationId xmlns:a16="http://schemas.microsoft.com/office/drawing/2014/main" id="{348D4E29-7DBB-48CB-A096-2E08C13C77A4}"/>
                    </a:ext>
                  </a:extLst>
                </p14:cNvPr>
                <p14:cNvContentPartPr/>
                <p14:nvPr/>
              </p14:nvContentPartPr>
              <p14:xfrm>
                <a:off x="4270500" y="6503079"/>
                <a:ext cx="78840" cy="106560"/>
              </p14:xfrm>
            </p:contentPart>
          </mc:Choice>
          <mc:Fallback xmlns="">
            <p:pic>
              <p:nvPicPr>
                <p:cNvPr id="303" name="Ink 302">
                  <a:extLst>
                    <a:ext uri="{FF2B5EF4-FFF2-40B4-BE49-F238E27FC236}">
                      <a16:creationId xmlns:a16="http://schemas.microsoft.com/office/drawing/2014/main" id="{348D4E29-7DBB-48CB-A096-2E08C13C77A4}"/>
                    </a:ext>
                  </a:extLst>
                </p:cNvPr>
                <p:cNvPicPr/>
                <p:nvPr/>
              </p:nvPicPr>
              <p:blipFill>
                <a:blip r:embed="rId368"/>
                <a:stretch>
                  <a:fillRect/>
                </a:stretch>
              </p:blipFill>
              <p:spPr>
                <a:xfrm>
                  <a:off x="4252500" y="6485079"/>
                  <a:ext cx="11448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9">
            <p14:nvContentPartPr>
              <p14:cNvPr id="305" name="Ink 304">
                <a:extLst>
                  <a:ext uri="{FF2B5EF4-FFF2-40B4-BE49-F238E27FC236}">
                    <a16:creationId xmlns:a16="http://schemas.microsoft.com/office/drawing/2014/main" id="{E4584C6F-C600-4A61-9B22-99660C8DD8E0}"/>
                  </a:ext>
                </a:extLst>
              </p14:cNvPr>
              <p14:cNvContentPartPr/>
              <p14:nvPr/>
            </p14:nvContentPartPr>
            <p14:xfrm>
              <a:off x="2653740" y="6298239"/>
              <a:ext cx="336240" cy="23400"/>
            </p14:xfrm>
          </p:contentPart>
        </mc:Choice>
        <mc:Fallback xmlns="">
          <p:pic>
            <p:nvPicPr>
              <p:cNvPr id="305" name="Ink 304">
                <a:extLst>
                  <a:ext uri="{FF2B5EF4-FFF2-40B4-BE49-F238E27FC236}">
                    <a16:creationId xmlns:a16="http://schemas.microsoft.com/office/drawing/2014/main" id="{E4584C6F-C600-4A61-9B22-99660C8DD8E0}"/>
                  </a:ext>
                </a:extLst>
              </p:cNvPr>
              <p:cNvPicPr/>
              <p:nvPr/>
            </p:nvPicPr>
            <p:blipFill>
              <a:blip r:embed="rId370"/>
              <a:stretch>
                <a:fillRect/>
              </a:stretch>
            </p:blipFill>
            <p:spPr>
              <a:xfrm>
                <a:off x="2635740" y="6280239"/>
                <a:ext cx="3718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06" name="Ink 305">
                <a:extLst>
                  <a:ext uri="{FF2B5EF4-FFF2-40B4-BE49-F238E27FC236}">
                    <a16:creationId xmlns:a16="http://schemas.microsoft.com/office/drawing/2014/main" id="{4E6B34B1-EB36-4E16-AB48-B13415569DAF}"/>
                  </a:ext>
                </a:extLst>
              </p14:cNvPr>
              <p14:cNvContentPartPr/>
              <p14:nvPr/>
            </p14:nvContentPartPr>
            <p14:xfrm>
              <a:off x="3658860" y="6234519"/>
              <a:ext cx="387360" cy="49320"/>
            </p14:xfrm>
          </p:contentPart>
        </mc:Choice>
        <mc:Fallback xmlns="">
          <p:pic>
            <p:nvPicPr>
              <p:cNvPr id="306" name="Ink 305">
                <a:extLst>
                  <a:ext uri="{FF2B5EF4-FFF2-40B4-BE49-F238E27FC236}">
                    <a16:creationId xmlns:a16="http://schemas.microsoft.com/office/drawing/2014/main" id="{4E6B34B1-EB36-4E16-AB48-B13415569DAF}"/>
                  </a:ext>
                </a:extLst>
              </p:cNvPr>
              <p:cNvPicPr/>
              <p:nvPr/>
            </p:nvPicPr>
            <p:blipFill>
              <a:blip r:embed="rId372"/>
              <a:stretch>
                <a:fillRect/>
              </a:stretch>
            </p:blipFill>
            <p:spPr>
              <a:xfrm>
                <a:off x="3641220" y="6216879"/>
                <a:ext cx="423000" cy="84960"/>
              </a:xfrm>
              <a:prstGeom prst="rect">
                <a:avLst/>
              </a:prstGeom>
            </p:spPr>
          </p:pic>
        </mc:Fallback>
      </mc:AlternateContent>
      <p:grpSp>
        <p:nvGrpSpPr>
          <p:cNvPr id="309" name="Group 308">
            <a:extLst>
              <a:ext uri="{FF2B5EF4-FFF2-40B4-BE49-F238E27FC236}">
                <a16:creationId xmlns:a16="http://schemas.microsoft.com/office/drawing/2014/main" id="{59FB5937-24E4-4B89-BDDD-A6232DB28D38}"/>
              </a:ext>
            </a:extLst>
          </p:cNvPr>
          <p:cNvGrpSpPr/>
          <p:nvPr/>
        </p:nvGrpSpPr>
        <p:grpSpPr>
          <a:xfrm>
            <a:off x="2144340" y="6364479"/>
            <a:ext cx="181440" cy="178560"/>
            <a:chOff x="2144340" y="6364479"/>
            <a:chExt cx="181440" cy="178560"/>
          </a:xfrm>
        </p:grpSpPr>
        <mc:AlternateContent xmlns:mc="http://schemas.openxmlformats.org/markup-compatibility/2006" xmlns:p14="http://schemas.microsoft.com/office/powerpoint/2010/main">
          <mc:Choice Requires="p14">
            <p:contentPart p14:bwMode="auto" r:id="rId373">
              <p14:nvContentPartPr>
                <p14:cNvPr id="307" name="Ink 306">
                  <a:extLst>
                    <a:ext uri="{FF2B5EF4-FFF2-40B4-BE49-F238E27FC236}">
                      <a16:creationId xmlns:a16="http://schemas.microsoft.com/office/drawing/2014/main" id="{673C9D25-549C-4C86-80F8-7BB878E86C5E}"/>
                    </a:ext>
                  </a:extLst>
                </p14:cNvPr>
                <p14:cNvContentPartPr/>
                <p14:nvPr/>
              </p14:nvContentPartPr>
              <p14:xfrm>
                <a:off x="2144340" y="6364479"/>
                <a:ext cx="152640" cy="42120"/>
              </p14:xfrm>
            </p:contentPart>
          </mc:Choice>
          <mc:Fallback xmlns="">
            <p:pic>
              <p:nvPicPr>
                <p:cNvPr id="307" name="Ink 306">
                  <a:extLst>
                    <a:ext uri="{FF2B5EF4-FFF2-40B4-BE49-F238E27FC236}">
                      <a16:creationId xmlns:a16="http://schemas.microsoft.com/office/drawing/2014/main" id="{673C9D25-549C-4C86-80F8-7BB878E86C5E}"/>
                    </a:ext>
                  </a:extLst>
                </p:cNvPr>
                <p:cNvPicPr/>
                <p:nvPr/>
              </p:nvPicPr>
              <p:blipFill>
                <a:blip r:embed="rId374"/>
                <a:stretch>
                  <a:fillRect/>
                </a:stretch>
              </p:blipFill>
              <p:spPr>
                <a:xfrm>
                  <a:off x="2126340" y="6346839"/>
                  <a:ext cx="18828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08" name="Ink 307">
                  <a:extLst>
                    <a:ext uri="{FF2B5EF4-FFF2-40B4-BE49-F238E27FC236}">
                      <a16:creationId xmlns:a16="http://schemas.microsoft.com/office/drawing/2014/main" id="{A6780CE5-6396-415F-B7B2-35B6FFE5651C}"/>
                    </a:ext>
                  </a:extLst>
                </p14:cNvPr>
                <p14:cNvContentPartPr/>
                <p14:nvPr/>
              </p14:nvContentPartPr>
              <p14:xfrm>
                <a:off x="2175660" y="6489039"/>
                <a:ext cx="150120" cy="54000"/>
              </p14:xfrm>
            </p:contentPart>
          </mc:Choice>
          <mc:Fallback xmlns="">
            <p:pic>
              <p:nvPicPr>
                <p:cNvPr id="308" name="Ink 307">
                  <a:extLst>
                    <a:ext uri="{FF2B5EF4-FFF2-40B4-BE49-F238E27FC236}">
                      <a16:creationId xmlns:a16="http://schemas.microsoft.com/office/drawing/2014/main" id="{A6780CE5-6396-415F-B7B2-35B6FFE5651C}"/>
                    </a:ext>
                  </a:extLst>
                </p:cNvPr>
                <p:cNvPicPr/>
                <p:nvPr/>
              </p:nvPicPr>
              <p:blipFill>
                <a:blip r:embed="rId376"/>
                <a:stretch>
                  <a:fillRect/>
                </a:stretch>
              </p:blipFill>
              <p:spPr>
                <a:xfrm>
                  <a:off x="2157660" y="6471399"/>
                  <a:ext cx="185760" cy="89640"/>
                </a:xfrm>
                <a:prstGeom prst="rect">
                  <a:avLst/>
                </a:prstGeom>
              </p:spPr>
            </p:pic>
          </mc:Fallback>
        </mc:AlternateContent>
      </p:grpSp>
      <p:grpSp>
        <p:nvGrpSpPr>
          <p:cNvPr id="315" name="Group 314">
            <a:extLst>
              <a:ext uri="{FF2B5EF4-FFF2-40B4-BE49-F238E27FC236}">
                <a16:creationId xmlns:a16="http://schemas.microsoft.com/office/drawing/2014/main" id="{944047A2-FD32-431F-867E-23ACEF98C350}"/>
              </a:ext>
            </a:extLst>
          </p:cNvPr>
          <p:cNvGrpSpPr/>
          <p:nvPr/>
        </p:nvGrpSpPr>
        <p:grpSpPr>
          <a:xfrm>
            <a:off x="540540" y="6336759"/>
            <a:ext cx="811440" cy="299880"/>
            <a:chOff x="540540" y="6336759"/>
            <a:chExt cx="811440" cy="299880"/>
          </a:xfrm>
        </p:grpSpPr>
        <mc:AlternateContent xmlns:mc="http://schemas.openxmlformats.org/markup-compatibility/2006" xmlns:p14="http://schemas.microsoft.com/office/powerpoint/2010/main">
          <mc:Choice Requires="p14">
            <p:contentPart p14:bwMode="auto" r:id="rId377">
              <p14:nvContentPartPr>
                <p14:cNvPr id="310" name="Ink 309">
                  <a:extLst>
                    <a:ext uri="{FF2B5EF4-FFF2-40B4-BE49-F238E27FC236}">
                      <a16:creationId xmlns:a16="http://schemas.microsoft.com/office/drawing/2014/main" id="{6FD81505-B7A9-405A-95EA-05052E1AD509}"/>
                    </a:ext>
                  </a:extLst>
                </p14:cNvPr>
                <p14:cNvContentPartPr/>
                <p14:nvPr/>
              </p14:nvContentPartPr>
              <p14:xfrm>
                <a:off x="540540" y="6336759"/>
                <a:ext cx="186480" cy="299160"/>
              </p14:xfrm>
            </p:contentPart>
          </mc:Choice>
          <mc:Fallback xmlns="">
            <p:pic>
              <p:nvPicPr>
                <p:cNvPr id="310" name="Ink 309">
                  <a:extLst>
                    <a:ext uri="{FF2B5EF4-FFF2-40B4-BE49-F238E27FC236}">
                      <a16:creationId xmlns:a16="http://schemas.microsoft.com/office/drawing/2014/main" id="{6FD81505-B7A9-405A-95EA-05052E1AD509}"/>
                    </a:ext>
                  </a:extLst>
                </p:cNvPr>
                <p:cNvPicPr/>
                <p:nvPr/>
              </p:nvPicPr>
              <p:blipFill>
                <a:blip r:embed="rId378"/>
                <a:stretch>
                  <a:fillRect/>
                </a:stretch>
              </p:blipFill>
              <p:spPr>
                <a:xfrm>
                  <a:off x="522540" y="6318759"/>
                  <a:ext cx="2221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11" name="Ink 310">
                  <a:extLst>
                    <a:ext uri="{FF2B5EF4-FFF2-40B4-BE49-F238E27FC236}">
                      <a16:creationId xmlns:a16="http://schemas.microsoft.com/office/drawing/2014/main" id="{AFCB8E17-CD53-4990-A43A-B1B00DF7377E}"/>
                    </a:ext>
                  </a:extLst>
                </p14:cNvPr>
                <p14:cNvContentPartPr/>
                <p14:nvPr/>
              </p14:nvContentPartPr>
              <p14:xfrm>
                <a:off x="904860" y="6531879"/>
                <a:ext cx="59760" cy="104760"/>
              </p14:xfrm>
            </p:contentPart>
          </mc:Choice>
          <mc:Fallback xmlns="">
            <p:pic>
              <p:nvPicPr>
                <p:cNvPr id="311" name="Ink 310">
                  <a:extLst>
                    <a:ext uri="{FF2B5EF4-FFF2-40B4-BE49-F238E27FC236}">
                      <a16:creationId xmlns:a16="http://schemas.microsoft.com/office/drawing/2014/main" id="{AFCB8E17-CD53-4990-A43A-B1B00DF7377E}"/>
                    </a:ext>
                  </a:extLst>
                </p:cNvPr>
                <p:cNvPicPr/>
                <p:nvPr/>
              </p:nvPicPr>
              <p:blipFill>
                <a:blip r:embed="rId380"/>
                <a:stretch>
                  <a:fillRect/>
                </a:stretch>
              </p:blipFill>
              <p:spPr>
                <a:xfrm>
                  <a:off x="887220" y="6514239"/>
                  <a:ext cx="954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312" name="Ink 311">
                  <a:extLst>
                    <a:ext uri="{FF2B5EF4-FFF2-40B4-BE49-F238E27FC236}">
                      <a16:creationId xmlns:a16="http://schemas.microsoft.com/office/drawing/2014/main" id="{B6BF99B5-BBCA-4F00-8007-B57CD2D26318}"/>
                    </a:ext>
                  </a:extLst>
                </p14:cNvPr>
                <p14:cNvContentPartPr/>
                <p14:nvPr/>
              </p14:nvContentPartPr>
              <p14:xfrm>
                <a:off x="877140" y="6557439"/>
                <a:ext cx="127080" cy="52920"/>
              </p14:xfrm>
            </p:contentPart>
          </mc:Choice>
          <mc:Fallback xmlns="">
            <p:pic>
              <p:nvPicPr>
                <p:cNvPr id="312" name="Ink 311">
                  <a:extLst>
                    <a:ext uri="{FF2B5EF4-FFF2-40B4-BE49-F238E27FC236}">
                      <a16:creationId xmlns:a16="http://schemas.microsoft.com/office/drawing/2014/main" id="{B6BF99B5-BBCA-4F00-8007-B57CD2D26318}"/>
                    </a:ext>
                  </a:extLst>
                </p:cNvPr>
                <p:cNvPicPr/>
                <p:nvPr/>
              </p:nvPicPr>
              <p:blipFill>
                <a:blip r:embed="rId382"/>
                <a:stretch>
                  <a:fillRect/>
                </a:stretch>
              </p:blipFill>
              <p:spPr>
                <a:xfrm>
                  <a:off x="859140" y="6539439"/>
                  <a:ext cx="1627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313" name="Ink 312">
                  <a:extLst>
                    <a:ext uri="{FF2B5EF4-FFF2-40B4-BE49-F238E27FC236}">
                      <a16:creationId xmlns:a16="http://schemas.microsoft.com/office/drawing/2014/main" id="{37E874CD-C794-4D7B-BEF5-C3C8BD61EF5C}"/>
                    </a:ext>
                  </a:extLst>
                </p14:cNvPr>
                <p14:cNvContentPartPr/>
                <p14:nvPr/>
              </p14:nvContentPartPr>
              <p14:xfrm>
                <a:off x="1105380" y="6399399"/>
                <a:ext cx="34920" cy="167760"/>
              </p14:xfrm>
            </p:contentPart>
          </mc:Choice>
          <mc:Fallback xmlns="">
            <p:pic>
              <p:nvPicPr>
                <p:cNvPr id="313" name="Ink 312">
                  <a:extLst>
                    <a:ext uri="{FF2B5EF4-FFF2-40B4-BE49-F238E27FC236}">
                      <a16:creationId xmlns:a16="http://schemas.microsoft.com/office/drawing/2014/main" id="{37E874CD-C794-4D7B-BEF5-C3C8BD61EF5C}"/>
                    </a:ext>
                  </a:extLst>
                </p:cNvPr>
                <p:cNvPicPr/>
                <p:nvPr/>
              </p:nvPicPr>
              <p:blipFill>
                <a:blip r:embed="rId384"/>
                <a:stretch>
                  <a:fillRect/>
                </a:stretch>
              </p:blipFill>
              <p:spPr>
                <a:xfrm>
                  <a:off x="1087740" y="6381759"/>
                  <a:ext cx="705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314" name="Ink 313">
                  <a:extLst>
                    <a:ext uri="{FF2B5EF4-FFF2-40B4-BE49-F238E27FC236}">
                      <a16:creationId xmlns:a16="http://schemas.microsoft.com/office/drawing/2014/main" id="{229AE990-A38F-40C5-9225-EC215268B5CF}"/>
                    </a:ext>
                  </a:extLst>
                </p14:cNvPr>
                <p14:cNvContentPartPr/>
                <p14:nvPr/>
              </p14:nvContentPartPr>
              <p14:xfrm>
                <a:off x="1220580" y="6409839"/>
                <a:ext cx="131400" cy="198720"/>
              </p14:xfrm>
            </p:contentPart>
          </mc:Choice>
          <mc:Fallback xmlns="">
            <p:pic>
              <p:nvPicPr>
                <p:cNvPr id="314" name="Ink 313">
                  <a:extLst>
                    <a:ext uri="{FF2B5EF4-FFF2-40B4-BE49-F238E27FC236}">
                      <a16:creationId xmlns:a16="http://schemas.microsoft.com/office/drawing/2014/main" id="{229AE990-A38F-40C5-9225-EC215268B5CF}"/>
                    </a:ext>
                  </a:extLst>
                </p:cNvPr>
                <p:cNvPicPr/>
                <p:nvPr/>
              </p:nvPicPr>
              <p:blipFill>
                <a:blip r:embed="rId386"/>
                <a:stretch>
                  <a:fillRect/>
                </a:stretch>
              </p:blipFill>
              <p:spPr>
                <a:xfrm>
                  <a:off x="1202940" y="6392199"/>
                  <a:ext cx="167040" cy="234360"/>
                </a:xfrm>
                <a:prstGeom prst="rect">
                  <a:avLst/>
                </a:prstGeom>
              </p:spPr>
            </p:pic>
          </mc:Fallback>
        </mc:AlternateContent>
      </p:grpSp>
      <p:grpSp>
        <p:nvGrpSpPr>
          <p:cNvPr id="318" name="Group 317">
            <a:extLst>
              <a:ext uri="{FF2B5EF4-FFF2-40B4-BE49-F238E27FC236}">
                <a16:creationId xmlns:a16="http://schemas.microsoft.com/office/drawing/2014/main" id="{070EB5EC-5DA0-447C-B553-85936FC7CC8F}"/>
              </a:ext>
            </a:extLst>
          </p:cNvPr>
          <p:cNvGrpSpPr/>
          <p:nvPr/>
        </p:nvGrpSpPr>
        <p:grpSpPr>
          <a:xfrm>
            <a:off x="1352340" y="6179079"/>
            <a:ext cx="320040" cy="185760"/>
            <a:chOff x="1352340" y="6179079"/>
            <a:chExt cx="320040" cy="185760"/>
          </a:xfrm>
        </p:grpSpPr>
        <mc:AlternateContent xmlns:mc="http://schemas.openxmlformats.org/markup-compatibility/2006" xmlns:p14="http://schemas.microsoft.com/office/powerpoint/2010/main">
          <mc:Choice Requires="p14">
            <p:contentPart p14:bwMode="auto" r:id="rId387">
              <p14:nvContentPartPr>
                <p14:cNvPr id="316" name="Ink 315">
                  <a:extLst>
                    <a:ext uri="{FF2B5EF4-FFF2-40B4-BE49-F238E27FC236}">
                      <a16:creationId xmlns:a16="http://schemas.microsoft.com/office/drawing/2014/main" id="{77992BC1-E991-4769-97E0-23FD0D048E04}"/>
                    </a:ext>
                  </a:extLst>
                </p14:cNvPr>
                <p14:cNvContentPartPr/>
                <p14:nvPr/>
              </p14:nvContentPartPr>
              <p14:xfrm>
                <a:off x="1352340" y="6283119"/>
                <a:ext cx="96120" cy="24120"/>
              </p14:xfrm>
            </p:contentPart>
          </mc:Choice>
          <mc:Fallback xmlns="">
            <p:pic>
              <p:nvPicPr>
                <p:cNvPr id="316" name="Ink 315">
                  <a:extLst>
                    <a:ext uri="{FF2B5EF4-FFF2-40B4-BE49-F238E27FC236}">
                      <a16:creationId xmlns:a16="http://schemas.microsoft.com/office/drawing/2014/main" id="{77992BC1-E991-4769-97E0-23FD0D048E04}"/>
                    </a:ext>
                  </a:extLst>
                </p:cNvPr>
                <p:cNvPicPr/>
                <p:nvPr/>
              </p:nvPicPr>
              <p:blipFill>
                <a:blip r:embed="rId388"/>
                <a:stretch>
                  <a:fillRect/>
                </a:stretch>
              </p:blipFill>
              <p:spPr>
                <a:xfrm>
                  <a:off x="1334340" y="6265119"/>
                  <a:ext cx="1317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317" name="Ink 316">
                  <a:extLst>
                    <a:ext uri="{FF2B5EF4-FFF2-40B4-BE49-F238E27FC236}">
                      <a16:creationId xmlns:a16="http://schemas.microsoft.com/office/drawing/2014/main" id="{9102380E-93E6-4CF1-AD29-02B90988B40A}"/>
                    </a:ext>
                  </a:extLst>
                </p14:cNvPr>
                <p14:cNvContentPartPr/>
                <p14:nvPr/>
              </p14:nvContentPartPr>
              <p14:xfrm>
                <a:off x="1552500" y="6179079"/>
                <a:ext cx="119880" cy="185760"/>
              </p14:xfrm>
            </p:contentPart>
          </mc:Choice>
          <mc:Fallback xmlns="">
            <p:pic>
              <p:nvPicPr>
                <p:cNvPr id="317" name="Ink 316">
                  <a:extLst>
                    <a:ext uri="{FF2B5EF4-FFF2-40B4-BE49-F238E27FC236}">
                      <a16:creationId xmlns:a16="http://schemas.microsoft.com/office/drawing/2014/main" id="{9102380E-93E6-4CF1-AD29-02B90988B40A}"/>
                    </a:ext>
                  </a:extLst>
                </p:cNvPr>
                <p:cNvPicPr/>
                <p:nvPr/>
              </p:nvPicPr>
              <p:blipFill>
                <a:blip r:embed="rId390"/>
                <a:stretch>
                  <a:fillRect/>
                </a:stretch>
              </p:blipFill>
              <p:spPr>
                <a:xfrm>
                  <a:off x="1534500" y="6161079"/>
                  <a:ext cx="155520" cy="221400"/>
                </a:xfrm>
                <a:prstGeom prst="rect">
                  <a:avLst/>
                </a:prstGeom>
              </p:spPr>
            </p:pic>
          </mc:Fallback>
        </mc:AlternateContent>
      </p:grpSp>
      <p:grpSp>
        <p:nvGrpSpPr>
          <p:cNvPr id="345" name="Group 344">
            <a:extLst>
              <a:ext uri="{FF2B5EF4-FFF2-40B4-BE49-F238E27FC236}">
                <a16:creationId xmlns:a16="http://schemas.microsoft.com/office/drawing/2014/main" id="{1917BD22-EE31-4F30-BBBF-F25003CF51C7}"/>
              </a:ext>
            </a:extLst>
          </p:cNvPr>
          <p:cNvGrpSpPr/>
          <p:nvPr/>
        </p:nvGrpSpPr>
        <p:grpSpPr>
          <a:xfrm>
            <a:off x="4085820" y="3337239"/>
            <a:ext cx="2070000" cy="21600"/>
            <a:chOff x="4085820" y="3337239"/>
            <a:chExt cx="2070000" cy="21600"/>
          </a:xfrm>
        </p:grpSpPr>
        <mc:AlternateContent xmlns:mc="http://schemas.openxmlformats.org/markup-compatibility/2006" xmlns:p14="http://schemas.microsoft.com/office/powerpoint/2010/main" xmlns:aink="http://schemas.microsoft.com/office/drawing/2016/ink">
          <mc:Choice Requires="p14 aink">
            <p:contentPart p14:bwMode="auto" r:id="rId391">
              <p14:nvContentPartPr>
                <p14:cNvPr id="332" name="Ink 331">
                  <a:extLst>
                    <a:ext uri="{FF2B5EF4-FFF2-40B4-BE49-F238E27FC236}">
                      <a16:creationId xmlns:a16="http://schemas.microsoft.com/office/drawing/2014/main" id="{1950B3AF-C3EB-4E64-A0DA-76B275552B8D}"/>
                    </a:ext>
                  </a:extLst>
                </p14:cNvPr>
                <p14:cNvContentPartPr/>
                <p14:nvPr/>
              </p14:nvContentPartPr>
              <p14:xfrm>
                <a:off x="4085820" y="3339759"/>
                <a:ext cx="11520" cy="19080"/>
              </p14:xfrm>
            </p:contentPart>
          </mc:Choice>
          <mc:Fallback xmlns="">
            <p:pic>
              <p:nvPicPr>
                <p:cNvPr id="332" name="Ink 331">
                  <a:extLst>
                    <a:ext uri="{FF2B5EF4-FFF2-40B4-BE49-F238E27FC236}">
                      <a16:creationId xmlns:a16="http://schemas.microsoft.com/office/drawing/2014/main" id="{1950B3AF-C3EB-4E64-A0DA-76B275552B8D}"/>
                    </a:ext>
                  </a:extLst>
                </p:cNvPr>
                <p:cNvPicPr/>
                <p:nvPr/>
              </p:nvPicPr>
              <p:blipFill>
                <a:blip r:embed="rId392"/>
                <a:stretch>
                  <a:fillRect/>
                </a:stretch>
              </p:blipFill>
              <p:spPr>
                <a:xfrm>
                  <a:off x="4077180" y="3331119"/>
                  <a:ext cx="29160" cy="3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3">
              <p14:nvContentPartPr>
                <p14:cNvPr id="343" name="Ink 342">
                  <a:extLst>
                    <a:ext uri="{FF2B5EF4-FFF2-40B4-BE49-F238E27FC236}">
                      <a16:creationId xmlns:a16="http://schemas.microsoft.com/office/drawing/2014/main" id="{149CAFF1-88FE-4B32-899A-0347049D2759}"/>
                    </a:ext>
                  </a:extLst>
                </p14:cNvPr>
                <p14:cNvContentPartPr/>
                <p14:nvPr/>
              </p14:nvContentPartPr>
              <p14:xfrm>
                <a:off x="6149700" y="3337239"/>
                <a:ext cx="6120" cy="14040"/>
              </p14:xfrm>
            </p:contentPart>
          </mc:Choice>
          <mc:Fallback xmlns="">
            <p:pic>
              <p:nvPicPr>
                <p:cNvPr id="343" name="Ink 342">
                  <a:extLst>
                    <a:ext uri="{FF2B5EF4-FFF2-40B4-BE49-F238E27FC236}">
                      <a16:creationId xmlns:a16="http://schemas.microsoft.com/office/drawing/2014/main" id="{149CAFF1-88FE-4B32-899A-0347049D2759}"/>
                    </a:ext>
                  </a:extLst>
                </p:cNvPr>
                <p:cNvPicPr/>
                <p:nvPr/>
              </p:nvPicPr>
              <p:blipFill>
                <a:blip r:embed="rId394"/>
                <a:stretch>
                  <a:fillRect/>
                </a:stretch>
              </p:blipFill>
              <p:spPr>
                <a:xfrm>
                  <a:off x="6140700" y="3328239"/>
                  <a:ext cx="23760" cy="3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5">
            <p14:nvContentPartPr>
              <p14:cNvPr id="352" name="Ink 351">
                <a:extLst>
                  <a:ext uri="{FF2B5EF4-FFF2-40B4-BE49-F238E27FC236}">
                    <a16:creationId xmlns:a16="http://schemas.microsoft.com/office/drawing/2014/main" id="{E9F49827-5582-4F36-B65C-95385F001413}"/>
                  </a:ext>
                </a:extLst>
              </p14:cNvPr>
              <p14:cNvContentPartPr/>
              <p14:nvPr/>
            </p14:nvContentPartPr>
            <p14:xfrm>
              <a:off x="282420" y="840639"/>
              <a:ext cx="200880" cy="283680"/>
            </p14:xfrm>
          </p:contentPart>
        </mc:Choice>
        <mc:Fallback xmlns="">
          <p:pic>
            <p:nvPicPr>
              <p:cNvPr id="352" name="Ink 351">
                <a:extLst>
                  <a:ext uri="{FF2B5EF4-FFF2-40B4-BE49-F238E27FC236}">
                    <a16:creationId xmlns:a16="http://schemas.microsoft.com/office/drawing/2014/main" id="{E9F49827-5582-4F36-B65C-95385F001413}"/>
                  </a:ext>
                </a:extLst>
              </p:cNvPr>
              <p:cNvPicPr/>
              <p:nvPr/>
            </p:nvPicPr>
            <p:blipFill>
              <a:blip r:embed="rId396"/>
              <a:stretch>
                <a:fillRect/>
              </a:stretch>
            </p:blipFill>
            <p:spPr>
              <a:xfrm>
                <a:off x="273420" y="831639"/>
                <a:ext cx="2185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353" name="Ink 352">
                <a:extLst>
                  <a:ext uri="{FF2B5EF4-FFF2-40B4-BE49-F238E27FC236}">
                    <a16:creationId xmlns:a16="http://schemas.microsoft.com/office/drawing/2014/main" id="{A14A5009-E259-4A48-A5E2-4898F4782F38}"/>
                  </a:ext>
                </a:extLst>
              </p14:cNvPr>
              <p14:cNvContentPartPr/>
              <p14:nvPr/>
            </p14:nvContentPartPr>
            <p14:xfrm>
              <a:off x="598860" y="925959"/>
              <a:ext cx="93240" cy="190080"/>
            </p14:xfrm>
          </p:contentPart>
        </mc:Choice>
        <mc:Fallback xmlns="">
          <p:pic>
            <p:nvPicPr>
              <p:cNvPr id="353" name="Ink 352">
                <a:extLst>
                  <a:ext uri="{FF2B5EF4-FFF2-40B4-BE49-F238E27FC236}">
                    <a16:creationId xmlns:a16="http://schemas.microsoft.com/office/drawing/2014/main" id="{A14A5009-E259-4A48-A5E2-4898F4782F38}"/>
                  </a:ext>
                </a:extLst>
              </p:cNvPr>
              <p:cNvPicPr/>
              <p:nvPr/>
            </p:nvPicPr>
            <p:blipFill>
              <a:blip r:embed="rId398"/>
              <a:stretch>
                <a:fillRect/>
              </a:stretch>
            </p:blipFill>
            <p:spPr>
              <a:xfrm>
                <a:off x="589860" y="916959"/>
                <a:ext cx="110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354" name="Ink 353">
                <a:extLst>
                  <a:ext uri="{FF2B5EF4-FFF2-40B4-BE49-F238E27FC236}">
                    <a16:creationId xmlns:a16="http://schemas.microsoft.com/office/drawing/2014/main" id="{661F71FF-7FDA-4BE0-B07B-A82366EAEF67}"/>
                  </a:ext>
                </a:extLst>
              </p14:cNvPr>
              <p14:cNvContentPartPr/>
              <p14:nvPr/>
            </p14:nvContentPartPr>
            <p14:xfrm>
              <a:off x="778860" y="1050879"/>
              <a:ext cx="18360" cy="27000"/>
            </p14:xfrm>
          </p:contentPart>
        </mc:Choice>
        <mc:Fallback xmlns="">
          <p:pic>
            <p:nvPicPr>
              <p:cNvPr id="354" name="Ink 353">
                <a:extLst>
                  <a:ext uri="{FF2B5EF4-FFF2-40B4-BE49-F238E27FC236}">
                    <a16:creationId xmlns:a16="http://schemas.microsoft.com/office/drawing/2014/main" id="{661F71FF-7FDA-4BE0-B07B-A82366EAEF67}"/>
                  </a:ext>
                </a:extLst>
              </p:cNvPr>
              <p:cNvPicPr/>
              <p:nvPr/>
            </p:nvPicPr>
            <p:blipFill>
              <a:blip r:embed="rId400"/>
              <a:stretch>
                <a:fillRect/>
              </a:stretch>
            </p:blipFill>
            <p:spPr>
              <a:xfrm>
                <a:off x="770220" y="1042239"/>
                <a:ext cx="360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355" name="Ink 354">
                <a:extLst>
                  <a:ext uri="{FF2B5EF4-FFF2-40B4-BE49-F238E27FC236}">
                    <a16:creationId xmlns:a16="http://schemas.microsoft.com/office/drawing/2014/main" id="{E8FE856B-3098-40EE-8C43-5087813AB1C6}"/>
                  </a:ext>
                </a:extLst>
              </p14:cNvPr>
              <p14:cNvContentPartPr/>
              <p14:nvPr/>
            </p14:nvContentPartPr>
            <p14:xfrm>
              <a:off x="868860" y="1034319"/>
              <a:ext cx="18000" cy="36360"/>
            </p14:xfrm>
          </p:contentPart>
        </mc:Choice>
        <mc:Fallback xmlns="">
          <p:pic>
            <p:nvPicPr>
              <p:cNvPr id="355" name="Ink 354">
                <a:extLst>
                  <a:ext uri="{FF2B5EF4-FFF2-40B4-BE49-F238E27FC236}">
                    <a16:creationId xmlns:a16="http://schemas.microsoft.com/office/drawing/2014/main" id="{E8FE856B-3098-40EE-8C43-5087813AB1C6}"/>
                  </a:ext>
                </a:extLst>
              </p:cNvPr>
              <p:cNvPicPr/>
              <p:nvPr/>
            </p:nvPicPr>
            <p:blipFill>
              <a:blip r:embed="rId402"/>
              <a:stretch>
                <a:fillRect/>
              </a:stretch>
            </p:blipFill>
            <p:spPr>
              <a:xfrm>
                <a:off x="859860" y="1025319"/>
                <a:ext cx="356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356" name="Ink 355">
                <a:extLst>
                  <a:ext uri="{FF2B5EF4-FFF2-40B4-BE49-F238E27FC236}">
                    <a16:creationId xmlns:a16="http://schemas.microsoft.com/office/drawing/2014/main" id="{3541A6ED-59F9-49F5-B61F-DC1C5CE0228F}"/>
                  </a:ext>
                </a:extLst>
              </p14:cNvPr>
              <p14:cNvContentPartPr/>
              <p14:nvPr/>
            </p14:nvContentPartPr>
            <p14:xfrm>
              <a:off x="794340" y="1060599"/>
              <a:ext cx="2880" cy="19800"/>
            </p14:xfrm>
          </p:contentPart>
        </mc:Choice>
        <mc:Fallback xmlns="">
          <p:pic>
            <p:nvPicPr>
              <p:cNvPr id="356" name="Ink 355">
                <a:extLst>
                  <a:ext uri="{FF2B5EF4-FFF2-40B4-BE49-F238E27FC236}">
                    <a16:creationId xmlns:a16="http://schemas.microsoft.com/office/drawing/2014/main" id="{3541A6ED-59F9-49F5-B61F-DC1C5CE0228F}"/>
                  </a:ext>
                </a:extLst>
              </p:cNvPr>
              <p:cNvPicPr/>
              <p:nvPr/>
            </p:nvPicPr>
            <p:blipFill>
              <a:blip r:embed="rId404"/>
              <a:stretch>
                <a:fillRect/>
              </a:stretch>
            </p:blipFill>
            <p:spPr>
              <a:xfrm>
                <a:off x="785700" y="1051959"/>
                <a:ext cx="20520" cy="37440"/>
              </a:xfrm>
              <a:prstGeom prst="rect">
                <a:avLst/>
              </a:prstGeom>
            </p:spPr>
          </p:pic>
        </mc:Fallback>
      </mc:AlternateContent>
      <p:grpSp>
        <p:nvGrpSpPr>
          <p:cNvPr id="369" name="Group 368">
            <a:extLst>
              <a:ext uri="{FF2B5EF4-FFF2-40B4-BE49-F238E27FC236}">
                <a16:creationId xmlns:a16="http://schemas.microsoft.com/office/drawing/2014/main" id="{BF9544E0-78B2-4906-81A6-9F6A12D965CF}"/>
              </a:ext>
            </a:extLst>
          </p:cNvPr>
          <p:cNvGrpSpPr/>
          <p:nvPr/>
        </p:nvGrpSpPr>
        <p:grpSpPr>
          <a:xfrm>
            <a:off x="877140" y="1295679"/>
            <a:ext cx="525960" cy="268920"/>
            <a:chOff x="877140" y="1295679"/>
            <a:chExt cx="525960" cy="268920"/>
          </a:xfrm>
        </p:grpSpPr>
        <mc:AlternateContent xmlns:mc="http://schemas.openxmlformats.org/markup-compatibility/2006" xmlns:p14="http://schemas.microsoft.com/office/powerpoint/2010/main">
          <mc:Choice Requires="p14">
            <p:contentPart p14:bwMode="auto" r:id="rId405">
              <p14:nvContentPartPr>
                <p14:cNvPr id="358" name="Ink 357">
                  <a:extLst>
                    <a:ext uri="{FF2B5EF4-FFF2-40B4-BE49-F238E27FC236}">
                      <a16:creationId xmlns:a16="http://schemas.microsoft.com/office/drawing/2014/main" id="{C1363249-476A-4E6D-B5AE-CDB3CB5F2C3D}"/>
                    </a:ext>
                  </a:extLst>
                </p14:cNvPr>
                <p14:cNvContentPartPr/>
                <p14:nvPr/>
              </p14:nvContentPartPr>
              <p14:xfrm>
                <a:off x="1124100" y="1338519"/>
                <a:ext cx="279000" cy="226080"/>
              </p14:xfrm>
            </p:contentPart>
          </mc:Choice>
          <mc:Fallback xmlns="">
            <p:pic>
              <p:nvPicPr>
                <p:cNvPr id="358" name="Ink 357">
                  <a:extLst>
                    <a:ext uri="{FF2B5EF4-FFF2-40B4-BE49-F238E27FC236}">
                      <a16:creationId xmlns:a16="http://schemas.microsoft.com/office/drawing/2014/main" id="{C1363249-476A-4E6D-B5AE-CDB3CB5F2C3D}"/>
                    </a:ext>
                  </a:extLst>
                </p:cNvPr>
                <p:cNvPicPr/>
                <p:nvPr/>
              </p:nvPicPr>
              <p:blipFill>
                <a:blip r:embed="rId406"/>
                <a:stretch>
                  <a:fillRect/>
                </a:stretch>
              </p:blipFill>
              <p:spPr>
                <a:xfrm>
                  <a:off x="1115100" y="1329519"/>
                  <a:ext cx="2966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359" name="Ink 358">
                  <a:extLst>
                    <a:ext uri="{FF2B5EF4-FFF2-40B4-BE49-F238E27FC236}">
                      <a16:creationId xmlns:a16="http://schemas.microsoft.com/office/drawing/2014/main" id="{85CCA738-37FA-497A-BDA9-CE6D625E69FD}"/>
                    </a:ext>
                  </a:extLst>
                </p14:cNvPr>
                <p14:cNvContentPartPr/>
                <p14:nvPr/>
              </p14:nvContentPartPr>
              <p14:xfrm>
                <a:off x="1024020" y="1295679"/>
                <a:ext cx="151920" cy="87480"/>
              </p14:xfrm>
            </p:contentPart>
          </mc:Choice>
          <mc:Fallback xmlns="">
            <p:pic>
              <p:nvPicPr>
                <p:cNvPr id="359" name="Ink 358">
                  <a:extLst>
                    <a:ext uri="{FF2B5EF4-FFF2-40B4-BE49-F238E27FC236}">
                      <a16:creationId xmlns:a16="http://schemas.microsoft.com/office/drawing/2014/main" id="{85CCA738-37FA-497A-BDA9-CE6D625E69FD}"/>
                    </a:ext>
                  </a:extLst>
                </p:cNvPr>
                <p:cNvPicPr/>
                <p:nvPr/>
              </p:nvPicPr>
              <p:blipFill>
                <a:blip r:embed="rId408"/>
                <a:stretch>
                  <a:fillRect/>
                </a:stretch>
              </p:blipFill>
              <p:spPr>
                <a:xfrm>
                  <a:off x="1015380" y="1286679"/>
                  <a:ext cx="1695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360" name="Ink 359">
                  <a:extLst>
                    <a:ext uri="{FF2B5EF4-FFF2-40B4-BE49-F238E27FC236}">
                      <a16:creationId xmlns:a16="http://schemas.microsoft.com/office/drawing/2014/main" id="{B12399C4-F140-4571-A8BA-74B47E793B33}"/>
                    </a:ext>
                  </a:extLst>
                </p14:cNvPr>
                <p14:cNvContentPartPr/>
                <p14:nvPr/>
              </p14:nvContentPartPr>
              <p14:xfrm>
                <a:off x="910980" y="1399359"/>
                <a:ext cx="92160" cy="128160"/>
              </p14:xfrm>
            </p:contentPart>
          </mc:Choice>
          <mc:Fallback xmlns="">
            <p:pic>
              <p:nvPicPr>
                <p:cNvPr id="360" name="Ink 359">
                  <a:extLst>
                    <a:ext uri="{FF2B5EF4-FFF2-40B4-BE49-F238E27FC236}">
                      <a16:creationId xmlns:a16="http://schemas.microsoft.com/office/drawing/2014/main" id="{B12399C4-F140-4571-A8BA-74B47E793B33}"/>
                    </a:ext>
                  </a:extLst>
                </p:cNvPr>
                <p:cNvPicPr/>
                <p:nvPr/>
              </p:nvPicPr>
              <p:blipFill>
                <a:blip r:embed="rId410"/>
                <a:stretch>
                  <a:fillRect/>
                </a:stretch>
              </p:blipFill>
              <p:spPr>
                <a:xfrm>
                  <a:off x="901980" y="1390359"/>
                  <a:ext cx="1098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361" name="Ink 360">
                  <a:extLst>
                    <a:ext uri="{FF2B5EF4-FFF2-40B4-BE49-F238E27FC236}">
                      <a16:creationId xmlns:a16="http://schemas.microsoft.com/office/drawing/2014/main" id="{51B55A83-64D6-4EE1-8139-7FF16F53E4B2}"/>
                    </a:ext>
                  </a:extLst>
                </p14:cNvPr>
                <p14:cNvContentPartPr/>
                <p14:nvPr/>
              </p14:nvContentPartPr>
              <p14:xfrm>
                <a:off x="877140" y="1319799"/>
                <a:ext cx="73080" cy="45360"/>
              </p14:xfrm>
            </p:contentPart>
          </mc:Choice>
          <mc:Fallback xmlns="">
            <p:pic>
              <p:nvPicPr>
                <p:cNvPr id="361" name="Ink 360">
                  <a:extLst>
                    <a:ext uri="{FF2B5EF4-FFF2-40B4-BE49-F238E27FC236}">
                      <a16:creationId xmlns:a16="http://schemas.microsoft.com/office/drawing/2014/main" id="{51B55A83-64D6-4EE1-8139-7FF16F53E4B2}"/>
                    </a:ext>
                  </a:extLst>
                </p:cNvPr>
                <p:cNvPicPr/>
                <p:nvPr/>
              </p:nvPicPr>
              <p:blipFill>
                <a:blip r:embed="rId412"/>
                <a:stretch>
                  <a:fillRect/>
                </a:stretch>
              </p:blipFill>
              <p:spPr>
                <a:xfrm>
                  <a:off x="868140" y="1311159"/>
                  <a:ext cx="90720" cy="63000"/>
                </a:xfrm>
                <a:prstGeom prst="rect">
                  <a:avLst/>
                </a:prstGeom>
              </p:spPr>
            </p:pic>
          </mc:Fallback>
        </mc:AlternateContent>
      </p:grpSp>
      <p:grpSp>
        <p:nvGrpSpPr>
          <p:cNvPr id="368" name="Group 367">
            <a:extLst>
              <a:ext uri="{FF2B5EF4-FFF2-40B4-BE49-F238E27FC236}">
                <a16:creationId xmlns:a16="http://schemas.microsoft.com/office/drawing/2014/main" id="{FF019550-5058-44A4-A31C-A0EAF8912DBD}"/>
              </a:ext>
            </a:extLst>
          </p:cNvPr>
          <p:cNvGrpSpPr/>
          <p:nvPr/>
        </p:nvGrpSpPr>
        <p:grpSpPr>
          <a:xfrm>
            <a:off x="260100" y="1328439"/>
            <a:ext cx="437760" cy="419040"/>
            <a:chOff x="260100" y="1328439"/>
            <a:chExt cx="437760" cy="419040"/>
          </a:xfrm>
        </p:grpSpPr>
        <mc:AlternateContent xmlns:mc="http://schemas.openxmlformats.org/markup-compatibility/2006" xmlns:p14="http://schemas.microsoft.com/office/powerpoint/2010/main">
          <mc:Choice Requires="p14">
            <p:contentPart p14:bwMode="auto" r:id="rId413">
              <p14:nvContentPartPr>
                <p14:cNvPr id="362" name="Ink 361">
                  <a:extLst>
                    <a:ext uri="{FF2B5EF4-FFF2-40B4-BE49-F238E27FC236}">
                      <a16:creationId xmlns:a16="http://schemas.microsoft.com/office/drawing/2014/main" id="{A5881EF3-2BF7-4E99-B31E-35164FAF3CFC}"/>
                    </a:ext>
                  </a:extLst>
                </p14:cNvPr>
                <p14:cNvContentPartPr/>
                <p14:nvPr/>
              </p14:nvContentPartPr>
              <p14:xfrm>
                <a:off x="260100" y="1328439"/>
                <a:ext cx="142920" cy="277560"/>
              </p14:xfrm>
            </p:contentPart>
          </mc:Choice>
          <mc:Fallback xmlns="">
            <p:pic>
              <p:nvPicPr>
                <p:cNvPr id="362" name="Ink 361">
                  <a:extLst>
                    <a:ext uri="{FF2B5EF4-FFF2-40B4-BE49-F238E27FC236}">
                      <a16:creationId xmlns:a16="http://schemas.microsoft.com/office/drawing/2014/main" id="{A5881EF3-2BF7-4E99-B31E-35164FAF3CFC}"/>
                    </a:ext>
                  </a:extLst>
                </p:cNvPr>
                <p:cNvPicPr/>
                <p:nvPr/>
              </p:nvPicPr>
              <p:blipFill>
                <a:blip r:embed="rId414"/>
                <a:stretch>
                  <a:fillRect/>
                </a:stretch>
              </p:blipFill>
              <p:spPr>
                <a:xfrm>
                  <a:off x="251100" y="1319799"/>
                  <a:ext cx="16056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363" name="Ink 362">
                  <a:extLst>
                    <a:ext uri="{FF2B5EF4-FFF2-40B4-BE49-F238E27FC236}">
                      <a16:creationId xmlns:a16="http://schemas.microsoft.com/office/drawing/2014/main" id="{4B076810-80AB-449C-94F7-550EA71EC023}"/>
                    </a:ext>
                  </a:extLst>
                </p14:cNvPr>
                <p14:cNvContentPartPr/>
                <p14:nvPr/>
              </p14:nvContentPartPr>
              <p14:xfrm>
                <a:off x="471780" y="1665759"/>
                <a:ext cx="24480" cy="50760"/>
              </p14:xfrm>
            </p:contentPart>
          </mc:Choice>
          <mc:Fallback xmlns="">
            <p:pic>
              <p:nvPicPr>
                <p:cNvPr id="363" name="Ink 362">
                  <a:extLst>
                    <a:ext uri="{FF2B5EF4-FFF2-40B4-BE49-F238E27FC236}">
                      <a16:creationId xmlns:a16="http://schemas.microsoft.com/office/drawing/2014/main" id="{4B076810-80AB-449C-94F7-550EA71EC023}"/>
                    </a:ext>
                  </a:extLst>
                </p:cNvPr>
                <p:cNvPicPr/>
                <p:nvPr/>
              </p:nvPicPr>
              <p:blipFill>
                <a:blip r:embed="rId416"/>
                <a:stretch>
                  <a:fillRect/>
                </a:stretch>
              </p:blipFill>
              <p:spPr>
                <a:xfrm>
                  <a:off x="463140" y="1657119"/>
                  <a:ext cx="421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64" name="Ink 363">
                  <a:extLst>
                    <a:ext uri="{FF2B5EF4-FFF2-40B4-BE49-F238E27FC236}">
                      <a16:creationId xmlns:a16="http://schemas.microsoft.com/office/drawing/2014/main" id="{4129BCE9-7727-49BB-9823-161835DFC14E}"/>
                    </a:ext>
                  </a:extLst>
                </p14:cNvPr>
                <p14:cNvContentPartPr/>
                <p14:nvPr/>
              </p14:nvContentPartPr>
              <p14:xfrm>
                <a:off x="386460" y="1330599"/>
                <a:ext cx="145800" cy="303480"/>
              </p14:xfrm>
            </p:contentPart>
          </mc:Choice>
          <mc:Fallback xmlns="">
            <p:pic>
              <p:nvPicPr>
                <p:cNvPr id="364" name="Ink 363">
                  <a:extLst>
                    <a:ext uri="{FF2B5EF4-FFF2-40B4-BE49-F238E27FC236}">
                      <a16:creationId xmlns:a16="http://schemas.microsoft.com/office/drawing/2014/main" id="{4129BCE9-7727-49BB-9823-161835DFC14E}"/>
                    </a:ext>
                  </a:extLst>
                </p:cNvPr>
                <p:cNvPicPr/>
                <p:nvPr/>
              </p:nvPicPr>
              <p:blipFill>
                <a:blip r:embed="rId418"/>
                <a:stretch>
                  <a:fillRect/>
                </a:stretch>
              </p:blipFill>
              <p:spPr>
                <a:xfrm>
                  <a:off x="377820" y="1321599"/>
                  <a:ext cx="1634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365" name="Ink 364">
                  <a:extLst>
                    <a:ext uri="{FF2B5EF4-FFF2-40B4-BE49-F238E27FC236}">
                      <a16:creationId xmlns:a16="http://schemas.microsoft.com/office/drawing/2014/main" id="{AD1E514D-6B1B-45FB-A93B-F8E81E6EB826}"/>
                    </a:ext>
                  </a:extLst>
                </p14:cNvPr>
                <p14:cNvContentPartPr/>
                <p14:nvPr/>
              </p14:nvContentPartPr>
              <p14:xfrm>
                <a:off x="541620" y="1362639"/>
                <a:ext cx="122400" cy="238320"/>
              </p14:xfrm>
            </p:contentPart>
          </mc:Choice>
          <mc:Fallback xmlns="">
            <p:pic>
              <p:nvPicPr>
                <p:cNvPr id="365" name="Ink 364">
                  <a:extLst>
                    <a:ext uri="{FF2B5EF4-FFF2-40B4-BE49-F238E27FC236}">
                      <a16:creationId xmlns:a16="http://schemas.microsoft.com/office/drawing/2014/main" id="{AD1E514D-6B1B-45FB-A93B-F8E81E6EB826}"/>
                    </a:ext>
                  </a:extLst>
                </p:cNvPr>
                <p:cNvPicPr/>
                <p:nvPr/>
              </p:nvPicPr>
              <p:blipFill>
                <a:blip r:embed="rId420"/>
                <a:stretch>
                  <a:fillRect/>
                </a:stretch>
              </p:blipFill>
              <p:spPr>
                <a:xfrm>
                  <a:off x="532980" y="1353639"/>
                  <a:ext cx="1400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66" name="Ink 365">
                  <a:extLst>
                    <a:ext uri="{FF2B5EF4-FFF2-40B4-BE49-F238E27FC236}">
                      <a16:creationId xmlns:a16="http://schemas.microsoft.com/office/drawing/2014/main" id="{FEE3BEF4-C560-499A-8F19-52641E47A0F4}"/>
                    </a:ext>
                  </a:extLst>
                </p14:cNvPr>
                <p14:cNvContentPartPr/>
                <p14:nvPr/>
              </p14:nvContentPartPr>
              <p14:xfrm>
                <a:off x="574020" y="1704999"/>
                <a:ext cx="15120" cy="42480"/>
              </p14:xfrm>
            </p:contentPart>
          </mc:Choice>
          <mc:Fallback xmlns="">
            <p:pic>
              <p:nvPicPr>
                <p:cNvPr id="366" name="Ink 365">
                  <a:extLst>
                    <a:ext uri="{FF2B5EF4-FFF2-40B4-BE49-F238E27FC236}">
                      <a16:creationId xmlns:a16="http://schemas.microsoft.com/office/drawing/2014/main" id="{FEE3BEF4-C560-499A-8F19-52641E47A0F4}"/>
                    </a:ext>
                  </a:extLst>
                </p:cNvPr>
                <p:cNvPicPr/>
                <p:nvPr/>
              </p:nvPicPr>
              <p:blipFill>
                <a:blip r:embed="rId422"/>
                <a:stretch>
                  <a:fillRect/>
                </a:stretch>
              </p:blipFill>
              <p:spPr>
                <a:xfrm>
                  <a:off x="565380" y="1695999"/>
                  <a:ext cx="3276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67" name="Ink 366">
                  <a:extLst>
                    <a:ext uri="{FF2B5EF4-FFF2-40B4-BE49-F238E27FC236}">
                      <a16:creationId xmlns:a16="http://schemas.microsoft.com/office/drawing/2014/main" id="{12DD8B0F-A9EF-43CA-8C74-EE8A71DC28D7}"/>
                    </a:ext>
                  </a:extLst>
                </p14:cNvPr>
                <p14:cNvContentPartPr/>
                <p14:nvPr/>
              </p14:nvContentPartPr>
              <p14:xfrm>
                <a:off x="679500" y="1662879"/>
                <a:ext cx="18360" cy="59760"/>
              </p14:xfrm>
            </p:contentPart>
          </mc:Choice>
          <mc:Fallback xmlns="">
            <p:pic>
              <p:nvPicPr>
                <p:cNvPr id="367" name="Ink 366">
                  <a:extLst>
                    <a:ext uri="{FF2B5EF4-FFF2-40B4-BE49-F238E27FC236}">
                      <a16:creationId xmlns:a16="http://schemas.microsoft.com/office/drawing/2014/main" id="{12DD8B0F-A9EF-43CA-8C74-EE8A71DC28D7}"/>
                    </a:ext>
                  </a:extLst>
                </p:cNvPr>
                <p:cNvPicPr/>
                <p:nvPr/>
              </p:nvPicPr>
              <p:blipFill>
                <a:blip r:embed="rId424"/>
                <a:stretch>
                  <a:fillRect/>
                </a:stretch>
              </p:blipFill>
              <p:spPr>
                <a:xfrm>
                  <a:off x="670860" y="1654239"/>
                  <a:ext cx="36000" cy="77400"/>
                </a:xfrm>
                <a:prstGeom prst="rect">
                  <a:avLst/>
                </a:prstGeom>
              </p:spPr>
            </p:pic>
          </mc:Fallback>
        </mc:AlternateContent>
      </p:grpSp>
      <p:grpSp>
        <p:nvGrpSpPr>
          <p:cNvPr id="378" name="Group 377">
            <a:extLst>
              <a:ext uri="{FF2B5EF4-FFF2-40B4-BE49-F238E27FC236}">
                <a16:creationId xmlns:a16="http://schemas.microsoft.com/office/drawing/2014/main" id="{82BBDA17-F3A6-4B51-BF25-7D7998B870D9}"/>
              </a:ext>
            </a:extLst>
          </p:cNvPr>
          <p:cNvGrpSpPr/>
          <p:nvPr/>
        </p:nvGrpSpPr>
        <p:grpSpPr>
          <a:xfrm>
            <a:off x="986940" y="447159"/>
            <a:ext cx="656280" cy="624240"/>
            <a:chOff x="986940" y="447159"/>
            <a:chExt cx="656280" cy="624240"/>
          </a:xfrm>
        </p:grpSpPr>
        <mc:AlternateContent xmlns:mc="http://schemas.openxmlformats.org/markup-compatibility/2006" xmlns:p14="http://schemas.microsoft.com/office/powerpoint/2010/main">
          <mc:Choice Requires="p14">
            <p:contentPart p14:bwMode="auto" r:id="rId425">
              <p14:nvContentPartPr>
                <p14:cNvPr id="346" name="Ink 345">
                  <a:extLst>
                    <a:ext uri="{FF2B5EF4-FFF2-40B4-BE49-F238E27FC236}">
                      <a16:creationId xmlns:a16="http://schemas.microsoft.com/office/drawing/2014/main" id="{B05AE665-C2B9-4506-B838-31CB95D83076}"/>
                    </a:ext>
                  </a:extLst>
                </p14:cNvPr>
                <p14:cNvContentPartPr/>
                <p14:nvPr/>
              </p14:nvContentPartPr>
              <p14:xfrm>
                <a:off x="1540260" y="663159"/>
                <a:ext cx="80280" cy="320400"/>
              </p14:xfrm>
            </p:contentPart>
          </mc:Choice>
          <mc:Fallback xmlns="">
            <p:pic>
              <p:nvPicPr>
                <p:cNvPr id="346" name="Ink 345">
                  <a:extLst>
                    <a:ext uri="{FF2B5EF4-FFF2-40B4-BE49-F238E27FC236}">
                      <a16:creationId xmlns:a16="http://schemas.microsoft.com/office/drawing/2014/main" id="{B05AE665-C2B9-4506-B838-31CB95D83076}"/>
                    </a:ext>
                  </a:extLst>
                </p:cNvPr>
                <p:cNvPicPr/>
                <p:nvPr/>
              </p:nvPicPr>
              <p:blipFill>
                <a:blip r:embed="rId426"/>
                <a:stretch>
                  <a:fillRect/>
                </a:stretch>
              </p:blipFill>
              <p:spPr>
                <a:xfrm>
                  <a:off x="1531260" y="654519"/>
                  <a:ext cx="9792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347" name="Ink 346">
                  <a:extLst>
                    <a:ext uri="{FF2B5EF4-FFF2-40B4-BE49-F238E27FC236}">
                      <a16:creationId xmlns:a16="http://schemas.microsoft.com/office/drawing/2014/main" id="{2F608A42-0E21-4735-B7BD-2ACEBA433F67}"/>
                    </a:ext>
                  </a:extLst>
                </p14:cNvPr>
                <p14:cNvContentPartPr/>
                <p14:nvPr/>
              </p14:nvContentPartPr>
              <p14:xfrm>
                <a:off x="1475100" y="447159"/>
                <a:ext cx="86040" cy="89280"/>
              </p14:xfrm>
            </p:contentPart>
          </mc:Choice>
          <mc:Fallback xmlns="">
            <p:pic>
              <p:nvPicPr>
                <p:cNvPr id="347" name="Ink 346">
                  <a:extLst>
                    <a:ext uri="{FF2B5EF4-FFF2-40B4-BE49-F238E27FC236}">
                      <a16:creationId xmlns:a16="http://schemas.microsoft.com/office/drawing/2014/main" id="{2F608A42-0E21-4735-B7BD-2ACEBA433F67}"/>
                    </a:ext>
                  </a:extLst>
                </p:cNvPr>
                <p:cNvPicPr/>
                <p:nvPr/>
              </p:nvPicPr>
              <p:blipFill>
                <a:blip r:embed="rId428"/>
                <a:stretch>
                  <a:fillRect/>
                </a:stretch>
              </p:blipFill>
              <p:spPr>
                <a:xfrm>
                  <a:off x="1466460" y="438519"/>
                  <a:ext cx="1036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348" name="Ink 347">
                  <a:extLst>
                    <a:ext uri="{FF2B5EF4-FFF2-40B4-BE49-F238E27FC236}">
                      <a16:creationId xmlns:a16="http://schemas.microsoft.com/office/drawing/2014/main" id="{2E8E6E33-6C90-4AD3-B9B2-7ED28BD06577}"/>
                    </a:ext>
                  </a:extLst>
                </p14:cNvPr>
                <p14:cNvContentPartPr/>
                <p14:nvPr/>
              </p14:nvContentPartPr>
              <p14:xfrm>
                <a:off x="1398780" y="824439"/>
                <a:ext cx="124200" cy="171360"/>
              </p14:xfrm>
            </p:contentPart>
          </mc:Choice>
          <mc:Fallback xmlns="">
            <p:pic>
              <p:nvPicPr>
                <p:cNvPr id="348" name="Ink 347">
                  <a:extLst>
                    <a:ext uri="{FF2B5EF4-FFF2-40B4-BE49-F238E27FC236}">
                      <a16:creationId xmlns:a16="http://schemas.microsoft.com/office/drawing/2014/main" id="{2E8E6E33-6C90-4AD3-B9B2-7ED28BD06577}"/>
                    </a:ext>
                  </a:extLst>
                </p:cNvPr>
                <p:cNvPicPr/>
                <p:nvPr/>
              </p:nvPicPr>
              <p:blipFill>
                <a:blip r:embed="rId430"/>
                <a:stretch>
                  <a:fillRect/>
                </a:stretch>
              </p:blipFill>
              <p:spPr>
                <a:xfrm>
                  <a:off x="1390140" y="815439"/>
                  <a:ext cx="1418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349" name="Ink 348">
                  <a:extLst>
                    <a:ext uri="{FF2B5EF4-FFF2-40B4-BE49-F238E27FC236}">
                      <a16:creationId xmlns:a16="http://schemas.microsoft.com/office/drawing/2014/main" id="{C10D1BFA-D0C0-4358-935E-AD4D0C872508}"/>
                    </a:ext>
                  </a:extLst>
                </p14:cNvPr>
                <p14:cNvContentPartPr/>
                <p14:nvPr/>
              </p14:nvContentPartPr>
              <p14:xfrm>
                <a:off x="1006380" y="824439"/>
                <a:ext cx="276840" cy="184680"/>
              </p14:xfrm>
            </p:contentPart>
          </mc:Choice>
          <mc:Fallback xmlns="">
            <p:pic>
              <p:nvPicPr>
                <p:cNvPr id="349" name="Ink 348">
                  <a:extLst>
                    <a:ext uri="{FF2B5EF4-FFF2-40B4-BE49-F238E27FC236}">
                      <a16:creationId xmlns:a16="http://schemas.microsoft.com/office/drawing/2014/main" id="{C10D1BFA-D0C0-4358-935E-AD4D0C872508}"/>
                    </a:ext>
                  </a:extLst>
                </p:cNvPr>
                <p:cNvPicPr/>
                <p:nvPr/>
              </p:nvPicPr>
              <p:blipFill>
                <a:blip r:embed="rId432"/>
                <a:stretch>
                  <a:fillRect/>
                </a:stretch>
              </p:blipFill>
              <p:spPr>
                <a:xfrm>
                  <a:off x="997380" y="815799"/>
                  <a:ext cx="2944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350" name="Ink 349">
                  <a:extLst>
                    <a:ext uri="{FF2B5EF4-FFF2-40B4-BE49-F238E27FC236}">
                      <a16:creationId xmlns:a16="http://schemas.microsoft.com/office/drawing/2014/main" id="{64AAE8E5-90E6-4AD4-A048-1A4996989CFE}"/>
                    </a:ext>
                  </a:extLst>
                </p14:cNvPr>
                <p14:cNvContentPartPr/>
                <p14:nvPr/>
              </p14:nvContentPartPr>
              <p14:xfrm>
                <a:off x="986940" y="624999"/>
                <a:ext cx="88200" cy="51840"/>
              </p14:xfrm>
            </p:contentPart>
          </mc:Choice>
          <mc:Fallback xmlns="">
            <p:pic>
              <p:nvPicPr>
                <p:cNvPr id="350" name="Ink 349">
                  <a:extLst>
                    <a:ext uri="{FF2B5EF4-FFF2-40B4-BE49-F238E27FC236}">
                      <a16:creationId xmlns:a16="http://schemas.microsoft.com/office/drawing/2014/main" id="{64AAE8E5-90E6-4AD4-A048-1A4996989CFE}"/>
                    </a:ext>
                  </a:extLst>
                </p:cNvPr>
                <p:cNvPicPr/>
                <p:nvPr/>
              </p:nvPicPr>
              <p:blipFill>
                <a:blip r:embed="rId434"/>
                <a:stretch>
                  <a:fillRect/>
                </a:stretch>
              </p:blipFill>
              <p:spPr>
                <a:xfrm>
                  <a:off x="977940" y="616359"/>
                  <a:ext cx="1058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370" name="Ink 369">
                  <a:extLst>
                    <a:ext uri="{FF2B5EF4-FFF2-40B4-BE49-F238E27FC236}">
                      <a16:creationId xmlns:a16="http://schemas.microsoft.com/office/drawing/2014/main" id="{43ED2EB8-1CD5-4123-86A0-7C136BB8CC66}"/>
                    </a:ext>
                  </a:extLst>
                </p14:cNvPr>
                <p14:cNvContentPartPr/>
                <p14:nvPr/>
              </p14:nvContentPartPr>
              <p14:xfrm>
                <a:off x="1054620" y="633279"/>
                <a:ext cx="50400" cy="60840"/>
              </p14:xfrm>
            </p:contentPart>
          </mc:Choice>
          <mc:Fallback xmlns="">
            <p:pic>
              <p:nvPicPr>
                <p:cNvPr id="370" name="Ink 369">
                  <a:extLst>
                    <a:ext uri="{FF2B5EF4-FFF2-40B4-BE49-F238E27FC236}">
                      <a16:creationId xmlns:a16="http://schemas.microsoft.com/office/drawing/2014/main" id="{43ED2EB8-1CD5-4123-86A0-7C136BB8CC66}"/>
                    </a:ext>
                  </a:extLst>
                </p:cNvPr>
                <p:cNvPicPr/>
                <p:nvPr/>
              </p:nvPicPr>
              <p:blipFill>
                <a:blip r:embed="rId436"/>
                <a:stretch>
                  <a:fillRect/>
                </a:stretch>
              </p:blipFill>
              <p:spPr>
                <a:xfrm>
                  <a:off x="1045980" y="624279"/>
                  <a:ext cx="680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371" name="Ink 370">
                  <a:extLst>
                    <a:ext uri="{FF2B5EF4-FFF2-40B4-BE49-F238E27FC236}">
                      <a16:creationId xmlns:a16="http://schemas.microsoft.com/office/drawing/2014/main" id="{AB8C07AA-63E4-4A7E-8064-757D95F7E02A}"/>
                    </a:ext>
                  </a:extLst>
                </p14:cNvPr>
                <p14:cNvContentPartPr/>
                <p14:nvPr/>
              </p14:nvContentPartPr>
              <p14:xfrm>
                <a:off x="1156860" y="621759"/>
                <a:ext cx="39960" cy="63000"/>
              </p14:xfrm>
            </p:contentPart>
          </mc:Choice>
          <mc:Fallback xmlns="">
            <p:pic>
              <p:nvPicPr>
                <p:cNvPr id="371" name="Ink 370">
                  <a:extLst>
                    <a:ext uri="{FF2B5EF4-FFF2-40B4-BE49-F238E27FC236}">
                      <a16:creationId xmlns:a16="http://schemas.microsoft.com/office/drawing/2014/main" id="{AB8C07AA-63E4-4A7E-8064-757D95F7E02A}"/>
                    </a:ext>
                  </a:extLst>
                </p:cNvPr>
                <p:cNvPicPr/>
                <p:nvPr/>
              </p:nvPicPr>
              <p:blipFill>
                <a:blip r:embed="rId438"/>
                <a:stretch>
                  <a:fillRect/>
                </a:stretch>
              </p:blipFill>
              <p:spPr>
                <a:xfrm>
                  <a:off x="1147860" y="612759"/>
                  <a:ext cx="576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373" name="Ink 372">
                  <a:extLst>
                    <a:ext uri="{FF2B5EF4-FFF2-40B4-BE49-F238E27FC236}">
                      <a16:creationId xmlns:a16="http://schemas.microsoft.com/office/drawing/2014/main" id="{ED7734E9-3B9F-4BB0-9680-C93E848A6E2D}"/>
                    </a:ext>
                  </a:extLst>
                </p14:cNvPr>
                <p14:cNvContentPartPr/>
                <p14:nvPr/>
              </p14:nvContentPartPr>
              <p14:xfrm>
                <a:off x="1005300" y="827679"/>
                <a:ext cx="311760" cy="243720"/>
              </p14:xfrm>
            </p:contentPart>
          </mc:Choice>
          <mc:Fallback xmlns="">
            <p:pic>
              <p:nvPicPr>
                <p:cNvPr id="373" name="Ink 372">
                  <a:extLst>
                    <a:ext uri="{FF2B5EF4-FFF2-40B4-BE49-F238E27FC236}">
                      <a16:creationId xmlns:a16="http://schemas.microsoft.com/office/drawing/2014/main" id="{ED7734E9-3B9F-4BB0-9680-C93E848A6E2D}"/>
                    </a:ext>
                  </a:extLst>
                </p:cNvPr>
                <p:cNvPicPr/>
                <p:nvPr/>
              </p:nvPicPr>
              <p:blipFill>
                <a:blip r:embed="rId440"/>
                <a:stretch>
                  <a:fillRect/>
                </a:stretch>
              </p:blipFill>
              <p:spPr>
                <a:xfrm>
                  <a:off x="996660" y="818679"/>
                  <a:ext cx="32940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375" name="Ink 374">
                  <a:extLst>
                    <a:ext uri="{FF2B5EF4-FFF2-40B4-BE49-F238E27FC236}">
                      <a16:creationId xmlns:a16="http://schemas.microsoft.com/office/drawing/2014/main" id="{9ABF610D-204B-47BD-BF81-A84C9E9E0500}"/>
                    </a:ext>
                  </a:extLst>
                </p14:cNvPr>
                <p14:cNvContentPartPr/>
                <p14:nvPr/>
              </p14:nvContentPartPr>
              <p14:xfrm>
                <a:off x="1413540" y="832359"/>
                <a:ext cx="126720" cy="160560"/>
              </p14:xfrm>
            </p:contentPart>
          </mc:Choice>
          <mc:Fallback xmlns="">
            <p:pic>
              <p:nvPicPr>
                <p:cNvPr id="375" name="Ink 374">
                  <a:extLst>
                    <a:ext uri="{FF2B5EF4-FFF2-40B4-BE49-F238E27FC236}">
                      <a16:creationId xmlns:a16="http://schemas.microsoft.com/office/drawing/2014/main" id="{9ABF610D-204B-47BD-BF81-A84C9E9E0500}"/>
                    </a:ext>
                  </a:extLst>
                </p:cNvPr>
                <p:cNvPicPr/>
                <p:nvPr/>
              </p:nvPicPr>
              <p:blipFill>
                <a:blip r:embed="rId442"/>
                <a:stretch>
                  <a:fillRect/>
                </a:stretch>
              </p:blipFill>
              <p:spPr>
                <a:xfrm>
                  <a:off x="1404900" y="823359"/>
                  <a:ext cx="1443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376" name="Ink 375">
                  <a:extLst>
                    <a:ext uri="{FF2B5EF4-FFF2-40B4-BE49-F238E27FC236}">
                      <a16:creationId xmlns:a16="http://schemas.microsoft.com/office/drawing/2014/main" id="{222E7161-CB34-4848-9126-36EA2D7FBD32}"/>
                    </a:ext>
                  </a:extLst>
                </p14:cNvPr>
                <p14:cNvContentPartPr/>
                <p14:nvPr/>
              </p14:nvContentPartPr>
              <p14:xfrm>
                <a:off x="1542780" y="663159"/>
                <a:ext cx="100440" cy="309960"/>
              </p14:xfrm>
            </p:contentPart>
          </mc:Choice>
          <mc:Fallback xmlns="">
            <p:pic>
              <p:nvPicPr>
                <p:cNvPr id="376" name="Ink 375">
                  <a:extLst>
                    <a:ext uri="{FF2B5EF4-FFF2-40B4-BE49-F238E27FC236}">
                      <a16:creationId xmlns:a16="http://schemas.microsoft.com/office/drawing/2014/main" id="{222E7161-CB34-4848-9126-36EA2D7FBD32}"/>
                    </a:ext>
                  </a:extLst>
                </p:cNvPr>
                <p:cNvPicPr/>
                <p:nvPr/>
              </p:nvPicPr>
              <p:blipFill>
                <a:blip r:embed="rId444"/>
                <a:stretch>
                  <a:fillRect/>
                </a:stretch>
              </p:blipFill>
              <p:spPr>
                <a:xfrm>
                  <a:off x="1534140" y="654519"/>
                  <a:ext cx="1180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377" name="Ink 376">
                  <a:extLst>
                    <a:ext uri="{FF2B5EF4-FFF2-40B4-BE49-F238E27FC236}">
                      <a16:creationId xmlns:a16="http://schemas.microsoft.com/office/drawing/2014/main" id="{7D70A562-0CC6-4CD1-8E4B-B2F480A76CC5}"/>
                    </a:ext>
                  </a:extLst>
                </p14:cNvPr>
                <p14:cNvContentPartPr/>
                <p14:nvPr/>
              </p14:nvContentPartPr>
              <p14:xfrm>
                <a:off x="1490940" y="449319"/>
                <a:ext cx="69840" cy="98640"/>
              </p14:xfrm>
            </p:contentPart>
          </mc:Choice>
          <mc:Fallback xmlns="">
            <p:pic>
              <p:nvPicPr>
                <p:cNvPr id="377" name="Ink 376">
                  <a:extLst>
                    <a:ext uri="{FF2B5EF4-FFF2-40B4-BE49-F238E27FC236}">
                      <a16:creationId xmlns:a16="http://schemas.microsoft.com/office/drawing/2014/main" id="{7D70A562-0CC6-4CD1-8E4B-B2F480A76CC5}"/>
                    </a:ext>
                  </a:extLst>
                </p:cNvPr>
                <p:cNvPicPr/>
                <p:nvPr/>
              </p:nvPicPr>
              <p:blipFill>
                <a:blip r:embed="rId446"/>
                <a:stretch>
                  <a:fillRect/>
                </a:stretch>
              </p:blipFill>
              <p:spPr>
                <a:xfrm>
                  <a:off x="1481940" y="440319"/>
                  <a:ext cx="87480" cy="116280"/>
                </a:xfrm>
                <a:prstGeom prst="rect">
                  <a:avLst/>
                </a:prstGeom>
              </p:spPr>
            </p:pic>
          </mc:Fallback>
        </mc:AlternateContent>
      </p:grpSp>
      <p:grpSp>
        <p:nvGrpSpPr>
          <p:cNvPr id="384" name="Group 383">
            <a:extLst>
              <a:ext uri="{FF2B5EF4-FFF2-40B4-BE49-F238E27FC236}">
                <a16:creationId xmlns:a16="http://schemas.microsoft.com/office/drawing/2014/main" id="{DD4F4DF0-3F42-45E6-A9FB-FE822F76EE38}"/>
              </a:ext>
            </a:extLst>
          </p:cNvPr>
          <p:cNvGrpSpPr/>
          <p:nvPr/>
        </p:nvGrpSpPr>
        <p:grpSpPr>
          <a:xfrm>
            <a:off x="547380" y="3219879"/>
            <a:ext cx="687240" cy="224280"/>
            <a:chOff x="547380" y="3219879"/>
            <a:chExt cx="687240" cy="224280"/>
          </a:xfrm>
        </p:grpSpPr>
        <mc:AlternateContent xmlns:mc="http://schemas.openxmlformats.org/markup-compatibility/2006" xmlns:p14="http://schemas.microsoft.com/office/powerpoint/2010/main">
          <mc:Choice Requires="p14">
            <p:contentPart p14:bwMode="auto" r:id="rId447">
              <p14:nvContentPartPr>
                <p14:cNvPr id="379" name="Ink 378">
                  <a:extLst>
                    <a:ext uri="{FF2B5EF4-FFF2-40B4-BE49-F238E27FC236}">
                      <a16:creationId xmlns:a16="http://schemas.microsoft.com/office/drawing/2014/main" id="{89AA427E-39F7-40E0-A7E7-DCC168075EF1}"/>
                    </a:ext>
                  </a:extLst>
                </p14:cNvPr>
                <p14:cNvContentPartPr/>
                <p14:nvPr/>
              </p14:nvContentPartPr>
              <p14:xfrm>
                <a:off x="647460" y="3225639"/>
                <a:ext cx="28800" cy="172800"/>
              </p14:xfrm>
            </p:contentPart>
          </mc:Choice>
          <mc:Fallback xmlns="">
            <p:pic>
              <p:nvPicPr>
                <p:cNvPr id="379" name="Ink 378">
                  <a:extLst>
                    <a:ext uri="{FF2B5EF4-FFF2-40B4-BE49-F238E27FC236}">
                      <a16:creationId xmlns:a16="http://schemas.microsoft.com/office/drawing/2014/main" id="{89AA427E-39F7-40E0-A7E7-DCC168075EF1}"/>
                    </a:ext>
                  </a:extLst>
                </p:cNvPr>
                <p:cNvPicPr/>
                <p:nvPr/>
              </p:nvPicPr>
              <p:blipFill>
                <a:blip r:embed="rId448"/>
                <a:stretch>
                  <a:fillRect/>
                </a:stretch>
              </p:blipFill>
              <p:spPr>
                <a:xfrm>
                  <a:off x="638460" y="3216639"/>
                  <a:ext cx="464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380" name="Ink 379">
                  <a:extLst>
                    <a:ext uri="{FF2B5EF4-FFF2-40B4-BE49-F238E27FC236}">
                      <a16:creationId xmlns:a16="http://schemas.microsoft.com/office/drawing/2014/main" id="{1227DF8F-0B3E-411C-907F-90EC6F287456}"/>
                    </a:ext>
                  </a:extLst>
                </p14:cNvPr>
                <p14:cNvContentPartPr/>
                <p14:nvPr/>
              </p14:nvContentPartPr>
              <p14:xfrm>
                <a:off x="547380" y="3219879"/>
                <a:ext cx="235800" cy="195120"/>
              </p14:xfrm>
            </p:contentPart>
          </mc:Choice>
          <mc:Fallback xmlns="">
            <p:pic>
              <p:nvPicPr>
                <p:cNvPr id="380" name="Ink 379">
                  <a:extLst>
                    <a:ext uri="{FF2B5EF4-FFF2-40B4-BE49-F238E27FC236}">
                      <a16:creationId xmlns:a16="http://schemas.microsoft.com/office/drawing/2014/main" id="{1227DF8F-0B3E-411C-907F-90EC6F287456}"/>
                    </a:ext>
                  </a:extLst>
                </p:cNvPr>
                <p:cNvPicPr/>
                <p:nvPr/>
              </p:nvPicPr>
              <p:blipFill>
                <a:blip r:embed="rId450"/>
                <a:stretch>
                  <a:fillRect/>
                </a:stretch>
              </p:blipFill>
              <p:spPr>
                <a:xfrm>
                  <a:off x="538380" y="3210879"/>
                  <a:ext cx="2534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381" name="Ink 380">
                  <a:extLst>
                    <a:ext uri="{FF2B5EF4-FFF2-40B4-BE49-F238E27FC236}">
                      <a16:creationId xmlns:a16="http://schemas.microsoft.com/office/drawing/2014/main" id="{8FB37633-CCAF-4317-BCB0-142EC1F6F003}"/>
                    </a:ext>
                  </a:extLst>
                </p14:cNvPr>
                <p14:cNvContentPartPr/>
                <p14:nvPr/>
              </p14:nvContentPartPr>
              <p14:xfrm>
                <a:off x="829260" y="3329319"/>
                <a:ext cx="56880" cy="114840"/>
              </p14:xfrm>
            </p:contentPart>
          </mc:Choice>
          <mc:Fallback xmlns="">
            <p:pic>
              <p:nvPicPr>
                <p:cNvPr id="381" name="Ink 380">
                  <a:extLst>
                    <a:ext uri="{FF2B5EF4-FFF2-40B4-BE49-F238E27FC236}">
                      <a16:creationId xmlns:a16="http://schemas.microsoft.com/office/drawing/2014/main" id="{8FB37633-CCAF-4317-BCB0-142EC1F6F003}"/>
                    </a:ext>
                  </a:extLst>
                </p:cNvPr>
                <p:cNvPicPr/>
                <p:nvPr/>
              </p:nvPicPr>
              <p:blipFill>
                <a:blip r:embed="rId452"/>
                <a:stretch>
                  <a:fillRect/>
                </a:stretch>
              </p:blipFill>
              <p:spPr>
                <a:xfrm>
                  <a:off x="820620" y="3320319"/>
                  <a:ext cx="745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382" name="Ink 381">
                  <a:extLst>
                    <a:ext uri="{FF2B5EF4-FFF2-40B4-BE49-F238E27FC236}">
                      <a16:creationId xmlns:a16="http://schemas.microsoft.com/office/drawing/2014/main" id="{A92EE6A9-D7CA-4355-8942-D46E2F69839B}"/>
                    </a:ext>
                  </a:extLst>
                </p14:cNvPr>
                <p14:cNvContentPartPr/>
                <p14:nvPr/>
              </p14:nvContentPartPr>
              <p14:xfrm>
                <a:off x="914940" y="3240759"/>
                <a:ext cx="171720" cy="200160"/>
              </p14:xfrm>
            </p:contentPart>
          </mc:Choice>
          <mc:Fallback xmlns="">
            <p:pic>
              <p:nvPicPr>
                <p:cNvPr id="382" name="Ink 381">
                  <a:extLst>
                    <a:ext uri="{FF2B5EF4-FFF2-40B4-BE49-F238E27FC236}">
                      <a16:creationId xmlns:a16="http://schemas.microsoft.com/office/drawing/2014/main" id="{A92EE6A9-D7CA-4355-8942-D46E2F69839B}"/>
                    </a:ext>
                  </a:extLst>
                </p:cNvPr>
                <p:cNvPicPr/>
                <p:nvPr/>
              </p:nvPicPr>
              <p:blipFill>
                <a:blip r:embed="rId454"/>
                <a:stretch>
                  <a:fillRect/>
                </a:stretch>
              </p:blipFill>
              <p:spPr>
                <a:xfrm>
                  <a:off x="905940" y="3232119"/>
                  <a:ext cx="1893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383" name="Ink 382">
                  <a:extLst>
                    <a:ext uri="{FF2B5EF4-FFF2-40B4-BE49-F238E27FC236}">
                      <a16:creationId xmlns:a16="http://schemas.microsoft.com/office/drawing/2014/main" id="{E52888DB-E988-44A7-AEE0-C625D9B72784}"/>
                    </a:ext>
                  </a:extLst>
                </p14:cNvPr>
                <p14:cNvContentPartPr/>
                <p14:nvPr/>
              </p14:nvContentPartPr>
              <p14:xfrm>
                <a:off x="1153980" y="3326799"/>
                <a:ext cx="80640" cy="103320"/>
              </p14:xfrm>
            </p:contentPart>
          </mc:Choice>
          <mc:Fallback xmlns="">
            <p:pic>
              <p:nvPicPr>
                <p:cNvPr id="383" name="Ink 382">
                  <a:extLst>
                    <a:ext uri="{FF2B5EF4-FFF2-40B4-BE49-F238E27FC236}">
                      <a16:creationId xmlns:a16="http://schemas.microsoft.com/office/drawing/2014/main" id="{E52888DB-E988-44A7-AEE0-C625D9B72784}"/>
                    </a:ext>
                  </a:extLst>
                </p:cNvPr>
                <p:cNvPicPr/>
                <p:nvPr/>
              </p:nvPicPr>
              <p:blipFill>
                <a:blip r:embed="rId456"/>
                <a:stretch>
                  <a:fillRect/>
                </a:stretch>
              </p:blipFill>
              <p:spPr>
                <a:xfrm>
                  <a:off x="1145340" y="3317799"/>
                  <a:ext cx="98280" cy="120960"/>
                </a:xfrm>
                <a:prstGeom prst="rect">
                  <a:avLst/>
                </a:prstGeom>
              </p:spPr>
            </p:pic>
          </mc:Fallback>
        </mc:AlternateContent>
      </p:grpSp>
      <p:grpSp>
        <p:nvGrpSpPr>
          <p:cNvPr id="394" name="Group 393">
            <a:extLst>
              <a:ext uri="{FF2B5EF4-FFF2-40B4-BE49-F238E27FC236}">
                <a16:creationId xmlns:a16="http://schemas.microsoft.com/office/drawing/2014/main" id="{36B917BF-04C5-4766-BA8D-F83E817C36CA}"/>
              </a:ext>
            </a:extLst>
          </p:cNvPr>
          <p:cNvGrpSpPr/>
          <p:nvPr/>
        </p:nvGrpSpPr>
        <p:grpSpPr>
          <a:xfrm>
            <a:off x="1649340" y="3160119"/>
            <a:ext cx="1685880" cy="322560"/>
            <a:chOff x="1649340" y="3160119"/>
            <a:chExt cx="1685880" cy="322560"/>
          </a:xfrm>
        </p:grpSpPr>
        <mc:AlternateContent xmlns:mc="http://schemas.openxmlformats.org/markup-compatibility/2006" xmlns:p14="http://schemas.microsoft.com/office/powerpoint/2010/main">
          <mc:Choice Requires="p14">
            <p:contentPart p14:bwMode="auto" r:id="rId457">
              <p14:nvContentPartPr>
                <p14:cNvPr id="385" name="Ink 384">
                  <a:extLst>
                    <a:ext uri="{FF2B5EF4-FFF2-40B4-BE49-F238E27FC236}">
                      <a16:creationId xmlns:a16="http://schemas.microsoft.com/office/drawing/2014/main" id="{DC0EFF25-EDC4-4650-9B4F-3862BA737822}"/>
                    </a:ext>
                  </a:extLst>
                </p14:cNvPr>
                <p14:cNvContentPartPr/>
                <p14:nvPr/>
              </p14:nvContentPartPr>
              <p14:xfrm>
                <a:off x="1649340" y="3192519"/>
                <a:ext cx="123120" cy="249840"/>
              </p14:xfrm>
            </p:contentPart>
          </mc:Choice>
          <mc:Fallback xmlns="">
            <p:pic>
              <p:nvPicPr>
                <p:cNvPr id="385" name="Ink 384">
                  <a:extLst>
                    <a:ext uri="{FF2B5EF4-FFF2-40B4-BE49-F238E27FC236}">
                      <a16:creationId xmlns:a16="http://schemas.microsoft.com/office/drawing/2014/main" id="{DC0EFF25-EDC4-4650-9B4F-3862BA737822}"/>
                    </a:ext>
                  </a:extLst>
                </p:cNvPr>
                <p:cNvPicPr/>
                <p:nvPr/>
              </p:nvPicPr>
              <p:blipFill>
                <a:blip r:embed="rId458"/>
                <a:stretch>
                  <a:fillRect/>
                </a:stretch>
              </p:blipFill>
              <p:spPr>
                <a:xfrm>
                  <a:off x="1640340" y="3183879"/>
                  <a:ext cx="1407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386" name="Ink 385">
                  <a:extLst>
                    <a:ext uri="{FF2B5EF4-FFF2-40B4-BE49-F238E27FC236}">
                      <a16:creationId xmlns:a16="http://schemas.microsoft.com/office/drawing/2014/main" id="{3C37B3FE-DDE7-4D9F-BB20-E5C33FCE9102}"/>
                    </a:ext>
                  </a:extLst>
                </p14:cNvPr>
                <p14:cNvContentPartPr/>
                <p14:nvPr/>
              </p14:nvContentPartPr>
              <p14:xfrm>
                <a:off x="1854180" y="3355239"/>
                <a:ext cx="70920" cy="119160"/>
              </p14:xfrm>
            </p:contentPart>
          </mc:Choice>
          <mc:Fallback xmlns="">
            <p:pic>
              <p:nvPicPr>
                <p:cNvPr id="386" name="Ink 385">
                  <a:extLst>
                    <a:ext uri="{FF2B5EF4-FFF2-40B4-BE49-F238E27FC236}">
                      <a16:creationId xmlns:a16="http://schemas.microsoft.com/office/drawing/2014/main" id="{3C37B3FE-DDE7-4D9F-BB20-E5C33FCE9102}"/>
                    </a:ext>
                  </a:extLst>
                </p:cNvPr>
                <p:cNvPicPr/>
                <p:nvPr/>
              </p:nvPicPr>
              <p:blipFill>
                <a:blip r:embed="rId460"/>
                <a:stretch>
                  <a:fillRect/>
                </a:stretch>
              </p:blipFill>
              <p:spPr>
                <a:xfrm>
                  <a:off x="1845540" y="3346239"/>
                  <a:ext cx="885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387" name="Ink 386">
                  <a:extLst>
                    <a:ext uri="{FF2B5EF4-FFF2-40B4-BE49-F238E27FC236}">
                      <a16:creationId xmlns:a16="http://schemas.microsoft.com/office/drawing/2014/main" id="{6D034F19-CA4A-4A34-82DC-481E63984843}"/>
                    </a:ext>
                  </a:extLst>
                </p14:cNvPr>
                <p14:cNvContentPartPr/>
                <p14:nvPr/>
              </p14:nvContentPartPr>
              <p14:xfrm>
                <a:off x="2006460" y="3327879"/>
                <a:ext cx="205560" cy="121320"/>
              </p14:xfrm>
            </p:contentPart>
          </mc:Choice>
          <mc:Fallback xmlns="">
            <p:pic>
              <p:nvPicPr>
                <p:cNvPr id="387" name="Ink 386">
                  <a:extLst>
                    <a:ext uri="{FF2B5EF4-FFF2-40B4-BE49-F238E27FC236}">
                      <a16:creationId xmlns:a16="http://schemas.microsoft.com/office/drawing/2014/main" id="{6D034F19-CA4A-4A34-82DC-481E63984843}"/>
                    </a:ext>
                  </a:extLst>
                </p:cNvPr>
                <p:cNvPicPr/>
                <p:nvPr/>
              </p:nvPicPr>
              <p:blipFill>
                <a:blip r:embed="rId462"/>
                <a:stretch>
                  <a:fillRect/>
                </a:stretch>
              </p:blipFill>
              <p:spPr>
                <a:xfrm>
                  <a:off x="1997460" y="3319239"/>
                  <a:ext cx="2232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88" name="Ink 387">
                  <a:extLst>
                    <a:ext uri="{FF2B5EF4-FFF2-40B4-BE49-F238E27FC236}">
                      <a16:creationId xmlns:a16="http://schemas.microsoft.com/office/drawing/2014/main" id="{95C49F55-714F-44F3-BA0E-0678470EA115}"/>
                    </a:ext>
                  </a:extLst>
                </p14:cNvPr>
                <p14:cNvContentPartPr/>
                <p14:nvPr/>
              </p14:nvContentPartPr>
              <p14:xfrm>
                <a:off x="2253420" y="3350559"/>
                <a:ext cx="201240" cy="87480"/>
              </p14:xfrm>
            </p:contentPart>
          </mc:Choice>
          <mc:Fallback xmlns="">
            <p:pic>
              <p:nvPicPr>
                <p:cNvPr id="388" name="Ink 387">
                  <a:extLst>
                    <a:ext uri="{FF2B5EF4-FFF2-40B4-BE49-F238E27FC236}">
                      <a16:creationId xmlns:a16="http://schemas.microsoft.com/office/drawing/2014/main" id="{95C49F55-714F-44F3-BA0E-0678470EA115}"/>
                    </a:ext>
                  </a:extLst>
                </p:cNvPr>
                <p:cNvPicPr/>
                <p:nvPr/>
              </p:nvPicPr>
              <p:blipFill>
                <a:blip r:embed="rId464"/>
                <a:stretch>
                  <a:fillRect/>
                </a:stretch>
              </p:blipFill>
              <p:spPr>
                <a:xfrm>
                  <a:off x="2244420" y="3341919"/>
                  <a:ext cx="2188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89" name="Ink 388">
                  <a:extLst>
                    <a:ext uri="{FF2B5EF4-FFF2-40B4-BE49-F238E27FC236}">
                      <a16:creationId xmlns:a16="http://schemas.microsoft.com/office/drawing/2014/main" id="{30F3A943-27EF-494E-B9B5-0649B76FEB33}"/>
                    </a:ext>
                  </a:extLst>
                </p14:cNvPr>
                <p14:cNvContentPartPr/>
                <p14:nvPr/>
              </p14:nvContentPartPr>
              <p14:xfrm>
                <a:off x="2505060" y="3326799"/>
                <a:ext cx="128880" cy="113400"/>
              </p14:xfrm>
            </p:contentPart>
          </mc:Choice>
          <mc:Fallback xmlns="">
            <p:pic>
              <p:nvPicPr>
                <p:cNvPr id="389" name="Ink 388">
                  <a:extLst>
                    <a:ext uri="{FF2B5EF4-FFF2-40B4-BE49-F238E27FC236}">
                      <a16:creationId xmlns:a16="http://schemas.microsoft.com/office/drawing/2014/main" id="{30F3A943-27EF-494E-B9B5-0649B76FEB33}"/>
                    </a:ext>
                  </a:extLst>
                </p:cNvPr>
                <p:cNvPicPr/>
                <p:nvPr/>
              </p:nvPicPr>
              <p:blipFill>
                <a:blip r:embed="rId466"/>
                <a:stretch>
                  <a:fillRect/>
                </a:stretch>
              </p:blipFill>
              <p:spPr>
                <a:xfrm>
                  <a:off x="2496420" y="3318159"/>
                  <a:ext cx="1465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90" name="Ink 389">
                  <a:extLst>
                    <a:ext uri="{FF2B5EF4-FFF2-40B4-BE49-F238E27FC236}">
                      <a16:creationId xmlns:a16="http://schemas.microsoft.com/office/drawing/2014/main" id="{77B2A76F-DCC0-4584-B544-37E5F2E5DFA9}"/>
                    </a:ext>
                  </a:extLst>
                </p14:cNvPr>
                <p14:cNvContentPartPr/>
                <p14:nvPr/>
              </p14:nvContentPartPr>
              <p14:xfrm>
                <a:off x="2658420" y="3160119"/>
                <a:ext cx="169560" cy="322560"/>
              </p14:xfrm>
            </p:contentPart>
          </mc:Choice>
          <mc:Fallback xmlns="">
            <p:pic>
              <p:nvPicPr>
                <p:cNvPr id="390" name="Ink 389">
                  <a:extLst>
                    <a:ext uri="{FF2B5EF4-FFF2-40B4-BE49-F238E27FC236}">
                      <a16:creationId xmlns:a16="http://schemas.microsoft.com/office/drawing/2014/main" id="{77B2A76F-DCC0-4584-B544-37E5F2E5DFA9}"/>
                    </a:ext>
                  </a:extLst>
                </p:cNvPr>
                <p:cNvPicPr/>
                <p:nvPr/>
              </p:nvPicPr>
              <p:blipFill>
                <a:blip r:embed="rId468"/>
                <a:stretch>
                  <a:fillRect/>
                </a:stretch>
              </p:blipFill>
              <p:spPr>
                <a:xfrm>
                  <a:off x="2649780" y="3151479"/>
                  <a:ext cx="18720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391" name="Ink 390">
                  <a:extLst>
                    <a:ext uri="{FF2B5EF4-FFF2-40B4-BE49-F238E27FC236}">
                      <a16:creationId xmlns:a16="http://schemas.microsoft.com/office/drawing/2014/main" id="{38CB2CB7-0C37-4E3A-9DDC-E93B5F3E3CCD}"/>
                    </a:ext>
                  </a:extLst>
                </p14:cNvPr>
                <p14:cNvContentPartPr/>
                <p14:nvPr/>
              </p14:nvContentPartPr>
              <p14:xfrm>
                <a:off x="2776860" y="3339039"/>
                <a:ext cx="124560" cy="48960"/>
              </p14:xfrm>
            </p:contentPart>
          </mc:Choice>
          <mc:Fallback xmlns="">
            <p:pic>
              <p:nvPicPr>
                <p:cNvPr id="391" name="Ink 390">
                  <a:extLst>
                    <a:ext uri="{FF2B5EF4-FFF2-40B4-BE49-F238E27FC236}">
                      <a16:creationId xmlns:a16="http://schemas.microsoft.com/office/drawing/2014/main" id="{38CB2CB7-0C37-4E3A-9DDC-E93B5F3E3CCD}"/>
                    </a:ext>
                  </a:extLst>
                </p:cNvPr>
                <p:cNvPicPr/>
                <p:nvPr/>
              </p:nvPicPr>
              <p:blipFill>
                <a:blip r:embed="rId470"/>
                <a:stretch>
                  <a:fillRect/>
                </a:stretch>
              </p:blipFill>
              <p:spPr>
                <a:xfrm>
                  <a:off x="2768220" y="3330039"/>
                  <a:ext cx="1422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92" name="Ink 391">
                  <a:extLst>
                    <a:ext uri="{FF2B5EF4-FFF2-40B4-BE49-F238E27FC236}">
                      <a16:creationId xmlns:a16="http://schemas.microsoft.com/office/drawing/2014/main" id="{6B48EE31-AA15-45F3-8A8B-BCCD89BC7DCC}"/>
                    </a:ext>
                  </a:extLst>
                </p14:cNvPr>
                <p14:cNvContentPartPr/>
                <p14:nvPr/>
              </p14:nvContentPartPr>
              <p14:xfrm>
                <a:off x="2901420" y="3204399"/>
                <a:ext cx="209520" cy="239040"/>
              </p14:xfrm>
            </p:contentPart>
          </mc:Choice>
          <mc:Fallback xmlns="">
            <p:pic>
              <p:nvPicPr>
                <p:cNvPr id="392" name="Ink 391">
                  <a:extLst>
                    <a:ext uri="{FF2B5EF4-FFF2-40B4-BE49-F238E27FC236}">
                      <a16:creationId xmlns:a16="http://schemas.microsoft.com/office/drawing/2014/main" id="{6B48EE31-AA15-45F3-8A8B-BCCD89BC7DCC}"/>
                    </a:ext>
                  </a:extLst>
                </p:cNvPr>
                <p:cNvPicPr/>
                <p:nvPr/>
              </p:nvPicPr>
              <p:blipFill>
                <a:blip r:embed="rId472"/>
                <a:stretch>
                  <a:fillRect/>
                </a:stretch>
              </p:blipFill>
              <p:spPr>
                <a:xfrm>
                  <a:off x="2892420" y="3195759"/>
                  <a:ext cx="22716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393" name="Ink 392">
                  <a:extLst>
                    <a:ext uri="{FF2B5EF4-FFF2-40B4-BE49-F238E27FC236}">
                      <a16:creationId xmlns:a16="http://schemas.microsoft.com/office/drawing/2014/main" id="{4368A40D-3A0C-4140-8D35-434F9CD917D4}"/>
                    </a:ext>
                  </a:extLst>
                </p14:cNvPr>
                <p14:cNvContentPartPr/>
                <p14:nvPr/>
              </p14:nvContentPartPr>
              <p14:xfrm>
                <a:off x="3177540" y="3191079"/>
                <a:ext cx="157680" cy="220320"/>
              </p14:xfrm>
            </p:contentPart>
          </mc:Choice>
          <mc:Fallback xmlns="">
            <p:pic>
              <p:nvPicPr>
                <p:cNvPr id="393" name="Ink 392">
                  <a:extLst>
                    <a:ext uri="{FF2B5EF4-FFF2-40B4-BE49-F238E27FC236}">
                      <a16:creationId xmlns:a16="http://schemas.microsoft.com/office/drawing/2014/main" id="{4368A40D-3A0C-4140-8D35-434F9CD917D4}"/>
                    </a:ext>
                  </a:extLst>
                </p:cNvPr>
                <p:cNvPicPr/>
                <p:nvPr/>
              </p:nvPicPr>
              <p:blipFill>
                <a:blip r:embed="rId474"/>
                <a:stretch>
                  <a:fillRect/>
                </a:stretch>
              </p:blipFill>
              <p:spPr>
                <a:xfrm>
                  <a:off x="3168540" y="3182439"/>
                  <a:ext cx="175320" cy="237960"/>
                </a:xfrm>
                <a:prstGeom prst="rect">
                  <a:avLst/>
                </a:prstGeom>
              </p:spPr>
            </p:pic>
          </mc:Fallback>
        </mc:AlternateContent>
      </p:grpSp>
      <p:grpSp>
        <p:nvGrpSpPr>
          <p:cNvPr id="408" name="Group 407">
            <a:extLst>
              <a:ext uri="{FF2B5EF4-FFF2-40B4-BE49-F238E27FC236}">
                <a16:creationId xmlns:a16="http://schemas.microsoft.com/office/drawing/2014/main" id="{E4C78433-8FCC-4F51-8A5C-9B25C0627DA0}"/>
              </a:ext>
            </a:extLst>
          </p:cNvPr>
          <p:cNvGrpSpPr/>
          <p:nvPr/>
        </p:nvGrpSpPr>
        <p:grpSpPr>
          <a:xfrm>
            <a:off x="3633660" y="3239679"/>
            <a:ext cx="1595160" cy="333360"/>
            <a:chOff x="3633660" y="3239679"/>
            <a:chExt cx="1595160" cy="333360"/>
          </a:xfrm>
        </p:grpSpPr>
        <mc:AlternateContent xmlns:mc="http://schemas.openxmlformats.org/markup-compatibility/2006" xmlns:p14="http://schemas.microsoft.com/office/powerpoint/2010/main">
          <mc:Choice Requires="p14">
            <p:contentPart p14:bwMode="auto" r:id="rId475">
              <p14:nvContentPartPr>
                <p14:cNvPr id="395" name="Ink 394">
                  <a:extLst>
                    <a:ext uri="{FF2B5EF4-FFF2-40B4-BE49-F238E27FC236}">
                      <a16:creationId xmlns:a16="http://schemas.microsoft.com/office/drawing/2014/main" id="{6A93C6D8-3E85-43CF-9CA2-58371ABEDA00}"/>
                    </a:ext>
                  </a:extLst>
                </p14:cNvPr>
                <p14:cNvContentPartPr/>
                <p14:nvPr/>
              </p14:nvContentPartPr>
              <p14:xfrm>
                <a:off x="3633660" y="3244719"/>
                <a:ext cx="100080" cy="214920"/>
              </p14:xfrm>
            </p:contentPart>
          </mc:Choice>
          <mc:Fallback xmlns="">
            <p:pic>
              <p:nvPicPr>
                <p:cNvPr id="395" name="Ink 394">
                  <a:extLst>
                    <a:ext uri="{FF2B5EF4-FFF2-40B4-BE49-F238E27FC236}">
                      <a16:creationId xmlns:a16="http://schemas.microsoft.com/office/drawing/2014/main" id="{6A93C6D8-3E85-43CF-9CA2-58371ABEDA00}"/>
                    </a:ext>
                  </a:extLst>
                </p:cNvPr>
                <p:cNvPicPr/>
                <p:nvPr/>
              </p:nvPicPr>
              <p:blipFill>
                <a:blip r:embed="rId476"/>
                <a:stretch>
                  <a:fillRect/>
                </a:stretch>
              </p:blipFill>
              <p:spPr>
                <a:xfrm>
                  <a:off x="3624660" y="3236079"/>
                  <a:ext cx="1177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96" name="Ink 395">
                  <a:extLst>
                    <a:ext uri="{FF2B5EF4-FFF2-40B4-BE49-F238E27FC236}">
                      <a16:creationId xmlns:a16="http://schemas.microsoft.com/office/drawing/2014/main" id="{ACDD0BF3-5936-4D49-9070-39C8B6C53B76}"/>
                    </a:ext>
                  </a:extLst>
                </p14:cNvPr>
                <p14:cNvContentPartPr/>
                <p14:nvPr/>
              </p14:nvContentPartPr>
              <p14:xfrm>
                <a:off x="3785220" y="3351999"/>
                <a:ext cx="118800" cy="106920"/>
              </p14:xfrm>
            </p:contentPart>
          </mc:Choice>
          <mc:Fallback xmlns="">
            <p:pic>
              <p:nvPicPr>
                <p:cNvPr id="396" name="Ink 395">
                  <a:extLst>
                    <a:ext uri="{FF2B5EF4-FFF2-40B4-BE49-F238E27FC236}">
                      <a16:creationId xmlns:a16="http://schemas.microsoft.com/office/drawing/2014/main" id="{ACDD0BF3-5936-4D49-9070-39C8B6C53B76}"/>
                    </a:ext>
                  </a:extLst>
                </p:cNvPr>
                <p:cNvPicPr/>
                <p:nvPr/>
              </p:nvPicPr>
              <p:blipFill>
                <a:blip r:embed="rId478"/>
                <a:stretch>
                  <a:fillRect/>
                </a:stretch>
              </p:blipFill>
              <p:spPr>
                <a:xfrm>
                  <a:off x="3776580" y="3342999"/>
                  <a:ext cx="1364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97" name="Ink 396">
                  <a:extLst>
                    <a:ext uri="{FF2B5EF4-FFF2-40B4-BE49-F238E27FC236}">
                      <a16:creationId xmlns:a16="http://schemas.microsoft.com/office/drawing/2014/main" id="{1E91A134-58AE-4CC0-9861-201DE0AF091B}"/>
                    </a:ext>
                  </a:extLst>
                </p14:cNvPr>
                <p14:cNvContentPartPr/>
                <p14:nvPr/>
              </p14:nvContentPartPr>
              <p14:xfrm>
                <a:off x="3925260" y="3258039"/>
                <a:ext cx="133920" cy="205920"/>
              </p14:xfrm>
            </p:contentPart>
          </mc:Choice>
          <mc:Fallback xmlns="">
            <p:pic>
              <p:nvPicPr>
                <p:cNvPr id="397" name="Ink 396">
                  <a:extLst>
                    <a:ext uri="{FF2B5EF4-FFF2-40B4-BE49-F238E27FC236}">
                      <a16:creationId xmlns:a16="http://schemas.microsoft.com/office/drawing/2014/main" id="{1E91A134-58AE-4CC0-9861-201DE0AF091B}"/>
                    </a:ext>
                  </a:extLst>
                </p:cNvPr>
                <p:cNvPicPr/>
                <p:nvPr/>
              </p:nvPicPr>
              <p:blipFill>
                <a:blip r:embed="rId480"/>
                <a:stretch>
                  <a:fillRect/>
                </a:stretch>
              </p:blipFill>
              <p:spPr>
                <a:xfrm>
                  <a:off x="3916260" y="3249039"/>
                  <a:ext cx="1515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98" name="Ink 397">
                  <a:extLst>
                    <a:ext uri="{FF2B5EF4-FFF2-40B4-BE49-F238E27FC236}">
                      <a16:creationId xmlns:a16="http://schemas.microsoft.com/office/drawing/2014/main" id="{5F11D76E-3F73-4520-8269-9E221C04A06A}"/>
                    </a:ext>
                  </a:extLst>
                </p14:cNvPr>
                <p14:cNvContentPartPr/>
                <p14:nvPr/>
              </p14:nvContentPartPr>
              <p14:xfrm>
                <a:off x="4099860" y="3308439"/>
                <a:ext cx="42120" cy="138960"/>
              </p14:xfrm>
            </p:contentPart>
          </mc:Choice>
          <mc:Fallback xmlns="">
            <p:pic>
              <p:nvPicPr>
                <p:cNvPr id="398" name="Ink 397">
                  <a:extLst>
                    <a:ext uri="{FF2B5EF4-FFF2-40B4-BE49-F238E27FC236}">
                      <a16:creationId xmlns:a16="http://schemas.microsoft.com/office/drawing/2014/main" id="{5F11D76E-3F73-4520-8269-9E221C04A06A}"/>
                    </a:ext>
                  </a:extLst>
                </p:cNvPr>
                <p:cNvPicPr/>
                <p:nvPr/>
              </p:nvPicPr>
              <p:blipFill>
                <a:blip r:embed="rId482"/>
                <a:stretch>
                  <a:fillRect/>
                </a:stretch>
              </p:blipFill>
              <p:spPr>
                <a:xfrm>
                  <a:off x="4090860" y="3299439"/>
                  <a:ext cx="597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99" name="Ink 398">
                  <a:extLst>
                    <a:ext uri="{FF2B5EF4-FFF2-40B4-BE49-F238E27FC236}">
                      <a16:creationId xmlns:a16="http://schemas.microsoft.com/office/drawing/2014/main" id="{540A346D-6B5C-42DB-9057-E7A2FD7562F8}"/>
                    </a:ext>
                  </a:extLst>
                </p14:cNvPr>
                <p14:cNvContentPartPr/>
                <p14:nvPr/>
              </p14:nvContentPartPr>
              <p14:xfrm>
                <a:off x="4209300" y="3359199"/>
                <a:ext cx="72000" cy="105120"/>
              </p14:xfrm>
            </p:contentPart>
          </mc:Choice>
          <mc:Fallback xmlns="">
            <p:pic>
              <p:nvPicPr>
                <p:cNvPr id="399" name="Ink 398">
                  <a:extLst>
                    <a:ext uri="{FF2B5EF4-FFF2-40B4-BE49-F238E27FC236}">
                      <a16:creationId xmlns:a16="http://schemas.microsoft.com/office/drawing/2014/main" id="{540A346D-6B5C-42DB-9057-E7A2FD7562F8}"/>
                    </a:ext>
                  </a:extLst>
                </p:cNvPr>
                <p:cNvPicPr/>
                <p:nvPr/>
              </p:nvPicPr>
              <p:blipFill>
                <a:blip r:embed="rId484"/>
                <a:stretch>
                  <a:fillRect/>
                </a:stretch>
              </p:blipFill>
              <p:spPr>
                <a:xfrm>
                  <a:off x="4200660" y="3350559"/>
                  <a:ext cx="896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400" name="Ink 399">
                  <a:extLst>
                    <a:ext uri="{FF2B5EF4-FFF2-40B4-BE49-F238E27FC236}">
                      <a16:creationId xmlns:a16="http://schemas.microsoft.com/office/drawing/2014/main" id="{6DAA3E3F-31D0-4F1D-B500-96C11E0DB918}"/>
                    </a:ext>
                  </a:extLst>
                </p14:cNvPr>
                <p14:cNvContentPartPr/>
                <p14:nvPr/>
              </p14:nvContentPartPr>
              <p14:xfrm>
                <a:off x="4200300" y="3252639"/>
                <a:ext cx="9360" cy="48600"/>
              </p14:xfrm>
            </p:contentPart>
          </mc:Choice>
          <mc:Fallback xmlns="">
            <p:pic>
              <p:nvPicPr>
                <p:cNvPr id="400" name="Ink 399">
                  <a:extLst>
                    <a:ext uri="{FF2B5EF4-FFF2-40B4-BE49-F238E27FC236}">
                      <a16:creationId xmlns:a16="http://schemas.microsoft.com/office/drawing/2014/main" id="{6DAA3E3F-31D0-4F1D-B500-96C11E0DB918}"/>
                    </a:ext>
                  </a:extLst>
                </p:cNvPr>
                <p:cNvPicPr/>
                <p:nvPr/>
              </p:nvPicPr>
              <p:blipFill>
                <a:blip r:embed="rId486"/>
                <a:stretch>
                  <a:fillRect/>
                </a:stretch>
              </p:blipFill>
              <p:spPr>
                <a:xfrm>
                  <a:off x="4191660" y="3243999"/>
                  <a:ext cx="270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401" name="Ink 400">
                  <a:extLst>
                    <a:ext uri="{FF2B5EF4-FFF2-40B4-BE49-F238E27FC236}">
                      <a16:creationId xmlns:a16="http://schemas.microsoft.com/office/drawing/2014/main" id="{5DCEE87C-1A07-49F0-9AE2-150BDD4A12C1}"/>
                    </a:ext>
                  </a:extLst>
                </p14:cNvPr>
                <p14:cNvContentPartPr/>
                <p14:nvPr/>
              </p14:nvContentPartPr>
              <p14:xfrm>
                <a:off x="4252140" y="3239679"/>
                <a:ext cx="10080" cy="77400"/>
              </p14:xfrm>
            </p:contentPart>
          </mc:Choice>
          <mc:Fallback xmlns="">
            <p:pic>
              <p:nvPicPr>
                <p:cNvPr id="401" name="Ink 400">
                  <a:extLst>
                    <a:ext uri="{FF2B5EF4-FFF2-40B4-BE49-F238E27FC236}">
                      <a16:creationId xmlns:a16="http://schemas.microsoft.com/office/drawing/2014/main" id="{5DCEE87C-1A07-49F0-9AE2-150BDD4A12C1}"/>
                    </a:ext>
                  </a:extLst>
                </p:cNvPr>
                <p:cNvPicPr/>
                <p:nvPr/>
              </p:nvPicPr>
              <p:blipFill>
                <a:blip r:embed="rId488"/>
                <a:stretch>
                  <a:fillRect/>
                </a:stretch>
              </p:blipFill>
              <p:spPr>
                <a:xfrm>
                  <a:off x="4243140" y="3230679"/>
                  <a:ext cx="277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402" name="Ink 401">
                  <a:extLst>
                    <a:ext uri="{FF2B5EF4-FFF2-40B4-BE49-F238E27FC236}">
                      <a16:creationId xmlns:a16="http://schemas.microsoft.com/office/drawing/2014/main" id="{3028205F-4374-4930-950D-650E3DA10832}"/>
                    </a:ext>
                  </a:extLst>
                </p14:cNvPr>
                <p14:cNvContentPartPr/>
                <p14:nvPr/>
              </p14:nvContentPartPr>
              <p14:xfrm>
                <a:off x="4344660" y="3272079"/>
                <a:ext cx="241920" cy="213480"/>
              </p14:xfrm>
            </p:contentPart>
          </mc:Choice>
          <mc:Fallback xmlns="">
            <p:pic>
              <p:nvPicPr>
                <p:cNvPr id="402" name="Ink 401">
                  <a:extLst>
                    <a:ext uri="{FF2B5EF4-FFF2-40B4-BE49-F238E27FC236}">
                      <a16:creationId xmlns:a16="http://schemas.microsoft.com/office/drawing/2014/main" id="{3028205F-4374-4930-950D-650E3DA10832}"/>
                    </a:ext>
                  </a:extLst>
                </p:cNvPr>
                <p:cNvPicPr/>
                <p:nvPr/>
              </p:nvPicPr>
              <p:blipFill>
                <a:blip r:embed="rId490"/>
                <a:stretch>
                  <a:fillRect/>
                </a:stretch>
              </p:blipFill>
              <p:spPr>
                <a:xfrm>
                  <a:off x="4335660" y="3263439"/>
                  <a:ext cx="2595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403" name="Ink 402">
                  <a:extLst>
                    <a:ext uri="{FF2B5EF4-FFF2-40B4-BE49-F238E27FC236}">
                      <a16:creationId xmlns:a16="http://schemas.microsoft.com/office/drawing/2014/main" id="{AC12358A-0161-4556-8CA9-F9670BD9E4E9}"/>
                    </a:ext>
                  </a:extLst>
                </p14:cNvPr>
                <p14:cNvContentPartPr/>
                <p14:nvPr/>
              </p14:nvContentPartPr>
              <p14:xfrm>
                <a:off x="4641300" y="3359919"/>
                <a:ext cx="129600" cy="88200"/>
              </p14:xfrm>
            </p:contentPart>
          </mc:Choice>
          <mc:Fallback xmlns="">
            <p:pic>
              <p:nvPicPr>
                <p:cNvPr id="403" name="Ink 402">
                  <a:extLst>
                    <a:ext uri="{FF2B5EF4-FFF2-40B4-BE49-F238E27FC236}">
                      <a16:creationId xmlns:a16="http://schemas.microsoft.com/office/drawing/2014/main" id="{AC12358A-0161-4556-8CA9-F9670BD9E4E9}"/>
                    </a:ext>
                  </a:extLst>
                </p:cNvPr>
                <p:cNvPicPr/>
                <p:nvPr/>
              </p:nvPicPr>
              <p:blipFill>
                <a:blip r:embed="rId492"/>
                <a:stretch>
                  <a:fillRect/>
                </a:stretch>
              </p:blipFill>
              <p:spPr>
                <a:xfrm>
                  <a:off x="4632660" y="3350919"/>
                  <a:ext cx="147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404" name="Ink 403">
                  <a:extLst>
                    <a:ext uri="{FF2B5EF4-FFF2-40B4-BE49-F238E27FC236}">
                      <a16:creationId xmlns:a16="http://schemas.microsoft.com/office/drawing/2014/main" id="{DA184687-C306-42DC-952F-480093F680C7}"/>
                    </a:ext>
                  </a:extLst>
                </p14:cNvPr>
                <p14:cNvContentPartPr/>
                <p14:nvPr/>
              </p14:nvContentPartPr>
              <p14:xfrm>
                <a:off x="4655340" y="3278919"/>
                <a:ext cx="11160" cy="10080"/>
              </p14:xfrm>
            </p:contentPart>
          </mc:Choice>
          <mc:Fallback xmlns="">
            <p:pic>
              <p:nvPicPr>
                <p:cNvPr id="404" name="Ink 403">
                  <a:extLst>
                    <a:ext uri="{FF2B5EF4-FFF2-40B4-BE49-F238E27FC236}">
                      <a16:creationId xmlns:a16="http://schemas.microsoft.com/office/drawing/2014/main" id="{DA184687-C306-42DC-952F-480093F680C7}"/>
                    </a:ext>
                  </a:extLst>
                </p:cNvPr>
                <p:cNvPicPr/>
                <p:nvPr/>
              </p:nvPicPr>
              <p:blipFill>
                <a:blip r:embed="rId494"/>
                <a:stretch>
                  <a:fillRect/>
                </a:stretch>
              </p:blipFill>
              <p:spPr>
                <a:xfrm>
                  <a:off x="4646340" y="3269919"/>
                  <a:ext cx="288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405" name="Ink 404">
                  <a:extLst>
                    <a:ext uri="{FF2B5EF4-FFF2-40B4-BE49-F238E27FC236}">
                      <a16:creationId xmlns:a16="http://schemas.microsoft.com/office/drawing/2014/main" id="{25FCF2EB-B1CC-498B-A35F-175580386D44}"/>
                    </a:ext>
                  </a:extLst>
                </p14:cNvPr>
                <p14:cNvContentPartPr/>
                <p14:nvPr/>
              </p14:nvContentPartPr>
              <p14:xfrm>
                <a:off x="4843980" y="3374319"/>
                <a:ext cx="98280" cy="198720"/>
              </p14:xfrm>
            </p:contentPart>
          </mc:Choice>
          <mc:Fallback xmlns="">
            <p:pic>
              <p:nvPicPr>
                <p:cNvPr id="405" name="Ink 404">
                  <a:extLst>
                    <a:ext uri="{FF2B5EF4-FFF2-40B4-BE49-F238E27FC236}">
                      <a16:creationId xmlns:a16="http://schemas.microsoft.com/office/drawing/2014/main" id="{25FCF2EB-B1CC-498B-A35F-175580386D44}"/>
                    </a:ext>
                  </a:extLst>
                </p:cNvPr>
                <p:cNvPicPr/>
                <p:nvPr/>
              </p:nvPicPr>
              <p:blipFill>
                <a:blip r:embed="rId496"/>
                <a:stretch>
                  <a:fillRect/>
                </a:stretch>
              </p:blipFill>
              <p:spPr>
                <a:xfrm>
                  <a:off x="4835340" y="3365319"/>
                  <a:ext cx="1159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406" name="Ink 405">
                  <a:extLst>
                    <a:ext uri="{FF2B5EF4-FFF2-40B4-BE49-F238E27FC236}">
                      <a16:creationId xmlns:a16="http://schemas.microsoft.com/office/drawing/2014/main" id="{1C13759A-69D1-4E6B-B115-2AE02CF10E3A}"/>
                    </a:ext>
                  </a:extLst>
                </p14:cNvPr>
                <p14:cNvContentPartPr/>
                <p14:nvPr/>
              </p14:nvContentPartPr>
              <p14:xfrm>
                <a:off x="4999860" y="3359919"/>
                <a:ext cx="78840" cy="115920"/>
              </p14:xfrm>
            </p:contentPart>
          </mc:Choice>
          <mc:Fallback xmlns="">
            <p:pic>
              <p:nvPicPr>
                <p:cNvPr id="406" name="Ink 405">
                  <a:extLst>
                    <a:ext uri="{FF2B5EF4-FFF2-40B4-BE49-F238E27FC236}">
                      <a16:creationId xmlns:a16="http://schemas.microsoft.com/office/drawing/2014/main" id="{1C13759A-69D1-4E6B-B115-2AE02CF10E3A}"/>
                    </a:ext>
                  </a:extLst>
                </p:cNvPr>
                <p:cNvPicPr/>
                <p:nvPr/>
              </p:nvPicPr>
              <p:blipFill>
                <a:blip r:embed="rId498"/>
                <a:stretch>
                  <a:fillRect/>
                </a:stretch>
              </p:blipFill>
              <p:spPr>
                <a:xfrm>
                  <a:off x="4990860" y="3350919"/>
                  <a:ext cx="964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407" name="Ink 406">
                  <a:extLst>
                    <a:ext uri="{FF2B5EF4-FFF2-40B4-BE49-F238E27FC236}">
                      <a16:creationId xmlns:a16="http://schemas.microsoft.com/office/drawing/2014/main" id="{940F23D2-8916-4C9D-93EB-D49537F16178}"/>
                    </a:ext>
                  </a:extLst>
                </p14:cNvPr>
                <p14:cNvContentPartPr/>
                <p14:nvPr/>
              </p14:nvContentPartPr>
              <p14:xfrm>
                <a:off x="5114700" y="3349119"/>
                <a:ext cx="114120" cy="126360"/>
              </p14:xfrm>
            </p:contentPart>
          </mc:Choice>
          <mc:Fallback xmlns="">
            <p:pic>
              <p:nvPicPr>
                <p:cNvPr id="407" name="Ink 406">
                  <a:extLst>
                    <a:ext uri="{FF2B5EF4-FFF2-40B4-BE49-F238E27FC236}">
                      <a16:creationId xmlns:a16="http://schemas.microsoft.com/office/drawing/2014/main" id="{940F23D2-8916-4C9D-93EB-D49537F16178}"/>
                    </a:ext>
                  </a:extLst>
                </p:cNvPr>
                <p:cNvPicPr/>
                <p:nvPr/>
              </p:nvPicPr>
              <p:blipFill>
                <a:blip r:embed="rId500"/>
                <a:stretch>
                  <a:fillRect/>
                </a:stretch>
              </p:blipFill>
              <p:spPr>
                <a:xfrm>
                  <a:off x="5105700" y="3340119"/>
                  <a:ext cx="131760" cy="144000"/>
                </a:xfrm>
                <a:prstGeom prst="rect">
                  <a:avLst/>
                </a:prstGeom>
              </p:spPr>
            </p:pic>
          </mc:Fallback>
        </mc:AlternateContent>
      </p:grpSp>
      <p:grpSp>
        <p:nvGrpSpPr>
          <p:cNvPr id="416" name="Group 415">
            <a:extLst>
              <a:ext uri="{FF2B5EF4-FFF2-40B4-BE49-F238E27FC236}">
                <a16:creationId xmlns:a16="http://schemas.microsoft.com/office/drawing/2014/main" id="{A55E482F-A42E-45D3-879F-85841D8BC4B6}"/>
              </a:ext>
            </a:extLst>
          </p:cNvPr>
          <p:cNvGrpSpPr/>
          <p:nvPr/>
        </p:nvGrpSpPr>
        <p:grpSpPr>
          <a:xfrm>
            <a:off x="5449860" y="3263799"/>
            <a:ext cx="843840" cy="207000"/>
            <a:chOff x="5449860" y="3263799"/>
            <a:chExt cx="843840" cy="207000"/>
          </a:xfrm>
        </p:grpSpPr>
        <mc:AlternateContent xmlns:mc="http://schemas.openxmlformats.org/markup-compatibility/2006" xmlns:p14="http://schemas.microsoft.com/office/powerpoint/2010/main">
          <mc:Choice Requires="p14">
            <p:contentPart p14:bwMode="auto" r:id="rId501">
              <p14:nvContentPartPr>
                <p14:cNvPr id="409" name="Ink 408">
                  <a:extLst>
                    <a:ext uri="{FF2B5EF4-FFF2-40B4-BE49-F238E27FC236}">
                      <a16:creationId xmlns:a16="http://schemas.microsoft.com/office/drawing/2014/main" id="{E8C813EF-14B4-4A85-B19F-A2F59BAF38BE}"/>
                    </a:ext>
                  </a:extLst>
                </p14:cNvPr>
                <p14:cNvContentPartPr/>
                <p14:nvPr/>
              </p14:nvContentPartPr>
              <p14:xfrm>
                <a:off x="5527260" y="3266679"/>
                <a:ext cx="27000" cy="155880"/>
              </p14:xfrm>
            </p:contentPart>
          </mc:Choice>
          <mc:Fallback xmlns="">
            <p:pic>
              <p:nvPicPr>
                <p:cNvPr id="409" name="Ink 408">
                  <a:extLst>
                    <a:ext uri="{FF2B5EF4-FFF2-40B4-BE49-F238E27FC236}">
                      <a16:creationId xmlns:a16="http://schemas.microsoft.com/office/drawing/2014/main" id="{E8C813EF-14B4-4A85-B19F-A2F59BAF38BE}"/>
                    </a:ext>
                  </a:extLst>
                </p:cNvPr>
                <p:cNvPicPr/>
                <p:nvPr/>
              </p:nvPicPr>
              <p:blipFill>
                <a:blip r:embed="rId502"/>
                <a:stretch>
                  <a:fillRect/>
                </a:stretch>
              </p:blipFill>
              <p:spPr>
                <a:xfrm>
                  <a:off x="5518620" y="3258039"/>
                  <a:ext cx="446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410" name="Ink 409">
                  <a:extLst>
                    <a:ext uri="{FF2B5EF4-FFF2-40B4-BE49-F238E27FC236}">
                      <a16:creationId xmlns:a16="http://schemas.microsoft.com/office/drawing/2014/main" id="{50502EBA-0191-47B1-957A-D2FDC5331270}"/>
                    </a:ext>
                  </a:extLst>
                </p14:cNvPr>
                <p14:cNvContentPartPr/>
                <p14:nvPr/>
              </p14:nvContentPartPr>
              <p14:xfrm>
                <a:off x="5449860" y="3268119"/>
                <a:ext cx="234000" cy="202680"/>
              </p14:xfrm>
            </p:contentPart>
          </mc:Choice>
          <mc:Fallback xmlns="">
            <p:pic>
              <p:nvPicPr>
                <p:cNvPr id="410" name="Ink 409">
                  <a:extLst>
                    <a:ext uri="{FF2B5EF4-FFF2-40B4-BE49-F238E27FC236}">
                      <a16:creationId xmlns:a16="http://schemas.microsoft.com/office/drawing/2014/main" id="{50502EBA-0191-47B1-957A-D2FDC5331270}"/>
                    </a:ext>
                  </a:extLst>
                </p:cNvPr>
                <p:cNvPicPr/>
                <p:nvPr/>
              </p:nvPicPr>
              <p:blipFill>
                <a:blip r:embed="rId504"/>
                <a:stretch>
                  <a:fillRect/>
                </a:stretch>
              </p:blipFill>
              <p:spPr>
                <a:xfrm>
                  <a:off x="5441220" y="3259479"/>
                  <a:ext cx="2516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411" name="Ink 410">
                  <a:extLst>
                    <a:ext uri="{FF2B5EF4-FFF2-40B4-BE49-F238E27FC236}">
                      <a16:creationId xmlns:a16="http://schemas.microsoft.com/office/drawing/2014/main" id="{7FE2659F-9CF8-442E-A7E1-FDF027E297BA}"/>
                    </a:ext>
                  </a:extLst>
                </p14:cNvPr>
                <p14:cNvContentPartPr/>
                <p14:nvPr/>
              </p14:nvContentPartPr>
              <p14:xfrm>
                <a:off x="5772060" y="3347679"/>
                <a:ext cx="30240" cy="90720"/>
              </p14:xfrm>
            </p:contentPart>
          </mc:Choice>
          <mc:Fallback xmlns="">
            <p:pic>
              <p:nvPicPr>
                <p:cNvPr id="411" name="Ink 410">
                  <a:extLst>
                    <a:ext uri="{FF2B5EF4-FFF2-40B4-BE49-F238E27FC236}">
                      <a16:creationId xmlns:a16="http://schemas.microsoft.com/office/drawing/2014/main" id="{7FE2659F-9CF8-442E-A7E1-FDF027E297BA}"/>
                    </a:ext>
                  </a:extLst>
                </p:cNvPr>
                <p:cNvPicPr/>
                <p:nvPr/>
              </p:nvPicPr>
              <p:blipFill>
                <a:blip r:embed="rId506"/>
                <a:stretch>
                  <a:fillRect/>
                </a:stretch>
              </p:blipFill>
              <p:spPr>
                <a:xfrm>
                  <a:off x="5763420" y="3339039"/>
                  <a:ext cx="478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412" name="Ink 411">
                  <a:extLst>
                    <a:ext uri="{FF2B5EF4-FFF2-40B4-BE49-F238E27FC236}">
                      <a16:creationId xmlns:a16="http://schemas.microsoft.com/office/drawing/2014/main" id="{967856B7-5A01-4168-8ACB-92ECEAC12649}"/>
                    </a:ext>
                  </a:extLst>
                </p14:cNvPr>
                <p14:cNvContentPartPr/>
                <p14:nvPr/>
              </p14:nvContentPartPr>
              <p14:xfrm>
                <a:off x="5788620" y="3263799"/>
                <a:ext cx="16200" cy="24120"/>
              </p14:xfrm>
            </p:contentPart>
          </mc:Choice>
          <mc:Fallback xmlns="">
            <p:pic>
              <p:nvPicPr>
                <p:cNvPr id="412" name="Ink 411">
                  <a:extLst>
                    <a:ext uri="{FF2B5EF4-FFF2-40B4-BE49-F238E27FC236}">
                      <a16:creationId xmlns:a16="http://schemas.microsoft.com/office/drawing/2014/main" id="{967856B7-5A01-4168-8ACB-92ECEAC12649}"/>
                    </a:ext>
                  </a:extLst>
                </p:cNvPr>
                <p:cNvPicPr/>
                <p:nvPr/>
              </p:nvPicPr>
              <p:blipFill>
                <a:blip r:embed="rId508"/>
                <a:stretch>
                  <a:fillRect/>
                </a:stretch>
              </p:blipFill>
              <p:spPr>
                <a:xfrm>
                  <a:off x="5779620" y="3255159"/>
                  <a:ext cx="338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413" name="Ink 412">
                  <a:extLst>
                    <a:ext uri="{FF2B5EF4-FFF2-40B4-BE49-F238E27FC236}">
                      <a16:creationId xmlns:a16="http://schemas.microsoft.com/office/drawing/2014/main" id="{88FAEAF1-C479-47BC-993C-CCC74CBE8800}"/>
                    </a:ext>
                  </a:extLst>
                </p14:cNvPr>
                <p14:cNvContentPartPr/>
                <p14:nvPr/>
              </p14:nvContentPartPr>
              <p14:xfrm>
                <a:off x="5856660" y="3303039"/>
                <a:ext cx="61920" cy="151920"/>
              </p14:xfrm>
            </p:contentPart>
          </mc:Choice>
          <mc:Fallback xmlns="">
            <p:pic>
              <p:nvPicPr>
                <p:cNvPr id="413" name="Ink 412">
                  <a:extLst>
                    <a:ext uri="{FF2B5EF4-FFF2-40B4-BE49-F238E27FC236}">
                      <a16:creationId xmlns:a16="http://schemas.microsoft.com/office/drawing/2014/main" id="{88FAEAF1-C479-47BC-993C-CCC74CBE8800}"/>
                    </a:ext>
                  </a:extLst>
                </p:cNvPr>
                <p:cNvPicPr/>
                <p:nvPr/>
              </p:nvPicPr>
              <p:blipFill>
                <a:blip r:embed="rId510"/>
                <a:stretch>
                  <a:fillRect/>
                </a:stretch>
              </p:blipFill>
              <p:spPr>
                <a:xfrm>
                  <a:off x="5847660" y="3294399"/>
                  <a:ext cx="795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14" name="Ink 413">
                  <a:extLst>
                    <a:ext uri="{FF2B5EF4-FFF2-40B4-BE49-F238E27FC236}">
                      <a16:creationId xmlns:a16="http://schemas.microsoft.com/office/drawing/2014/main" id="{B83091D4-10CD-4D6C-AB41-E3B22C8137FF}"/>
                    </a:ext>
                  </a:extLst>
                </p14:cNvPr>
                <p14:cNvContentPartPr/>
                <p14:nvPr/>
              </p14:nvContentPartPr>
              <p14:xfrm>
                <a:off x="5975460" y="3365319"/>
                <a:ext cx="141840" cy="100440"/>
              </p14:xfrm>
            </p:contentPart>
          </mc:Choice>
          <mc:Fallback xmlns="">
            <p:pic>
              <p:nvPicPr>
                <p:cNvPr id="414" name="Ink 413">
                  <a:extLst>
                    <a:ext uri="{FF2B5EF4-FFF2-40B4-BE49-F238E27FC236}">
                      <a16:creationId xmlns:a16="http://schemas.microsoft.com/office/drawing/2014/main" id="{B83091D4-10CD-4D6C-AB41-E3B22C8137FF}"/>
                    </a:ext>
                  </a:extLst>
                </p:cNvPr>
                <p:cNvPicPr/>
                <p:nvPr/>
              </p:nvPicPr>
              <p:blipFill>
                <a:blip r:embed="rId512"/>
                <a:stretch>
                  <a:fillRect/>
                </a:stretch>
              </p:blipFill>
              <p:spPr>
                <a:xfrm>
                  <a:off x="5966460" y="3356679"/>
                  <a:ext cx="1594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415" name="Ink 414">
                  <a:extLst>
                    <a:ext uri="{FF2B5EF4-FFF2-40B4-BE49-F238E27FC236}">
                      <a16:creationId xmlns:a16="http://schemas.microsoft.com/office/drawing/2014/main" id="{D65154E8-AFD7-4CEF-9117-6B7EA82D7B0F}"/>
                    </a:ext>
                  </a:extLst>
                </p14:cNvPr>
                <p14:cNvContentPartPr/>
                <p14:nvPr/>
              </p14:nvContentPartPr>
              <p14:xfrm>
                <a:off x="6170220" y="3324639"/>
                <a:ext cx="123480" cy="130680"/>
              </p14:xfrm>
            </p:contentPart>
          </mc:Choice>
          <mc:Fallback xmlns="">
            <p:pic>
              <p:nvPicPr>
                <p:cNvPr id="415" name="Ink 414">
                  <a:extLst>
                    <a:ext uri="{FF2B5EF4-FFF2-40B4-BE49-F238E27FC236}">
                      <a16:creationId xmlns:a16="http://schemas.microsoft.com/office/drawing/2014/main" id="{D65154E8-AFD7-4CEF-9117-6B7EA82D7B0F}"/>
                    </a:ext>
                  </a:extLst>
                </p:cNvPr>
                <p:cNvPicPr/>
                <p:nvPr/>
              </p:nvPicPr>
              <p:blipFill>
                <a:blip r:embed="rId514"/>
                <a:stretch>
                  <a:fillRect/>
                </a:stretch>
              </p:blipFill>
              <p:spPr>
                <a:xfrm>
                  <a:off x="6161220" y="3315999"/>
                  <a:ext cx="141120" cy="148320"/>
                </a:xfrm>
                <a:prstGeom prst="rect">
                  <a:avLst/>
                </a:prstGeom>
              </p:spPr>
            </p:pic>
          </mc:Fallback>
        </mc:AlternateContent>
      </p:grpSp>
      <p:grpSp>
        <p:nvGrpSpPr>
          <p:cNvPr id="423" name="Group 422">
            <a:extLst>
              <a:ext uri="{FF2B5EF4-FFF2-40B4-BE49-F238E27FC236}">
                <a16:creationId xmlns:a16="http://schemas.microsoft.com/office/drawing/2014/main" id="{00AD414C-0F06-4CD5-B5BB-CA71D7CA817F}"/>
              </a:ext>
            </a:extLst>
          </p:cNvPr>
          <p:cNvGrpSpPr/>
          <p:nvPr/>
        </p:nvGrpSpPr>
        <p:grpSpPr>
          <a:xfrm>
            <a:off x="6634620" y="3228519"/>
            <a:ext cx="998640" cy="302760"/>
            <a:chOff x="6634620" y="3228519"/>
            <a:chExt cx="998640" cy="302760"/>
          </a:xfrm>
        </p:grpSpPr>
        <mc:AlternateContent xmlns:mc="http://schemas.openxmlformats.org/markup-compatibility/2006" xmlns:p14="http://schemas.microsoft.com/office/powerpoint/2010/main">
          <mc:Choice Requires="p14">
            <p:contentPart p14:bwMode="auto" r:id="rId515">
              <p14:nvContentPartPr>
                <p14:cNvPr id="417" name="Ink 416">
                  <a:extLst>
                    <a:ext uri="{FF2B5EF4-FFF2-40B4-BE49-F238E27FC236}">
                      <a16:creationId xmlns:a16="http://schemas.microsoft.com/office/drawing/2014/main" id="{208D414F-6D55-43BA-82BA-89D55A7519DA}"/>
                    </a:ext>
                  </a:extLst>
                </p14:cNvPr>
                <p14:cNvContentPartPr/>
                <p14:nvPr/>
              </p14:nvContentPartPr>
              <p14:xfrm>
                <a:off x="6721740" y="3343719"/>
                <a:ext cx="42840" cy="108720"/>
              </p14:xfrm>
            </p:contentPart>
          </mc:Choice>
          <mc:Fallback xmlns="">
            <p:pic>
              <p:nvPicPr>
                <p:cNvPr id="417" name="Ink 416">
                  <a:extLst>
                    <a:ext uri="{FF2B5EF4-FFF2-40B4-BE49-F238E27FC236}">
                      <a16:creationId xmlns:a16="http://schemas.microsoft.com/office/drawing/2014/main" id="{208D414F-6D55-43BA-82BA-89D55A7519DA}"/>
                    </a:ext>
                  </a:extLst>
                </p:cNvPr>
                <p:cNvPicPr/>
                <p:nvPr/>
              </p:nvPicPr>
              <p:blipFill>
                <a:blip r:embed="rId516"/>
                <a:stretch>
                  <a:fillRect/>
                </a:stretch>
              </p:blipFill>
              <p:spPr>
                <a:xfrm>
                  <a:off x="6713100" y="3334719"/>
                  <a:ext cx="604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418" name="Ink 417">
                  <a:extLst>
                    <a:ext uri="{FF2B5EF4-FFF2-40B4-BE49-F238E27FC236}">
                      <a16:creationId xmlns:a16="http://schemas.microsoft.com/office/drawing/2014/main" id="{A3EE5C5C-C62E-4430-815C-13A0D9834954}"/>
                    </a:ext>
                  </a:extLst>
                </p14:cNvPr>
                <p14:cNvContentPartPr/>
                <p14:nvPr/>
              </p14:nvContentPartPr>
              <p14:xfrm>
                <a:off x="6634620" y="3232479"/>
                <a:ext cx="258120" cy="239400"/>
              </p14:xfrm>
            </p:contentPart>
          </mc:Choice>
          <mc:Fallback xmlns="">
            <p:pic>
              <p:nvPicPr>
                <p:cNvPr id="418" name="Ink 417">
                  <a:extLst>
                    <a:ext uri="{FF2B5EF4-FFF2-40B4-BE49-F238E27FC236}">
                      <a16:creationId xmlns:a16="http://schemas.microsoft.com/office/drawing/2014/main" id="{A3EE5C5C-C62E-4430-815C-13A0D9834954}"/>
                    </a:ext>
                  </a:extLst>
                </p:cNvPr>
                <p:cNvPicPr/>
                <p:nvPr/>
              </p:nvPicPr>
              <p:blipFill>
                <a:blip r:embed="rId518"/>
                <a:stretch>
                  <a:fillRect/>
                </a:stretch>
              </p:blipFill>
              <p:spPr>
                <a:xfrm>
                  <a:off x="6625980" y="3223839"/>
                  <a:ext cx="27576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19" name="Ink 418">
                  <a:extLst>
                    <a:ext uri="{FF2B5EF4-FFF2-40B4-BE49-F238E27FC236}">
                      <a16:creationId xmlns:a16="http://schemas.microsoft.com/office/drawing/2014/main" id="{903CF824-B298-4330-8F83-F58AAD3068F6}"/>
                    </a:ext>
                  </a:extLst>
                </p14:cNvPr>
                <p14:cNvContentPartPr/>
                <p14:nvPr/>
              </p14:nvContentPartPr>
              <p14:xfrm>
                <a:off x="6963300" y="3347679"/>
                <a:ext cx="79560" cy="130680"/>
              </p14:xfrm>
            </p:contentPart>
          </mc:Choice>
          <mc:Fallback xmlns="">
            <p:pic>
              <p:nvPicPr>
                <p:cNvPr id="419" name="Ink 418">
                  <a:extLst>
                    <a:ext uri="{FF2B5EF4-FFF2-40B4-BE49-F238E27FC236}">
                      <a16:creationId xmlns:a16="http://schemas.microsoft.com/office/drawing/2014/main" id="{903CF824-B298-4330-8F83-F58AAD3068F6}"/>
                    </a:ext>
                  </a:extLst>
                </p:cNvPr>
                <p:cNvPicPr/>
                <p:nvPr/>
              </p:nvPicPr>
              <p:blipFill>
                <a:blip r:embed="rId520"/>
                <a:stretch>
                  <a:fillRect/>
                </a:stretch>
              </p:blipFill>
              <p:spPr>
                <a:xfrm>
                  <a:off x="6954660" y="3339039"/>
                  <a:ext cx="972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420" name="Ink 419">
                  <a:extLst>
                    <a:ext uri="{FF2B5EF4-FFF2-40B4-BE49-F238E27FC236}">
                      <a16:creationId xmlns:a16="http://schemas.microsoft.com/office/drawing/2014/main" id="{4C163D6F-61F4-4BD2-B239-B996AC7A6518}"/>
                    </a:ext>
                  </a:extLst>
                </p14:cNvPr>
                <p14:cNvContentPartPr/>
                <p14:nvPr/>
              </p14:nvContentPartPr>
              <p14:xfrm>
                <a:off x="7123500" y="3228519"/>
                <a:ext cx="177840" cy="228960"/>
              </p14:xfrm>
            </p:contentPart>
          </mc:Choice>
          <mc:Fallback xmlns="">
            <p:pic>
              <p:nvPicPr>
                <p:cNvPr id="420" name="Ink 419">
                  <a:extLst>
                    <a:ext uri="{FF2B5EF4-FFF2-40B4-BE49-F238E27FC236}">
                      <a16:creationId xmlns:a16="http://schemas.microsoft.com/office/drawing/2014/main" id="{4C163D6F-61F4-4BD2-B239-B996AC7A6518}"/>
                    </a:ext>
                  </a:extLst>
                </p:cNvPr>
                <p:cNvPicPr/>
                <p:nvPr/>
              </p:nvPicPr>
              <p:blipFill>
                <a:blip r:embed="rId522"/>
                <a:stretch>
                  <a:fillRect/>
                </a:stretch>
              </p:blipFill>
              <p:spPr>
                <a:xfrm>
                  <a:off x="7114860" y="3219879"/>
                  <a:ext cx="1954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421" name="Ink 420">
                  <a:extLst>
                    <a:ext uri="{FF2B5EF4-FFF2-40B4-BE49-F238E27FC236}">
                      <a16:creationId xmlns:a16="http://schemas.microsoft.com/office/drawing/2014/main" id="{986FC3DA-6055-4F31-B180-96B29A776825}"/>
                    </a:ext>
                  </a:extLst>
                </p14:cNvPr>
                <p14:cNvContentPartPr/>
                <p14:nvPr/>
              </p14:nvContentPartPr>
              <p14:xfrm>
                <a:off x="7383420" y="3339039"/>
                <a:ext cx="249840" cy="117360"/>
              </p14:xfrm>
            </p:contentPart>
          </mc:Choice>
          <mc:Fallback xmlns="">
            <p:pic>
              <p:nvPicPr>
                <p:cNvPr id="421" name="Ink 420">
                  <a:extLst>
                    <a:ext uri="{FF2B5EF4-FFF2-40B4-BE49-F238E27FC236}">
                      <a16:creationId xmlns:a16="http://schemas.microsoft.com/office/drawing/2014/main" id="{986FC3DA-6055-4F31-B180-96B29A776825}"/>
                    </a:ext>
                  </a:extLst>
                </p:cNvPr>
                <p:cNvPicPr/>
                <p:nvPr/>
              </p:nvPicPr>
              <p:blipFill>
                <a:blip r:embed="rId524"/>
                <a:stretch>
                  <a:fillRect/>
                </a:stretch>
              </p:blipFill>
              <p:spPr>
                <a:xfrm>
                  <a:off x="7374780" y="3330039"/>
                  <a:ext cx="2674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422" name="Ink 421">
                  <a:extLst>
                    <a:ext uri="{FF2B5EF4-FFF2-40B4-BE49-F238E27FC236}">
                      <a16:creationId xmlns:a16="http://schemas.microsoft.com/office/drawing/2014/main" id="{3FE9F6AC-FF5A-474D-9C5E-EEDD114AD2EF}"/>
                    </a:ext>
                  </a:extLst>
                </p14:cNvPr>
                <p14:cNvContentPartPr/>
                <p14:nvPr/>
              </p14:nvContentPartPr>
              <p14:xfrm>
                <a:off x="6683580" y="3276039"/>
                <a:ext cx="99720" cy="255240"/>
              </p14:xfrm>
            </p:contentPart>
          </mc:Choice>
          <mc:Fallback xmlns="">
            <p:pic>
              <p:nvPicPr>
                <p:cNvPr id="422" name="Ink 421">
                  <a:extLst>
                    <a:ext uri="{FF2B5EF4-FFF2-40B4-BE49-F238E27FC236}">
                      <a16:creationId xmlns:a16="http://schemas.microsoft.com/office/drawing/2014/main" id="{3FE9F6AC-FF5A-474D-9C5E-EEDD114AD2EF}"/>
                    </a:ext>
                  </a:extLst>
                </p:cNvPr>
                <p:cNvPicPr/>
                <p:nvPr/>
              </p:nvPicPr>
              <p:blipFill>
                <a:blip r:embed="rId526"/>
                <a:stretch>
                  <a:fillRect/>
                </a:stretch>
              </p:blipFill>
              <p:spPr>
                <a:xfrm>
                  <a:off x="6674580" y="3267039"/>
                  <a:ext cx="117360" cy="272880"/>
                </a:xfrm>
                <a:prstGeom prst="rect">
                  <a:avLst/>
                </a:prstGeom>
              </p:spPr>
            </p:pic>
          </mc:Fallback>
        </mc:AlternateContent>
      </p:grpSp>
      <p:grpSp>
        <p:nvGrpSpPr>
          <p:cNvPr id="444" name="Group 443">
            <a:extLst>
              <a:ext uri="{FF2B5EF4-FFF2-40B4-BE49-F238E27FC236}">
                <a16:creationId xmlns:a16="http://schemas.microsoft.com/office/drawing/2014/main" id="{912DB3D3-7CBD-49F0-A951-38BCEC769F59}"/>
              </a:ext>
            </a:extLst>
          </p:cNvPr>
          <p:cNvGrpSpPr/>
          <p:nvPr/>
        </p:nvGrpSpPr>
        <p:grpSpPr>
          <a:xfrm>
            <a:off x="9171900" y="4998883"/>
            <a:ext cx="2719080" cy="721800"/>
            <a:chOff x="9171900" y="4998883"/>
            <a:chExt cx="2719080" cy="721800"/>
          </a:xfrm>
        </p:grpSpPr>
        <mc:AlternateContent xmlns:mc="http://schemas.openxmlformats.org/markup-compatibility/2006" xmlns:p14="http://schemas.microsoft.com/office/powerpoint/2010/main">
          <mc:Choice Requires="p14">
            <p:contentPart p14:bwMode="auto" r:id="rId527">
              <p14:nvContentPartPr>
                <p14:cNvPr id="424" name="Ink 423">
                  <a:extLst>
                    <a:ext uri="{FF2B5EF4-FFF2-40B4-BE49-F238E27FC236}">
                      <a16:creationId xmlns:a16="http://schemas.microsoft.com/office/drawing/2014/main" id="{728FE535-8469-4A40-B9FA-EAF303A63ED7}"/>
                    </a:ext>
                  </a:extLst>
                </p14:cNvPr>
                <p14:cNvContentPartPr/>
                <p14:nvPr/>
              </p14:nvContentPartPr>
              <p14:xfrm>
                <a:off x="11567700" y="5246203"/>
                <a:ext cx="323280" cy="202680"/>
              </p14:xfrm>
            </p:contentPart>
          </mc:Choice>
          <mc:Fallback xmlns="">
            <p:pic>
              <p:nvPicPr>
                <p:cNvPr id="424" name="Ink 423">
                  <a:extLst>
                    <a:ext uri="{FF2B5EF4-FFF2-40B4-BE49-F238E27FC236}">
                      <a16:creationId xmlns:a16="http://schemas.microsoft.com/office/drawing/2014/main" id="{728FE535-8469-4A40-B9FA-EAF303A63ED7}"/>
                    </a:ext>
                  </a:extLst>
                </p:cNvPr>
                <p:cNvPicPr/>
                <p:nvPr/>
              </p:nvPicPr>
              <p:blipFill>
                <a:blip r:embed="rId528"/>
                <a:stretch>
                  <a:fillRect/>
                </a:stretch>
              </p:blipFill>
              <p:spPr>
                <a:xfrm>
                  <a:off x="11558700" y="5237563"/>
                  <a:ext cx="3409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425" name="Ink 424">
                  <a:extLst>
                    <a:ext uri="{FF2B5EF4-FFF2-40B4-BE49-F238E27FC236}">
                      <a16:creationId xmlns:a16="http://schemas.microsoft.com/office/drawing/2014/main" id="{AD1FF616-27E1-4C9E-844E-36C10C20AA0B}"/>
                    </a:ext>
                  </a:extLst>
                </p14:cNvPr>
                <p14:cNvContentPartPr/>
                <p14:nvPr/>
              </p14:nvContentPartPr>
              <p14:xfrm>
                <a:off x="11422980" y="5200843"/>
                <a:ext cx="223200" cy="115920"/>
              </p14:xfrm>
            </p:contentPart>
          </mc:Choice>
          <mc:Fallback xmlns="">
            <p:pic>
              <p:nvPicPr>
                <p:cNvPr id="425" name="Ink 424">
                  <a:extLst>
                    <a:ext uri="{FF2B5EF4-FFF2-40B4-BE49-F238E27FC236}">
                      <a16:creationId xmlns:a16="http://schemas.microsoft.com/office/drawing/2014/main" id="{AD1FF616-27E1-4C9E-844E-36C10C20AA0B}"/>
                    </a:ext>
                  </a:extLst>
                </p:cNvPr>
                <p:cNvPicPr/>
                <p:nvPr/>
              </p:nvPicPr>
              <p:blipFill>
                <a:blip r:embed="rId530"/>
                <a:stretch>
                  <a:fillRect/>
                </a:stretch>
              </p:blipFill>
              <p:spPr>
                <a:xfrm>
                  <a:off x="11414340" y="5191843"/>
                  <a:ext cx="2408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426" name="Ink 425">
                  <a:extLst>
                    <a:ext uri="{FF2B5EF4-FFF2-40B4-BE49-F238E27FC236}">
                      <a16:creationId xmlns:a16="http://schemas.microsoft.com/office/drawing/2014/main" id="{15CE081E-9934-4EE0-AEB4-5DD2EC07F606}"/>
                    </a:ext>
                  </a:extLst>
                </p14:cNvPr>
                <p14:cNvContentPartPr/>
                <p14:nvPr/>
              </p14:nvContentPartPr>
              <p14:xfrm>
                <a:off x="11447460" y="5421163"/>
                <a:ext cx="8640" cy="5400"/>
              </p14:xfrm>
            </p:contentPart>
          </mc:Choice>
          <mc:Fallback xmlns="">
            <p:pic>
              <p:nvPicPr>
                <p:cNvPr id="426" name="Ink 425">
                  <a:extLst>
                    <a:ext uri="{FF2B5EF4-FFF2-40B4-BE49-F238E27FC236}">
                      <a16:creationId xmlns:a16="http://schemas.microsoft.com/office/drawing/2014/main" id="{15CE081E-9934-4EE0-AEB4-5DD2EC07F606}"/>
                    </a:ext>
                  </a:extLst>
                </p:cNvPr>
                <p:cNvPicPr/>
                <p:nvPr/>
              </p:nvPicPr>
              <p:blipFill>
                <a:blip r:embed="rId532"/>
                <a:stretch>
                  <a:fillRect/>
                </a:stretch>
              </p:blipFill>
              <p:spPr>
                <a:xfrm>
                  <a:off x="11438820" y="5412523"/>
                  <a:ext cx="2628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427" name="Ink 426">
                  <a:extLst>
                    <a:ext uri="{FF2B5EF4-FFF2-40B4-BE49-F238E27FC236}">
                      <a16:creationId xmlns:a16="http://schemas.microsoft.com/office/drawing/2014/main" id="{AED11DE4-D0E3-465D-8B9F-46AEC13CB1EF}"/>
                    </a:ext>
                  </a:extLst>
                </p14:cNvPr>
                <p14:cNvContentPartPr/>
                <p14:nvPr/>
              </p14:nvContentPartPr>
              <p14:xfrm>
                <a:off x="11645820" y="4998883"/>
                <a:ext cx="185400" cy="77760"/>
              </p14:xfrm>
            </p:contentPart>
          </mc:Choice>
          <mc:Fallback xmlns="">
            <p:pic>
              <p:nvPicPr>
                <p:cNvPr id="427" name="Ink 426">
                  <a:extLst>
                    <a:ext uri="{FF2B5EF4-FFF2-40B4-BE49-F238E27FC236}">
                      <a16:creationId xmlns:a16="http://schemas.microsoft.com/office/drawing/2014/main" id="{AED11DE4-D0E3-465D-8B9F-46AEC13CB1EF}"/>
                    </a:ext>
                  </a:extLst>
                </p:cNvPr>
                <p:cNvPicPr/>
                <p:nvPr/>
              </p:nvPicPr>
              <p:blipFill>
                <a:blip r:embed="rId534"/>
                <a:stretch>
                  <a:fillRect/>
                </a:stretch>
              </p:blipFill>
              <p:spPr>
                <a:xfrm>
                  <a:off x="11636820" y="4990243"/>
                  <a:ext cx="2030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429" name="Ink 428">
                  <a:extLst>
                    <a:ext uri="{FF2B5EF4-FFF2-40B4-BE49-F238E27FC236}">
                      <a16:creationId xmlns:a16="http://schemas.microsoft.com/office/drawing/2014/main" id="{78B00C99-2761-485A-A164-A4B29FD1F82F}"/>
                    </a:ext>
                  </a:extLst>
                </p14:cNvPr>
                <p14:cNvContentPartPr/>
                <p14:nvPr/>
              </p14:nvContentPartPr>
              <p14:xfrm>
                <a:off x="11883060" y="5492803"/>
                <a:ext cx="6480" cy="3960"/>
              </p14:xfrm>
            </p:contentPart>
          </mc:Choice>
          <mc:Fallback xmlns="">
            <p:pic>
              <p:nvPicPr>
                <p:cNvPr id="429" name="Ink 428">
                  <a:extLst>
                    <a:ext uri="{FF2B5EF4-FFF2-40B4-BE49-F238E27FC236}">
                      <a16:creationId xmlns:a16="http://schemas.microsoft.com/office/drawing/2014/main" id="{78B00C99-2761-485A-A164-A4B29FD1F82F}"/>
                    </a:ext>
                  </a:extLst>
                </p:cNvPr>
                <p:cNvPicPr/>
                <p:nvPr/>
              </p:nvPicPr>
              <p:blipFill>
                <a:blip r:embed="rId536"/>
                <a:stretch>
                  <a:fillRect/>
                </a:stretch>
              </p:blipFill>
              <p:spPr>
                <a:xfrm>
                  <a:off x="11874060" y="5484163"/>
                  <a:ext cx="241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430" name="Ink 429">
                  <a:extLst>
                    <a:ext uri="{FF2B5EF4-FFF2-40B4-BE49-F238E27FC236}">
                      <a16:creationId xmlns:a16="http://schemas.microsoft.com/office/drawing/2014/main" id="{761AE67D-F4EA-4D5D-A756-36AD69DF5022}"/>
                    </a:ext>
                  </a:extLst>
                </p14:cNvPr>
                <p14:cNvContentPartPr/>
                <p14:nvPr/>
              </p14:nvContentPartPr>
              <p14:xfrm>
                <a:off x="10995660" y="5222803"/>
                <a:ext cx="346320" cy="186480"/>
              </p14:xfrm>
            </p:contentPart>
          </mc:Choice>
          <mc:Fallback xmlns="">
            <p:pic>
              <p:nvPicPr>
                <p:cNvPr id="430" name="Ink 429">
                  <a:extLst>
                    <a:ext uri="{FF2B5EF4-FFF2-40B4-BE49-F238E27FC236}">
                      <a16:creationId xmlns:a16="http://schemas.microsoft.com/office/drawing/2014/main" id="{761AE67D-F4EA-4D5D-A756-36AD69DF5022}"/>
                    </a:ext>
                  </a:extLst>
                </p:cNvPr>
                <p:cNvPicPr/>
                <p:nvPr/>
              </p:nvPicPr>
              <p:blipFill>
                <a:blip r:embed="rId538"/>
                <a:stretch>
                  <a:fillRect/>
                </a:stretch>
              </p:blipFill>
              <p:spPr>
                <a:xfrm>
                  <a:off x="10987020" y="5213803"/>
                  <a:ext cx="3639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431" name="Ink 430">
                  <a:extLst>
                    <a:ext uri="{FF2B5EF4-FFF2-40B4-BE49-F238E27FC236}">
                      <a16:creationId xmlns:a16="http://schemas.microsoft.com/office/drawing/2014/main" id="{672C63CE-C0E3-42C7-B4AB-A0A22E2EB1D8}"/>
                    </a:ext>
                  </a:extLst>
                </p14:cNvPr>
                <p14:cNvContentPartPr/>
                <p14:nvPr/>
              </p14:nvContentPartPr>
              <p14:xfrm>
                <a:off x="11171340" y="5143603"/>
                <a:ext cx="42840" cy="9000"/>
              </p14:xfrm>
            </p:contentPart>
          </mc:Choice>
          <mc:Fallback xmlns="">
            <p:pic>
              <p:nvPicPr>
                <p:cNvPr id="431" name="Ink 430">
                  <a:extLst>
                    <a:ext uri="{FF2B5EF4-FFF2-40B4-BE49-F238E27FC236}">
                      <a16:creationId xmlns:a16="http://schemas.microsoft.com/office/drawing/2014/main" id="{672C63CE-C0E3-42C7-B4AB-A0A22E2EB1D8}"/>
                    </a:ext>
                  </a:extLst>
                </p:cNvPr>
                <p:cNvPicPr/>
                <p:nvPr/>
              </p:nvPicPr>
              <p:blipFill>
                <a:blip r:embed="rId540"/>
                <a:stretch>
                  <a:fillRect/>
                </a:stretch>
              </p:blipFill>
              <p:spPr>
                <a:xfrm>
                  <a:off x="11162340" y="5134603"/>
                  <a:ext cx="604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432" name="Ink 431">
                  <a:extLst>
                    <a:ext uri="{FF2B5EF4-FFF2-40B4-BE49-F238E27FC236}">
                      <a16:creationId xmlns:a16="http://schemas.microsoft.com/office/drawing/2014/main" id="{D3E68436-EA28-4758-8AEB-81624FB224AB}"/>
                    </a:ext>
                  </a:extLst>
                </p14:cNvPr>
                <p14:cNvContentPartPr/>
                <p14:nvPr/>
              </p14:nvContentPartPr>
              <p14:xfrm>
                <a:off x="10548540" y="5189683"/>
                <a:ext cx="372960" cy="233640"/>
              </p14:xfrm>
            </p:contentPart>
          </mc:Choice>
          <mc:Fallback xmlns="">
            <p:pic>
              <p:nvPicPr>
                <p:cNvPr id="432" name="Ink 431">
                  <a:extLst>
                    <a:ext uri="{FF2B5EF4-FFF2-40B4-BE49-F238E27FC236}">
                      <a16:creationId xmlns:a16="http://schemas.microsoft.com/office/drawing/2014/main" id="{D3E68436-EA28-4758-8AEB-81624FB224AB}"/>
                    </a:ext>
                  </a:extLst>
                </p:cNvPr>
                <p:cNvPicPr/>
                <p:nvPr/>
              </p:nvPicPr>
              <p:blipFill>
                <a:blip r:embed="rId542"/>
                <a:stretch>
                  <a:fillRect/>
                </a:stretch>
              </p:blipFill>
              <p:spPr>
                <a:xfrm>
                  <a:off x="10539540" y="5180683"/>
                  <a:ext cx="3906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433" name="Ink 432">
                  <a:extLst>
                    <a:ext uri="{FF2B5EF4-FFF2-40B4-BE49-F238E27FC236}">
                      <a16:creationId xmlns:a16="http://schemas.microsoft.com/office/drawing/2014/main" id="{34E71F44-4472-46B3-A77A-B351D6761A4F}"/>
                    </a:ext>
                  </a:extLst>
                </p14:cNvPr>
                <p14:cNvContentPartPr/>
                <p14:nvPr/>
              </p14:nvContentPartPr>
              <p14:xfrm>
                <a:off x="10537020" y="5223883"/>
                <a:ext cx="107280" cy="6120"/>
              </p14:xfrm>
            </p:contentPart>
          </mc:Choice>
          <mc:Fallback xmlns="">
            <p:pic>
              <p:nvPicPr>
                <p:cNvPr id="433" name="Ink 432">
                  <a:extLst>
                    <a:ext uri="{FF2B5EF4-FFF2-40B4-BE49-F238E27FC236}">
                      <a16:creationId xmlns:a16="http://schemas.microsoft.com/office/drawing/2014/main" id="{34E71F44-4472-46B3-A77A-B351D6761A4F}"/>
                    </a:ext>
                  </a:extLst>
                </p:cNvPr>
                <p:cNvPicPr/>
                <p:nvPr/>
              </p:nvPicPr>
              <p:blipFill>
                <a:blip r:embed="rId544"/>
                <a:stretch>
                  <a:fillRect/>
                </a:stretch>
              </p:blipFill>
              <p:spPr>
                <a:xfrm>
                  <a:off x="10528020" y="5215243"/>
                  <a:ext cx="1249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434" name="Ink 433">
                  <a:extLst>
                    <a:ext uri="{FF2B5EF4-FFF2-40B4-BE49-F238E27FC236}">
                      <a16:creationId xmlns:a16="http://schemas.microsoft.com/office/drawing/2014/main" id="{053AA4C3-2748-43D0-82EB-10ECE0E47B5F}"/>
                    </a:ext>
                  </a:extLst>
                </p14:cNvPr>
                <p14:cNvContentPartPr/>
                <p14:nvPr/>
              </p14:nvContentPartPr>
              <p14:xfrm>
                <a:off x="10758420" y="5539243"/>
                <a:ext cx="82080" cy="9000"/>
              </p14:xfrm>
            </p:contentPart>
          </mc:Choice>
          <mc:Fallback xmlns="">
            <p:pic>
              <p:nvPicPr>
                <p:cNvPr id="434" name="Ink 433">
                  <a:extLst>
                    <a:ext uri="{FF2B5EF4-FFF2-40B4-BE49-F238E27FC236}">
                      <a16:creationId xmlns:a16="http://schemas.microsoft.com/office/drawing/2014/main" id="{053AA4C3-2748-43D0-82EB-10ECE0E47B5F}"/>
                    </a:ext>
                  </a:extLst>
                </p:cNvPr>
                <p:cNvPicPr/>
                <p:nvPr/>
              </p:nvPicPr>
              <p:blipFill>
                <a:blip r:embed="rId546"/>
                <a:stretch>
                  <a:fillRect/>
                </a:stretch>
              </p:blipFill>
              <p:spPr>
                <a:xfrm>
                  <a:off x="10749780" y="5530603"/>
                  <a:ext cx="997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435" name="Ink 434">
                  <a:extLst>
                    <a:ext uri="{FF2B5EF4-FFF2-40B4-BE49-F238E27FC236}">
                      <a16:creationId xmlns:a16="http://schemas.microsoft.com/office/drawing/2014/main" id="{288E6598-486A-406B-AD4B-3E50BE73DA34}"/>
                    </a:ext>
                  </a:extLst>
                </p14:cNvPr>
                <p14:cNvContentPartPr/>
                <p14:nvPr/>
              </p14:nvContentPartPr>
              <p14:xfrm>
                <a:off x="10452780" y="5274283"/>
                <a:ext cx="17640" cy="180360"/>
              </p14:xfrm>
            </p:contentPart>
          </mc:Choice>
          <mc:Fallback xmlns="">
            <p:pic>
              <p:nvPicPr>
                <p:cNvPr id="435" name="Ink 434">
                  <a:extLst>
                    <a:ext uri="{FF2B5EF4-FFF2-40B4-BE49-F238E27FC236}">
                      <a16:creationId xmlns:a16="http://schemas.microsoft.com/office/drawing/2014/main" id="{288E6598-486A-406B-AD4B-3E50BE73DA34}"/>
                    </a:ext>
                  </a:extLst>
                </p:cNvPr>
                <p:cNvPicPr/>
                <p:nvPr/>
              </p:nvPicPr>
              <p:blipFill>
                <a:blip r:embed="rId548"/>
                <a:stretch>
                  <a:fillRect/>
                </a:stretch>
              </p:blipFill>
              <p:spPr>
                <a:xfrm>
                  <a:off x="10443780" y="5265283"/>
                  <a:ext cx="352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436" name="Ink 435">
                  <a:extLst>
                    <a:ext uri="{FF2B5EF4-FFF2-40B4-BE49-F238E27FC236}">
                      <a16:creationId xmlns:a16="http://schemas.microsoft.com/office/drawing/2014/main" id="{90622759-39FC-47D6-A10B-59E118063D66}"/>
                    </a:ext>
                  </a:extLst>
                </p14:cNvPr>
                <p14:cNvContentPartPr/>
                <p14:nvPr/>
              </p14:nvContentPartPr>
              <p14:xfrm>
                <a:off x="10142820" y="5315683"/>
                <a:ext cx="248040" cy="268920"/>
              </p14:xfrm>
            </p:contentPart>
          </mc:Choice>
          <mc:Fallback xmlns="">
            <p:pic>
              <p:nvPicPr>
                <p:cNvPr id="436" name="Ink 435">
                  <a:extLst>
                    <a:ext uri="{FF2B5EF4-FFF2-40B4-BE49-F238E27FC236}">
                      <a16:creationId xmlns:a16="http://schemas.microsoft.com/office/drawing/2014/main" id="{90622759-39FC-47D6-A10B-59E118063D66}"/>
                    </a:ext>
                  </a:extLst>
                </p:cNvPr>
                <p:cNvPicPr/>
                <p:nvPr/>
              </p:nvPicPr>
              <p:blipFill>
                <a:blip r:embed="rId550"/>
                <a:stretch>
                  <a:fillRect/>
                </a:stretch>
              </p:blipFill>
              <p:spPr>
                <a:xfrm>
                  <a:off x="10133820" y="5306683"/>
                  <a:ext cx="2656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437" name="Ink 436">
                  <a:extLst>
                    <a:ext uri="{FF2B5EF4-FFF2-40B4-BE49-F238E27FC236}">
                      <a16:creationId xmlns:a16="http://schemas.microsoft.com/office/drawing/2014/main" id="{949223AF-7433-4463-8083-CC6517800933}"/>
                    </a:ext>
                  </a:extLst>
                </p14:cNvPr>
                <p14:cNvContentPartPr/>
                <p14:nvPr/>
              </p14:nvContentPartPr>
              <p14:xfrm>
                <a:off x="10070460" y="5289043"/>
                <a:ext cx="96840" cy="193680"/>
              </p14:xfrm>
            </p:contentPart>
          </mc:Choice>
          <mc:Fallback xmlns="">
            <p:pic>
              <p:nvPicPr>
                <p:cNvPr id="437" name="Ink 436">
                  <a:extLst>
                    <a:ext uri="{FF2B5EF4-FFF2-40B4-BE49-F238E27FC236}">
                      <a16:creationId xmlns:a16="http://schemas.microsoft.com/office/drawing/2014/main" id="{949223AF-7433-4463-8083-CC6517800933}"/>
                    </a:ext>
                  </a:extLst>
                </p:cNvPr>
                <p:cNvPicPr/>
                <p:nvPr/>
              </p:nvPicPr>
              <p:blipFill>
                <a:blip r:embed="rId552"/>
                <a:stretch>
                  <a:fillRect/>
                </a:stretch>
              </p:blipFill>
              <p:spPr>
                <a:xfrm>
                  <a:off x="10061460" y="5280403"/>
                  <a:ext cx="1144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438" name="Ink 437">
                  <a:extLst>
                    <a:ext uri="{FF2B5EF4-FFF2-40B4-BE49-F238E27FC236}">
                      <a16:creationId xmlns:a16="http://schemas.microsoft.com/office/drawing/2014/main" id="{380770D2-6256-4BAC-A405-DC1F4D652034}"/>
                    </a:ext>
                  </a:extLst>
                </p14:cNvPr>
                <p14:cNvContentPartPr/>
                <p14:nvPr/>
              </p14:nvContentPartPr>
              <p14:xfrm>
                <a:off x="10020780" y="5599363"/>
                <a:ext cx="83880" cy="42480"/>
              </p14:xfrm>
            </p:contentPart>
          </mc:Choice>
          <mc:Fallback xmlns="">
            <p:pic>
              <p:nvPicPr>
                <p:cNvPr id="438" name="Ink 437">
                  <a:extLst>
                    <a:ext uri="{FF2B5EF4-FFF2-40B4-BE49-F238E27FC236}">
                      <a16:creationId xmlns:a16="http://schemas.microsoft.com/office/drawing/2014/main" id="{380770D2-6256-4BAC-A405-DC1F4D652034}"/>
                    </a:ext>
                  </a:extLst>
                </p:cNvPr>
                <p:cNvPicPr/>
                <p:nvPr/>
              </p:nvPicPr>
              <p:blipFill>
                <a:blip r:embed="rId554"/>
                <a:stretch>
                  <a:fillRect/>
                </a:stretch>
              </p:blipFill>
              <p:spPr>
                <a:xfrm>
                  <a:off x="10011780" y="5590723"/>
                  <a:ext cx="10152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439" name="Ink 438">
                  <a:extLst>
                    <a:ext uri="{FF2B5EF4-FFF2-40B4-BE49-F238E27FC236}">
                      <a16:creationId xmlns:a16="http://schemas.microsoft.com/office/drawing/2014/main" id="{06FB2C8E-DB91-4E5B-8E00-7FC74073D54B}"/>
                    </a:ext>
                  </a:extLst>
                </p14:cNvPr>
                <p14:cNvContentPartPr/>
                <p14:nvPr/>
              </p14:nvContentPartPr>
              <p14:xfrm>
                <a:off x="9550980" y="5322523"/>
                <a:ext cx="476280" cy="254880"/>
              </p14:xfrm>
            </p:contentPart>
          </mc:Choice>
          <mc:Fallback xmlns="">
            <p:pic>
              <p:nvPicPr>
                <p:cNvPr id="439" name="Ink 438">
                  <a:extLst>
                    <a:ext uri="{FF2B5EF4-FFF2-40B4-BE49-F238E27FC236}">
                      <a16:creationId xmlns:a16="http://schemas.microsoft.com/office/drawing/2014/main" id="{06FB2C8E-DB91-4E5B-8E00-7FC74073D54B}"/>
                    </a:ext>
                  </a:extLst>
                </p:cNvPr>
                <p:cNvPicPr/>
                <p:nvPr/>
              </p:nvPicPr>
              <p:blipFill>
                <a:blip r:embed="rId556"/>
                <a:stretch>
                  <a:fillRect/>
                </a:stretch>
              </p:blipFill>
              <p:spPr>
                <a:xfrm>
                  <a:off x="9542340" y="5313523"/>
                  <a:ext cx="49392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440" name="Ink 439">
                  <a:extLst>
                    <a:ext uri="{FF2B5EF4-FFF2-40B4-BE49-F238E27FC236}">
                      <a16:creationId xmlns:a16="http://schemas.microsoft.com/office/drawing/2014/main" id="{5D1A21E6-7463-4681-A3E0-BC042F8446FA}"/>
                    </a:ext>
                  </a:extLst>
                </p14:cNvPr>
                <p14:cNvContentPartPr/>
                <p14:nvPr/>
              </p14:nvContentPartPr>
              <p14:xfrm>
                <a:off x="9621540" y="5685043"/>
                <a:ext cx="93600" cy="35640"/>
              </p14:xfrm>
            </p:contentPart>
          </mc:Choice>
          <mc:Fallback xmlns="">
            <p:pic>
              <p:nvPicPr>
                <p:cNvPr id="440" name="Ink 439">
                  <a:extLst>
                    <a:ext uri="{FF2B5EF4-FFF2-40B4-BE49-F238E27FC236}">
                      <a16:creationId xmlns:a16="http://schemas.microsoft.com/office/drawing/2014/main" id="{5D1A21E6-7463-4681-A3E0-BC042F8446FA}"/>
                    </a:ext>
                  </a:extLst>
                </p:cNvPr>
                <p:cNvPicPr/>
                <p:nvPr/>
              </p:nvPicPr>
              <p:blipFill>
                <a:blip r:embed="rId558"/>
                <a:stretch>
                  <a:fillRect/>
                </a:stretch>
              </p:blipFill>
              <p:spPr>
                <a:xfrm>
                  <a:off x="9612900" y="5676043"/>
                  <a:ext cx="1112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441" name="Ink 440">
                  <a:extLst>
                    <a:ext uri="{FF2B5EF4-FFF2-40B4-BE49-F238E27FC236}">
                      <a16:creationId xmlns:a16="http://schemas.microsoft.com/office/drawing/2014/main" id="{45775BFD-16A5-4973-BBC4-70B6EEA6A67C}"/>
                    </a:ext>
                  </a:extLst>
                </p14:cNvPr>
                <p14:cNvContentPartPr/>
                <p14:nvPr/>
              </p14:nvContentPartPr>
              <p14:xfrm>
                <a:off x="9829260" y="5317843"/>
                <a:ext cx="1800" cy="10800"/>
              </p14:xfrm>
            </p:contentPart>
          </mc:Choice>
          <mc:Fallback xmlns="">
            <p:pic>
              <p:nvPicPr>
                <p:cNvPr id="441" name="Ink 440">
                  <a:extLst>
                    <a:ext uri="{FF2B5EF4-FFF2-40B4-BE49-F238E27FC236}">
                      <a16:creationId xmlns:a16="http://schemas.microsoft.com/office/drawing/2014/main" id="{45775BFD-16A5-4973-BBC4-70B6EEA6A67C}"/>
                    </a:ext>
                  </a:extLst>
                </p:cNvPr>
                <p:cNvPicPr/>
                <p:nvPr/>
              </p:nvPicPr>
              <p:blipFill>
                <a:blip r:embed="rId560"/>
                <a:stretch>
                  <a:fillRect/>
                </a:stretch>
              </p:blipFill>
              <p:spPr>
                <a:xfrm>
                  <a:off x="9820620" y="5308843"/>
                  <a:ext cx="194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442" name="Ink 441">
                  <a:extLst>
                    <a:ext uri="{FF2B5EF4-FFF2-40B4-BE49-F238E27FC236}">
                      <a16:creationId xmlns:a16="http://schemas.microsoft.com/office/drawing/2014/main" id="{9B5743EF-9ABB-4612-81C6-D7D0DC4171AB}"/>
                    </a:ext>
                  </a:extLst>
                </p14:cNvPr>
                <p14:cNvContentPartPr/>
                <p14:nvPr/>
              </p14:nvContentPartPr>
              <p14:xfrm>
                <a:off x="9171900" y="5430883"/>
                <a:ext cx="271800" cy="99000"/>
              </p14:xfrm>
            </p:contentPart>
          </mc:Choice>
          <mc:Fallback xmlns="">
            <p:pic>
              <p:nvPicPr>
                <p:cNvPr id="442" name="Ink 441">
                  <a:extLst>
                    <a:ext uri="{FF2B5EF4-FFF2-40B4-BE49-F238E27FC236}">
                      <a16:creationId xmlns:a16="http://schemas.microsoft.com/office/drawing/2014/main" id="{9B5743EF-9ABB-4612-81C6-D7D0DC4171AB}"/>
                    </a:ext>
                  </a:extLst>
                </p:cNvPr>
                <p:cNvPicPr/>
                <p:nvPr/>
              </p:nvPicPr>
              <p:blipFill>
                <a:blip r:embed="rId562"/>
                <a:stretch>
                  <a:fillRect/>
                </a:stretch>
              </p:blipFill>
              <p:spPr>
                <a:xfrm>
                  <a:off x="9163260" y="5422243"/>
                  <a:ext cx="2894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443" name="Ink 442">
                  <a:extLst>
                    <a:ext uri="{FF2B5EF4-FFF2-40B4-BE49-F238E27FC236}">
                      <a16:creationId xmlns:a16="http://schemas.microsoft.com/office/drawing/2014/main" id="{3BEB4571-62D3-4F51-836D-0594EEAF4498}"/>
                    </a:ext>
                  </a:extLst>
                </p14:cNvPr>
                <p14:cNvContentPartPr/>
                <p14:nvPr/>
              </p14:nvContentPartPr>
              <p14:xfrm>
                <a:off x="9252180" y="5340163"/>
                <a:ext cx="114120" cy="29160"/>
              </p14:xfrm>
            </p:contentPart>
          </mc:Choice>
          <mc:Fallback xmlns="">
            <p:pic>
              <p:nvPicPr>
                <p:cNvPr id="443" name="Ink 442">
                  <a:extLst>
                    <a:ext uri="{FF2B5EF4-FFF2-40B4-BE49-F238E27FC236}">
                      <a16:creationId xmlns:a16="http://schemas.microsoft.com/office/drawing/2014/main" id="{3BEB4571-62D3-4F51-836D-0594EEAF4498}"/>
                    </a:ext>
                  </a:extLst>
                </p:cNvPr>
                <p:cNvPicPr/>
                <p:nvPr/>
              </p:nvPicPr>
              <p:blipFill>
                <a:blip r:embed="rId564"/>
                <a:stretch>
                  <a:fillRect/>
                </a:stretch>
              </p:blipFill>
              <p:spPr>
                <a:xfrm>
                  <a:off x="9243180" y="5331523"/>
                  <a:ext cx="131760" cy="46800"/>
                </a:xfrm>
                <a:prstGeom prst="rect">
                  <a:avLst/>
                </a:prstGeom>
              </p:spPr>
            </p:pic>
          </mc:Fallback>
        </mc:AlternateContent>
      </p:grpSp>
      <p:grpSp>
        <p:nvGrpSpPr>
          <p:cNvPr id="457" name="Group 456">
            <a:extLst>
              <a:ext uri="{FF2B5EF4-FFF2-40B4-BE49-F238E27FC236}">
                <a16:creationId xmlns:a16="http://schemas.microsoft.com/office/drawing/2014/main" id="{0AF6E0F9-168B-45E7-9E73-4E80F4D99762}"/>
              </a:ext>
            </a:extLst>
          </p:cNvPr>
          <p:cNvGrpSpPr/>
          <p:nvPr/>
        </p:nvGrpSpPr>
        <p:grpSpPr>
          <a:xfrm>
            <a:off x="10281060" y="5724283"/>
            <a:ext cx="1598760" cy="433800"/>
            <a:chOff x="10281060" y="5724283"/>
            <a:chExt cx="1598760" cy="433800"/>
          </a:xfrm>
        </p:grpSpPr>
        <mc:AlternateContent xmlns:mc="http://schemas.openxmlformats.org/markup-compatibility/2006" xmlns:p14="http://schemas.microsoft.com/office/powerpoint/2010/main">
          <mc:Choice Requires="p14">
            <p:contentPart p14:bwMode="auto" r:id="rId565">
              <p14:nvContentPartPr>
                <p14:cNvPr id="445" name="Ink 444">
                  <a:extLst>
                    <a:ext uri="{FF2B5EF4-FFF2-40B4-BE49-F238E27FC236}">
                      <a16:creationId xmlns:a16="http://schemas.microsoft.com/office/drawing/2014/main" id="{D7DE0BFB-448E-4C52-BF3A-77B212956F19}"/>
                    </a:ext>
                  </a:extLst>
                </p14:cNvPr>
                <p14:cNvContentPartPr/>
                <p14:nvPr/>
              </p14:nvContentPartPr>
              <p14:xfrm>
                <a:off x="11747700" y="5780803"/>
                <a:ext cx="113760" cy="133200"/>
              </p14:xfrm>
            </p:contentPart>
          </mc:Choice>
          <mc:Fallback xmlns="">
            <p:pic>
              <p:nvPicPr>
                <p:cNvPr id="445" name="Ink 444">
                  <a:extLst>
                    <a:ext uri="{FF2B5EF4-FFF2-40B4-BE49-F238E27FC236}">
                      <a16:creationId xmlns:a16="http://schemas.microsoft.com/office/drawing/2014/main" id="{D7DE0BFB-448E-4C52-BF3A-77B212956F19}"/>
                    </a:ext>
                  </a:extLst>
                </p:cNvPr>
                <p:cNvPicPr/>
                <p:nvPr/>
              </p:nvPicPr>
              <p:blipFill>
                <a:blip r:embed="rId566"/>
                <a:stretch>
                  <a:fillRect/>
                </a:stretch>
              </p:blipFill>
              <p:spPr>
                <a:xfrm>
                  <a:off x="11738700" y="5772163"/>
                  <a:ext cx="1314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446" name="Ink 445">
                  <a:extLst>
                    <a:ext uri="{FF2B5EF4-FFF2-40B4-BE49-F238E27FC236}">
                      <a16:creationId xmlns:a16="http://schemas.microsoft.com/office/drawing/2014/main" id="{A86482F3-DF26-4E10-8DEA-5A07C4133669}"/>
                    </a:ext>
                  </a:extLst>
                </p14:cNvPr>
                <p14:cNvContentPartPr/>
                <p14:nvPr/>
              </p14:nvContentPartPr>
              <p14:xfrm>
                <a:off x="11874780" y="5724283"/>
                <a:ext cx="5040" cy="7920"/>
              </p14:xfrm>
            </p:contentPart>
          </mc:Choice>
          <mc:Fallback xmlns="">
            <p:pic>
              <p:nvPicPr>
                <p:cNvPr id="446" name="Ink 445">
                  <a:extLst>
                    <a:ext uri="{FF2B5EF4-FFF2-40B4-BE49-F238E27FC236}">
                      <a16:creationId xmlns:a16="http://schemas.microsoft.com/office/drawing/2014/main" id="{A86482F3-DF26-4E10-8DEA-5A07C4133669}"/>
                    </a:ext>
                  </a:extLst>
                </p:cNvPr>
                <p:cNvPicPr/>
                <p:nvPr/>
              </p:nvPicPr>
              <p:blipFill>
                <a:blip r:embed="rId568"/>
                <a:stretch>
                  <a:fillRect/>
                </a:stretch>
              </p:blipFill>
              <p:spPr>
                <a:xfrm>
                  <a:off x="11865780" y="5715643"/>
                  <a:ext cx="226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447" name="Ink 446">
                  <a:extLst>
                    <a:ext uri="{FF2B5EF4-FFF2-40B4-BE49-F238E27FC236}">
                      <a16:creationId xmlns:a16="http://schemas.microsoft.com/office/drawing/2014/main" id="{6BFADEF9-6DB3-40F4-A420-F67DE69414A3}"/>
                    </a:ext>
                  </a:extLst>
                </p14:cNvPr>
                <p14:cNvContentPartPr/>
                <p14:nvPr/>
              </p14:nvContentPartPr>
              <p14:xfrm>
                <a:off x="11800620" y="6015883"/>
                <a:ext cx="49680" cy="6840"/>
              </p14:xfrm>
            </p:contentPart>
          </mc:Choice>
          <mc:Fallback xmlns="">
            <p:pic>
              <p:nvPicPr>
                <p:cNvPr id="447" name="Ink 446">
                  <a:extLst>
                    <a:ext uri="{FF2B5EF4-FFF2-40B4-BE49-F238E27FC236}">
                      <a16:creationId xmlns:a16="http://schemas.microsoft.com/office/drawing/2014/main" id="{6BFADEF9-6DB3-40F4-A420-F67DE69414A3}"/>
                    </a:ext>
                  </a:extLst>
                </p:cNvPr>
                <p:cNvPicPr/>
                <p:nvPr/>
              </p:nvPicPr>
              <p:blipFill>
                <a:blip r:embed="rId570"/>
                <a:stretch>
                  <a:fillRect/>
                </a:stretch>
              </p:blipFill>
              <p:spPr>
                <a:xfrm>
                  <a:off x="11791980" y="6007243"/>
                  <a:ext cx="673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449" name="Ink 448">
                  <a:extLst>
                    <a:ext uri="{FF2B5EF4-FFF2-40B4-BE49-F238E27FC236}">
                      <a16:creationId xmlns:a16="http://schemas.microsoft.com/office/drawing/2014/main" id="{4A9DE4AE-CB08-4C31-A863-A04585984CEB}"/>
                    </a:ext>
                  </a:extLst>
                </p14:cNvPr>
                <p14:cNvContentPartPr/>
                <p14:nvPr/>
              </p14:nvContentPartPr>
              <p14:xfrm>
                <a:off x="11227500" y="5831923"/>
                <a:ext cx="477000" cy="112680"/>
              </p14:xfrm>
            </p:contentPart>
          </mc:Choice>
          <mc:Fallback xmlns="">
            <p:pic>
              <p:nvPicPr>
                <p:cNvPr id="449" name="Ink 448">
                  <a:extLst>
                    <a:ext uri="{FF2B5EF4-FFF2-40B4-BE49-F238E27FC236}">
                      <a16:creationId xmlns:a16="http://schemas.microsoft.com/office/drawing/2014/main" id="{4A9DE4AE-CB08-4C31-A863-A04585984CEB}"/>
                    </a:ext>
                  </a:extLst>
                </p:cNvPr>
                <p:cNvPicPr/>
                <p:nvPr/>
              </p:nvPicPr>
              <p:blipFill>
                <a:blip r:embed="rId572"/>
                <a:stretch>
                  <a:fillRect/>
                </a:stretch>
              </p:blipFill>
              <p:spPr>
                <a:xfrm>
                  <a:off x="11218500" y="5823283"/>
                  <a:ext cx="494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450" name="Ink 449">
                  <a:extLst>
                    <a:ext uri="{FF2B5EF4-FFF2-40B4-BE49-F238E27FC236}">
                      <a16:creationId xmlns:a16="http://schemas.microsoft.com/office/drawing/2014/main" id="{E7C24119-30FF-4C80-AB23-B9A9CD5E4826}"/>
                    </a:ext>
                  </a:extLst>
                </p14:cNvPr>
                <p14:cNvContentPartPr/>
                <p14:nvPr/>
              </p14:nvContentPartPr>
              <p14:xfrm>
                <a:off x="11010780" y="5839483"/>
                <a:ext cx="204840" cy="142200"/>
              </p14:xfrm>
            </p:contentPart>
          </mc:Choice>
          <mc:Fallback xmlns="">
            <p:pic>
              <p:nvPicPr>
                <p:cNvPr id="450" name="Ink 449">
                  <a:extLst>
                    <a:ext uri="{FF2B5EF4-FFF2-40B4-BE49-F238E27FC236}">
                      <a16:creationId xmlns:a16="http://schemas.microsoft.com/office/drawing/2014/main" id="{E7C24119-30FF-4C80-AB23-B9A9CD5E4826}"/>
                    </a:ext>
                  </a:extLst>
                </p:cNvPr>
                <p:cNvPicPr/>
                <p:nvPr/>
              </p:nvPicPr>
              <p:blipFill>
                <a:blip r:embed="rId574"/>
                <a:stretch>
                  <a:fillRect/>
                </a:stretch>
              </p:blipFill>
              <p:spPr>
                <a:xfrm>
                  <a:off x="11002140" y="5830843"/>
                  <a:ext cx="2224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452" name="Ink 451">
                  <a:extLst>
                    <a:ext uri="{FF2B5EF4-FFF2-40B4-BE49-F238E27FC236}">
                      <a16:creationId xmlns:a16="http://schemas.microsoft.com/office/drawing/2014/main" id="{8271BE81-954D-41D6-A547-8131C6536F8E}"/>
                    </a:ext>
                  </a:extLst>
                </p14:cNvPr>
                <p14:cNvContentPartPr/>
                <p14:nvPr/>
              </p14:nvContentPartPr>
              <p14:xfrm>
                <a:off x="10980540" y="5859283"/>
                <a:ext cx="14760" cy="115920"/>
              </p14:xfrm>
            </p:contentPart>
          </mc:Choice>
          <mc:Fallback xmlns="">
            <p:pic>
              <p:nvPicPr>
                <p:cNvPr id="452" name="Ink 451">
                  <a:extLst>
                    <a:ext uri="{FF2B5EF4-FFF2-40B4-BE49-F238E27FC236}">
                      <a16:creationId xmlns:a16="http://schemas.microsoft.com/office/drawing/2014/main" id="{8271BE81-954D-41D6-A547-8131C6536F8E}"/>
                    </a:ext>
                  </a:extLst>
                </p:cNvPr>
                <p:cNvPicPr/>
                <p:nvPr/>
              </p:nvPicPr>
              <p:blipFill>
                <a:blip r:embed="rId576"/>
                <a:stretch>
                  <a:fillRect/>
                </a:stretch>
              </p:blipFill>
              <p:spPr>
                <a:xfrm>
                  <a:off x="10971900" y="5850283"/>
                  <a:ext cx="324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453" name="Ink 452">
                  <a:extLst>
                    <a:ext uri="{FF2B5EF4-FFF2-40B4-BE49-F238E27FC236}">
                      <a16:creationId xmlns:a16="http://schemas.microsoft.com/office/drawing/2014/main" id="{30378AD6-25FA-45D1-A535-A646B8AACC7A}"/>
                    </a:ext>
                  </a:extLst>
                </p14:cNvPr>
                <p14:cNvContentPartPr/>
                <p14:nvPr/>
              </p14:nvContentPartPr>
              <p14:xfrm>
                <a:off x="10822500" y="5865043"/>
                <a:ext cx="129240" cy="195480"/>
              </p14:xfrm>
            </p:contentPart>
          </mc:Choice>
          <mc:Fallback xmlns="">
            <p:pic>
              <p:nvPicPr>
                <p:cNvPr id="453" name="Ink 452">
                  <a:extLst>
                    <a:ext uri="{FF2B5EF4-FFF2-40B4-BE49-F238E27FC236}">
                      <a16:creationId xmlns:a16="http://schemas.microsoft.com/office/drawing/2014/main" id="{30378AD6-25FA-45D1-A535-A646B8AACC7A}"/>
                    </a:ext>
                  </a:extLst>
                </p:cNvPr>
                <p:cNvPicPr/>
                <p:nvPr/>
              </p:nvPicPr>
              <p:blipFill>
                <a:blip r:embed="rId578"/>
                <a:stretch>
                  <a:fillRect/>
                </a:stretch>
              </p:blipFill>
              <p:spPr>
                <a:xfrm>
                  <a:off x="10813500" y="5856043"/>
                  <a:ext cx="1468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454" name="Ink 453">
                  <a:extLst>
                    <a:ext uri="{FF2B5EF4-FFF2-40B4-BE49-F238E27FC236}">
                      <a16:creationId xmlns:a16="http://schemas.microsoft.com/office/drawing/2014/main" id="{A7C76403-C66C-4F1C-87AF-11C3D716827B}"/>
                    </a:ext>
                  </a:extLst>
                </p14:cNvPr>
                <p14:cNvContentPartPr/>
                <p14:nvPr/>
              </p14:nvContentPartPr>
              <p14:xfrm>
                <a:off x="10828980" y="5911123"/>
                <a:ext cx="60840" cy="90000"/>
              </p14:xfrm>
            </p:contentPart>
          </mc:Choice>
          <mc:Fallback xmlns="">
            <p:pic>
              <p:nvPicPr>
                <p:cNvPr id="454" name="Ink 453">
                  <a:extLst>
                    <a:ext uri="{FF2B5EF4-FFF2-40B4-BE49-F238E27FC236}">
                      <a16:creationId xmlns:a16="http://schemas.microsoft.com/office/drawing/2014/main" id="{A7C76403-C66C-4F1C-87AF-11C3D716827B}"/>
                    </a:ext>
                  </a:extLst>
                </p:cNvPr>
                <p:cNvPicPr/>
                <p:nvPr/>
              </p:nvPicPr>
              <p:blipFill>
                <a:blip r:embed="rId580"/>
                <a:stretch>
                  <a:fillRect/>
                </a:stretch>
              </p:blipFill>
              <p:spPr>
                <a:xfrm>
                  <a:off x="10820340" y="5902483"/>
                  <a:ext cx="784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455" name="Ink 454">
                  <a:extLst>
                    <a:ext uri="{FF2B5EF4-FFF2-40B4-BE49-F238E27FC236}">
                      <a16:creationId xmlns:a16="http://schemas.microsoft.com/office/drawing/2014/main" id="{455103B2-C621-4674-84AD-51857E2B056C}"/>
                    </a:ext>
                  </a:extLst>
                </p14:cNvPr>
                <p14:cNvContentPartPr/>
                <p14:nvPr/>
              </p14:nvContentPartPr>
              <p14:xfrm>
                <a:off x="10782900" y="5812483"/>
                <a:ext cx="77400" cy="64440"/>
              </p14:xfrm>
            </p:contentPart>
          </mc:Choice>
          <mc:Fallback xmlns="">
            <p:pic>
              <p:nvPicPr>
                <p:cNvPr id="455" name="Ink 454">
                  <a:extLst>
                    <a:ext uri="{FF2B5EF4-FFF2-40B4-BE49-F238E27FC236}">
                      <a16:creationId xmlns:a16="http://schemas.microsoft.com/office/drawing/2014/main" id="{455103B2-C621-4674-84AD-51857E2B056C}"/>
                    </a:ext>
                  </a:extLst>
                </p:cNvPr>
                <p:cNvPicPr/>
                <p:nvPr/>
              </p:nvPicPr>
              <p:blipFill>
                <a:blip r:embed="rId582"/>
                <a:stretch>
                  <a:fillRect/>
                </a:stretch>
              </p:blipFill>
              <p:spPr>
                <a:xfrm>
                  <a:off x="10774260" y="5803483"/>
                  <a:ext cx="950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456" name="Ink 455">
                  <a:extLst>
                    <a:ext uri="{FF2B5EF4-FFF2-40B4-BE49-F238E27FC236}">
                      <a16:creationId xmlns:a16="http://schemas.microsoft.com/office/drawing/2014/main" id="{9AA35512-38C7-4C75-AAA7-CDA7523E7AE7}"/>
                    </a:ext>
                  </a:extLst>
                </p14:cNvPr>
                <p14:cNvContentPartPr/>
                <p14:nvPr/>
              </p14:nvContentPartPr>
              <p14:xfrm>
                <a:off x="10281060" y="5888803"/>
                <a:ext cx="429840" cy="269280"/>
              </p14:xfrm>
            </p:contentPart>
          </mc:Choice>
          <mc:Fallback xmlns="">
            <p:pic>
              <p:nvPicPr>
                <p:cNvPr id="456" name="Ink 455">
                  <a:extLst>
                    <a:ext uri="{FF2B5EF4-FFF2-40B4-BE49-F238E27FC236}">
                      <a16:creationId xmlns:a16="http://schemas.microsoft.com/office/drawing/2014/main" id="{9AA35512-38C7-4C75-AAA7-CDA7523E7AE7}"/>
                    </a:ext>
                  </a:extLst>
                </p:cNvPr>
                <p:cNvPicPr/>
                <p:nvPr/>
              </p:nvPicPr>
              <p:blipFill>
                <a:blip r:embed="rId584"/>
                <a:stretch>
                  <a:fillRect/>
                </a:stretch>
              </p:blipFill>
              <p:spPr>
                <a:xfrm>
                  <a:off x="10272060" y="5879803"/>
                  <a:ext cx="447480" cy="286920"/>
                </a:xfrm>
                <a:prstGeom prst="rect">
                  <a:avLst/>
                </a:prstGeom>
              </p:spPr>
            </p:pic>
          </mc:Fallback>
        </mc:AlternateContent>
      </p:grpSp>
      <p:grpSp>
        <p:nvGrpSpPr>
          <p:cNvPr id="468" name="Group 467">
            <a:extLst>
              <a:ext uri="{FF2B5EF4-FFF2-40B4-BE49-F238E27FC236}">
                <a16:creationId xmlns:a16="http://schemas.microsoft.com/office/drawing/2014/main" id="{8BF02B5B-01F9-40B9-9451-AC183F76DCC2}"/>
              </a:ext>
            </a:extLst>
          </p:cNvPr>
          <p:cNvGrpSpPr/>
          <p:nvPr/>
        </p:nvGrpSpPr>
        <p:grpSpPr>
          <a:xfrm>
            <a:off x="10865700" y="6240883"/>
            <a:ext cx="1053720" cy="440640"/>
            <a:chOff x="10865700" y="6240883"/>
            <a:chExt cx="1053720" cy="440640"/>
          </a:xfrm>
        </p:grpSpPr>
        <mc:AlternateContent xmlns:mc="http://schemas.openxmlformats.org/markup-compatibility/2006" xmlns:p14="http://schemas.microsoft.com/office/powerpoint/2010/main">
          <mc:Choice Requires="p14">
            <p:contentPart p14:bwMode="auto" r:id="rId585">
              <p14:nvContentPartPr>
                <p14:cNvPr id="458" name="Ink 457">
                  <a:extLst>
                    <a:ext uri="{FF2B5EF4-FFF2-40B4-BE49-F238E27FC236}">
                      <a16:creationId xmlns:a16="http://schemas.microsoft.com/office/drawing/2014/main" id="{D55881B6-C5F9-46FE-91FD-50040CE1C6C1}"/>
                    </a:ext>
                  </a:extLst>
                </p14:cNvPr>
                <p14:cNvContentPartPr/>
                <p14:nvPr/>
              </p14:nvContentPartPr>
              <p14:xfrm>
                <a:off x="11856420" y="6240883"/>
                <a:ext cx="61560" cy="263160"/>
              </p14:xfrm>
            </p:contentPart>
          </mc:Choice>
          <mc:Fallback xmlns="">
            <p:pic>
              <p:nvPicPr>
                <p:cNvPr id="458" name="Ink 457">
                  <a:extLst>
                    <a:ext uri="{FF2B5EF4-FFF2-40B4-BE49-F238E27FC236}">
                      <a16:creationId xmlns:a16="http://schemas.microsoft.com/office/drawing/2014/main" id="{D55881B6-C5F9-46FE-91FD-50040CE1C6C1}"/>
                    </a:ext>
                  </a:extLst>
                </p:cNvPr>
                <p:cNvPicPr/>
                <p:nvPr/>
              </p:nvPicPr>
              <p:blipFill>
                <a:blip r:embed="rId586"/>
                <a:stretch>
                  <a:fillRect/>
                </a:stretch>
              </p:blipFill>
              <p:spPr>
                <a:xfrm>
                  <a:off x="11847420" y="6232243"/>
                  <a:ext cx="7920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459" name="Ink 458">
                  <a:extLst>
                    <a:ext uri="{FF2B5EF4-FFF2-40B4-BE49-F238E27FC236}">
                      <a16:creationId xmlns:a16="http://schemas.microsoft.com/office/drawing/2014/main" id="{81AF0FEA-C54E-4E5E-BC91-326772E921DE}"/>
                    </a:ext>
                  </a:extLst>
                </p14:cNvPr>
                <p14:cNvContentPartPr/>
                <p14:nvPr/>
              </p14:nvContentPartPr>
              <p14:xfrm>
                <a:off x="11741580" y="6295963"/>
                <a:ext cx="26280" cy="143280"/>
              </p14:xfrm>
            </p:contentPart>
          </mc:Choice>
          <mc:Fallback xmlns="">
            <p:pic>
              <p:nvPicPr>
                <p:cNvPr id="459" name="Ink 458">
                  <a:extLst>
                    <a:ext uri="{FF2B5EF4-FFF2-40B4-BE49-F238E27FC236}">
                      <a16:creationId xmlns:a16="http://schemas.microsoft.com/office/drawing/2014/main" id="{81AF0FEA-C54E-4E5E-BC91-326772E921DE}"/>
                    </a:ext>
                  </a:extLst>
                </p:cNvPr>
                <p:cNvPicPr/>
                <p:nvPr/>
              </p:nvPicPr>
              <p:blipFill>
                <a:blip r:embed="rId588"/>
                <a:stretch>
                  <a:fillRect/>
                </a:stretch>
              </p:blipFill>
              <p:spPr>
                <a:xfrm>
                  <a:off x="11732940" y="6287323"/>
                  <a:ext cx="439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460" name="Ink 459">
                  <a:extLst>
                    <a:ext uri="{FF2B5EF4-FFF2-40B4-BE49-F238E27FC236}">
                      <a16:creationId xmlns:a16="http://schemas.microsoft.com/office/drawing/2014/main" id="{C283617C-C209-4FAE-B59B-FFBB202A60F4}"/>
                    </a:ext>
                  </a:extLst>
                </p14:cNvPr>
                <p14:cNvContentPartPr/>
                <p14:nvPr/>
              </p14:nvContentPartPr>
              <p14:xfrm>
                <a:off x="11450340" y="6256003"/>
                <a:ext cx="252360" cy="295920"/>
              </p14:xfrm>
            </p:contentPart>
          </mc:Choice>
          <mc:Fallback xmlns="">
            <p:pic>
              <p:nvPicPr>
                <p:cNvPr id="460" name="Ink 459">
                  <a:extLst>
                    <a:ext uri="{FF2B5EF4-FFF2-40B4-BE49-F238E27FC236}">
                      <a16:creationId xmlns:a16="http://schemas.microsoft.com/office/drawing/2014/main" id="{C283617C-C209-4FAE-B59B-FFBB202A60F4}"/>
                    </a:ext>
                  </a:extLst>
                </p:cNvPr>
                <p:cNvPicPr/>
                <p:nvPr/>
              </p:nvPicPr>
              <p:blipFill>
                <a:blip r:embed="rId590"/>
                <a:stretch>
                  <a:fillRect/>
                </a:stretch>
              </p:blipFill>
              <p:spPr>
                <a:xfrm>
                  <a:off x="11441340" y="6247003"/>
                  <a:ext cx="27000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461" name="Ink 460">
                  <a:extLst>
                    <a:ext uri="{FF2B5EF4-FFF2-40B4-BE49-F238E27FC236}">
                      <a16:creationId xmlns:a16="http://schemas.microsoft.com/office/drawing/2014/main" id="{9F1B8F0F-F29B-4C10-B983-833DD9CD65C2}"/>
                    </a:ext>
                  </a:extLst>
                </p14:cNvPr>
                <p14:cNvContentPartPr/>
                <p14:nvPr/>
              </p14:nvContentPartPr>
              <p14:xfrm>
                <a:off x="11597580" y="6581083"/>
                <a:ext cx="5760" cy="5400"/>
              </p14:xfrm>
            </p:contentPart>
          </mc:Choice>
          <mc:Fallback xmlns="">
            <p:pic>
              <p:nvPicPr>
                <p:cNvPr id="461" name="Ink 460">
                  <a:extLst>
                    <a:ext uri="{FF2B5EF4-FFF2-40B4-BE49-F238E27FC236}">
                      <a16:creationId xmlns:a16="http://schemas.microsoft.com/office/drawing/2014/main" id="{9F1B8F0F-F29B-4C10-B983-833DD9CD65C2}"/>
                    </a:ext>
                  </a:extLst>
                </p:cNvPr>
                <p:cNvPicPr/>
                <p:nvPr/>
              </p:nvPicPr>
              <p:blipFill>
                <a:blip r:embed="rId592"/>
                <a:stretch>
                  <a:fillRect/>
                </a:stretch>
              </p:blipFill>
              <p:spPr>
                <a:xfrm>
                  <a:off x="11588940" y="6572443"/>
                  <a:ext cx="234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462" name="Ink 461">
                  <a:extLst>
                    <a:ext uri="{FF2B5EF4-FFF2-40B4-BE49-F238E27FC236}">
                      <a16:creationId xmlns:a16="http://schemas.microsoft.com/office/drawing/2014/main" id="{C7136B3A-9B6C-4B6C-B175-7C6277355115}"/>
                    </a:ext>
                  </a:extLst>
                </p14:cNvPr>
                <p14:cNvContentPartPr/>
                <p14:nvPr/>
              </p14:nvContentPartPr>
              <p14:xfrm>
                <a:off x="11287980" y="6499003"/>
                <a:ext cx="139680" cy="123120"/>
              </p14:xfrm>
            </p:contentPart>
          </mc:Choice>
          <mc:Fallback xmlns="">
            <p:pic>
              <p:nvPicPr>
                <p:cNvPr id="462" name="Ink 461">
                  <a:extLst>
                    <a:ext uri="{FF2B5EF4-FFF2-40B4-BE49-F238E27FC236}">
                      <a16:creationId xmlns:a16="http://schemas.microsoft.com/office/drawing/2014/main" id="{C7136B3A-9B6C-4B6C-B175-7C6277355115}"/>
                    </a:ext>
                  </a:extLst>
                </p:cNvPr>
                <p:cNvPicPr/>
                <p:nvPr/>
              </p:nvPicPr>
              <p:blipFill>
                <a:blip r:embed="rId594"/>
                <a:stretch>
                  <a:fillRect/>
                </a:stretch>
              </p:blipFill>
              <p:spPr>
                <a:xfrm>
                  <a:off x="11278980" y="6490363"/>
                  <a:ext cx="157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463" name="Ink 462">
                  <a:extLst>
                    <a:ext uri="{FF2B5EF4-FFF2-40B4-BE49-F238E27FC236}">
                      <a16:creationId xmlns:a16="http://schemas.microsoft.com/office/drawing/2014/main" id="{D4D2397C-63D4-44EC-9423-838A94AC09E8}"/>
                    </a:ext>
                  </a:extLst>
                </p14:cNvPr>
                <p14:cNvContentPartPr/>
                <p14:nvPr/>
              </p14:nvContentPartPr>
              <p14:xfrm>
                <a:off x="10975500" y="6310363"/>
                <a:ext cx="407880" cy="267120"/>
              </p14:xfrm>
            </p:contentPart>
          </mc:Choice>
          <mc:Fallback xmlns="">
            <p:pic>
              <p:nvPicPr>
                <p:cNvPr id="463" name="Ink 462">
                  <a:extLst>
                    <a:ext uri="{FF2B5EF4-FFF2-40B4-BE49-F238E27FC236}">
                      <a16:creationId xmlns:a16="http://schemas.microsoft.com/office/drawing/2014/main" id="{D4D2397C-63D4-44EC-9423-838A94AC09E8}"/>
                    </a:ext>
                  </a:extLst>
                </p:cNvPr>
                <p:cNvPicPr/>
                <p:nvPr/>
              </p:nvPicPr>
              <p:blipFill>
                <a:blip r:embed="rId596"/>
                <a:stretch>
                  <a:fillRect/>
                </a:stretch>
              </p:blipFill>
              <p:spPr>
                <a:xfrm>
                  <a:off x="10966500" y="6301723"/>
                  <a:ext cx="42552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464" name="Ink 463">
                  <a:extLst>
                    <a:ext uri="{FF2B5EF4-FFF2-40B4-BE49-F238E27FC236}">
                      <a16:creationId xmlns:a16="http://schemas.microsoft.com/office/drawing/2014/main" id="{4EA52726-7D0B-484A-A99A-5B97C6777093}"/>
                    </a:ext>
                  </a:extLst>
                </p14:cNvPr>
                <p14:cNvContentPartPr/>
                <p14:nvPr/>
              </p14:nvContentPartPr>
              <p14:xfrm>
                <a:off x="10981260" y="6308563"/>
                <a:ext cx="79200" cy="29160"/>
              </p14:xfrm>
            </p:contentPart>
          </mc:Choice>
          <mc:Fallback xmlns="">
            <p:pic>
              <p:nvPicPr>
                <p:cNvPr id="464" name="Ink 463">
                  <a:extLst>
                    <a:ext uri="{FF2B5EF4-FFF2-40B4-BE49-F238E27FC236}">
                      <a16:creationId xmlns:a16="http://schemas.microsoft.com/office/drawing/2014/main" id="{4EA52726-7D0B-484A-A99A-5B97C6777093}"/>
                    </a:ext>
                  </a:extLst>
                </p:cNvPr>
                <p:cNvPicPr/>
                <p:nvPr/>
              </p:nvPicPr>
              <p:blipFill>
                <a:blip r:embed="rId598"/>
                <a:stretch>
                  <a:fillRect/>
                </a:stretch>
              </p:blipFill>
              <p:spPr>
                <a:xfrm>
                  <a:off x="10972260" y="6299923"/>
                  <a:ext cx="968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465" name="Ink 464">
                  <a:extLst>
                    <a:ext uri="{FF2B5EF4-FFF2-40B4-BE49-F238E27FC236}">
                      <a16:creationId xmlns:a16="http://schemas.microsoft.com/office/drawing/2014/main" id="{B63FBE96-031E-44D6-836D-FAE4EC6379C5}"/>
                    </a:ext>
                  </a:extLst>
                </p14:cNvPr>
                <p14:cNvContentPartPr/>
                <p14:nvPr/>
              </p14:nvContentPartPr>
              <p14:xfrm>
                <a:off x="10865700" y="6272203"/>
                <a:ext cx="85680" cy="409320"/>
              </p14:xfrm>
            </p:contentPart>
          </mc:Choice>
          <mc:Fallback xmlns="">
            <p:pic>
              <p:nvPicPr>
                <p:cNvPr id="465" name="Ink 464">
                  <a:extLst>
                    <a:ext uri="{FF2B5EF4-FFF2-40B4-BE49-F238E27FC236}">
                      <a16:creationId xmlns:a16="http://schemas.microsoft.com/office/drawing/2014/main" id="{B63FBE96-031E-44D6-836D-FAE4EC6379C5}"/>
                    </a:ext>
                  </a:extLst>
                </p:cNvPr>
                <p:cNvPicPr/>
                <p:nvPr/>
              </p:nvPicPr>
              <p:blipFill>
                <a:blip r:embed="rId600"/>
                <a:stretch>
                  <a:fillRect/>
                </a:stretch>
              </p:blipFill>
              <p:spPr>
                <a:xfrm>
                  <a:off x="10857060" y="6263563"/>
                  <a:ext cx="10332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467" name="Ink 466">
                  <a:extLst>
                    <a:ext uri="{FF2B5EF4-FFF2-40B4-BE49-F238E27FC236}">
                      <a16:creationId xmlns:a16="http://schemas.microsoft.com/office/drawing/2014/main" id="{79C83AA9-2976-4D44-B57B-681DC68E3CA2}"/>
                    </a:ext>
                  </a:extLst>
                </p14:cNvPr>
                <p14:cNvContentPartPr/>
                <p14:nvPr/>
              </p14:nvContentPartPr>
              <p14:xfrm>
                <a:off x="11854980" y="6255643"/>
                <a:ext cx="64440" cy="332280"/>
              </p14:xfrm>
            </p:contentPart>
          </mc:Choice>
          <mc:Fallback xmlns="">
            <p:pic>
              <p:nvPicPr>
                <p:cNvPr id="467" name="Ink 466">
                  <a:extLst>
                    <a:ext uri="{FF2B5EF4-FFF2-40B4-BE49-F238E27FC236}">
                      <a16:creationId xmlns:a16="http://schemas.microsoft.com/office/drawing/2014/main" id="{79C83AA9-2976-4D44-B57B-681DC68E3CA2}"/>
                    </a:ext>
                  </a:extLst>
                </p:cNvPr>
                <p:cNvPicPr/>
                <p:nvPr/>
              </p:nvPicPr>
              <p:blipFill>
                <a:blip r:embed="rId602"/>
                <a:stretch>
                  <a:fillRect/>
                </a:stretch>
              </p:blipFill>
              <p:spPr>
                <a:xfrm>
                  <a:off x="11845980" y="6247003"/>
                  <a:ext cx="82080" cy="349920"/>
                </a:xfrm>
                <a:prstGeom prst="rect">
                  <a:avLst/>
                </a:prstGeom>
              </p:spPr>
            </p:pic>
          </mc:Fallback>
        </mc:AlternateContent>
      </p:grpSp>
    </p:spTree>
    <p:extLst>
      <p:ext uri="{BB962C8B-B14F-4D97-AF65-F5344CB8AC3E}">
        <p14:creationId xmlns:p14="http://schemas.microsoft.com/office/powerpoint/2010/main" val="776265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3835-4986-492E-9CDB-EAC61B186968}"/>
              </a:ext>
            </a:extLst>
          </p:cNvPr>
          <p:cNvSpPr>
            <a:spLocks noGrp="1"/>
          </p:cNvSpPr>
          <p:nvPr>
            <p:ph type="title"/>
          </p:nvPr>
        </p:nvSpPr>
        <p:spPr>
          <a:xfrm>
            <a:off x="838200" y="152401"/>
            <a:ext cx="10515600" cy="1325563"/>
          </a:xfrm>
        </p:spPr>
        <p:txBody>
          <a:bodyPr/>
          <a:lstStyle/>
          <a:p>
            <a:pPr algn="ctr" rtl="1"/>
            <a:r>
              <a:rPr lang="ar-JO" u="sng" dirty="0"/>
              <a:t>دليل كريغ على وجود الله عن طريق الرياضيات</a:t>
            </a:r>
            <a:endParaRPr lang="en-US" u="sng" dirty="0"/>
          </a:p>
        </p:txBody>
      </p:sp>
      <p:sp>
        <p:nvSpPr>
          <p:cNvPr id="3" name="Content Placeholder 2">
            <a:extLst>
              <a:ext uri="{FF2B5EF4-FFF2-40B4-BE49-F238E27FC236}">
                <a16:creationId xmlns:a16="http://schemas.microsoft.com/office/drawing/2014/main" id="{EBEF795D-2437-4BE9-B715-16C9D25DABE6}"/>
              </a:ext>
            </a:extLst>
          </p:cNvPr>
          <p:cNvSpPr>
            <a:spLocks noGrp="1"/>
          </p:cNvSpPr>
          <p:nvPr>
            <p:ph idx="1"/>
          </p:nvPr>
        </p:nvSpPr>
        <p:spPr>
          <a:xfrm>
            <a:off x="336884" y="1251284"/>
            <a:ext cx="11229474" cy="5454315"/>
          </a:xfrm>
        </p:spPr>
        <p:txBody>
          <a:bodyPr>
            <a:normAutofit/>
          </a:bodyPr>
          <a:lstStyle/>
          <a:p>
            <a:pPr algn="r" rtl="1"/>
            <a:r>
              <a:rPr lang="ar-JO" dirty="0"/>
              <a:t>لماذا تصلح الرياضيات في عالمنا؟ </a:t>
            </a:r>
          </a:p>
          <a:p>
            <a:pPr algn="r" rtl="1"/>
            <a:r>
              <a:rPr lang="ar-JO" dirty="0"/>
              <a:t>جواب الملحدين: يصدف أن يكون عالمنا ذا تركيب رياضي</a:t>
            </a:r>
          </a:p>
          <a:p>
            <a:pPr algn="r" rtl="1"/>
            <a:r>
              <a:rPr lang="ar-JO" dirty="0"/>
              <a:t>هذا الجواب غير مرض من ناحيتين:</a:t>
            </a:r>
          </a:p>
          <a:p>
            <a:pPr lvl="1" algn="r" rtl="1"/>
            <a:r>
              <a:rPr lang="ar-JO" dirty="0"/>
              <a:t>1- المفاهيم المباشرة الرياضية المستخدمة ليست ذات صلة مباشرة بعالمنا (لا يمكن حصولها في عالمنا)</a:t>
            </a:r>
          </a:p>
          <a:p>
            <a:pPr lvl="1" algn="r" rtl="1"/>
            <a:r>
              <a:rPr lang="ar-JO" dirty="0"/>
              <a:t>مثلا: الأعداد التخيلية والأبعاد اللانهائية: ما معنى </a:t>
            </a:r>
            <a:r>
              <a:rPr lang="en-US" dirty="0" err="1"/>
              <a:t>i</a:t>
            </a:r>
            <a:r>
              <a:rPr lang="ar-JO" dirty="0"/>
              <a:t> من الأشياء أو عالم من عدد غير محدود من الأبعاد؟ </a:t>
            </a:r>
          </a:p>
          <a:p>
            <a:pPr lvl="1" algn="r" rtl="1"/>
            <a:r>
              <a:rPr lang="ar-JO" dirty="0"/>
              <a:t>2- وكيف تفسر التركيب الرياضي الفائق الروعة والأناقة (قارن أناقة الفيزياء بالاقتصاد)</a:t>
            </a:r>
          </a:p>
          <a:p>
            <a:pPr algn="r" rtl="1"/>
            <a:r>
              <a:rPr lang="ar-JO" dirty="0"/>
              <a:t>جواب المؤمنين: الله تعالى شاء هذا العالم الأنيق المحكوم برياضيات أنيقة</a:t>
            </a:r>
          </a:p>
          <a:p>
            <a:pPr algn="r" rtl="1"/>
            <a:r>
              <a:rPr lang="ar-JO" dirty="0"/>
              <a:t>برهان كريغ</a:t>
            </a:r>
          </a:p>
          <a:p>
            <a:pPr lvl="1" algn="r" rtl="1"/>
            <a:r>
              <a:rPr lang="ar-JO" dirty="0"/>
              <a:t>إذا لم يكن الله موجودا فإن فعالية الرياضيات في عالمنا ما هي إلا صدفة من محاسن الصدف</a:t>
            </a:r>
          </a:p>
          <a:p>
            <a:pPr lvl="1" algn="r" rtl="1"/>
            <a:r>
              <a:rPr lang="ar-JO" dirty="0"/>
              <a:t>ولكن فعالية الرياضيات في عالمنا ليست فقط صدفة</a:t>
            </a:r>
          </a:p>
          <a:p>
            <a:pPr lvl="1" algn="r" rtl="1"/>
            <a:r>
              <a:rPr lang="ar-JO" dirty="0"/>
              <a:t>إذاً الله تعالى موجود</a:t>
            </a:r>
          </a:p>
          <a:p>
            <a:pPr marL="457200" lvl="1" indent="0" rtl="1">
              <a:buNone/>
            </a:pPr>
            <a:r>
              <a:rPr lang="ar-JO" dirty="0"/>
              <a:t>			</a:t>
            </a:r>
            <a:r>
              <a:rPr lang="en-US" dirty="0"/>
              <a:t>    </a:t>
            </a:r>
            <a:r>
              <a:rPr lang="ar-JO" dirty="0">
                <a:solidFill>
                  <a:srgbClr val="C00000"/>
                </a:solidFill>
              </a:rPr>
              <a:t>يقول فيغنر</a:t>
            </a:r>
            <a:r>
              <a:rPr lang="en-US" dirty="0">
                <a:solidFill>
                  <a:srgbClr val="C00000"/>
                </a:solidFill>
              </a:rPr>
              <a:t>Eugen Wigner</a:t>
            </a:r>
            <a:r>
              <a:rPr lang="ar-JO" dirty="0">
                <a:solidFill>
                  <a:srgbClr val="C00000"/>
                </a:solidFill>
              </a:rPr>
              <a:t>: فعالية الرياضيات معجزة لا نفهمها ولا نستحقها</a:t>
            </a:r>
          </a:p>
        </p:txBody>
      </p:sp>
    </p:spTree>
    <p:extLst>
      <p:ext uri="{BB962C8B-B14F-4D97-AF65-F5344CB8AC3E}">
        <p14:creationId xmlns:p14="http://schemas.microsoft.com/office/powerpoint/2010/main" val="2903635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1132</TotalTime>
  <Words>3460</Words>
  <Application>Microsoft Office PowerPoint</Application>
  <PresentationFormat>Widescreen</PresentationFormat>
  <Paragraphs>209</Paragraphs>
  <Slides>28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Calibri Light</vt:lpstr>
      <vt:lpstr>Courier New</vt:lpstr>
      <vt:lpstr>Wingdings</vt:lpstr>
      <vt:lpstr>Office Theme</vt:lpstr>
      <vt:lpstr>1_Office Theme</vt:lpstr>
      <vt:lpstr>العلم والإلحاد</vt:lpstr>
      <vt:lpstr>PowerPoint Presentation</vt:lpstr>
      <vt:lpstr>العلم الحديث  Science</vt:lpstr>
      <vt:lpstr>(Methodological Naturalism) مبدأ الالتزام المثودولوجي بالتفسير الطبيعي</vt:lpstr>
      <vt:lpstr>الإلحاد:</vt:lpstr>
      <vt:lpstr>خطاب الإلحاد</vt:lpstr>
      <vt:lpstr>"علوم حديثة" تفسر ظاهرة الدين ؟؟</vt:lpstr>
      <vt:lpstr>نصائح</vt:lpstr>
      <vt:lpstr>PowerPoint Presentation</vt:lpstr>
      <vt:lpstr>ملاحظات عامة</vt:lpstr>
      <vt:lpstr> العلم الحديث لا يستطيع:</vt:lpstr>
      <vt:lpstr>PowerPoint Presentation</vt:lpstr>
      <vt:lpstr>PowerPoint Presentation</vt:lpstr>
      <vt:lpstr>PowerPoint Presentation</vt:lpstr>
      <vt:lpstr>PowerPoint Presentation</vt:lpstr>
      <vt:lpstr>السياق التاريخي لثنائية العلم والدين في أوروبا</vt:lpstr>
      <vt:lpstr>PowerPoint Presentation</vt:lpstr>
      <vt:lpstr>القرن العشرون: قمة هيمنة المادية</vt:lpstr>
      <vt:lpstr>PowerPoint Presentation</vt:lpstr>
      <vt:lpstr>PowerPoint Presentation</vt:lpstr>
      <vt:lpstr>PowerPoint Presentation</vt:lpstr>
      <vt:lpstr>PowerPoint Presentation</vt:lpstr>
      <vt:lpstr>PowerPoint Presentation</vt:lpstr>
      <vt:lpstr>PowerPoint Presentation</vt:lpstr>
      <vt:lpstr>العالم الذي ليس له بديل</vt:lpstr>
      <vt:lpstr>PowerPoint Presentation</vt:lpstr>
      <vt:lpstr>PowerPoint Presentation</vt:lpstr>
      <vt:lpstr>دليل كريغ على وجود الله عن طريق الرياضيات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العلم والإلحاد</dc:title>
  <dc:creator>ismail hammoudeh</dc:creator>
  <cp:lastModifiedBy>Ismail Hammoudeh</cp:lastModifiedBy>
  <cp:revision>2</cp:revision>
  <dcterms:created xsi:type="dcterms:W3CDTF">2021-03-05T21:13:25Z</dcterms:created>
  <dcterms:modified xsi:type="dcterms:W3CDTF">2023-01-02T00:24:19Z</dcterms:modified>
</cp:coreProperties>
</file>