
<file path=[Content_Types].xml><?xml version="1.0" encoding="utf-8"?>
<Types xmlns="http://schemas.openxmlformats.org/package/2006/content-types">
  <Default Extension="jpeg" ContentType="image/jpeg"/>
  <Default Extension="org&amp;utm_campaign=index&amp;utm_content=original"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notesSlides/notesSlide1.xml" ContentType="application/vnd.openxmlformats-officedocument.presentationml.notesSlide+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notesSlides/notesSlide10.xml" ContentType="application/vnd.openxmlformats-officedocument.presentationml.notesSlide+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60" r:id="rId3"/>
    <p:sldId id="259" r:id="rId4"/>
    <p:sldId id="262" r:id="rId5"/>
    <p:sldId id="263" r:id="rId6"/>
    <p:sldId id="264" r:id="rId7"/>
    <p:sldId id="265" r:id="rId8"/>
    <p:sldId id="258" r:id="rId9"/>
    <p:sldId id="261" r:id="rId10"/>
    <p:sldId id="266" r:id="rId11"/>
    <p:sldId id="267" r:id="rId12"/>
    <p:sldId id="268" r:id="rId13"/>
    <p:sldId id="277" r:id="rId14"/>
    <p:sldId id="278" r:id="rId15"/>
    <p:sldId id="279" r:id="rId16"/>
    <p:sldId id="269" r:id="rId17"/>
    <p:sldId id="274" r:id="rId18"/>
    <p:sldId id="275" r:id="rId19"/>
    <p:sldId id="273" r:id="rId20"/>
    <p:sldId id="281" r:id="rId21"/>
    <p:sldId id="257" r:id="rId22"/>
    <p:sldId id="270" r:id="rId23"/>
    <p:sldId id="271" r:id="rId24"/>
    <p:sldId id="276" r:id="rId25"/>
    <p:sldId id="272" r:id="rId26"/>
    <p:sldId id="282" r:id="rId27"/>
    <p:sldId id="283" r:id="rId28"/>
    <p:sldId id="287" r:id="rId29"/>
    <p:sldId id="280" r:id="rId30"/>
    <p:sldId id="284" r:id="rId31"/>
    <p:sldId id="286" r:id="rId32"/>
    <p:sldId id="288" r:id="rId33"/>
    <p:sldId id="290" r:id="rId34"/>
    <p:sldId id="289" r:id="rId35"/>
    <p:sldId id="291" r:id="rId36"/>
    <p:sldId id="29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D74F2D-41FE-4C9B-A014-65597867E3E7}" v="1" dt="2024-08-24T14:59:24.1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in Hammoudeh" userId="6b6bfcbcfbc5ec2d" providerId="LiveId" clId="{45D74F2D-41FE-4C9B-A014-65597867E3E7}"/>
    <pc:docChg chg="custSel modSld">
      <pc:chgData name="Hanin Hammoudeh" userId="6b6bfcbcfbc5ec2d" providerId="LiveId" clId="{45D74F2D-41FE-4C9B-A014-65597867E3E7}" dt="2024-08-24T15:01:11.436" v="42" actId="207"/>
      <pc:docMkLst>
        <pc:docMk/>
      </pc:docMkLst>
      <pc:sldChg chg="addSp modSp mod">
        <pc:chgData name="Hanin Hammoudeh" userId="6b6bfcbcfbc5ec2d" providerId="LiveId" clId="{45D74F2D-41FE-4C9B-A014-65597867E3E7}" dt="2024-08-24T15:01:11.436" v="42" actId="207"/>
        <pc:sldMkLst>
          <pc:docMk/>
          <pc:sldMk cId="2866977731" sldId="266"/>
        </pc:sldMkLst>
        <pc:spChg chg="add mod">
          <ac:chgData name="Hanin Hammoudeh" userId="6b6bfcbcfbc5ec2d" providerId="LiveId" clId="{45D74F2D-41FE-4C9B-A014-65597867E3E7}" dt="2024-08-24T15:01:11.436" v="42" actId="207"/>
          <ac:spMkLst>
            <pc:docMk/>
            <pc:sldMk cId="2866977731" sldId="266"/>
            <ac:spMk id="154" creationId="{A0A1E2EA-DD2F-CD4F-FFD0-B10B671D6B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7:48.773"/>
    </inkml:context>
    <inkml:brush xml:id="br0">
      <inkml:brushProperty name="width" value="0.025" units="cm"/>
      <inkml:brushProperty name="height" value="0.025" units="cm"/>
      <inkml:brushProperty name="color" value="#5B2D90"/>
    </inkml:brush>
  </inkml:definitions>
  <inkml:trace contextRef="#ctx0" brushRef="#br0">36 354 6153 0 0,'0'0'251'0'0,"-1"-1"-167"0"0,1 1 1 0 0,-1-1-1 0 0,0 1 1 0 0,1 0-1 0 0,-1 0 1 0 0,0-1-1 0 0,0 1 1 0 0,1 0-1 0 0,-1 0 1 0 0,0 0-1 0 0,0 0 1 0 0,1 0 0 0 0,-1 0-1 0 0,0 0 1 0 0,0 0-1 0 0,1 0 1 0 0,-1 0-1 0 0,0 0 1 0 0,-1 1-1 0 0,-2 10 3204 0 0,4 39-995 0 0,1-50-2178 0 0,-1 0 0 0 0,0 0-1 0 0,0 1 1 0 0,0-1-1 0 0,0 0 1 0 0,0 0 0 0 0,0 0-1 0 0,0 1 1 0 0,0-1 0 0 0,0 0-1 0 0,0 0 1 0 0,0 0 0 0 0,0 1-1 0 0,0-1 1 0 0,0 0-1 0 0,0 0 1 0 0,0 0 0 0 0,0 1-1 0 0,-1-1 1 0 0,1 0 0 0 0,0 0-1 0 0,0 0 1 0 0,0 0 0 0 0,0 1-1 0 0,0-1 1 0 0,0 0 0 0 0,0 0-1 0 0,-1 0 1 0 0,1 0-1 0 0,0 0 1 0 0,0 0 0 0 0,0 1-1 0 0,0-1 1 0 0,-1 0 0 0 0,1 0-1 0 0,0 0 1 0 0,0 0 0 0 0,0 0-1 0 0,0 0 1 0 0,-1 0-1 0 0,1 0 1 0 0,0 0 0 0 0,0 0-1 0 0,0 0 1 0 0,-1 0 0 0 0,1 0-1 0 0,0 0 1 0 0,0 0 0 0 0,0 0-1 0 0,-1 0 1 0 0,1 0 0 0 0,0 0-1 0 0,0 0 1 0 0,0 0-1 0 0,0 0 1 0 0,-1 0 0 0 0,1 0-1 0 0,0 0 1 0 0,0 0 0 0 0,0-1-1 0 0,0 1 1 0 0,-1 0 0 0 0,1 0-1 0 0,0 0 1 0 0,-1-1 89 0 0,0-1 1 0 0,0 1-1 0 0,1 0 1 0 0,-1 0 0 0 0,0-1-1 0 0,1 1 1 0 0,-1 0-1 0 0,1-1 1 0 0,-1 1-1 0 0,1 0 1 0 0,0-1-1 0 0,0 1 1 0 0,-1-1 0 0 0,1 1-1 0 0,0-1 1 0 0,1-1-1 0 0,-2-14 227 0 0,3-42 2000 0 0,-1 57-1608 0 0,21-45 3178 0 0,-13 31-3967 0 0,2 0 0 0 0,-1 0 1 0 0,2 1-1 0 0,0 1 0 0 0,1 0 1 0 0,0 0-1 0 0,1 2 1 0 0,0-1-1 0 0,20-11 0 0 0,-9 7-7 0 0,2 2 0 0 0,0 0 0 0 0,0 2-1 0 0,55-19 1 0 0,-61 26-27 0 0,0 1 0 0 0,1 1 0 0 0,-1 1 0 0 0,1 1 0 0 0,0 0 0 0 0,25 2 0 0 0,-39 0 0 0 0,0 1 0 0 0,1 0 0 0 0,-1 0 0 0 0,0 0 0 0 0,0 1 0 0 0,0 0 0 0 0,0 1 0 0 0,-1 0 0 0 0,1 0 0 0 0,0 1 0 0 0,-1 0 0 0 0,0 0 0 0 0,0 0 0 0 0,0 1 0 0 0,-1 0 0 0 0,0 1 0 0 0,0-1 0 0 0,10 12 0 0 0,-13-11 0 0 0,0 0 0 0 0,-1 0 0 0 0,1 0 0 0 0,-1 0 0 0 0,-1 0 0 0 0,1 1 0 0 0,-1-1 0 0 0,0 0 0 0 0,-1 1 0 0 0,1-1 0 0 0,-1 1 0 0 0,0-1 0 0 0,-1 1 0 0 0,0-1 0 0 0,0 0 0 0 0,0 1 0 0 0,-1-1 0 0 0,0 0 0 0 0,0 0 0 0 0,0 0 0 0 0,-4 6 0 0 0,-8 16 0 0 0,0 0 0 0 0,-37 50 0 0 0,41-64 0 0 0,-283 355 0 0 0,189-245 0 0 0,83-98 0 0 0,4-4 0 0 0,-2-1 0 0 0,-30 29 0 0 0,38-42 0 0 0,11-8 0 0 0,0 0 0 0 0,0 0 0 0 0,0 0 0 0 0,-1 0 0 0 0,1 0 0 0 0,0 1 0 0 0,0-1 0 0 0,0 0 0 0 0,0 0 0 0 0,0 0 0 0 0,-1 0 0 0 0,1 0 0 0 0,0 0 0 0 0,0 0 0 0 0,0 0 0 0 0,0 0 0 0 0,-1 1 0 0 0,1-1 0 0 0,0 0 0 0 0,0 0 0 0 0,0 0 0 0 0,0 0 0 0 0,-1 0 0 0 0,1 0 0 0 0,0 0 0 0 0,0 0 0 0 0,0 0 0 0 0,-1 0 0 0 0,1 0 0 0 0,0-1 0 0 0,0 1 0 0 0,0 0 0 0 0,0 0 0 0 0,-1 0 0 0 0,1 0 0 0 0,0 0 0 0 0,0 0 0 0 0,0 0 0 0 0,0 0 0 0 0,0 0 0 0 0,-1-1 0 0 0,1 1 0 0 0,0 0 0 0 0,0 0 0 0 0,0 0 0 0 0,0 0 0 0 0,0-1 0 0 0,-2-18 0 0 0,3 15 0 0 0,-1 2 0 0 0,1 1 0 0 0,-1-1 0 0 0,1 0 0 0 0,-1 1 0 0 0,1-1 0 0 0,0 0 0 0 0,0 1 0 0 0,0-1 0 0 0,0 1 0 0 0,0 0 0 0 0,0-1 0 0 0,0 1 0 0 0,0 0 0 0 0,0-1 0 0 0,1 1 0 0 0,-1 0 0 0 0,1 0 0 0 0,-1 0 0 0 0,3-1 0 0 0,14-14 0 0 0,5 1 0 0 0,-3 7 0 0 0,-15 5 0 0 0,25-6 0 0 0,-8 6 0 0 0,-12 3 0 0 0,1-1 0 0 0,-1 1 0 0 0,1 1 0 0 0,-1 0 0 0 0,0 0 0 0 0,1 1 0 0 0,-1 1 0 0 0,0-1 0 0 0,0 2 0 0 0,0-1 0 0 0,11 7 0 0 0,-20-9 0 0 0,110 52 0 0 0,-42-32 0 0 0,-61-20 0 0 0,1 0 0 0 0,0-1 0 0 0,0 0 0 0 0,0 0 0 0 0,0-1 0 0 0,0 0 0 0 0,0-1 0 0 0,-1 1 0 0 0,1-2 0 0 0,0 1 0 0 0,-1-1 0 0 0,0-1 0 0 0,0 1 0 0 0,0-1 0 0 0,11-8 0 0 0,-1-4-1909 0 0,1 1-1 0 0,37-21 1 0 0,-42 26-1405 0 0,0 0 0 0 0,-1-1 1 0 0,0 0-1 0 0,-1-1 0 0 0,0-1 0 0 0,16-21 0 0 0,-16 18 556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7:49.598"/>
    </inkml:context>
    <inkml:brush xml:id="br0">
      <inkml:brushProperty name="width" value="0.025" units="cm"/>
      <inkml:brushProperty name="height" value="0.025" units="cm"/>
      <inkml:brushProperty name="color" value="#5B2D90"/>
    </inkml:brush>
  </inkml:definitions>
  <inkml:trace contextRef="#ctx0" brushRef="#br0">431 150 5076 0 0,'-2'-31'9504'0'0,"0"17"-5269"0"0,1 9-1475 0 0,1 4-1655 0 0,-24-2 2146 0 0,7 9-2881 0 0,-1 0-1 0 0,2 1 1 0 0,-1 1-1 0 0,1 0 1 0 0,0 1-1 0 0,0 1 1 0 0,1 1-1 0 0,1 0 1 0 0,-16 15 0 0 0,-1 4 676 0 0,1 2 1 0 0,-47 62 0 0 0,65-76-1047 0 0,0 0 0 0 0,2 1 0 0 0,0 1 0 0 0,1-1 0 0 0,1 1 0 0 0,1 1 0 0 0,-9 38 0 0 0,14-48 0 0 0,1-1 0 0 0,0 0 0 0 0,1 0 0 0 0,0 1 0 0 0,0-1 0 0 0,1 0 0 0 0,1 1 0 0 0,2 11 0 0 0,-2-16 0 0 0,0 0 0 0 0,0 0 0 0 0,1-1 0 0 0,0 1 0 0 0,0 0 0 0 0,0-1 0 0 0,1 0 0 0 0,0 1 0 0 0,0-2 0 0 0,0 1 0 0 0,0 0 0 0 0,1-1 0 0 0,0 0 0 0 0,6 5 0 0 0,-4-6 0 0 0,0 1 0 0 0,0-1 0 0 0,0 0 0 0 0,0 0 0 0 0,1-1 0 0 0,-1 0 0 0 0,1-1 0 0 0,0 0 0 0 0,-1 0 0 0 0,1 0 0 0 0,0-1 0 0 0,0 0 0 0 0,-1-1 0 0 0,1 1 0 0 0,0-2 0 0 0,0 1 0 0 0,-1-1 0 0 0,1 0 0 0 0,9-4 0 0 0,6-3 0 0 0,-1-1 0 0 0,0 0 0 0 0,0-2 0 0 0,37-27 0 0 0,-34 19 0 0 0,0-1 0 0 0,-2-1 0 0 0,0-1 0 0 0,-2-2 0 0 0,0 0 0 0 0,26-43 0 0 0,-20 22 0 0 0,-2-1 0 0 0,-2-1 0 0 0,19-59 0 0 0,-35 88 0 0 0,-2 0 0 0 0,0 0 0 0 0,3-33 0 0 0,-7 48 0 0 0,0 0 0 0 0,-1 0 0 0 0,0-1 0 0 0,0 1 0 0 0,0 0 0 0 0,0 0 0 0 0,-1 0 0 0 0,1 0 0 0 0,-1-1 0 0 0,0 1 0 0 0,0 0 0 0 0,-1 0 0 0 0,1 0 0 0 0,-1 1 0 0 0,0-1 0 0 0,0 0 0 0 0,0 1 0 0 0,-1-1 0 0 0,1 1 0 0 0,-1-1 0 0 0,0 1 0 0 0,0 0 0 0 0,-4-3 0 0 0,-20-3-2335 0 0,-20 13-6860 0 0,2 10-950 0 0,20-4 6122 0 0,22-8 3703 0 0,-4 1-2682 0 0,-8 2 255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7:50.269"/>
    </inkml:context>
    <inkml:brush xml:id="br0">
      <inkml:brushProperty name="width" value="0.025" units="cm"/>
      <inkml:brushProperty name="height" value="0.025" units="cm"/>
      <inkml:brushProperty name="color" value="#5B2D90"/>
    </inkml:brush>
  </inkml:definitions>
  <inkml:trace contextRef="#ctx0" brushRef="#br0">965 2 5877 0 0,'1'-1'2728'0'0,"6"0"-2123"0"0,-3 3 6699 0 0,-3 0-7092 0 0,0 0 0 0 0,0 0 1 0 0,-1-1-1 0 0,1 1 1 0 0,0 0-1 0 0,-1 0 1 0 0,0 0-1 0 0,0 0 1 0 0,1 0-1 0 0,-1 0 0 0 0,0 0 1 0 0,0-1-1 0 0,-1 1 1 0 0,1 0-1 0 0,0 0 1 0 0,-1 0-1 0 0,1 0 0 0 0,-1 0 1 0 0,1 0-1 0 0,-1-1 1 0 0,0 1-1 0 0,0 0 1 0 0,0-1-1 0 0,0 1 1 0 0,-2 2-1 0 0,-33 49 2098 0 0,31-47-1930 0 0,-234 259 6115 0 0,85-102-5007 0 0,121-125-1469 0 0,-233 278 33 0 0,226-262-55 0 0,2 2 0 0 0,3 1 1 0 0,2 2-1 0 0,-28 69 0 0 0,47-84-2180 0 0,8-17-3111 0 0,-5 50 1 0 0,11-74 3578 0 0,0 2 370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7:50.749"/>
    </inkml:context>
    <inkml:brush xml:id="br0">
      <inkml:brushProperty name="width" value="0.025" units="cm"/>
      <inkml:brushProperty name="height" value="0.025" units="cm"/>
      <inkml:brushProperty name="color" value="#5B2D90"/>
    </inkml:brush>
  </inkml:definitions>
  <inkml:trace contextRef="#ctx0" brushRef="#br0">147 0 4216 0 0,'-12'12'1106'0'0,"0"1"-1"0"0,0 0 1 0 0,2 1-1 0 0,-1 0 1 0 0,2 1-1 0 0,0-1 1 0 0,-10 25-1 0 0,8-13 277 0 0,0 1 0 0 0,2 1-1 0 0,-9 48 1 0 0,16-67-739 0 0,1 0 0 0 0,1 0 0 0 0,0 0 0 0 0,0 0 0 0 0,2 11 0 0 0,-2-19-587 0 0,0-1 0 0 0,0 0 0 0 0,1 1 0 0 0,-1-1 0 0 0,0 1 0 0 0,1-1 0 0 0,-1 0 0 0 0,0 1 0 0 0,1-1 0 0 0,-1 1 0 0 0,0-1 0 0 0,1 0 0 0 0,-1 0 0 0 0,1 1-1 0 0,-1-1 1 0 0,1 0 0 0 0,-1 0 0 0 0,0 1 0 0 0,1-1 0 0 0,-1 0 0 0 0,1 0 0 0 0,-1 0 0 0 0,1 0 0 0 0,-1 0 0 0 0,1 0 0 0 0,-1 0 0 0 0,1 0 0 0 0,-1 0 0 0 0,1 0 0 0 0,-1 0 0 0 0,1 0-1 0 0,-1 0 1 0 0,2-1 0 0 0,17-5 998 0 0,-8-3-847 0 0,-1-1 1 0 0,0 0-1 0 0,0-1 0 0 0,-1 0 1 0 0,-1 0-1 0 0,0-1 0 0 0,0 0 1 0 0,9-22-1 0 0,-3 3-25 0 0,-1-1 0 0 0,14-52 0 0 0,-27 81-338 0 0,0 1 0 0 0,0-1 0 0 0,0 0 0 0 0,0 0-1 0 0,0 1 1 0 0,0-1 0 0 0,-1 0 0 0 0,1 1 0 0 0,-1-1-1 0 0,0 0 1 0 0,0 1 0 0 0,0-1 0 0 0,-1-2 0 0 0,1 3 215 0 0,-1-2-1013 0 0,-19 28-5144 0 0,-3 3 1001 0 0,-14 48-4894 0 0,25-46 7253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7:51.387"/>
    </inkml:context>
    <inkml:brush xml:id="br0">
      <inkml:brushProperty name="width" value="0.025" units="cm"/>
      <inkml:brushProperty name="height" value="0.025" units="cm"/>
      <inkml:brushProperty name="color" value="#5B2D90"/>
    </inkml:brush>
  </inkml:definitions>
  <inkml:trace contextRef="#ctx0" brushRef="#br0">298 1 5569 0 0,'0'0'10302'0'0,"-9"5"-8932"0"0,-18 13-21 0 0,0 1 1 0 0,1 1-1 0 0,0 1 1 0 0,2 1-1 0 0,1 1 1 0 0,1 1-1 0 0,1 1 1 0 0,1 2-1 0 0,1-1 0 0 0,-23 45 1 0 0,39-67-1190 0 0,-4 23 324 0 0,5-7-446 0 0,10-1-38 0 0,-7-17 0 0 0,15 12 0 0 0,-11-12 0 0 0,-1-1 0 0 0,1 0 0 0 0,0-1 0 0 0,-1 1 0 0 0,1-1 0 0 0,0 1 0 0 0,7-2 0 0 0,1 0 0 0 0,-1-1 0 0 0,0 0 0 0 0,0-1 0 0 0,0 0 0 0 0,-1-1 0 0 0,1 0 0 0 0,-1-1 0 0 0,0 0 0 0 0,0-1 0 0 0,0 0 0 0 0,-1-1 0 0 0,15-12 0 0 0,-18 13 0 0 0,0 0 0 0 0,0 0 0 0 0,-1-1 0 0 0,0 0 0 0 0,0 0 0 0 0,0 0 0 0 0,-1-1 0 0 0,-1 0 0 0 0,1 0 0 0 0,-1 0 0 0 0,0 0 0 0 0,-1-1 0 0 0,0 1 0 0 0,0-1 0 0 0,-1 0 0 0 0,0 0 0 0 0,1-18 0 0 0,-3 23-7 0 0,0 1 1 0 0,0 0-1 0 0,0-1 1 0 0,0 1-1 0 0,0 0 1 0 0,-1-1-1 0 0,1 1 1 0 0,-1 0-1 0 0,0 0 1 0 0,0 0-1 0 0,-2-5 1 0 0,-1-5-573 0 0,3 12 134 0 0,0-1 0 0 0,0 1 1 0 0,0-1-1 0 0,0 1 1 0 0,0 0-1 0 0,0-1 1 0 0,-1 1-1 0 0,1 0 0 0 0,0 0 1 0 0,-1 0-1 0 0,1 0 1 0 0,-1 0-1 0 0,1 0 0 0 0,-1 0 1 0 0,1 0-1 0 0,-1 1 1 0 0,1-1-1 0 0,-4 0 1 0 0,-7-2-5739 0 0,6 3-4797 0 0,-15 5 8055 0 0,16-3 278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02.546"/>
    </inkml:context>
    <inkml:brush xml:id="br0">
      <inkml:brushProperty name="width" value="0.025" units="cm"/>
      <inkml:brushProperty name="height" value="0.025" units="cm"/>
      <inkml:brushProperty name="color" value="#5B2D90"/>
    </inkml:brush>
  </inkml:definitions>
  <inkml:trace contextRef="#ctx0" brushRef="#br0">215 55 4472 0 0,'58'-52'16053'0'0,"-58"51"-15125"0"0,9-1 5720 0 0,-14 20-6388 0 0,-1 0-1 0 0,-1 0 1 0 0,-1 0 0 0 0,-1-1-1 0 0,0-1 1 0 0,-22 30-1 0 0,-21 41 337 0 0,-14 53-144 0 0,66-138-420 0 0,0 1 5 0 0,0-2-35 0 0,0 0-1 0 0,-1 0 0 0 0,1 0 1 0 0,0 0-1 0 0,-1-1 0 0 0,1 1 1 0 0,0 0-1 0 0,0 0 0 0 0,0 0 1 0 0,0 0-1 0 0,0 0 0 0 0,0 0 1 0 0,0 0-1 0 0,0 0 0 0 0,0-1 1 0 0,1 1-1 0 0,-1 0 0 0 0,0 0 1 0 0,1 0-1 0 0,-1 0 0 0 0,0 0 1 0 0,1-1-1 0 0,-1 1 0 0 0,1 0 1 0 0,-1 0-1 0 0,1-1 0 0 0,-1 1 1 0 0,1 0-1 0 0,0-1 0 0 0,-1 1 1 0 0,1-1-1 0 0,0 1 0 0 0,0 0 1 0 0,-1-1-1 0 0,2 1 1 0 0,8 5-5 0 0,1-4-29 0 0,-1 0 0 0 0,1-1 0 0 0,-1 0 0 0 0,1 0 0 0 0,-1-1 0 0 0,1-1 0 0 0,-1 0 0 0 0,1 0 0 0 0,-1-1 0 0 0,16-5 0 0 0,2 2-84 0 0,26-4-121 0 0,85-2-1 0 0,-133 11 217 0 0,0 1-1 0 0,0-1 1 0 0,0 1 0 0 0,0 1 0 0 0,-1-1-1 0 0,1 1 1 0 0,0 0 0 0 0,9 4-1 0 0,-9-3 11 0 0,-1 0 9 0 0,1 1-1 0 0,-1 0 1 0 0,0 0 0 0 0,-1 1-1 0 0,1-1 1 0 0,-1 1-1 0 0,0 0 1 0 0,0 0-1 0 0,0 1 1 0 0,-1-1-1 0 0,1 1 1 0 0,2 7-1 0 0,-3-7 30 0 0,0 0-16 0 0,0 0-1 0 0,0 0 1 0 0,-1 1 0 0 0,0-1-1 0 0,0 1 1 0 0,0-1 0 0 0,-1 1 0 0 0,0 0-1 0 0,0 0 1 0 0,-1-1 0 0 0,0 1 0 0 0,0 0-1 0 0,-1 0 1 0 0,1 0 0 0 0,-4 12-1 0 0,1-6 70 0 0,0 1-1 0 0,-1 0 0 0 0,-1-1 0 0 0,0 0 1 0 0,-1 0-1 0 0,0 0 0 0 0,-1-1 0 0 0,0 0 0 0 0,-1 0 1 0 0,0-1-1 0 0,-1 0 0 0 0,-1 0 0 0 0,1-1 1 0 0,-2 0-1 0 0,1-1 0 0 0,-22 14 0 0 0,11-9 68 0 0,0-1-1 0 0,-1-1 1 0 0,-1-1-1 0 0,0 0 1 0 0,0-2-1 0 0,-1-1 1 0 0,0-1-1 0 0,-38 6 1 0 0,54-12-726 0 0,0 0 0 0 0,0-1 0 0 0,0 0 0 0 0,-16-2 0 0 0,17 1-664 0 0,0-1 0 0 0,0 0 0 0 0,0 0 0 0 0,0-1 0 0 0,0 1 1 0 0,0-1-1 0 0,1-1 0 0 0,-9-5 0 0 0,7 3-705 0 0,0-1 0 0 0,0 0 0 0 0,0 0-1 0 0,1 0 1 0 0,-8-12 0 0 0,-15-26-1842 0 0,20 26 1103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03.220"/>
    </inkml:context>
    <inkml:brush xml:id="br0">
      <inkml:brushProperty name="width" value="0.025" units="cm"/>
      <inkml:brushProperty name="height" value="0.025" units="cm"/>
      <inkml:brushProperty name="color" value="#5B2D90"/>
    </inkml:brush>
  </inkml:definitions>
  <inkml:trace contextRef="#ctx0" brushRef="#br0">0 28 3664 0 0,'0'0'19977'0'0,"9"-23"-18504"0"0,2 18 4912 0 0,59 20-5884 0 0,102 16 266 0 0,161-7-767 0 0,-332-23 0 0 0,0-1 0 0 0,0 0 0 0 0,0 0 0 0 0,-1 0 0 0 0,1-1 0 0 0,0 1 0 0 0,0 0 0 0 0,-1 0 0 0 0,1 0 0 0 0,0 0 0 0 0,0-1 0 0 0,-1 1 0 0 0,1 0 0 0 0,0-1 0 0 0,-1 1 0 0 0,1-1 0 0 0,0 1 0 0 0,-1-1 0 0 0,1 1 0 0 0,-1-1 0 0 0,2 0 0 0 0,21-38-1015 0 0,-15 39-293 0 0,-5 0-1025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04.108"/>
    </inkml:context>
    <inkml:brush xml:id="br0">
      <inkml:brushProperty name="width" value="0.025" units="cm"/>
      <inkml:brushProperty name="height" value="0.025" units="cm"/>
      <inkml:brushProperty name="color" value="#5B2D90"/>
    </inkml:brush>
  </inkml:definitions>
  <inkml:trace contextRef="#ctx0" brushRef="#br0">612 142 3684 0 0,'5'-5'907'0'0,"0"0"0"0"0,-1 0 0 0 0,0-1 0 0 0,0 0 0 0 0,-1 1 0 0 0,1-1 0 0 0,-1-1 0 0 0,-1 1 0 0 0,1 0 0 0 0,-1-1 0 0 0,0 1-1 0 0,0-1 1 0 0,-1 1 0 0 0,1-15 0 0 0,-2 19-759 0 0,-1 0 0 0 0,0 0 0 0 0,0 0 0 0 0,0 0 0 0 0,-1 0 1 0 0,1 0-1 0 0,0 0 0 0 0,-1 0 0 0 0,1 0 0 0 0,-1 1 0 0 0,0-1 0 0 0,0 0 0 0 0,1 1 0 0 0,-1 0 0 0 0,0-1 0 0 0,0 1 0 0 0,0 0 0 0 0,0 0 0 0 0,-1 0 0 0 0,1 0 0 0 0,0 0 0 0 0,0 1 0 0 0,-1-1 0 0 0,1 1 0 0 0,0 0 0 0 0,0-1 0 0 0,-1 1 0 0 0,1 0 1 0 0,-3 0-1 0 0,-9 0 340 0 0,0 0 1 0 0,0 0 0 0 0,-17 3-1 0 0,-3 2 98 0 0,1 2 0 0 0,0 1-1 0 0,1 1 1 0 0,0 2 0 0 0,0 1 0 0 0,1 2-1 0 0,-56 34 1 0 0,70-37-293 0 0,0 1 0 0 0,1 0 0 0 0,1 1 1 0 0,0 1-1 0 0,1 1 0 0 0,0 0 0 0 0,1 0 0 0 0,1 2 0 0 0,0-1 0 0 0,2 2 0 0 0,0-1 1 0 0,0 1-1 0 0,2 1 0 0 0,-9 28 0 0 0,13-34-293 0 0,1-1 0 0 0,0 1 0 0 0,1 0 0 0 0,1 0 0 0 0,0 0 0 0 0,0 0 0 0 0,1 0 0 0 0,1 0 0 0 0,1 0 0 0 0,-1 0 0 0 0,7 19 0 0 0,-5-23 0 0 0,0-1 0 0 0,1 0 0 0 0,0 0 0 0 0,0 0 0 0 0,1 0 0 0 0,0-1 0 0 0,0 0 0 0 0,1 0 0 0 0,0 0 0 0 0,0-1 0 0 0,0 0 0 0 0,1 0 0 0 0,0 0 0 0 0,0-1 0 0 0,1 0 0 0 0,-1-1 0 0 0,16 7 0 0 0,-7-4 0 0 0,0-1 0 0 0,0-1 0 0 0,1-1 0 0 0,-1 0 0 0 0,1-1 0 0 0,0-1 0 0 0,0 0 0 0 0,0-1 0 0 0,30-3 0 0 0,-23-1 0 0 0,0-1 0 0 0,-1-1 0 0 0,0-1 0 0 0,0-1 0 0 0,0 0 0 0 0,33-18 0 0 0,-29 11 0 0 0,-1-1 0 0 0,-1-2 0 0 0,0 0 0 0 0,-1-2 0 0 0,-1 0 0 0 0,0-2 0 0 0,-2 0 0 0 0,-1-2 0 0 0,0 0 0 0 0,-2-1 0 0 0,23-38 0 0 0,-35 51 4 0 0,-1 0 0 0 0,1-1-1 0 0,-2 0 1 0 0,0 0 0 0 0,0 0 0 0 0,-1-1-1 0 0,-1 1 1 0 0,0-1 0 0 0,0 1 0 0 0,-1-1 0 0 0,-1 0-1 0 0,-2-21 1 0 0,1 26-15 0 0,-1 0 0 0 0,0 0 0 0 0,0 0-1 0 0,-1 1 1 0 0,0-1 0 0 0,0 1 0 0 0,-1 0 0 0 0,0 0 0 0 0,0 0-1 0 0,0 1 1 0 0,-1-1 0 0 0,0 1 0 0 0,-1 0 0 0 0,1 0 0 0 0,-1 1-1 0 0,0-1 1 0 0,0 2 0 0 0,-1-1 0 0 0,0 0 0 0 0,1 1-1 0 0,-9-3 1 0 0,-32-12-5698 0 0,19 9-3456 0 0,4-2-4417 0 0,21 11 10900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04.756"/>
    </inkml:context>
    <inkml:brush xml:id="br0">
      <inkml:brushProperty name="width" value="0.025" units="cm"/>
      <inkml:brushProperty name="height" value="0.025" units="cm"/>
      <inkml:brushProperty name="color" value="#5B2D90"/>
    </inkml:brush>
  </inkml:definitions>
  <inkml:trace contextRef="#ctx0" brushRef="#br0">750 1 4380 0 0,'-2'6'1579'0'0,"-35"92"4347"0"0,-73 137 1 0 0,-74 89-695 0 0,-20 39-118 0 0,197-349-5196 0 0,-123 261 3932 0 0,82-130-3897 0 0,39-109-2076 0 0,1 1 0 0 0,-2 38 0 0 0,12-45-3807 0 0,0-20 415 0 0,-2 2-4219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05.281"/>
    </inkml:context>
    <inkml:brush xml:id="br0">
      <inkml:brushProperty name="width" value="0.025" units="cm"/>
      <inkml:brushProperty name="height" value="0.025" units="cm"/>
      <inkml:brushProperty name="color" value="#5B2D90"/>
    </inkml:brush>
  </inkml:definitions>
  <inkml:trace contextRef="#ctx0" brushRef="#br0">102 72 4800 0 0,'-13'14'2090'0'0,"1"0"1"0"0,0 0-1 0 0,-20 32 0 0 0,27-38-1437 0 0,1 0 0 0 0,0 0 0 0 0,0 1 0 0 0,1 0 0 0 0,0-1 0 0 0,0 1 0 0 0,1 0 0 0 0,1 0 0 0 0,-2 17 0 0 0,3-23-511 0 0,-1-1 0 0 0,1 1 1 0 0,0-1-1 0 0,1 1 0 0 0,-1-1 0 0 0,0 0 0 0 0,1 1 0 0 0,-1-1 0 0 0,1 1 1 0 0,0-1-1 0 0,-1 0 0 0 0,1 1 0 0 0,1-1 0 0 0,-1 0 0 0 0,0 0 0 0 0,0 0 1 0 0,1 0-1 0 0,-1 0 0 0 0,1 0 0 0 0,2 1 0 0 0,-3-2-40 0 0,1 0 0 0 0,0 0 0 0 0,0 0 0 0 0,0 0 0 0 0,0-1 0 0 0,0 1 0 0 0,0-1 0 0 0,0 0-1 0 0,0 1 1 0 0,1-1 0 0 0,-1 0 0 0 0,0 0 0 0 0,0 0 0 0 0,0-1 0 0 0,0 1 0 0 0,0 0 0 0 0,0-1 0 0 0,3-1 0 0 0,4-1 36 0 0,-1 0 0 0 0,0-1 0 0 0,0-1 0 0 0,0 1 1 0 0,0-1-1 0 0,-1 0 0 0 0,0-1 0 0 0,0 0 0 0 0,7-8 0 0 0,-2 2-79 0 0,-1-1 0 0 0,-1 0 0 0 0,0-1 0 0 0,-1 0 0 0 0,0-1 0 0 0,-1 0 0 0 0,-1 0 0 0 0,0-1 0 0 0,-1 1 0 0 0,-1-1 0 0 0,0-1 0 0 0,2-17 0 0 0,-7 32-61 0 0,0 1 1 0 0,1-1-1 0 0,-1 0 0 0 0,0 0 0 0 0,0 0 0 0 0,0 0 1 0 0,-1 0-1 0 0,1 0 0 0 0,0 0 0 0 0,-1 0 0 0 0,1 0 1 0 0,-1 0-1 0 0,0 1 0 0 0,1-1 0 0 0,-1 0 0 0 0,0 0 1 0 0,0 1-1 0 0,0-1 0 0 0,0 1 0 0 0,0-1 0 0 0,-1 1 1 0 0,1-1-1 0 0,-3-2 0 0 0,1 3-55 0 0,1 0 0 0 0,-1 0 0 0 0,1 1 0 0 0,-1-1 0 0 0,1 1 0 0 0,-1-1 1 0 0,0 1-1 0 0,1 0 0 0 0,-1 0 0 0 0,1 0 0 0 0,-1 0 0 0 0,0 0 0 0 0,1 0 0 0 0,-1 1 0 0 0,-3 0 0 0 0,-4 3-786 0 0,-1-1-1 0 0,1 1 0 0 0,0 1 1 0 0,0 0-1 0 0,0 0 0 0 0,0 1 0 0 0,-8 7 1 0 0,7-4-1519 0 0,1 0 0 0 0,0 1-1 0 0,1 0 1 0 0,0 0 0 0 0,-15 23 0 0 0,11-9-435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05.952"/>
    </inkml:context>
    <inkml:brush xml:id="br0">
      <inkml:brushProperty name="width" value="0.025" units="cm"/>
      <inkml:brushProperty name="height" value="0.025" units="cm"/>
      <inkml:brushProperty name="color" value="#5B2D90"/>
    </inkml:brush>
  </inkml:definitions>
  <inkml:trace contextRef="#ctx0" brushRef="#br0">311 0 5485 0 0,'0'0'8526'0'0,"-8"4"-7015"0"0,-20 11 32 0 0,0 2 1 0 0,1 1-1 0 0,1 2 0 0 0,1 0 0 0 0,1 1 0 0 0,0 2 1 0 0,2 0-1 0 0,1 2 0 0 0,1 0 0 0 0,-27 43 1 0 0,45-61-1506 0 0,0 0 1 0 0,0 0-1 0 0,0 1 1 0 0,1-1-1 0 0,0 1 1 0 0,1 14-1 0 0,0-20-38 0 0,1 1 0 0 0,0-1 0 0 0,0 0 0 0 0,0 1 0 0 0,0-1 0 0 0,0 0 0 0 0,0 0 0 0 0,1 0 0 0 0,-1 0 0 0 0,1 0 0 0 0,-1 0 0 0 0,1 0 0 0 0,0 0 0 0 0,0-1 0 0 0,0 1 0 0 0,0-1 0 0 0,0 1 0 0 0,0-1 0 0 0,3 2 0 0 0,44 14 0 0 0,-43-16 0 0 0,0 0 0 0 0,0 0 0 0 0,0-1 0 0 0,0 0 0 0 0,1 0 0 0 0,-1 0 0 0 0,0-1 0 0 0,0 0 0 0 0,0 0 0 0 0,0 0 0 0 0,0-1 0 0 0,0 0 0 0 0,0 0 0 0 0,0-1 0 0 0,-1 1 0 0 0,1-1 0 0 0,-1 0 0 0 0,0-1 0 0 0,0 1 0 0 0,0-1 0 0 0,0 0 0 0 0,-1-1 0 0 0,6-4 0 0 0,-5 2 0 0 0,0 0 0 0 0,0 0 0 0 0,0-1 0 0 0,-1 0 0 0 0,0 1 0 0 0,0-1 0 0 0,-1 0 0 0 0,0-1 0 0 0,-1 1 0 0 0,1-1 0 0 0,-2 1 0 0 0,1-1 0 0 0,0-15 0 0 0,-2 23-9 0 0,0 0 0 0 0,0-1-1 0 0,0 1 1 0 0,-1 0 0 0 0,1 0 0 0 0,0 0-1 0 0,0 0 1 0 0,-1-1 0 0 0,1 1 0 0 0,-1 0-1 0 0,1 0 1 0 0,-1 0 0 0 0,1 0 0 0 0,-1 0-1 0 0,1 0 1 0 0,-1 0 0 0 0,0 0 0 0 0,0 0 0 0 0,-1-1-1 0 0,-9-6-279 0 0,9 7 205 0 0,1 0 1 0 0,-1 0 0 0 0,0 0 0 0 0,0 0-1 0 0,1 0 1 0 0,-1 0 0 0 0,0-1-1 0 0,1 1 1 0 0,0 0 0 0 0,-1-1 0 0 0,1 0-1 0 0,0 1 1 0 0,-1-1 0 0 0,1 0-1 0 0,0 1 1 0 0,0-1 0 0 0,1 0 0 0 0,-1 0-1 0 0,0 0 1 0 0,1 0 0 0 0,-1 0 0 0 0,1 0-1 0 0,-1 0 1 0 0,1 0 0 0 0,0-3-1 0 0,-1-16-3452 0 0,0 19 2440 0 0,1-1 0 0 0,-1 1 1 0 0,0 0-1 0 0,0-1 0 0 0,0 1 0 0 0,0 0 0 0 0,0-1 0 0 0,0 1 0 0 0,-1 0 1 0 0,-2-3-1 0 0,-9-7-9141 0 0,10 10 7441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10.253"/>
    </inkml:context>
    <inkml:brush xml:id="br0">
      <inkml:brushProperty name="width" value="0.025" units="cm"/>
      <inkml:brushProperty name="height" value="0.025" units="cm"/>
      <inkml:brushProperty name="color" value="#5B2D90"/>
    </inkml:brush>
  </inkml:definitions>
  <inkml:trace contextRef="#ctx0" brushRef="#br0">684 174 5477 0 0,'-43'-47'9987'0'0,"35"37"-8446"0"0,0 0 1 0 0,-1 1-1 0 0,0 0 1 0 0,-15-11-1 0 0,9 10-1222 0 0,-1 1-1 0 0,-1 1 0 0 0,0 0 0 0 0,0 2 0 0 0,0-1 0 0 0,-1 2 0 0 0,0 1 0 0 0,0 0 0 0 0,0 1 1 0 0,0 1-1 0 0,-1 0 0 0 0,1 2 0 0 0,-1 0 0 0 0,1 1 0 0 0,-32 6 0 0 0,36-5-103 0 0,-1 1-1 0 0,1 1 1 0 0,0 0-1 0 0,0 1 1 0 0,1 1 0 0 0,-1 0-1 0 0,1 0 1 0 0,1 2-1 0 0,-1 0 1 0 0,1 0-1 0 0,0 1 1 0 0,1 0 0 0 0,0 1-1 0 0,1 0 1 0 0,0 1-1 0 0,0 0 1 0 0,1 1-1 0 0,1 0 1 0 0,0 0-1 0 0,-9 18 1 0 0,14-23-215 0 0,1-1 0 0 0,-1 1 0 0 0,1 1 0 0 0,0-1 0 0 0,1 0 0 0 0,0 0 0 0 0,0 1 0 0 0,1-1 0 0 0,-1 1 0 0 0,1-1 0 0 0,1 0 0 0 0,0 1 0 0 0,0-1 0 0 0,0 0 0 0 0,1 1 0 0 0,0-1 0 0 0,0 0 0 0 0,1 0 0 0 0,0-1 0 0 0,0 1 0 0 0,1 0 0 0 0,0-1 0 0 0,0 0 0 0 0,0 0 0 0 0,7 7 0 0 0,-5-6 0 0 0,1-1 0 0 0,0 1 0 0 0,1-1 0 0 0,0 0 0 0 0,0-1 0 0 0,0 0 0 0 0,0 0 0 0 0,1-1 0 0 0,0 0 0 0 0,0 0 0 0 0,0-1 0 0 0,0 0 0 0 0,0-1 0 0 0,1 0 0 0 0,-1 0 0 0 0,1-1 0 0 0,-1 0 0 0 0,1-1 0 0 0,10-1 0 0 0,2-2 0 0 0,1-1 0 0 0,-1-1 0 0 0,0-1 0 0 0,0-1 0 0 0,0-1 0 0 0,-1-1 0 0 0,-1-1 0 0 0,35-22 0 0 0,-11 2 0 0 0,-2-1 0 0 0,66-64 0 0 0,-92 82 0 0 0,4-11 0 0 0,-16 19 0 0 0,-14 66 0 0 0,-67 157 0 0 0,-48 173 0 0 0,119-341 0 0 0,3-17 0 0 0,1-13 0 0 0,1-8 0 0 0,1-7-458 0 0,0 0 1 0 0,0 0-1 0 0,1 0 1 0 0,-1 0-1 0 0,1 0 1 0 0,0-1-1 0 0,0 1 1 0 0,0 0-1 0 0,1-1 1 0 0,0 1-1 0 0,4 7 0 0 0,-5-11 181 0 0,0 0 0 0 0,0 0 0 0 0,0 1 0 0 0,0-1 0 0 0,0 0 0 0 0,0-1 0 0 0,1 1 0 0 0,-1 0 0 0 0,0 0 0 0 0,1 0-1 0 0,-1-1 1 0 0,0 1 0 0 0,1 0 0 0 0,-1-1 0 0 0,1 0 0 0 0,-1 1 0 0 0,1-1 0 0 0,-1 0 0 0 0,1 0 0 0 0,-1 0-1 0 0,1 1 1 0 0,-1-2 0 0 0,1 1 0 0 0,-1 0 0 0 0,1 0 0 0 0,-1 0 0 0 0,3-2 0 0 0,5 0-5174 0 0,3-7 1635 0 0,-4 1-1621 0 0,7-5 2575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10.973"/>
    </inkml:context>
    <inkml:brush xml:id="br0">
      <inkml:brushProperty name="width" value="0.025" units="cm"/>
      <inkml:brushProperty name="height" value="0.025" units="cm"/>
      <inkml:brushProperty name="color" value="#5B2D90"/>
    </inkml:brush>
  </inkml:definitions>
  <inkml:trace contextRef="#ctx0" brushRef="#br0">562 256 6737 0 0,'3'-22'6396'0'0,"-3"16"-6138"0"0,1 0 0 0 0,-1 0 0 0 0,0 0 0 0 0,0 0 1 0 0,-1 0-1 0 0,0 0 0 0 0,0 1 0 0 0,0-1 1 0 0,-1 0-1 0 0,0 1 0 0 0,0-1 0 0 0,0 1 1 0 0,-6-10-1 0 0,3 6 578 0 0,-1 1 0 0 0,-1 0 0 0 0,1 0 0 0 0,-1 0 0 0 0,-1 1 0 0 0,0 0 0 0 0,-12-9 0 0 0,5 6 647 0 0,0 1 0 0 0,-1 0-1 0 0,0 1 1 0 0,-32-12 0 0 0,-24 4 434 0 0,60 15-1917 0 0,0 1 0 0 0,0 0 0 0 0,0 1 0 0 0,0 0 0 0 0,0 1 0 0 0,0 1 0 0 0,0-1 0 0 0,1 2 0 0 0,-1 0 0 0 0,1 0 0 0 0,0 1 0 0 0,0 0 0 0 0,1 1 0 0 0,-1 0 0 0 0,-10 9 0 0 0,12-8 0 0 0,1 0 0 0 0,0 0 0 0 0,0 1 0 0 0,1 0 0 0 0,0 0 0 0 0,0 1 0 0 0,1-1 0 0 0,0 2 0 0 0,1-1 0 0 0,0 0 0 0 0,0 1 0 0 0,1 0 0 0 0,1 0 0 0 0,-1 1 0 0 0,1-1 0 0 0,1 1 0 0 0,-1 12 0 0 0,2-16 0 0 0,0 0 0 0 0,1 1 0 0 0,0-1 0 0 0,0 0 0 0 0,1 1 0 0 0,-1-1 0 0 0,2 0 0 0 0,-1 0 0 0 0,1 0 0 0 0,0 0 0 0 0,1 0 0 0 0,0 0 0 0 0,0 0 0 0 0,7 11 0 0 0,-6-14 0 0 0,-1 0 0 0 0,1 0 0 0 0,0 0 0 0 0,1 0 0 0 0,-1-1 0 0 0,1 0 0 0 0,-1 0 0 0 0,1 0 0 0 0,0 0 0 0 0,0-1 0 0 0,0 0 0 0 0,0 0 0 0 0,1 0 0 0 0,-1-1 0 0 0,8 2 0 0 0,3-2 0 0 0,1 0 0 0 0,0-1 0 0 0,-1 0 0 0 0,1-2 0 0 0,-1 0 0 0 0,1-1 0 0 0,-1 0 0 0 0,0-1 0 0 0,0-1 0 0 0,22-10 0 0 0,7-7 0 0 0,-1-3 0 0 0,-1-1 0 0 0,57-46 0 0 0,-42 30 0 0 0,-42 32 0 0 0,-16 10 0 0 0,0-1 0 0 0,0 1 0 0 0,1 0 0 0 0,-1 0 0 0 0,0 0 0 0 0,1-1 0 0 0,-1 1 0 0 0,0 0 0 0 0,1 0 0 0 0,-1 0 0 0 0,0 0 0 0 0,1 0 0 0 0,-1 0 0 0 0,0-1 0 0 0,1 1 0 0 0,-1 0 0 0 0,0 0 0 0 0,1 0 0 0 0,-1 0 0 0 0,0 0 0 0 0,1 0 0 0 0,-1 1 0 0 0,0-1 0 0 0,1 0 0 0 0,-1 0 0 0 0,0 0 0 0 0,1 0 0 0 0,-1 0 0 0 0,0 0 0 0 0,0 1 0 0 0,1-1 0 0 0,-1 0 0 0 0,0 0 0 0 0,1 0 0 0 0,-1 1 0 0 0,0-1 0 0 0,2 3 0 0 0,-1-1 0 0 0,1 1 0 0 0,-1 0 0 0 0,0-1 0 0 0,0 1 0 0 0,0 0 0 0 0,0 0 0 0 0,0 0 0 0 0,-1 0 0 0 0,1 0 0 0 0,-1 0 0 0 0,0 0 0 0 0,0 0 0 0 0,0 0 0 0 0,0 0 0 0 0,-1 0 0 0 0,1 0 0 0 0,-1 0 0 0 0,-1 5 0 0 0,-22 69 0 0 0,19-62 0 0 0,-27 73 0 0 0,-79 243 0 0 0,90-229 0 0 0,18-79 0 0 0,2-20 2 0 0,1 0 0 0 0,-1 0 1 0 0,0 1-1 0 0,0-1 0 0 0,0 0 0 0 0,0 0 1 0 0,0 0-1 0 0,-1 0 0 0 0,1 0 0 0 0,-1-1 1 0 0,0 1-1 0 0,-3 4 0 0 0,4-7-6 0 0,1 1 0 0 0,-1-1 0 0 0,1 1 0 0 0,-1-1 0 0 0,1 1 1 0 0,-1-1-1 0 0,1 1 0 0 0,-1 0 0 0 0,1-1 0 0 0,0 1 0 0 0,-1 0 0 0 0,1-1 0 0 0,0 1 0 0 0,0 0 0 0 0,0-1 0 0 0,-1 1 0 0 0,1 0 0 0 0,0 0 0 0 0,0-1 0 0 0,0 1 0 0 0,0 0 0 0 0,0 0 0 0 0,0-1 1 0 0,0 1-1 0 0,1 0 0 0 0,-1 0 0 0 0,0-1 0 0 0,0 1 0 0 0,0 0 0 0 0,1-1 0 0 0,-1 1 0 0 0,0 0 0 0 0,1-1 0 0 0,-1 1 0 0 0,1-1 0 0 0,0 2 0 0 0,1 12-3374 0 0,-2-13 3195 0 0,0-1 0 0 0,0 1 0 0 0,0-1 1 0 0,0 0-1 0 0,0 1 0 0 0,0-1 0 0 0,0 1 0 0 0,0-1 0 0 0,1 1 0 0 0,-1-1 1 0 0,0 0-1 0 0,0 1 0 0 0,0-1 0 0 0,0 0 0 0 0,1 1 0 0 0,-1-1 0 0 0,0 1 1 0 0,0-1-1 0 0,1 0 0 0 0,-1 1 0 0 0,0-1 0 0 0,0 0 0 0 0,1 0 0 0 0,-1 1 1 0 0,0-1-1 0 0,1 0 0 0 0,-1 0 0 0 0,1 1 0 0 0,-1-1 0 0 0,0 0 1 0 0,1 0-1 0 0,-1 0 0 0 0,1 0 0 0 0,-1 0 0 0 0,0 1 0 0 0,1-1 0 0 0,-1 0 1 0 0,1 0-1 0 0,-1 0 0 0 0,0 0 0 0 0,1 0 0 0 0,-1 0 0 0 0,1 0 0 0 0,-1-1 1 0 0,1 1-1 0 0,0 0 0 0 0,3 1-2612 0 0,12 1-4338 0 0,-1-5-678 0 0,13-5 5228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11.369"/>
    </inkml:context>
    <inkml:brush xml:id="br0">
      <inkml:brushProperty name="width" value="0.025" units="cm"/>
      <inkml:brushProperty name="height" value="0.025" units="cm"/>
      <inkml:brushProperty name="color" value="#5B2D90"/>
    </inkml:brush>
  </inkml:definitions>
  <inkml:trace contextRef="#ctx0" brushRef="#br0">14 7 4696 0 0,'1'2'786'0'0,"0"0"-1"0"0,-1 0 0 0 0,1-1 0 0 0,0 1 0 0 0,-1 0 1 0 0,1 0-1 0 0,-1 0 0 0 0,1 0 0 0 0,-1 0 0 0 0,0 0 1 0 0,0 0-1 0 0,0 0 0 0 0,0 0 0 0 0,0 0 0 0 0,0 0 1 0 0,-1 0-1 0 0,1 0 0 0 0,-2 4 0 0 0,-13 34 10477 0 0,14-39-10218 0 0,4-5-331 0 0,11-17-580 0 0,-6 8-133 0 0,-5 3 0 0 0,-3 9-138 0 0,0 1 0 0 0,0-1 0 0 0,0 0 0 0 0,0 0 0 0 0,0 1 0 0 0,0-1 0 0 0,0 0 0 0 0,-1 1 0 0 0,1-1 0 0 0,0 0 0 0 0,0 1 0 0 0,-1-1 0 0 0,1 0 0 0 0,0 1 1 0 0,-1-1-1 0 0,1 1 0 0 0,-1-1 0 0 0,1 1 0 0 0,-1-1 0 0 0,1 1 0 0 0,-1-1 0 0 0,1 1 0 0 0,-1-1 0 0 0,0 1 0 0 0,1-1 0 0 0,-1 1 0 0 0,1 0 0 0 0,-1 0 0 0 0,0-1 0 0 0,1 1 0 0 0,-1 0 0 0 0,0 0 0 0 0,0 0 0 0 0,1-1 0 0 0,-1 1 0 0 0,0 0 0 0 0,1 0 0 0 0,-1 0 0 0 0,0 0 0 0 0,0 0 0 0 0,0 1 0 0 0,13-24-25790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12.243"/>
    </inkml:context>
    <inkml:brush xml:id="br0">
      <inkml:brushProperty name="width" value="0.025" units="cm"/>
      <inkml:brushProperty name="height" value="0.025" units="cm"/>
      <inkml:brushProperty name="color" value="#5B2D90"/>
    </inkml:brush>
  </inkml:definitions>
  <inkml:trace contextRef="#ctx0" brushRef="#br0">392 221 4064 0 0,'1'-4'1246'0'0,"1"-5"-192"0"0,-1 1 0 0 0,1-1 0 0 0,-2 0 0 0 0,1 0 0 0 0,-1 0 0 0 0,-1 1 0 0 0,1-1 0 0 0,-1 0 0 0 0,-4-13 0 0 0,3 17-622 0 0,0-1 0 0 0,-1 0-1 0 0,0 0 1 0 0,0 1 0 0 0,0 0 0 0 0,-1-1 0 0 0,1 1-1 0 0,-1 0 1 0 0,0 1 0 0 0,-1-1 0 0 0,1 1 0 0 0,-1 0-1 0 0,0 0 1 0 0,0 0 0 0 0,-7-3 0 0 0,3 2-87 0 0,0 0 1 0 0,-1 1 0 0 0,0 0-1 0 0,0 0 1 0 0,0 1-1 0 0,-1 0 1 0 0,1 1 0 0 0,-1 0-1 0 0,1 1 1 0 0,-1 0-1 0 0,0 1 1 0 0,1 0 0 0 0,-1 0-1 0 0,-11 3 1 0 0,15-2-226 0 0,0 0 0 0 0,0 1 0 0 0,1 0 0 0 0,-1 0 0 0 0,1 1 0 0 0,-1 0-1 0 0,1 0 1 0 0,0 0 0 0 0,0 1 0 0 0,0 0 0 0 0,0 0 0 0 0,1 0 0 0 0,-1 1 0 0 0,1 0 0 0 0,0 0 0 0 0,1 0 0 0 0,-1 1 0 0 0,1-1 0 0 0,0 1 0 0 0,1 0 0 0 0,-1 0 0 0 0,-3 10-1 0 0,1 2 63 0 0,0 1 0 0 0,1 0 0 0 0,0 1 0 0 0,2-1-1 0 0,-2 39 1 0 0,4-49-121 0 0,1 1 0 0 0,1-1 0 0 0,0 0 0 0 0,0 0 0 0 0,1 0 0 0 0,0 0 0 0 0,0 0 0 0 0,1 0 0 0 0,0-1-1 0 0,1 1 1 0 0,0-1 0 0 0,0 0 0 0 0,0 0 0 0 0,1 0 0 0 0,8 9 0 0 0,-9-13-61 0 0,0 0 0 0 0,0 0 0 0 0,1 0 0 0 0,-1 0 0 0 0,1-1 0 0 0,0 0 0 0 0,-1 0 0 0 0,1 0 0 0 0,1 0 0 0 0,-1-1 0 0 0,0 0 0 0 0,1 0 0 0 0,-1-1 0 0 0,1 1 0 0 0,-1-1 0 0 0,1 0 0 0 0,0 0 0 0 0,-1-1 0 0 0,1 0 0 0 0,0 0 0 0 0,0 0 0 0 0,-1-1 0 0 0,8-1 0 0 0,0-1-110 0 0,0 0 0 0 0,-1-1 0 0 0,1 0 0 0 0,-1-1 0 0 0,0-1 1 0 0,0 1-1 0 0,-1-2 0 0 0,18-13 0 0 0,8-8-650 0 0,36-37 0 0 0,-33 29 487 0 0,-6 3-121 0 0,-23 22 81 0 0,0 0 0 0 0,1 0 0 0 0,21-13 0 0 0,-30 22 188 0 0,1 9-82 0 0,-3-7 209 0 0,-1 0 0 0 0,0 0 0 0 0,1 1 0 0 0,-1-1 0 0 0,0 0 0 0 0,1 1 0 0 0,-1-1 0 0 0,0 0 0 0 0,1 1 0 0 0,-1-1 0 0 0,0 0 0 0 0,0 1 0 0 0,1-1 0 0 0,-1 1 0 0 0,0-1 0 0 0,0 0 0 0 0,0 1 0 0 0,1-1 0 0 0,-1 1 0 0 0,0-1 0 0 0,0 1 0 0 0,0-1 0 0 0,0 0 0 0 0,0 1 0 0 0,0-1 0 0 0,0 1 0 0 0,0-1 0 0 0,0 1 0 0 0,0-1 0 0 0,0 1 0 0 0,-1-1 0 0 0,1 0 0 0 0,0 1 0 0 0,-14 56 628 0 0,-2-2 0 0 0,-3 0 1 0 0,-31 64-1 0 0,26-65-425 0 0,2 0 0 0 0,3 1 0 0 0,-18 81 0 0 0,37-135-257 0 0,-1 0 1 0 0,1 0 0 0 0,0 1 0 0 0,-1-1 0 0 0,1 0 0 0 0,-1 0 0 0 0,0 0 0 0 0,1 0 0 0 0,-1 1-1 0 0,0-1 1 0 0,0 0 0 0 0,0 0 0 0 0,0 0 0 0 0,0-1 0 0 0,0 1 0 0 0,0 0 0 0 0,0 0-1 0 0,0 0 1 0 0,0-1 0 0 0,0 1 0 0 0,0-1 0 0 0,0 1 0 0 0,-3 0 0 0 0,3-1 9 0 0,0 1 1 0 0,0-1-1 0 0,1 0 1 0 0,-1 0-1 0 0,0 1 1 0 0,0-1-1 0 0,1 0 1 0 0,-1 1-1 0 0,0-1 1 0 0,0 1-1 0 0,1-1 1 0 0,-1 1-1 0 0,0-1 0 0 0,1 1 1 0 0,-1 0-1 0 0,1-1 1 0 0,-1 1-1 0 0,1 0 1 0 0,-1-1-1 0 0,1 1 1 0 0,-1 0-1 0 0,1 0 1 0 0,0-1-1 0 0,-1 1 1 0 0,1 0-1 0 0,0 0 1 0 0,0 0-1 0 0,0-1 1 0 0,-1 1-1 0 0,1 0 1 0 0,0 0-1 0 0,0 0 1 0 0,0 0-1 0 0,0 0 1 0 0,1-1-1 0 0,-1 1 0 0 0,0 0 1 0 0,0 0-1 0 0,1 1 1 0 0,0 3-889 0 0,0 0 0 0 0,1-1 0 0 0,-1 1 0 0 0,1 0 0 0 0,0-1 1 0 0,1 1-1 0 0,3 5 0 0 0,-4-8 75 0 0,-1 0 1 0 0,1-1-1 0 0,0 1 1 0 0,-1 0-1 0 0,1-1 1 0 0,0 1-1 0 0,0-1 1 0 0,0 0 0 0 0,1 0-1 0 0,-1 0 1 0 0,0 0-1 0 0,0 0 1 0 0,0 0-1 0 0,1 0 1 0 0,-1-1-1 0 0,0 1 1 0 0,1-1-1 0 0,-1 0 1 0 0,1 0-1 0 0,2 0 1 0 0,18 0-1851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12.900"/>
    </inkml:context>
    <inkml:brush xml:id="br0">
      <inkml:brushProperty name="width" value="0.025" units="cm"/>
      <inkml:brushProperty name="height" value="0.025" units="cm"/>
      <inkml:brushProperty name="color" value="#5B2D90"/>
    </inkml:brush>
  </inkml:definitions>
  <inkml:trace contextRef="#ctx0" brushRef="#br0">474 134 6489 0 0,'-1'-22'6237'0'0,"0"16"-6034"0"0,0 0-1 0 0,-1 0 0 0 0,0 1 1 0 0,0-1-1 0 0,-1 1 0 0 0,0 0 0 0 0,0 0 1 0 0,0 0-1 0 0,0 0 0 0 0,-1 0 1 0 0,1 1-1 0 0,-1-1 0 0 0,-1 1 0 0 0,1 0 1 0 0,0 0-1 0 0,-1 1 0 0 0,-9-6 1 0 0,7 5 366 0 0,-1 1 0 0 0,0 1 1 0 0,0-1-1 0 0,0 1 0 0 0,0 0 1 0 0,0 1-1 0 0,0 0 0 0 0,0 0 1 0 0,0 1-1 0 0,-1 0 0 0 0,-12 2 1 0 0,3 1 696 0 0,-1 0 1 0 0,1 1-1 0 0,0 1 1 0 0,0 1-1 0 0,-33 16 1 0 0,35-14-611 0 0,0 1 0 0 0,-28 22 0 0 0,37-26-656 0 0,0 1 0 0 0,1 0 0 0 0,-1 0 0 0 0,1 1 0 0 0,0 0 0 0 0,1 0 0 0 0,0 1 0 0 0,0-1 0 0 0,0 1 0 0 0,1 0 0 0 0,-6 17 0 0 0,4-6 0 0 0,5 0 0 0 0,6-2 0 0 0,-4-16 0 0 0,-1 0 0 0 0,0 0 0 0 0,0 0 0 0 0,1 1 0 0 0,-1-1 0 0 0,1 0 0 0 0,-1 0 0 0 0,1 0 0 0 0,-1 0 0 0 0,1 0 0 0 0,0 0 0 0 0,-1 0 0 0 0,1 0 0 0 0,0 0 0 0 0,0 0 0 0 0,0-1 0 0 0,0 1 0 0 0,-1 0 0 0 0,1 0 0 0 0,0-1 0 0 0,1 1 0 0 0,-1-1 0 0 0,0 1 0 0 0,0-1 0 0 0,0 1 0 0 0,0-1 0 0 0,2 1 0 0 0,0-1 0 0 0,3 3 0 0 0,0 0 0 0 0,-1-1 0 0 0,1 0 0 0 0,0 0 0 0 0,0-1 0 0 0,0 1 0 0 0,0-1 0 0 0,1-1 0 0 0,-1 1 0 0 0,0-1 0 0 0,0 0 0 0 0,0-1 0 0 0,1 1 0 0 0,-1-1 0 0 0,9-2 0 0 0,-4 1 0 0 0,21-6-196 0 0,0-2 0 0 0,-1 0 1 0 0,-1-2-1 0 0,0-1 0 0 0,-1-2 0 0 0,31-19 1 0 0,-16 9-192 0 0,54-23 0 0 0,-97 48 360 0 0,1-1-1 0 0,-1 0 1 0 0,0 1-1 0 0,0-1 0 0 0,0 1 1 0 0,1-1-1 0 0,-1 1 1 0 0,0 0-1 0 0,1 0 0 0 0,-1-1 1 0 0,0 1-1 0 0,1 0 0 0 0,-1 0 1 0 0,0 0-1 0 0,1 0 1 0 0,-1 1-1 0 0,0-1 0 0 0,1 0 1 0 0,-1 1-1 0 0,0-1 1 0 0,0 0-1 0 0,1 1 0 0 0,-1 0 1 0 0,0-1-1 0 0,0 1 0 0 0,2 1 1 0 0,-2-1 32 0 0,0 1 0 0 0,0 0 1 0 0,-1-1-1 0 0,1 1 0 0 0,0 0 1 0 0,0 0-1 0 0,-1 0 0 0 0,0 0 1 0 0,1 0-1 0 0,-1-1 0 0 0,0 1 1 0 0,0 0-1 0 0,0 0 0 0 0,0 0 1 0 0,0 4-1 0 0,-3 9 201 0 0,0 1 1 0 0,0 0-1 0 0,-9 19 0 0 0,11-30-183 0 0,-101 251 1005 0 0,0 3-100 0 0,93-224-928 0 0,9-34 1 0 0,0-1 1 0 0,1 0-1 0 0,-1 1 1 0 0,0-1-1 0 0,0 0 1 0 0,0 1-1 0 0,0-1 0 0 0,0 0 1 0 0,0 1-1 0 0,0-1 1 0 0,1 0-1 0 0,-1 0 0 0 0,0 1 1 0 0,0-1-1 0 0,0 0 1 0 0,1 0-1 0 0,-1 1 1 0 0,0-1-1 0 0,0 0 0 0 0,1 0 1 0 0,-1 0-1 0 0,0 1 1 0 0,0-1-1 0 0,1 0 1 0 0,-1 0-1 0 0,0 0 0 0 0,1 0 1 0 0,-1 0-1 0 0,0 0 1 0 0,1 1-1 0 0,-1-1 1 0 0,0 0-1 0 0,1 0 0 0 0,-1 0 1 0 0,0 0-1 0 0,0 0 1 0 0,1 0-1 0 0,-1 0 0 0 0,0 0 1 0 0,1-1-1 0 0,-1 1 1 0 0,0 0-1 0 0,1 0 1 0 0,-1 0-1 0 0,0 0 0 0 0,1 0 1 0 0,-1 0-1 0 0,1-1 1 0 0,23-6-171 0 0,-17 5-247 0 0,-2 21-3442 0 0,0 9-3740 0 0,5-7-7189 0 0,-7-19 11890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13.605"/>
    </inkml:context>
    <inkml:brush xml:id="br0">
      <inkml:brushProperty name="width" value="0.025" units="cm"/>
      <inkml:brushProperty name="height" value="0.025" units="cm"/>
      <inkml:brushProperty name="color" value="#5B2D90"/>
    </inkml:brush>
  </inkml:definitions>
  <inkml:trace contextRef="#ctx0" brushRef="#br0">491 105 3704 0 0,'-7'-9'774'0'0,"0"1"-1"0"0,0 0 0 0 0,0 0 1 0 0,-1 1-1 0 0,-1 0 0 0 0,1 0 1 0 0,-1 1-1 0 0,0 0 0 0 0,-1 1 1 0 0,1 0-1 0 0,-1 0 0 0 0,0 1 1 0 0,0 0-1 0 0,0 1 0 0 0,-1 0 1 0 0,-21-2-1 0 0,20 3-316 0 0,0 1 0 0 0,0 0 0 0 0,0 1-1 0 0,0 0 1 0 0,0 1 0 0 0,0 1 0 0 0,0 0 0 0 0,0 0 0 0 0,1 1 0 0 0,-1 1 0 0 0,1 0-1 0 0,-1 0 1 0 0,1 1 0 0 0,1 1 0 0 0,-13 8 0 0 0,12-6-86 0 0,0 1 0 0 0,1 0 1 0 0,0 1-1 0 0,1 0 0 0 0,0 1 1 0 0,0 0-1 0 0,-9 16 0 0 0,14-20-165 0 0,-1 1 0 0 0,1 1 0 0 0,0-1 0 0 0,1 1 0 0 0,0-1 0 0 0,1 1 0 0 0,-1 0-1 0 0,2 0 1 0 0,-1 0 0 0 0,1 0 0 0 0,1 17 0 0 0,0-22-150 0 0,0 0-1 0 0,1 0 1 0 0,0 0-1 0 0,0 0 1 0 0,0-1-1 0 0,0 1 1 0 0,1 0-1 0 0,-1 0 1 0 0,1-1-1 0 0,0 1 1 0 0,0-1-1 0 0,1 1 1 0 0,-1-1-1 0 0,0 0 1 0 0,1 0-1 0 0,0 0 1 0 0,3 2-1 0 0,-1-1-81 0 0,1 0 0 0 0,0-1 0 0 0,-1 1 0 0 0,1-1 0 0 0,1-1 0 0 0,-1 1-1 0 0,0-1 1 0 0,0 0 0 0 0,12 1 0 0 0,-4-1-203 0 0,1-1 0 0 0,0 0 0 0 0,-1-1 0 0 0,1-1 0 0 0,0 0 0 0 0,-1-1 0 0 0,1 0 0 0 0,23-8 0 0 0,-4-5-232 0 0,0-2 1 0 0,-1-1 0 0 0,-1-1 0 0 0,-1-2 0 0 0,36-30-1 0 0,13-9-171 0 0,-77 58 603 0 0,-2 2 45 0 0,-1 0 0 0 0,0 0 0 0 0,0 1 0 0 0,1-1 1 0 0,-1 0-1 0 0,0 0 0 0 0,0 0 0 0 0,0 1 0 0 0,1-1 1 0 0,-1 0-1 0 0,0 0 0 0 0,0 1 0 0 0,0-1 0 0 0,0 0 0 0 0,0 1 1 0 0,1-1-1 0 0,-1 0 0 0 0,0 0 0 0 0,0 1 0 0 0,0-1 1 0 0,0 0-1 0 0,0 1 0 0 0,0-1 0 0 0,0 0 0 0 0,0 1 1 0 0,0-1-1 0 0,0 0 0 0 0,0 1 0 0 0,0-1 0 0 0,0 0 0 0 0,0 0 1 0 0,-1 1-1 0 0,1-1 0 0 0,0 0 0 0 0,0 1 0 0 0,0-1 1 0 0,0 0-1 0 0,-1 0 0 0 0,1 1 0 0 0,-11 25 293 0 0,-20 30 356 0 0,11-25-308 0 0,-57 91 1972 0 0,-91 195 1 0 0,162-303-2523 0 0,1-1-1 0 0,0 2 1 0 0,-3 22 0 0 0,4 14-5335 0 0,4-50 5034 0 0,0 0 0 0 0,0 0 0 0 0,0 0 0 0 0,1 0 1 0 0,-1 0-1 0 0,0 0 0 0 0,1-1 0 0 0,-1 1 0 0 0,0 0 0 0 0,1 0 1 0 0,-1 0-1 0 0,1 0 0 0 0,0-1 0 0 0,-1 1 0 0 0,1 0 1 0 0,0-1-1 0 0,-1 1 0 0 0,1 0 0 0 0,0-1 0 0 0,0 1 0 0 0,-1-1 1 0 0,1 1-1 0 0,0-1 0 0 0,0 1 0 0 0,2 0 0 0 0,4 0-7550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14.291"/>
    </inkml:context>
    <inkml:brush xml:id="br0">
      <inkml:brushProperty name="width" value="0.025" units="cm"/>
      <inkml:brushProperty name="height" value="0.025" units="cm"/>
      <inkml:brushProperty name="color" value="#5B2D90"/>
    </inkml:brush>
  </inkml:definitions>
  <inkml:trace contextRef="#ctx0" brushRef="#br0">529 83 5096 0 0,'-1'-3'463'0'0,"1"-1"0"0"0,-1 0-1 0 0,0 0 1 0 0,0 0-1 0 0,0 1 1 0 0,0-1 0 0 0,-1 1-1 0 0,1-1 1 0 0,-1 1 0 0 0,0-1-1 0 0,0 1 1 0 0,-1 0-1 0 0,1 0 1 0 0,0 0 0 0 0,-1 0-1 0 0,0 1 1 0 0,0-1-1 0 0,0 0 1 0 0,0 1 0 0 0,0 0-1 0 0,0 0 1 0 0,-1 0-1 0 0,1 0 1 0 0,-1 1 0 0 0,1-1-1 0 0,-1 1 1 0 0,1 0-1 0 0,-1 0 1 0 0,0 0 0 0 0,0 0-1 0 0,-6 1 1 0 0,0-1 142 0 0,-1 1 0 0 0,1 0-1 0 0,-1 0 1 0 0,1 1 0 0 0,-1 1 0 0 0,1 0 0 0 0,0 0 0 0 0,0 1 0 0 0,0 1-1 0 0,-14 6 1 0 0,-8 4 1305 0 0,-51 34 0 0 0,56-31-1448 0 0,0 2 0 0 0,-30 29 0 0 0,46-38-336 0 0,1 0 0 0 0,1 0 0 0 0,0 1 0 0 0,0 0 0 0 0,1 1 0 0 0,1-1 0 0 0,-11 24 0 0 0,13-21-126 0 0,1 4 0 0 0,8 0 0 0 0,-2-15 0 0 0,0-1 0 0 0,1 1 0 0 0,-1-1 0 0 0,0 1 0 0 0,1-1 0 0 0,-1 0 0 0 0,1 0 0 0 0,0 0 0 0 0,0 0 0 0 0,-1-1 0 0 0,1 1 0 0 0,6 1 0 0 0,-1 0 0 0 0,1-1 0 0 0,0-1 0 0 0,-1 1 0 0 0,1-1 0 0 0,0-1 0 0 0,0 0 0 0 0,-1 0 0 0 0,1-1 0 0 0,0 0 0 0 0,-1 0 0 0 0,1-1 0 0 0,0 0 0 0 0,11-5 0 0 0,-13 5 0 0 0,33-13-141 0 0,0-3 0 0 0,-1-1 1 0 0,0-2-1 0 0,-2-2 0 0 0,48-37 0 0 0,-27 19 11 0 0,-34 28-407 0 0,-23 13 526 0 0,-1 0 0 0 0,0 0 0 0 0,1 0 0 0 0,-1 0 0 0 0,0 0-1 0 0,0 0 1 0 0,1 0 0 0 0,-1 0 0 0 0,0 0 0 0 0,1 0 0 0 0,-1 0-1 0 0,0 0 1 0 0,1 0 0 0 0,-1 0 0 0 0,0 0 0 0 0,0 0 0 0 0,1 0 0 0 0,-1 0-1 0 0,0 0 1 0 0,1 0 0 0 0,-1 0 0 0 0,0 1 0 0 0,0-1 0 0 0,1 0-1 0 0,-1 0 1 0 0,0 0 0 0 0,0 0 0 0 0,1 1 0 0 0,-1-1 0 0 0,0 0-1 0 0,0 0 1 0 0,0 1 0 0 0,0-1 0 0 0,1 0 0 0 0,-1 0 0 0 0,0 1 0 0 0,0 0-1 0 0,0 3 14 0 0,0 1 0 0 0,-1 0 0 0 0,0 0 0 0 0,0 0 0 0 0,0-1 0 0 0,0 1 0 0 0,-1 0 0 0 0,-2 6 0 0 0,-87 204 702 0 0,51-129-97 0 0,-49 162 0 0 0,80-221-528 0 0,6-19-148 0 0,0 0 0 0 0,0 0 0 0 0,1 0 0 0 0,0 0 0 0 0,0 0 0 0 0,1 1 0 0 0,0-1 0 0 0,1 0 0 0 0,0 1 1 0 0,1 13-1 0 0,6 24-4816 0 0,-4-20 169 0 0,2-3-4337 0 0,-4-19 5141 0 0,6 5 1733 0 0,-5-7-1465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15.145"/>
    </inkml:context>
    <inkml:brush xml:id="br0">
      <inkml:brushProperty name="width" value="0.025" units="cm"/>
      <inkml:brushProperty name="height" value="0.025" units="cm"/>
      <inkml:brushProperty name="color" value="#5B2D90"/>
    </inkml:brush>
  </inkml:definitions>
  <inkml:trace contextRef="#ctx0" brushRef="#br0">424 121 5897 0 0,'-1'-6'851'0'0,"0"0"1"0"0,0 0-1 0 0,-1 0 0 0 0,1 0 1 0 0,-2 0-1 0 0,1 0 1 0 0,-1 0-1 0 0,1 0 1 0 0,-2 1-1 0 0,1 0 1 0 0,0-1-1 0 0,-1 1 1 0 0,0 1-1 0 0,-1-1 1 0 0,1 0-1 0 0,-8-5 1 0 0,7 7-453 0 0,0 0 0 0 0,0 0 0 0 0,-1 1 0 0 0,1 0 0 0 0,-1 0 0 0 0,0 0 0 0 0,0 1 0 0 0,1 0 1 0 0,-1 0-1 0 0,0 0 0 0 0,0 1 0 0 0,0-1 0 0 0,0 2 0 0 0,0-1 0 0 0,0 1 0 0 0,0 0 0 0 0,-10 2 0 0 0,2 2-119 0 0,0-1 0 0 0,0 2 1 0 0,1 0-1 0 0,0 0 0 0 0,0 1 0 0 0,1 1 0 0 0,0 0 0 0 0,0 1 0 0 0,-11 10 1 0 0,8-5 120 0 0,0 1 1 0 0,1 1 0 0 0,0 0 0 0 0,1 1-1 0 0,-16 29 1 0 0,22-34-402 0 0,1 6 0 0 0,3 1 0 0 0,10 0 0 0 0,8-8 0 0 0,16-1 0 0 0,-22-12 0 0 0,-4 0 0 0 0,17 0-302 0 0,-1-2 0 0 0,1-1-1 0 0,-1 0 1 0 0,0-1 0 0 0,0-2 0 0 0,-1 0 0 0 0,0-1-1 0 0,0-1 1 0 0,25-17 0 0 0,7-2-202 0 0,-22 12-94 0 0,52-24-1229 0 0,-78 40 1618 0 0,-2 5-110 0 0,-1 0 344 0 0,0 0 0 0 0,-1 0 0 0 0,1 0 0 0 0,-1 0 0 0 0,1 0 0 0 0,-1 0 0 0 0,-1 0 0 0 0,1 0 0 0 0,0 0 0 0 0,-1 0 0 0 0,0 0 0 0 0,0 0-1 0 0,0 0 1 0 0,0-1 0 0 0,-4 8 0 0 0,-35 70 774 0 0,24-51-408 0 0,-94 207 2651 0 0,91-189-3391 0 0,2 1 1 0 0,-21 99-1 0 0,39-127-5334 0 0,-1-18 4615 0 0,0 0 1 0 0,1-1 0 0 0,-1 1-1 0 0,1 0 1 0 0,0-1-1 0 0,0 1 1 0 0,0-1 0 0 0,0 1-1 0 0,0-1 1 0 0,0 0 0 0 0,1 1-1 0 0,-1-1 1 0 0,1 0 0 0 0,-1 0-1 0 0,1 0 1 0 0,0 0-1 0 0,4 3 1 0 0,6-1-1762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15.876"/>
    </inkml:context>
    <inkml:brush xml:id="br0">
      <inkml:brushProperty name="width" value="0.025" units="cm"/>
      <inkml:brushProperty name="height" value="0.025" units="cm"/>
      <inkml:brushProperty name="color" value="#5B2D90"/>
    </inkml:brush>
  </inkml:definitions>
  <inkml:trace contextRef="#ctx0" brushRef="#br0">646 144 4472 0 0,'1'-4'508'0'0,"0"0"-1"0"0,-1 0 1 0 0,1 1-1 0 0,-1-1 1 0 0,0 0-1 0 0,0 0 1 0 0,0 0-1 0 0,0 0 1 0 0,-1 0-1 0 0,1 0 1 0 0,-1 0-1 0 0,0 1 1 0 0,0-1-1 0 0,-1 0 1 0 0,1 1-1 0 0,-1-1 1 0 0,0 1-1 0 0,0-1 1 0 0,0 1-1 0 0,-3-4 1 0 0,1 2-5 0 0,-1 1 0 0 0,0-1 1 0 0,-1 1-1 0 0,1 0 0 0 0,-1 0 0 0 0,0 1 1 0 0,0-1-1 0 0,0 1 0 0 0,0 0 1 0 0,-12-3-1 0 0,2 2 131 0 0,-1 0 0 0 0,0 1 0 0 0,1 0 0 0 0,-1 2 0 0 0,0 0-1 0 0,0 0 1 0 0,0 2 0 0 0,-26 4 0 0 0,16 1-151 0 0,0 2 1 0 0,0 0-1 0 0,1 2 0 0 0,0 1 1 0 0,1 1-1 0 0,-25 16 1 0 0,33-17-183 0 0,1 0 0 0 0,0 1 0 0 0,1 0 1 0 0,1 2-1 0 0,0-1 0 0 0,0 2 0 0 0,1 0 1 0 0,1 0-1 0 0,-14 24 0 0 0,15-12-301 0 0,8-9 0 0 0,7 2 0 0 0,8 4 0 0 0,-3-20 0 0 0,-7-3 0 0 0,1 0 0 0 0,-1 1 0 0 0,1-1 0 0 0,-1 0 0 0 0,1 1 0 0 0,-1-1 0 0 0,1 0 0 0 0,-1-1 0 0 0,1 1 0 0 0,0 0 0 0 0,0-1 0 0 0,-1 1 0 0 0,1-1 0 0 0,0 0 0 0 0,0 0 0 0 0,3-1 0 0 0,5 1 0 0 0,4 0 0 0 0,1 0 0 0 0,-1-1 0 0 0,1-1 0 0 0,-1-1 0 0 0,0 0 0 0 0,0 0 0 0 0,0-2 0 0 0,0 0 0 0 0,14-7 0 0 0,1 0 0 0 0,130-56-2448 0 0,-54 22 1020 0 0,-104 45 1254 0 0,-2 6-572 0 0,-5 42 760 0 0,-6-29 45 0 0,2-6 12 0 0,-26 53 539 0 0,2 2 1 0 0,4 2 0 0 0,2 0-1 0 0,-25 106 1 0 0,16 30-2810 0 0,30-177-81 0 0,1-3-2889 0 0,5-2-3608 0 0,2-18 1081 0 0,1 7 5757 0 0,-3-10-709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16.723"/>
    </inkml:context>
    <inkml:brush xml:id="br0">
      <inkml:brushProperty name="width" value="0.025" units="cm"/>
      <inkml:brushProperty name="height" value="0.025" units="cm"/>
      <inkml:brushProperty name="color" value="#5B2D90"/>
    </inkml:brush>
  </inkml:definitions>
  <inkml:trace contextRef="#ctx0" brushRef="#br0">435 202 3664 0 0,'2'-10'1412'0'0,"-1"-1"-1"0"0,0 1 1 0 0,-1-1-1 0 0,-1 1 0 0 0,1-1 1 0 0,-1 1-1 0 0,-4-13 1 0 0,4 18-1084 0 0,-1 0 1 0 0,0 0 0 0 0,0 0 0 0 0,0 0 0 0 0,-1 0-1 0 0,1 0 1 0 0,-1 1 0 0 0,0-1 0 0 0,-1 1 0 0 0,1 0-1 0 0,-1 0 1 0 0,0 0 0 0 0,0 0 0 0 0,0 1 0 0 0,-9-6 0 0 0,6 5-150 0 0,0 0 0 0 0,0 0 0 0 0,0 1 0 0 0,-1 0 0 0 0,0 0 0 0 0,1 1 0 0 0,-1 0 1 0 0,0 0-1 0 0,0 1 0 0 0,0 0 0 0 0,-1 1 0 0 0,1-1 0 0 0,0 1 0 0 0,0 1 0 0 0,0 0 0 0 0,0 0 1 0 0,0 0-1 0 0,0 1 0 0 0,0 0 0 0 0,1 1 0 0 0,-1 0 0 0 0,0 0 0 0 0,1 1 0 0 0,0 0 1 0 0,0 0-1 0 0,0 0 0 0 0,1 1 0 0 0,-7 6 0 0 0,-2 2 33 0 0,0 0 1 0 0,2 2-1 0 0,-1 0 0 0 0,2 0 1 0 0,0 1-1 0 0,1 1 0 0 0,1 0 1 0 0,0 0-1 0 0,2 1 0 0 0,-11 28 1 0 0,17-41-130 0 0,0 0 0 0 0,1 0 1 0 0,-1 1-1 0 0,1-1 0 0 0,0 1 1 0 0,0-1-1 0 0,1 1 0 0 0,0-1 1 0 0,0 1-1 0 0,0 0 0 0 0,0-1 1 0 0,3 10-1 0 0,-1-12-63 0 0,-1 1 0 0 0,1-1 0 0 0,0 0 1 0 0,0 0-1 0 0,0 0 0 0 0,0 0 0 0 0,1 0 0 0 0,-1-1 0 0 0,1 1 0 0 0,0-1 0 0 0,-1 0 1 0 0,1 1-1 0 0,0-1 0 0 0,0 0 0 0 0,1-1 0 0 0,-1 1 0 0 0,0 0 0 0 0,1-1 0 0 0,-1 0 1 0 0,5 1-1 0 0,1 0-72 0 0,-1 0-1 0 0,1 0 1 0 0,0-1 0 0 0,0-1 0 0 0,-1 1 0 0 0,1-1 0 0 0,0-1 0 0 0,0 0-1 0 0,0 0 1 0 0,-1 0 0 0 0,16-6 0 0 0,1-1-298 0 0,-1-2 1 0 0,39-20-1 0 0,55-44-813 0 0,-92 57 898 0 0,-24 16 170 0 0,-5 10 1 0 0,-16 36 653 0 0,-3 0 0 0 0,-32 51-1 0 0,-20 40 1238 0 0,45-78-962 0 0,3 2-1 0 0,3 1 1 0 0,-25 98-1 0 0,42-132-2077 0 0,2-10-1784 0 0,0 0 0 0 0,1 1-1 0 0,1 0 1 0 0,1-1 0 0 0,1 28-1 0 0,1-40-865 0 0,5 7 1715 0 0,-2-9-1466 0 0,8-1 890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17.616"/>
    </inkml:context>
    <inkml:brush xml:id="br0">
      <inkml:brushProperty name="width" value="0.025" units="cm"/>
      <inkml:brushProperty name="height" value="0.025" units="cm"/>
      <inkml:brushProperty name="color" value="#5B2D90"/>
    </inkml:brush>
  </inkml:definitions>
  <inkml:trace contextRef="#ctx0" brushRef="#br0">667 1 7769 0 0,'0'0'10754'0'0,"-5"6"-9004"0"0,-428 499 10744 0 0,404-471-12494 0 0,1 0 0 0 0,1 2 0 0 0,3 0 0 0 0,0 2 0 0 0,3 1 0 0 0,1 1 0 0 0,-27 78 0 0 0,40-83-3317 0 0,6-22-271 0 0,1 0-1 0 0,-1 1 1 0 0,4 24-1 0 0,-1-32-646 0 0,3-2 2871 0 0,-1 2-3207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18.074"/>
    </inkml:context>
    <inkml:brush xml:id="br0">
      <inkml:brushProperty name="width" value="0.025" units="cm"/>
      <inkml:brushProperty name="height" value="0.025" units="cm"/>
      <inkml:brushProperty name="color" value="#5B2D90"/>
    </inkml:brush>
  </inkml:definitions>
  <inkml:trace contextRef="#ctx0" brushRef="#br0">226 1 6161 0 0,'0'0'2157'0'0,"-7"2"-134"0"0,-9 5-948 0 0,0 0-1 0 0,1 1 1 0 0,0 0-1 0 0,0 1 1 0 0,1 1 0 0 0,0 1-1 0 0,0 0 1 0 0,2 0 0 0 0,-1 2-1 0 0,1-1 1 0 0,1 2 0 0 0,0-1-1 0 0,1 1 1 0 0,-12 23-1 0 0,20-33-832 0 0,1 0-1 0 0,-1 1 0 0 0,1-1 1 0 0,0 0-1 0 0,0 1 0 0 0,1-1 1 0 0,-1 0-1 0 0,1 1 0 0 0,0-1 1 0 0,0 1-1 0 0,0-1 0 0 0,1 1 1 0 0,0-1-1 0 0,0 0 0 0 0,1 5 1 0 0,-1-7-189 0 0,0 0-1 0 0,0 0 1 0 0,0 0 0 0 0,0 0 0 0 0,0 0 0 0 0,0-1 0 0 0,1 1 0 0 0,-1 0 0 0 0,1-1-1 0 0,-1 1 1 0 0,1-1 0 0 0,0 0 0 0 0,-1 1 0 0 0,1-1 0 0 0,0 0 0 0 0,0 0 0 0 0,0 0-1 0 0,0 0 1 0 0,0 0 0 0 0,0-1 0 0 0,0 1 0 0 0,0-1 0 0 0,0 1 0 0 0,0-1 0 0 0,1 0-1 0 0,-1 1 1 0 0,0-1 0 0 0,0 0 0 0 0,0-1 0 0 0,0 1 0 0 0,1 0 0 0 0,-1-1 0 0 0,0 1-1 0 0,2-2 1 0 0,9-1-45 0 0,-1-1 0 0 0,0-1 0 0 0,0 0 1 0 0,0-1-1 0 0,-1 0 0 0 0,0 0 0 0 0,0-2 0 0 0,-1 1 0 0 0,0-1 0 0 0,16-16 0 0 0,-15 12-122 0 0,0 0-1 0 0,0-1 1 0 0,-1-1 0 0 0,-1 0-1 0 0,0 0 1 0 0,-1-1 0 0 0,13-30-1 0 0,-21 44 77 0 0,1 0-1 0 0,-1 0 1 0 0,1-1 0 0 0,-1 1-1 0 0,0 0 1 0 0,0 0 0 0 0,1 0-1 0 0,-1-1 1 0 0,0 1 0 0 0,0 0-1 0 0,0 0 1 0 0,0-1 0 0 0,0 1-1 0 0,-1 0 1 0 0,1 0 0 0 0,0 0-1 0 0,0-1 1 0 0,-1 1 0 0 0,1 0-1 0 0,-1 0 1 0 0,1 0-1 0 0,-1 0 1 0 0,0 0 0 0 0,1 0-1 0 0,-1 0 1 0 0,0 0 0 0 0,0 0-1 0 0,0 0 1 0 0,1 0 0 0 0,-1 0-1 0 0,0 1 1 0 0,0-1 0 0 0,0 0-1 0 0,0 0 1 0 0,0 1 0 0 0,-1-1-1 0 0,1 1 1 0 0,0-1-1 0 0,0 1 1 0 0,0 0 0 0 0,0-1-1 0 0,-1 1 1 0 0,1 0 0 0 0,0 0-1 0 0,0 0 1 0 0,-1 0 0 0 0,1 0-1 0 0,-1 0 1 0 0,-5 0-537 0 0,0-1 1 0 0,1 2-1 0 0,-1-1 0 0 0,1 1 1 0 0,-1 0-1 0 0,-7 2 0 0 0,4 2-1293 0 0,0 1 0 0 0,0 0 1 0 0,1 0-1 0 0,0 1 0 0 0,0 0 0 0 0,1 1 0 0 0,0 0 0 0 0,-9 10 0 0 0,-1 1-802 0 0,-5 7-307 0 0,2 5 287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8:18.878"/>
    </inkml:context>
    <inkml:brush xml:id="br0">
      <inkml:brushProperty name="width" value="0.025" units="cm"/>
      <inkml:brushProperty name="height" value="0.025" units="cm"/>
      <inkml:brushProperty name="color" value="#5B2D90"/>
    </inkml:brush>
  </inkml:definitions>
  <inkml:trace contextRef="#ctx0" brushRef="#br0">445 14 6461 0 0,'0'0'2651'0'0,"-1"-2"447"0"0,-10-8-1445 0 0,6 9 2305 0 0,-16 3-3075 0 0,1 2 0 0 0,0 0 0 0 0,0 2 0 0 0,1 0 0 0 0,0 1 0 0 0,0 1 0 0 0,0 1 0 0 0,-21 13 0 0 0,12-6 516 0 0,2 2 1 0 0,-1 1 0 0 0,2 1 0 0 0,-37 39 0 0 0,55-52-1400 0 0,0 1 0 0 0,1-1 0 0 0,0 1 0 0 0,0 0 0 0 0,1 1 0 0 0,0-1 0 0 0,0 1 0 0 0,1 0 0 0 0,-4 12 0 0 0,7-19 0 0 0,1 0 0 0 0,-1 1 0 0 0,1-1 0 0 0,-1 1 0 0 0,1-1 0 0 0,0 0 0 0 0,0 1 0 0 0,0-1 0 0 0,0 1 0 0 0,1-1 0 0 0,-1 1 0 0 0,0-1 0 0 0,1 1 0 0 0,0-1 0 0 0,0 0 0 0 0,0 0 0 0 0,0 1 0 0 0,0-1 0 0 0,0 0 0 0 0,0 0 0 0 0,1 0 0 0 0,-1 0 0 0 0,1 0 0 0 0,-1 0 0 0 0,1 0 0 0 0,0-1 0 0 0,0 1 0 0 0,0-1 0 0 0,0 1 0 0 0,3 1 0 0 0,1 0 0 0 0,0-1 0 0 0,0 1 0 0 0,0-1 0 0 0,0-1 0 0 0,0 1 0 0 0,1-1 0 0 0,-1 0 0 0 0,9 0 0 0 0,-8-1 0 0 0,1 0 0 0 0,-1 0 0 0 0,1-1 0 0 0,-1 1 0 0 0,1-2 0 0 0,-1 1 0 0 0,1-1 0 0 0,-1 0 0 0 0,0-1 0 0 0,0 0 0 0 0,0 0 0 0 0,0-1 0 0 0,12-7 0 0 0,-8 1 0 0 0,0 0 0 0 0,-1 0 0 0 0,0-1 0 0 0,16-22 0 0 0,-22 27 0 0 0,2-1-250 0 0,-1-1 0 0 0,0-1 0 0 0,0 1-1 0 0,-1-1 1 0 0,0 0 0 0 0,-1 0 0 0 0,1 0 0 0 0,1-10 0 0 0,-4 15 10 0 0,-1-1-1 0 0,1 1 1 0 0,0 0 0 0 0,-1 0-1 0 0,0 0 1 0 0,0 0 0 0 0,0 0 0 0 0,-1 0-1 0 0,0-1 1 0 0,1 1 0 0 0,-1 0 0 0 0,0 0-1 0 0,-1 0 1 0 0,1 1 0 0 0,-1-1-1 0 0,0 0 1 0 0,0 0 0 0 0,0 1 0 0 0,-5-7-1 0 0,5 8-924 0 0,0 1 0 0 0,0-1 0 0 0,0 1 0 0 0,-1 0 0 0 0,1-1 0 0 0,0 1 0 0 0,-1 0 0 0 0,1 0 0 0 0,-1 1 0 0 0,-4-2 0 0 0,-5 0-8668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4:46.930"/>
    </inkml:context>
    <inkml:brush xml:id="br0">
      <inkml:brushProperty name="width" value="0.025" units="cm"/>
      <inkml:brushProperty name="height" value="0.025" units="cm"/>
      <inkml:brushProperty name="color" value="#008C3A"/>
    </inkml:brush>
  </inkml:definitions>
  <inkml:trace contextRef="#ctx0" brushRef="#br0">534 581 4800 0 0,'6'0'19970'0'0,"-54"7"-19267"0"0,45-7-478 0 0,0 0-151 0 0,-13 1-4 0 0,13 0 46 0 0,-36-7 218 0 0,37 6-331 0 0,0 0 0 0 0,0 0-1 0 0,1 0 1 0 0,-1 0-1 0 0,0 0 1 0 0,0 0 0 0 0,1-1-1 0 0,-1 1 1 0 0,0 0 0 0 0,0-1-1 0 0,1 0 1 0 0,-1 1-1 0 0,0-1 1 0 0,1 0 0 0 0,-1 0-1 0 0,1 0 1 0 0,-2-1-1 0 0,0 0-21 0 0,1 0-27 0 0,-21-27-1438 0 0,22 26 1343 0 0,1 0 1 0 0,-1 0 0 0 0,1 0 0 0 0,0 0 0 0 0,0 0-1 0 0,0 0 1 0 0,1 0 0 0 0,-1 0 0 0 0,1 0 0 0 0,-1 0-1 0 0,1 0 1 0 0,0 0 0 0 0,0 0 0 0 0,0 0 0 0 0,1 1-1 0 0,-1-1 1 0 0,1 0 0 0 0,-1 1 0 0 0,1-1 0 0 0,3-2-1 0 0,-4 4 92 0 0,40-10-590 0 0,-3 17 521 0 0,-36-6 124 0 0,0 0-15 0 0,8 1-30 0 0,-8 0 38 0 0,-1-1-1 0 0,1 0 0 0 0,-1 1 1 0 0,0-1-1 0 0,1 1 0 0 0,-1-1 1 0 0,1 1-1 0 0,-1 0 0 0 0,0 0 1 0 0,1-1-1 0 0,-1 1 1 0 0,0 0-1 0 0,0 0 0 0 0,0 0 1 0 0,1 1-1 0 0,-1-1 0 0 0,-1 0 1 0 0,1 0-1 0 0,0 0 0 0 0,0 1 1 0 0,0-1-1 0 0,-1 1 1 0 0,1-1-1 0 0,0 0 0 0 0,-1 1 1 0 0,1-1-1 0 0,-1 1 0 0 0,0-1 1 0 0,1 1-1 0 0,-1-1 0 0 0,0 1 1 0 0,0 1-1 0 0,0 0 9 0 0,0 1 1 0 0,0-1-1 0 0,0 0 0 0 0,-1 1 1 0 0,1-1-1 0 0,-1 0 0 0 0,1 0 0 0 0,-1 0 1 0 0,0 1-1 0 0,-1-1 0 0 0,1 0 1 0 0,0 0-1 0 0,-3 4 0 0 0,-7 4 129 0 0,1 0-1 0 0,-2 0 1 0 0,1-1-1 0 0,-1 0 1 0 0,-1-1 0 0 0,0 0-1 0 0,-22 10 1 0 0,-106 40 1674 0 0,56-26-449 0 0,-2-2 1597 0 0,84-30-2679 0 0,-14 5 1314 0 0,-2-3 1000 0 0,4-6-2550 0 0,4-13-43 0 0,9-4 0 0 0,2 4 0 0 0,0-1 0 0 0,2 1 0 0 0,0 0 0 0 0,1 0 0 0 0,1 0 0 0 0,0 0 0 0 0,1 1 0 0 0,10-21 0 0 0,2-8 0 0 0,142-318 0 0 0,-143 329 0 0 0,-5 10 0 0 0,1 0 0 0 0,25-36 0 0 0,-16 28-1074 0 0,-10 27-12810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4:47.316"/>
    </inkml:context>
    <inkml:brush xml:id="br0">
      <inkml:brushProperty name="width" value="0.025" units="cm"/>
      <inkml:brushProperty name="height" value="0.025" units="cm"/>
      <inkml:brushProperty name="color" value="#008C3A"/>
    </inkml:brush>
  </inkml:definitions>
  <inkml:trace contextRef="#ctx0" brushRef="#br0">0 26 6409 0 0,'0'0'4386'0'0,"5"-1"-2420"0"0,54-9 6558 0 0,1 3-3700 0 0,59 0-5017 0 0,-88 7-5010 0 0,8 2-10327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4:48.791"/>
    </inkml:context>
    <inkml:brush xml:id="br0">
      <inkml:brushProperty name="width" value="0.025" units="cm"/>
      <inkml:brushProperty name="height" value="0.025" units="cm"/>
      <inkml:brushProperty name="color" value="#008C3A"/>
    </inkml:brush>
  </inkml:definitions>
  <inkml:trace contextRef="#ctx0" brushRef="#br0">890 15 5497 0 0,'0'0'4255'0'0,"4"-10"-1240"0"0,-1 6 3410 0 0,-3 4-6340 0 0,0 0 0 0 0,0 0 0 0 0,0 0 0 0 0,0 1-1 0 0,0-1 1 0 0,0 0 0 0 0,0 0 0 0 0,0 0 0 0 0,0 1-1 0 0,0-1 1 0 0,0 0 0 0 0,0 0 0 0 0,0 0 0 0 0,0 0-1 0 0,1 1 1 0 0,-1-1 0 0 0,0 0 0 0 0,0 0 0 0 0,0 0-1 0 0,0 0 1 0 0,0 0 0 0 0,1 1 0 0 0,-1-1-1 0 0,0 0 1 0 0,0 0 0 0 0,0 0 0 0 0,0 0 0 0 0,1 0-1 0 0,-1 0 1 0 0,0 0 0 0 0,0 0 0 0 0,0 0 0 0 0,1 0-1 0 0,-1 0 1 0 0,0 0 0 0 0,0 0 0 0 0,0 0 0 0 0,1 0-1 0 0,-1 0 1 0 0,0 0 0 0 0,0 0 0 0 0,0 0 0 0 0,1 0-1 0 0,-1 0 1 0 0,0 0 0 0 0,0 0 0 0 0,0 0 0 0 0,0 0-1 0 0,1 0 1 0 0,-1 0 0 0 0,0 0 0 0 0,0-1 0 0 0,0 1-1 0 0,0 0 1 0 0,1 0 0 0 0,-1 0 0 0 0,0 0-1 0 0,0-1 1 0 0,0 1 0 0 0,0 0 0 0 0,0 0 0 0 0,0 0-1 0 0,0 0 1 0 0,1-1 0 0 0,-1 1 0 0 0,0 0 0 0 0,0 0-1 0 0,0-1 1 0 0,-2 20 5869 0 0,1-14-7696 0 0,1 2 1908 0 0,-3 32 730 0 0,1 51-656 0 0,2-89-286 0 0,-13 44-347 0 0,9-40 382 0 0,1-1 0 0 0,-1 1 0 0 0,0-1 0 0 0,0 0 0 0 0,-1 0 0 0 0,1 0 0 0 0,-1 0 0 0 0,0-1 1 0 0,0 0-1 0 0,0 0 0 0 0,-1 0 0 0 0,-7 2 0 0 0,-70 23 226 0 0,79-27-203 0 0,-61 15 269 0 0,-1-3 0 0 0,-82 5 0 0 0,145-18-225 0 0,-26-3 126 0 0,24 3-191 0 0,-19-10-176 0 0,23 9 148 0 0,0 1 0 0 0,0-1 0 0 0,0 1 0 0 0,0-1 0 0 0,0 0 0 0 0,1 0 0 0 0,-1 1-1 0 0,0-1 1 0 0,1 0 0 0 0,-1 0 0 0 0,0 0 0 0 0,1 0 0 0 0,-1 0 0 0 0,1 0 0 0 0,-1 0 0 0 0,1 0 0 0 0,0 0-1 0 0,0 0 1 0 0,-1 0 0 0 0,1 0 0 0 0,0 0 0 0 0,0 0 0 0 0,0 0 0 0 0,0 0 0 0 0,0 0 0 0 0,0 0 0 0 0,0 0 0 0 0,0 0-1 0 0,1 0 1 0 0,-1 0 0 0 0,0 0 0 0 0,1 0 0 0 0,-1 0 0 0 0,0 0 0 0 0,1 0 0 0 0,-1 0 0 0 0,1 0 0 0 0,0 0-1 0 0,-1 0 1 0 0,1 0 0 0 0,0 0 0 0 0,-1 1 0 0 0,2-2 0 0 0,34-32-2364 0 0,-26 28 2063 0 0,0 0 0 0 0,1 1-1 0 0,0 0 1 0 0,16-4 0 0 0,-24 8 274 0 0,4-2 31 0 0,0 1 0 0 0,0 1-1 0 0,1-1 1 0 0,-1 1-1 0 0,1 0 1 0 0,11 1 0 0 0,-10-1 10 0 0,-6 1 25 0 0,0 0 48 0 0,9 0-16 0 0,-9 0 5 0 0,7 3 35 0 0,-6-2-42 0 0,-1 0 1 0 0,0-1 0 0 0,0 1-1 0 0,0 0 1 0 0,0 1 0 0 0,0-1 0 0 0,0 1-1 0 0,0-1 1 0 0,4 3 0 0 0,-6-2 59 0 0,4 5 24 0 0,-3-4-87 0 0,-1-1 0 0 0,0 1 0 0 0,0 0 0 0 0,0-1 0 0 0,-1 1 0 0 0,1 0 0 0 0,0-1-1 0 0,-1 1 1 0 0,0 0 0 0 0,0 0 0 0 0,0 0 0 0 0,0-1 0 0 0,0 1 0 0 0,0 0 0 0 0,-1 0-1 0 0,1 0 1 0 0,-1-1 0 0 0,0 1 0 0 0,0 0 0 0 0,-2 4 0 0 0,-1 1 45 0 0,0 0 1 0 0,0 0-1 0 0,0-1 1 0 0,-11 14-1 0 0,-3-1 461 0 0,-1 0 1 0 0,-2-1-1 0 0,1-2 0 0 0,-2 0 1 0 0,0-1-1 0 0,-2-1 0 0 0,-48 24 1 0 0,39-25-89 0 0,0-1 1 0 0,-57 14-1 0 0,-16-9-2356 0 0,82-11-508 0 0,23-6 1966 0 0,-1-1 0 0 0,1 1 0 0 0,-1 0 0 0 0,1-1 0 0 0,-1 0 0 0 0,1 1 0 0 0,-1-1 0 0 0,0 0 0 0 0,1 0 0 0 0,-1 1 0 0 0,0-1 0 0 0,1-1 0 0 0,-1 1 0 0 0,1 0 0 0 0,-1 0 0 0 0,0-1 0 0 0,1 1 0 0 0,-1 0 0 0 0,-2-2 0 0 0,-2-1-1192 0 0,0 0 0 0 0,0 0 0 0 0,0-1 1 0 0,1 0-1 0 0,0 0 0 0 0,0 0 0 0 0,-5-5 1 0 0,3 3 244 0 0,-8-8-1464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4:49.435"/>
    </inkml:context>
    <inkml:brush xml:id="br0">
      <inkml:brushProperty name="width" value="0.025" units="cm"/>
      <inkml:brushProperty name="height" value="0.025" units="cm"/>
      <inkml:brushProperty name="color" value="#008C3A"/>
    </inkml:brush>
  </inkml:definitions>
  <inkml:trace contextRef="#ctx0" brushRef="#br0">502 6 4348 0 0,'21'12'10071'0'0,"-19"-1"-8811"0"0,-1 1 0 0 0,-1 0 0 0 0,0 0-1 0 0,0-1 1 0 0,-1 1 0 0 0,-1 0 0 0 0,0-1-1 0 0,-5 18 1 0 0,-1-4 211 0 0,0-1 0 0 0,-23 44 0 0 0,24-51-1285 0 0,-2-1-1 0 0,0 0 1 0 0,-1 0-1 0 0,-1-1 1 0 0,0-1-1 0 0,-1 0 1 0 0,0 0-1 0 0,-1-1 1 0 0,-1-1-1 0 0,0 0 1 0 0,-1-1-1 0 0,0 0 1 0 0,-22 11-1 0 0,25-15-185 0 0,7-4 0 0 0,0-1 0 0 0,0 0 0 0 0,0 0 0 0 0,0 0 0 0 0,0 0 0 0 0,-1-1 0 0 0,-6 1 0 0 0,0 2 0 0 0,-36 6 0 0 0,25-9 0 0 0,0-1 0 0 0,19 0 0 0 0,0 0 0 0 0,-1-1 0 0 0,1 0 0 0 0,0 1 0 0 0,0-1 0 0 0,0-1 0 0 0,0 1 0 0 0,0-1 0 0 0,0 1 0 0 0,1-1 0 0 0,-1 0 0 0 0,0 0 0 0 0,1-1 0 0 0,0 1 0 0 0,-1-1 0 0 0,1 0 0 0 0,0 1 0 0 0,0-1 0 0 0,1-1 0 0 0,-1 1 0 0 0,0 0 0 0 0,1-1 0 0 0,0 1 0 0 0,-2-6 0 0 0,2 6 0 0 0,-5-8 0 0 0,5 7 0 0 0,0-1 0 0 0,0 1 0 0 0,0 0 0 0 0,1-1 0 0 0,-1 1 0 0 0,1-1 0 0 0,0 1 0 0 0,0-1 0 0 0,1 1 0 0 0,-1-1 0 0 0,1 0 0 0 0,0-5 0 0 0,0-5 0 0 0,0 0 0 0 0,1 1 0 0 0,0-1 0 0 0,1 0 0 0 0,1 1 0 0 0,0-1 0 0 0,1 1 0 0 0,0 0 0 0 0,2 0 0 0 0,-1 0 0 0 0,2 1 0 0 0,0 0 0 0 0,0 0 0 0 0,1 1 0 0 0,15-18 0 0 0,-2-2-3721 0 0,-19 27 2862 0 0,0 1 0 0 0,0 0 0 0 0,1-1 0 0 0,0 1-1 0 0,0 0 1 0 0,0 0 0 0 0,1 1 0 0 0,-1-1 0 0 0,6-3 0 0 0,39-31-14219 0 0,-36 29 12157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4:49.770"/>
    </inkml:context>
    <inkml:brush xml:id="br0">
      <inkml:brushProperty name="width" value="0.025" units="cm"/>
      <inkml:brushProperty name="height" value="0.025" units="cm"/>
      <inkml:brushProperty name="color" value="#008C3A"/>
    </inkml:brush>
  </inkml:definitions>
  <inkml:trace contextRef="#ctx0" brushRef="#br0">7 47 7209 0 0,'-1'-1'4122'0'0,"-3"-8"-3150"0"0,3 2 9464 0 0,3-16-4598 0 0,-1 21-5592 0 0,4-1 81 0 0,-3 2-2268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4:50.111"/>
    </inkml:context>
    <inkml:brush xml:id="br0">
      <inkml:brushProperty name="width" value="0.025" units="cm"/>
      <inkml:brushProperty name="height" value="0.025" units="cm"/>
      <inkml:brushProperty name="color" value="#008C3A"/>
    </inkml:brush>
  </inkml:definitions>
  <inkml:trace contextRef="#ctx0" brushRef="#br0">0 29 8877 0 0,'0'0'2936'0'0,"5"-11"3833"0"0,2 1-3633 0 0,1 2-3220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4:51.591"/>
    </inkml:context>
    <inkml:brush xml:id="br0">
      <inkml:brushProperty name="width" value="0.025" units="cm"/>
      <inkml:brushProperty name="height" value="0.025" units="cm"/>
      <inkml:brushProperty name="color" value="#008C3A"/>
    </inkml:brush>
  </inkml:definitions>
  <inkml:trace contextRef="#ctx0" brushRef="#br0">851 1 6685 0 0,'0'0'17766'0'0,"2"3"-16953"0"0,2 3-319 0 0,-1-1 0 0 0,0 1 0 0 0,-1 0 0 0 0,1 0 0 0 0,-1 0 0 0 0,0 1 0 0 0,-1-1 0 0 0,2 12 1 0 0,8 29 1436 0 0,-10-45-1740 0 0,-1 0-189 0 0,0 0 1 0 0,1 0-1 0 0,-1-1 0 0 0,0 1 1 0 0,1 0-1 0 0,-1-1 0 0 0,1 1 0 0 0,0 0 1 0 0,-1-1-1 0 0,1 1 0 0 0,0-1 1 0 0,0 1-1 0 0,0-1 0 0 0,0 1 1 0 0,0-1-1 0 0,0 0 0 0 0,0 1 1 0 0,1-1-1 0 0,-1 0 0 0 0,0 0 1 0 0,1 0-1 0 0,-1 0 0 0 0,1 0 1 0 0,-1 0-1 0 0,1-1 0 0 0,0 1 1 0 0,-1 0-1 0 0,3 0 0 0 0,-2-1-276 0 0,35-21-2447 0 0,-32 14 2279 0 0,-1 0 0 0 0,0 0 0 0 0,0 0 1 0 0,-1 0-1 0 0,0-1 0 0 0,0 0 0 0 0,0 0 1 0 0,1-10-1 0 0,-4 16 268 0 0,-13-34-307 0 0,12 35 462 0 0,-1-1 67 0 0,1 0 1 0 0,-1 1-1 0 0,0-1 0 0 0,0 0 0 0 0,1 1 1 0 0,-1 0-1 0 0,0 0 0 0 0,0-1 1 0 0,0 1-1 0 0,0 0 0 0 0,0 1 1 0 0,-1-1-1 0 0,1 0 0 0 0,0 1 1 0 0,0-1-1 0 0,-4 0 0 0 0,-9 6 158 0 0,0 0 0 0 0,1 0 0 0 0,-1 2 0 0 0,1-1 0 0 0,1 2 0 0 0,-1 0 0 0 0,-16 14 0 0 0,-39 20 607 0 0,34-24-391 0 0,-1-3 0 0 0,0-1-1 0 0,-2-2 1 0 0,1-1 0 0 0,-1-2-1 0 0,-1-2 1 0 0,-67 5 0 0 0,103-12-504 0 0,1 1 1 0 0,-1-1-1 0 0,0 0 1 0 0,1 0-1 0 0,-1 1 1 0 0,0-2-1 0 0,1 1 1 0 0,-1 0-1 0 0,0 0 1 0 0,1-1-1 0 0,-1 0 1 0 0,1 1-1 0 0,-1-1 1 0 0,1 0-1 0 0,-1 0 1 0 0,1-1-1 0 0,0 1 1 0 0,-1 0-1 0 0,1-1 1 0 0,0 1-1 0 0,0-1 1 0 0,0 0-1 0 0,-3-3 1 0 0,4 4-240 0 0,1 0-59 0 0,0 0 313 0 0,0 1 1 0 0,-1-1-1 0 0,1 0 0 0 0,0 0 0 0 0,0 1 0 0 0,0-1 0 0 0,0 0 0 0 0,0 0 0 0 0,0 1 0 0 0,0-1 1 0 0,0 0-1 0 0,1 0 0 0 0,-1 1 0 0 0,0-1 0 0 0,0 0 0 0 0,1 0 0 0 0,-1 1 0 0 0,0-1 0 0 0,1 0 1 0 0,-1 1-1 0 0,0-1 0 0 0,1 1 0 0 0,-1-1 0 0 0,1 0 0 0 0,-1 1 0 0 0,1-1 0 0 0,0 1 0 0 0,-1-1 1 0 0,1 1-1 0 0,1-1 0 0 0,16-19-1873 0 0,-6 12 1088 0 0,0 2-1 0 0,0-1 1 0 0,20-6 0 0 0,-4 6 361 0 0,51-6 0 0 0,-77 12 629 0 0,2 4-21 0 0,-4-3-97 0 0,1-1 0 0 0,-1 1 1 0 0,0 0-1 0 0,0 0 0 0 0,1 0 1 0 0,-1 0-1 0 0,0 1 0 0 0,1-1 1 0 0,-1 0-1 0 0,0 0 0 0 0,0 0 1 0 0,1 0-1 0 0,-1 0 0 0 0,0 0 1 0 0,0 0-1 0 0,1 0 0 0 0,-1 0 1 0 0,0 1-1 0 0,0-1 0 0 0,0 0 1 0 0,1 0-1 0 0,-1 0 0 0 0,0 1 1 0 0,0-1-1 0 0,0 0 0 0 0,0 0 1 0 0,1 0-1 0 0,-1 1 0 0 0,0-1 1 0 0,0 0-1 0 0,0 0 0 0 0,0 1 1 0 0,0-1-1 0 0,0 0 0 0 0,0 0 1 0 0,0 1-1 0 0,0-1 0 0 0,0 0 1 0 0,0 0-1 0 0,0 1 0 0 0,0-1 1 0 0,0 0-1 0 0,0 0 0 0 0,0 1 1 0 0,0-1-1 0 0,-5 10 480 0 0,-1 0 0 0 0,0 0 0 0 0,0-1 0 0 0,-1 0 0 0 0,-1 0 0 0 0,1-1-1 0 0,-1 0 1 0 0,-12 8 0 0 0,-81 61 3416 0 0,78-61-3504 0 0,-90 54 601 0 0,37-37-4058 0 0,45-22-340 0 0,25-8 1664 0 0,-1 0 1 0 0,-1-1-1 0 0,1 0 0 0 0,0 0 0 0 0,0-1 0 0 0,-1 0 0 0 0,-7 0 1 0 0,9-1 527 0 0,1 1-227 0 0,-5-2-2409 0 0,-14-2 1007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4:51.972"/>
    </inkml:context>
    <inkml:brush xml:id="br0">
      <inkml:brushProperty name="width" value="0.025" units="cm"/>
      <inkml:brushProperty name="height" value="0.025" units="cm"/>
      <inkml:brushProperty name="color" value="#008C3A"/>
    </inkml:brush>
  </inkml:definitions>
  <inkml:trace contextRef="#ctx0" brushRef="#br0">782 1 4464 0 0,'0'0'7458'0'0,"-2"6"-6248"0"0,-7 12-620 0 0,0 1 0 0 0,-1-1 0 0 0,-15 19-1 0 0,5-10 1353 0 0,-2-1 0 0 0,-1-1 0 0 0,-28 24 0 0 0,14-18 1831 0 0,-67 44-1 0 0,7-20-1809 0 0,34-27-4645 0 0,39-19-671 0 0,0-1 0 0 0,0-1-1 0 0,-1-2 1 0 0,0 0 0 0 0,-41 2 0 0 0,-19-11-1501 0 0,49 0 1910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4:56.291"/>
    </inkml:context>
    <inkml:brush xml:id="br0">
      <inkml:brushProperty name="width" value="0.025" units="cm"/>
      <inkml:brushProperty name="height" value="0.025" units="cm"/>
      <inkml:brushProperty name="color" value="#008C3A"/>
    </inkml:brush>
  </inkml:definitions>
  <inkml:trace contextRef="#ctx0" brushRef="#br0">90 114 4208 0 0,'12'-10'5897'0'0,"38"-34"14247"0"0,-49 44-20106 0 0,-1 0 0 0 0,0 0 0 0 0,0-1 0 0 0,0 1 0 0 0,1 0 0 0 0,-1 0 0 0 0,0 0 0 0 0,0 0 0 0 0,0 0 0 0 0,0 0 0 0 0,1-1 0 0 0,-1 1 0 0 0,0 0 0 0 0,0 0 0 0 0,0 0 0 0 0,0-1 0 0 0,0 1 0 0 0,0 0 0 0 0,0 0 0 0 0,0 0 0 0 0,1-1 0 0 0,-1 1 1 0 0,0 0-1 0 0,0 0 0 0 0,0 0 0 0 0,0-1 0 0 0,0 1 0 0 0,0 0 0 0 0,0 0 0 0 0,0-1 0 0 0,0 1 0 0 0,0 0 0 0 0,0 0 0 0 0,-1 0 0 0 0,1-1 0 0 0,0 1 0 0 0,0 0 0 0 0,0 0 0 0 0,0 0 0 0 0,0-1 0 0 0,0 1 0 0 0,0 0 0 0 0,0 0 0 0 0,-1 0 0 0 0,1 0 0 0 0,0-1 0 0 0,0 1 0 0 0,0 0 0 0 0,0 0 0 0 0,-1 0 0 0 0,1 0 0 0 0,0 0 0 0 0,0 0 0 0 0,0-1 0 0 0,-1 1 0 0 0,1 0 0 0 0,0 0 0 0 0,0 0 0 0 0,0 0 0 0 0,-1 0 0 0 0,1 0 0 0 0,0 0 0 0 0,-1 0 0 0 0,-48 22 47 0 0,38-18-85 0 0,-14 10 0 0 0,-31 37 0 0 0,49-41 0 0 0,5 4 0 0 0,3-13 0 0 0,-1-1 0 0 0,0 1 0 0 0,1-1 0 0 0,-1 1 0 0 0,1-1 0 0 0,-1 1 0 0 0,1-1 0 0 0,-1 1 0 0 0,1-1 0 0 0,-1 0 0 0 0,1 1 0 0 0,0-1 0 0 0,-1 0 0 0 0,1 1 0 0 0,0-1 0 0 0,-1 0 0 0 0,1 0 0 0 0,0 0 0 0 0,-1 1 0 0 0,1-1 0 0 0,0 0 0 0 0,-1 0 0 0 0,1 0 0 0 0,0 0 0 0 0,-1 0 0 0 0,2-1 0 0 0,4 2 0 0 0,-3-2 0 0 0,0 1 0 0 0,0-1 0 0 0,0 1 0 0 0,0-1 0 0 0,0 0 0 0 0,0 0 0 0 0,0 0 0 0 0,-1-1 0 0 0,1 1 0 0 0,0-1 0 0 0,-1 1 0 0 0,1-1 0 0 0,3-3 0 0 0,8-3 0 0 0,-6 3 0 0 0,0 0 0 0 0,0 0 0 0 0,0-1 0 0 0,-1 0 0 0 0,0-1 0 0 0,0 1 0 0 0,-1-1 0 0 0,0-1 0 0 0,0 1 0 0 0,6-10 0 0 0,-4 2 0 0 0,-3-1 0 0 0,-8-1 0 0 0,-10 4 0 0 0,-6 7 0 0 0,-10 10-2406 0 0,25-3 1212 0 0,-1 1 0 0 0,1 0 1 0 0,0 0-1 0 0,0 0 0 0 0,0 1 0 0 0,1-1 0 0 0,-6 6 0 0 0,-2 2-2641 0 0,1 1 0 0 0,1 0 0 0 0,-9 14-1 0 0,12-17 3187 0 0,-4 5-2247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4:56.767"/>
    </inkml:context>
    <inkml:brush xml:id="br0">
      <inkml:brushProperty name="width" value="0.025" units="cm"/>
      <inkml:brushProperty name="height" value="0.025" units="cm"/>
      <inkml:brushProperty name="color" value="#008C3A"/>
    </inkml:brush>
  </inkml:definitions>
  <inkml:trace contextRef="#ctx0" brushRef="#br0">138 0 5364 0 0,'0'0'5320'0'0,"-3"5"-3832"0"0,-75 96 11442 0 0,76-99-12595 0 0,0 0-1 0 0,0 1 0 0 0,1-1 1 0 0,-1 1-1 0 0,1-1 0 0 0,0 1 0 0 0,0 0 1 0 0,0-1-1 0 0,0 1 0 0 0,0 0 1 0 0,1 0-1 0 0,-1 5 0 0 0,1-8-261 0 0,0 1-1 0 0,0 0 1 0 0,0 0 0 0 0,0 0-1 0 0,0 0 1 0 0,1 0 0 0 0,-1-1-1 0 0,0 1 1 0 0,1 0 0 0 0,-1 0-1 0 0,0 0 1 0 0,1-1-1 0 0,-1 1 1 0 0,1 0 0 0 0,-1-1-1 0 0,1 1 1 0 0,0 0 0 0 0,-1-1-1 0 0,1 1 1 0 0,0-1 0 0 0,-1 1-1 0 0,1-1 1 0 0,0 1-1 0 0,0-1 1 0 0,-1 1 0 0 0,1-1-1 0 0,0 0 1 0 0,0 1 0 0 0,0-1-1 0 0,0 0 1 0 0,-1 0 0 0 0,1 0-1 0 0,0 0 1 0 0,0 0-1 0 0,0 0 1 0 0,0 0 0 0 0,0 0-1 0 0,1 0 1 0 0,1 0 166 0 0,2-2-33 0 0,24-6-169 0 0,-10-1-26 0 0,0-8-18 0 0,-5 7 7 0 0,-6 4 0 0 0,0 0 0 0 0,-1 0 0 0 0,1-1 0 0 0,-2 0 0 0 0,1-1 0 0 0,6-8 0 0 0,-3 2 0 0 0,-9 14 0 0 0,-1 0 0 0 0,-1 0 0 0 0,1 0 0 0 0,0 0-1 0 0,0 0 1 0 0,0 0 0 0 0,0 0 0 0 0,0 0 0 0 0,-1 0 0 0 0,1 0-1 0 0,0 0 1 0 0,0 0 0 0 0,0 0 0 0 0,0 0 0 0 0,0-1 0 0 0,0 1-1 0 0,-1 0 1 0 0,1 0 0 0 0,0 0 0 0 0,0 0 0 0 0,0 0 0 0 0,0 0 0 0 0,0 0-1 0 0,0 0 1 0 0,0 0 0 0 0,-1 0 0 0 0,1-1 0 0 0,0 1 0 0 0,0 0-1 0 0,0 0 1 0 0,0 0 0 0 0,0 0 0 0 0,0 0 0 0 0,0 0 0 0 0,0-1-1 0 0,0 1 1 0 0,0 0 0 0 0,0 0 0 0 0,0 0 0 0 0,0 0 0 0 0,0 0 0 0 0,0-1-1 0 0,0 1 1 0 0,0 0 0 0 0,0 0 0 0 0,0 0 0 0 0,0 0 0 0 0,0 0-1 0 0,0-1 1 0 0,0 1 0 0 0,0 0 0 0 0,0 0 0 0 0,0 0 0 0 0,0 0-1 0 0,0 0 1 0 0,-41 8-207 0 0,39-7 123 0 0,1-1 0 0 0,-1 1 0 0 0,0-1-1 0 0,0 1 1 0 0,0 0 0 0 0,0 0 0 0 0,1 0 0 0 0,-1 0 0 0 0,0 0 0 0 0,1 0 0 0 0,-1 1-1 0 0,1-1 1 0 0,-1 1 0 0 0,1-1 0 0 0,0 1 0 0 0,0-1 0 0 0,0 1 0 0 0,0-1 0 0 0,0 1-1 0 0,0 0 1 0 0,0 0 0 0 0,-1 2 0 0 0,2-2-58 0 0,-1 0 0 0 0,0 0 0 0 0,0 0 0 0 0,0-1-1 0 0,0 1 1 0 0,0 0 0 0 0,0-1 0 0 0,0 1 0 0 0,-1 0 0 0 0,1-1 0 0 0,-1 0 0 0 0,1 1-1 0 0,-1-1 1 0 0,1 0 0 0 0,-1 0 0 0 0,0 0 0 0 0,-1 1 0 0 0,-48 27-8230 0 0,-15 24-8786 0 0,64-52 14678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4:57.974"/>
    </inkml:context>
    <inkml:brush xml:id="br0">
      <inkml:brushProperty name="width" value="0.025" units="cm"/>
      <inkml:brushProperty name="height" value="0.025" units="cm"/>
      <inkml:brushProperty name="color" value="#008C3A"/>
    </inkml:brush>
  </inkml:definitions>
  <inkml:trace contextRef="#ctx0" brushRef="#br0">202 22 6533 0 0,'0'0'7126'0'0,"0"-3"-4971"0"0,0-15 12339 0 0,-3 26-13587 0 0,-135 479 356 0 0,127-445-3683 0 0,-34 133-23656 0 0,40-159 23290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4:59.499"/>
    </inkml:context>
    <inkml:brush xml:id="br0">
      <inkml:brushProperty name="width" value="0.025" units="cm"/>
      <inkml:brushProperty name="height" value="0.025" units="cm"/>
      <inkml:brushProperty name="color" value="#008C3A"/>
    </inkml:brush>
  </inkml:definitions>
  <inkml:trace contextRef="#ctx0" brushRef="#br0">1209 23 4880 0 0,'10'-19'10178'0'0,"-4"16"-4212"0"0,-7 30-2546 0 0,-10 29-4487 0 0,4-26 3825 0 0,-40 252 3636 0 0,46-263-6249 0 0,-6 69-52 0 0,4-68-93 0 0,2-14 0 0 0,0-1 0 0 0,0 0 0 0 0,-1 1 0 0 0,0-1 0 0 0,0 0 0 0 0,0 0 0 0 0,0 0 0 0 0,-1 0 0 0 0,0 0 0 0 0,0-1 0 0 0,-1 1 0 0 0,1-1 0 0 0,-1 0 0 0 0,0 0 0 0 0,0 0 0 0 0,-9 6 0 0 0,1-3 0 0 0,0 0 0 0 0,0 0 0 0 0,0-1 0 0 0,-1-1 0 0 0,0 0 0 0 0,0-1 0 0 0,-1 0 0 0 0,-16 1 0 0 0,15-1 0 0 0,-47 7 0 0 0,43-9 0 0 0,-5-1 0 0 0,-6 0 0 0 0,15-4 0 0 0,-4-6 0 0 0,-26-22 0 0 0,41 26-126 0 0,0 1 0 0 0,1 0 0 0 0,0-1 1 0 0,0 0-1 0 0,0 0 0 0 0,0 0 0 0 0,1 0 0 0 0,-1 0 0 0 0,1 0 0 0 0,1-1 0 0 0,-1 1 1 0 0,1-1-1 0 0,0 1 0 0 0,0-1 0 0 0,0 0 0 0 0,1 1 0 0 0,0-1 0 0 0,0 0 1 0 0,2-9-1 0 0,-1-8-161 0 0,-1 19 153 0 0,0 1-1 0 0,0 0 1 0 0,1-1-1 0 0,-1 1 0 0 0,1 0 1 0 0,0 0-1 0 0,0-1 1 0 0,0 1-1 0 0,1 0 0 0 0,-1 0 1 0 0,1 0-1 0 0,-1 0 0 0 0,1 0 1 0 0,0 1-1 0 0,0-1 1 0 0,1 1-1 0 0,-1-1 0 0 0,0 1 1 0 0,1-1-1 0 0,-1 1 1 0 0,1 0-1 0 0,0 0 0 0 0,0 1 1 0 0,0-1-1 0 0,4-1 0 0 0,1 0 52 0 0,-1 0 0 0 0,1 1-1 0 0,0 0 1 0 0,0 0 0 0 0,0 1-1 0 0,1 0 1 0 0,-1 0-1 0 0,0 1 1 0 0,0 0 0 0 0,15 2-1 0 0,-21-1 20 0 0,-2-1-25 0 0,0-1 84 0 0,1 1 0 0 0,-1 0 1 0 0,0 0-1 0 0,0 0 0 0 0,1 0 0 0 0,-1 0 0 0 0,0 1 1 0 0,1-1-1 0 0,-1 0 0 0 0,0 0 0 0 0,1 0 1 0 0,-1 0-1 0 0,0 0 0 0 0,0 0 0 0 0,1 0 1 0 0,-1 0-1 0 0,0 1 0 0 0,0-1 0 0 0,1 0 0 0 0,-1 0 1 0 0,0 0-1 0 0,0 1 0 0 0,0-1 0 0 0,1 0 1 0 0,-1 0-1 0 0,0 1 0 0 0,0-1 0 0 0,0 0 0 0 0,0 0 1 0 0,1 1-1 0 0,-1-1 0 0 0,0 0 0 0 0,0 1 1 0 0,0-1-1 0 0,0 0 0 0 0,0 0 0 0 0,0 1 1 0 0,0-1-1 0 0,0 0 0 0 0,0 1 0 0 0,0-1 0 0 0,0 0 1 0 0,0 1-1 0 0,0-1 0 0 0,0 0 0 0 0,0 0 1 0 0,0 1-1 0 0,0-1 0 0 0,-1 0 0 0 0,1 0 0 0 0,0 1 1 0 0,0-1-1 0 0,0 0 0 0 0,0 1 0 0 0,-1-1 1 0 0,1 0-1 0 0,0 0 0 0 0,0 0 0 0 0,0 1 0 0 0,-1-1 1 0 0,1 0-1 0 0,-13 15-16 0 0,13-15 29 0 0,-10 9 125 0 0,-1 0 0 0 0,0-1 0 0 0,0-1 0 0 0,-1 1 0 0 0,1-2 0 0 0,-2 0 1 0 0,-17 6-1 0 0,-17 9 410 0 0,-125 56 1890 0 0,77-38-1027 0 0,90-37-1382 0 0,-7 0-143 0 0,9-1 54 0 0,0-4-293 0 0,-9-6 154 0 0,9 6-43 0 0,3-1-396 0 0,3-14-326 0 0,0-1-1 0 0,2 1 0 0 0,0 0 0 0 0,1 0 0 0 0,14-29 1 0 0,-9 20 177 0 0,26-52 209 0 0,-37 78 843 0 0,0 0-222 0 0,0 1-1 0 0,0 0 1 0 0,0 0 0 0 0,0 0-1 0 0,0-1 1 0 0,0 1 0 0 0,0 0-1 0 0,0 0 1 0 0,0 0 0 0 0,0-1-1 0 0,-1 1 1 0 0,1 0 0 0 0,0 0-1 0 0,0 0 1 0 0,0 0 0 0 0,0-1-1 0 0,0 1 1 0 0,-1 0 0 0 0,1 0-1 0 0,0 0 1 0 0,0 0 0 0 0,0 0-1 0 0,-1 0 1 0 0,1 0 0 0 0,0 0-1 0 0,0 0 1 0 0,0-1 0 0 0,-1 1-1 0 0,1 0 1 0 0,0 0 0 0 0,0 0-1 0 0,0 0 1 0 0,-1 0-1 0 0,1 0 1 0 0,0 0 0 0 0,0 0-1 0 0,0 0 1 0 0,-1 1 0 0 0,1-1-1 0 0,0 0 1 0 0,0 0 0 0 0,0 0-1 0 0,-1 0 1 0 0,1 0 0 0 0,0 0-1 0 0,0 0 1 0 0,0 0 0 0 0,-1 0-1 0 0,1 1 1 0 0,0-1 0 0 0,0 0-1 0 0,0 0 1 0 0,0 0 0 0 0,0 0-1 0 0,-1 1 1 0 0,1-1 0 0 0,0 0-1 0 0,0 0 1 0 0,0 0 0 0 0,0 1-1 0 0,0-1 1 0 0,0 0 0 0 0,0 0-1 0 0,-23 22 1377 0 0,-27 38 189 0 0,42-51-1093 0 0,-30 39 122 0 0,15-19 210 0 0,0-1 1 0 0,-1-1-1 0 0,-2-1 1 0 0,-51 40-1 0 0,63-57-842 0 0,-1 0 0 0 0,-2 1 0 0 0,1-2 0 0 0,0-3 0 0 0,-2-5 0 0 0,16-1-113 0 0,0 1 1 0 0,0-1-1 0 0,0 0 0 0 0,0-1 1 0 0,0 1-1 0 0,0 0 1 0 0,0-1-1 0 0,1 1 0 0 0,-1-1 1 0 0,0 1-1 0 0,-1-3 0 0 0,-17-13-1779 0 0,9 13 843 0 0,10 4 893 0 0,0 0 0 0 0,0-1-1 0 0,-1 1 1 0 0,1 0 0 0 0,0-1-1 0 0,0 1 1 0 0,0-1 0 0 0,0 0 0 0 0,-1 1-1 0 0,1-1 1 0 0,0 0 0 0 0,0 1-1 0 0,0-1 1 0 0,0 0 0 0 0,0 0-1 0 0,-1-2 1 0 0,2 2-460 0 0,0 0-1 0 0,-1 0 0 0 0,1 0 1 0 0,0 0-1 0 0,0 0 1 0 0,0 0-1 0 0,0 0 0 0 0,0 0 1 0 0,0 0-1 0 0,0 0 1 0 0,0 0-1 0 0,0-1 1 0 0,1 1-1 0 0,-1 0 0 0 0,0 0 1 0 0,1 0-1 0 0,-1 0 1 0 0,2-1-1 0 0,22-49-9626 0 0,-12 34 7456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4:59.836"/>
    </inkml:context>
    <inkml:brush xml:id="br0">
      <inkml:brushProperty name="width" value="0.025" units="cm"/>
      <inkml:brushProperty name="height" value="0.025" units="cm"/>
      <inkml:brushProperty name="color" value="#008C3A"/>
    </inkml:brush>
  </inkml:definitions>
  <inkml:trace contextRef="#ctx0" brushRef="#br0">1 54 7145 0 0,'35'-17'10986'0'0,"122"-14"-3683"0"0,-153 31-7360 0 0,1 0-1 0 0,0 0 0 0 0,0 0 1 0 0,0 0-1 0 0,0 1 1 0 0,0 0-1 0 0,7 2 0 0 0,-9-2-29 0 0,-1-1-127 0 0,-1 0 1 0 0,1 1-1 0 0,0-1 0 0 0,0 0 0 0 0,-1 0 1 0 0,1 0-1 0 0,0 0 0 0 0,0-1 0 0 0,0 1 0 0 0,-1 0 1 0 0,1-1-1 0 0,0 1 0 0 0,-1-1 0 0 0,1 0 0 0 0,2-1 1 0 0,7-2-2501 0 0,2 2-5474 0 0,-9 2 7053 0 0,1-1-211 0 0,0 2-2461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00.208"/>
    </inkml:context>
    <inkml:brush xml:id="br0">
      <inkml:brushProperty name="width" value="0.025" units="cm"/>
      <inkml:brushProperty name="height" value="0.025" units="cm"/>
      <inkml:brushProperty name="color" value="#008C3A"/>
    </inkml:brush>
  </inkml:definitions>
  <inkml:trace contextRef="#ctx0" brushRef="#br0">415 2 4880 0 0,'3'-1'8790'0'0,"-3"5"-3610"0"0,-9 16-2037 0 0,-8 12-3483 0 0,6-15 3405 0 0,-13 12-1562 0 0,-1 0 0 0 0,-2-1 1 0 0,-1-2-1 0 0,-36 26 1 0 0,42-36-3554 0 0,0-2 1 0 0,-37 19-1 0 0,5-13-6085 0 0,2-9-4359 0 0,49-11 9565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00.583"/>
    </inkml:context>
    <inkml:brush xml:id="br0">
      <inkml:brushProperty name="width" value="0.025" units="cm"/>
      <inkml:brushProperty name="height" value="0.025" units="cm"/>
      <inkml:brushProperty name="color" value="#008C3A"/>
    </inkml:brush>
  </inkml:definitions>
  <inkml:trace contextRef="#ctx0" brushRef="#br0">51 16 7789 0 0,'0'0'2347'0'0,"7"-10"2864"0"0,-7 10-5040 0 0,0 0 0 0 0,0 0 0 0 0,0-1 0 0 0,0 1-1 0 0,0 0 1 0 0,0 0 0 0 0,0-1 0 0 0,0 1 0 0 0,1 0 0 0 0,-1 0 0 0 0,0 0-1 0 0,0-1 1 0 0,0 1 0 0 0,0 0 0 0 0,0 0 0 0 0,0 0 0 0 0,1-1 0 0 0,-1 1-1 0 0,0 0 1 0 0,0 0 0 0 0,0 0 0 0 0,1 0 0 0 0,-1 0 0 0 0,0-1-1 0 0,0 1 1 0 0,0 0 0 0 0,1 0 0 0 0,-1 0 0 0 0,0 0 0 0 0,0 0 0 0 0,0 0-1 0 0,1 0 1 0 0,-1 0 0 0 0,0 0 0 0 0,0 0 0 0 0,1 0 0 0 0,-1 0-1 0 0,0 0 1 0 0,0 0 0 0 0,1 0 0 0 0,-1 0 0 0 0,0 0 0 0 0,0 0 0 0 0,0 0-1 0 0,1 0 1 0 0,-1 1 0 0 0,0-1 0 0 0,1 0 0 0 0,2 20 801 0 0,-1 1 0 0 0,0 0 1 0 0,-2-1-1 0 0,-1 25 0 0 0,-14 88-2095 0 0,7-78-1460 0 0,0-14-1302 0 0,-23 52-11295 0 0,28-86 14109 0 0,-5 12-1775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01.119"/>
    </inkml:context>
    <inkml:brush xml:id="br0">
      <inkml:brushProperty name="width" value="0.025" units="cm"/>
      <inkml:brushProperty name="height" value="0.025" units="cm"/>
      <inkml:brushProperty name="color" value="#008C3A"/>
    </inkml:brush>
  </inkml:definitions>
  <inkml:trace contextRef="#ctx0" brushRef="#br0">509 11 6789 0 0,'0'0'18779'0'0,"3"5"-17795"0"0,1 2-394 0 0,-1 0 0 0 0,0 0 0 0 0,0 0 0 0 0,0 1 0 0 0,-1-1 0 0 0,0 1 0 0 0,-1-1 0 0 0,1 13 0 0 0,-2-13-567 0 0,0 1-1 0 0,-1-1 1 0 0,0 0 0 0 0,-1 0-1 0 0,0 0 1 0 0,0 0-1 0 0,0 0 1 0 0,-1-1-1 0 0,0 1 1 0 0,0-1 0 0 0,0 1-1 0 0,-1-1 1 0 0,0 0-1 0 0,0 0 1 0 0,-1-1-1 0 0,0 1 1 0 0,0-1 0 0 0,0 0-1 0 0,0 0 1 0 0,-1-1-1 0 0,0 0 1 0 0,0 0-1 0 0,0 0 1 0 0,-1-1 0 0 0,-6 4-1 0 0,-6 1 18 0 0,0-1 0 0 0,0-1-1 0 0,0-1 1 0 0,-1 0 0 0 0,0-1 0 0 0,0-1-1 0 0,-23 0 1 0 0,-1-2-40 0 0,30-2 0 0 0,-43-6 0 0 0,45 6 0 0 0,-38-14 0 0 0,43 13 0 0 0,-23-13 0 0 0,16 5 0 0 0,1-3 0 0 0,4-1 0 0 0,7-3 0 0 0,4-3 0 0 0,-2 18 0 0 0,1 0 0 0 0,-1 0 0 0 0,0 0 0 0 0,1 0 0 0 0,-1 0 0 0 0,1 0 0 0 0,0 0 0 0 0,0 1 0 0 0,-1-1 0 0 0,1 0 0 0 0,0 1 0 0 0,0-1 0 0 0,1 0 0 0 0,-1 1 0 0 0,0-1 0 0 0,0 1 0 0 0,1 0 0 0 0,-1-1 0 0 0,1 1 0 0 0,3-2 0 0 0,1-1 0 0 0,50-35-3314 0 0,26 5-8131 0 0,-7 3 3819 0 0,-38 13 1194 0 0,-17 7 3638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01.499"/>
    </inkml:context>
    <inkml:brush xml:id="br0">
      <inkml:brushProperty name="width" value="0.025" units="cm"/>
      <inkml:brushProperty name="height" value="0.025" units="cm"/>
      <inkml:brushProperty name="color" value="#008C3A"/>
    </inkml:brush>
  </inkml:definitions>
  <inkml:trace contextRef="#ctx0" brushRef="#br0">1 36 7269 0 0,'0'0'18651'0'0,"7"-3"-17538"0"0,5-1-1107 0 0,0 1 0 0 0,1 0 0 0 0,-1 1-1 0 0,0 0 1 0 0,1 1 0 0 0,-1 1 0 0 0,23 1 0 0 0,20-1-2595 0 0,81-15-16890 0 0,-116 12 16575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01.918"/>
    </inkml:context>
    <inkml:brush xml:id="br0">
      <inkml:brushProperty name="width" value="0.025" units="cm"/>
      <inkml:brushProperty name="height" value="0.025" units="cm"/>
      <inkml:brushProperty name="color" value="#008C3A"/>
    </inkml:brush>
  </inkml:definitions>
  <inkml:trace contextRef="#ctx0" brushRef="#br0">135 1 7329 0 0,'0'0'13150'0'0,"2"6"-11744"0"0,1 10-605 0 0,0 0 1 0 0,0-1-1 0 0,-2 1 1 0 0,0 0-1 0 0,-1 0 1 0 0,0 0-1 0 0,-3 18 0 0 0,-24 122 2317 0 0,19-117-2761 0 0,3-12-500 0 0,-28 117-3372 0 0,7-76-4532 0 0,-10-6-7767 0 0,27-52 13014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02.841"/>
    </inkml:context>
    <inkml:brush xml:id="br0">
      <inkml:brushProperty name="width" value="0.025" units="cm"/>
      <inkml:brushProperty name="height" value="0.025" units="cm"/>
      <inkml:brushProperty name="color" value="#008C3A"/>
    </inkml:brush>
  </inkml:definitions>
  <inkml:trace contextRef="#ctx0" brushRef="#br0">472 5 4236 0 0,'0'0'1481'0'0,"12"-5"865"0"0,-4 7 3563 0 0,-4 1-5464 0 0,-1-1 0 0 0,1 1-1 0 0,-1 0 1 0 0,0 0 0 0 0,0 0 0 0 0,0 1 0 0 0,-1-1-1 0 0,1 0 1 0 0,-1 1 0 0 0,0 0 0 0 0,0 0 0 0 0,0 0 0 0 0,0 0-1 0 0,-1 0 1 0 0,1 0 0 0 0,-1 0 0 0 0,0 0 0 0 0,0 7-1 0 0,0 4 176 0 0,-1 0 0 0 0,-1-1-1 0 0,0 1 1 0 0,-1-1 0 0 0,0 1-1 0 0,-1-1 1 0 0,-1 0 0 0 0,0 0-1 0 0,-7 16 1 0 0,0-8-101 0 0,-1 0 0 0 0,0 0 0 0 0,-2-1-1 0 0,-28 35 1 0 0,11-17-39 0 0,21-24-451 0 0,-2-1 0 0 0,1 0 0 0 0,-15 12 0 0 0,24-25-215 0 0,3 1-220 0 0,-1-1 234 0 0,0 0 1 0 0,1 1-1 0 0,-1-1 1 0 0,1 1-1 0 0,0-1 1 0 0,-1 0-1 0 0,1 0 1 0 0,0 1-1 0 0,0-1 1 0 0,0 0-1 0 0,0 0 1 0 0,0 0-1 0 0,0 0 0 0 0,0 0 1 0 0,0 0-1 0 0,0 0 1 0 0,0-1-1 0 0,0 1 1 0 0,1 0-1 0 0,-1 0 1 0 0,0-1-1 0 0,1 1 1 0 0,-1-1-1 0 0,0 1 0 0 0,1-1 1 0 0,-1 0-1 0 0,1 0 1 0 0,-1 1-1 0 0,1-1 1 0 0,-1 0-1 0 0,3-1 1 0 0,65 2-1725 0 0,-44-2 1200 0 0,82 5-492 0 0,-107-4 1199 0 0,0 0 1 0 0,0 0 0 0 0,1 0-1 0 0,-1 0 1 0 0,0 1-1 0 0,1-1 1 0 0,-1 0 0 0 0,0 0-1 0 0,0 0 1 0 0,0 0 0 0 0,1 1-1 0 0,-1-1 1 0 0,0 0-1 0 0,0 0 1 0 0,0 1 0 0 0,1-1-1 0 0,-1 0 1 0 0,0 0 0 0 0,0 1-1 0 0,0-1 1 0 0,0 0-1 0 0,0 0 1 0 0,0 1 0 0 0,1-1-1 0 0,-1 0 1 0 0,0 0 0 0 0,0 1-1 0 0,0-1 1 0 0,0 0-1 0 0,0 1 1 0 0,0-1 0 0 0,0 0-1 0 0,0 0 1 0 0,0 1 0 0 0,-1-1-1 0 0,1 0 1 0 0,0 1-1 0 0,0-1 1 0 0,0 0 0 0 0,0 0-1 0 0,0 1 1 0 0,0-1 0 0 0,0 0-1 0 0,-1 0 1 0 0,1 1-1 0 0,-8 7 212 0 0,-1 0 0 0 0,0 0-1 0 0,-1-1 1 0 0,1 0 0 0 0,-1-1 0 0 0,-17 8-1 0 0,-77 30 1716 0 0,47-21-1032 0 0,-172 72 4501 0 0,226-94-5108 0 0,0 0-148 0 0,-13 0-127 0 0,-6-7-24 0 0,0-8 0 0 0,19 5 0 0 0,2 7 0 0 0,-4-11 0 0 0,1 0 0 0 0,0 0 0 0 0,1 0 0 0 0,0-1 0 0 0,1 1 0 0 0,0-1 0 0 0,1 1 0 0 0,1-1 0 0 0,0 0 0 0 0,1 1 0 0 0,3-15 0 0 0,-2-19 0 0 0,29-293 0 0 0,-24 301-11 0 0,-7 38-345 0 0,-5 50-29301 0 0,3-31 27014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03.833"/>
    </inkml:context>
    <inkml:brush xml:id="br0">
      <inkml:brushProperty name="width" value="0.025" units="cm"/>
      <inkml:brushProperty name="height" value="0.025" units="cm"/>
      <inkml:brushProperty name="color" value="#008C3A"/>
    </inkml:brush>
  </inkml:definitions>
  <inkml:trace contextRef="#ctx0" brushRef="#br0">829 224 5004 0 0,'0'0'14314'0'0,"7"-3"-13407"0"0,25-11 452 0 0,-1-2 0 0 0,-1-2 0 0 0,34-24 1 0 0,56-34-109 0 0,-35 28-1749 0 0,-84 47 425 0 0,5-2-18 0 0,-6 3 87 0 0,0 0 0 0 0,-1 0 0 0 0,1 0 0 0 0,0 0 0 0 0,0 0 0 0 0,0 0 0 0 0,0 0 0 0 0,0 0 1 0 0,0 0-1 0 0,0 0 0 0 0,0 0 0 0 0,0 0 0 0 0,0 0 0 0 0,-1 0 0 0 0,1 0 0 0 0,0 0 0 0 0,0-1 0 0 0,0 1 0 0 0,0 0 0 0 0,0 0 0 0 0,0 0 0 0 0,0 0 0 0 0,0 0 0 0 0,0 0 0 0 0,0 0 1 0 0,0 0-1 0 0,0 0 0 0 0,0 0 0 0 0,0 0 0 0 0,0 0 0 0 0,0 0 0 0 0,-1 0 0 0 0,1 0 0 0 0,0-1 0 0 0,0 1 0 0 0,0 0 0 0 0,0 0 0 0 0,0 0 0 0 0,0 0 0 0 0,0 0 0 0 0,0 0 0 0 0,0 0 0 0 0,0 0 1 0 0,0 0-1 0 0,0 0 0 0 0,0-1 0 0 0,0 1 0 0 0,-408 102 6709 0 0,344-86-6705 0 0,29-7 0 0 0,5-2 0 0 0,-8 1 0 0 0,5-2 0 0 0,10-2 0 0 0,1-3 0 0 0,2 2 0 0 0,0-2 0 0 0,-5-4 0 0 0,3-1 0 0 0,5-2 0 0 0,5-1 0 0 0,10 6-62 0 0,0 0 0 0 0,0 0 0 0 0,1 1 0 0 0,-1-1 0 0 0,1 0 0 0 0,-1 0 0 0 0,1-1 0 0 0,-1 1 1 0 0,1 0-1 0 0,0 0 0 0 0,-1-1 0 0 0,1 1 0 0 0,0-1 0 0 0,0 1 0 0 0,0-1 0 0 0,0 0 0 0 0,0 1 0 0 0,0-1 0 0 0,1 0 0 0 0,-1 1 0 0 0,1-1 0 0 0,-1 0 0 0 0,1 0 0 0 0,-1 0 0 0 0,1 0 1 0 0,0 1-1 0 0,0-1 0 0 0,0 0 0 0 0,0-3 0 0 0,1-2-102 0 0,-1 4 30 0 0,17-25-1007 0 0,-11 21 971 0 0,1 1 0 0 0,0 0-1 0 0,0 1 1 0 0,0-1 0 0 0,12-5 0 0 0,-17 10 138 0 0,1 0 14 0 0,8-3-10 0 0,-9 3 30 0 0,3 0 36 0 0,-5 1-32 0 0,1 0-1 0 0,0 0 1 0 0,0-1 0 0 0,0 1-1 0 0,0 0 1 0 0,0 0 0 0 0,0 0 0 0 0,-1 0-1 0 0,1 0 1 0 0,0 0 0 0 0,0 0-1 0 0,0 0 1 0 0,0 0 0 0 0,0 1-1 0 0,0-1 1 0 0,-1 0 0 0 0,1 1-1 0 0,0-1 1 0 0,1 1 0 0 0,0 3 98 0 0,1 0 1 0 0,-1 0 0 0 0,0 0-1 0 0,0 0 1 0 0,-1 1 0 0 0,1-1-1 0 0,-1 1 1 0 0,0-1 0 0 0,0 1 0 0 0,0 0-1 0 0,-1-1 1 0 0,0 1 0 0 0,0 0-1 0 0,0-1 1 0 0,0 1 0 0 0,-2 5-1 0 0,0 10 571 0 0,-2 0-1 0 0,-10 32 1 0 0,10-41-554 0 0,0 0 0 0 0,-1 0 0 0 0,0 0 0 0 0,-1 0 0 0 0,0-1 0 0 0,-1 0 0 0 0,0 0 0 0 0,0-1 1 0 0,-17 16-1 0 0,13-15-595 0 0,-1-1 1 0 0,0 0-1 0 0,0-1 1 0 0,-1 0-1 0 0,0-1 1 0 0,-1 0-1 0 0,-16 5 1 0 0,8-4-1460 0 0,0-2 0 0 0,0-1-1 0 0,0-1 1 0 0,-30 3 0 0 0,24-6-2173 0 0,0-1 1 0 0,-1-1-1 0 0,-28-4 0 0 0,20-2 1344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05.045"/>
    </inkml:context>
    <inkml:brush xml:id="br0">
      <inkml:brushProperty name="width" value="0.025" units="cm"/>
      <inkml:brushProperty name="height" value="0.025" units="cm"/>
      <inkml:brushProperty name="color" value="#008C3A"/>
    </inkml:brush>
  </inkml:definitions>
  <inkml:trace contextRef="#ctx0" brushRef="#br0">832 9 6501 0 0,'0'0'9751'0'0,"5"-7"-8714"0"0,-2 6 428 0 0,-3 7 7665 0 0,-42 230-4256 0 0,40-225-4871 0 0,1-2-1 0 0,-1 1 0 0 0,0-1-1 0 0,-1 0 1 0 0,-7 18-1 0 0,1-13-1 0 0,0 0-1 0 0,-1 0 1 0 0,-1-1-1 0 0,-12 13 1 0 0,12-15 0 0 0,-1-3 0 0 0,0-2 0 0 0,-7-5 0 0 0,-3-10 0 0 0,12-4 0 0 0,7 8-134 0 0,0 0-1 0 0,1-1 1 0 0,0 1-1 0 0,0-1 1 0 0,0 1 0 0 0,-2-12-1 0 0,1 0-201 0 0,-17-35-1087 0 0,18 50 1599 0 0,-2 6-42 0 0,-39 46 718 0 0,16-10 43 0 0,-1 1-373 0 0,5-9-401 0 0,12-17-121 0 0,-1-2 0 0 0,2-1 0 0 0,3-1 0 0 0,-2-2 0 0 0,-1 1 0 0 0,10-9 0 0 0,0-1 0 0 0,0 0 0 0 0,-1 1 0 0 0,1-1 0 0 0,0 0 0 0 0,0 1 0 0 0,0-1 0 0 0,-1 0 0 0 0,1 0 0 0 0,0 0 0 0 0,0 1 0 0 0,-1-1 0 0 0,1 0 0 0 0,0 0 0 0 0,-1 0 0 0 0,1 1 0 0 0,0-1 0 0 0,0 0 0 0 0,-1 0 0 0 0,1 0 0 0 0,0 0 0 0 0,-1 0 0 0 0,1 0 0 0 0,0 0 0 0 0,-1 0 0 0 0,1 0 0 0 0,0 0 0 0 0,-1 0 0 0 0,1 0 0 0 0,0 0 0 0 0,-1 0 0 0 0,1 0 0 0 0,0 0 0 0 0,-1 0 0 0 0,-15-18 0 0 0,10-1 0 0 0,-2-20 0 0 0,2-16 0 0 0,4 33 0 0 0,-1-10 0 0 0,2 29 0 0 0,-13-36 0 0 0,6 22 0 0 0,1 2 0 0 0,-4 2 0 0 0,-4 3 0 0 0,-4 4 0 0 0,-2 3 0 0 0,17 2 0 0 0,1 1 0 0 0,-1-1 0 0 0,0 1 0 0 0,1-1 0 0 0,-1 1 0 0 0,0 1 0 0 0,0-1 0 0 0,1 0 0 0 0,-1 1 0 0 0,0 0 0 0 0,1 0 0 0 0,-1 0 0 0 0,-6 3 0 0 0,-2 2 0 0 0,-7 0 0 0 0,0 2 0 0 0,1 0 0 0 0,0 1 0 0 0,0 1 0 0 0,1 1 0 0 0,-28 22 0 0 0,35-23 0 0 0,0 3 0 0 0,3 1 0 0 0,3 0 0 0 0,6 4 0 0 0,11-6 0 0 0,-7-9 4 0 0,1-1 0 0 0,-1 0 1 0 0,1 1-1 0 0,0-2 0 0 0,0 1 0 0 0,0-1 0 0 0,0 0 0 0 0,0-1 1 0 0,0 0-1 0 0,0 0 0 0 0,0 0 0 0 0,9-2 0 0 0,13-3-66 0 0,46-14 0 0 0,-44 11-99 0 0,-16 3-935 0 0,-1-1-1 0 0,1-1 0 0 0,-1 0 0 0 0,0-1 1 0 0,18-13-1 0 0,-3 2-2937 0 0,-17 11 1414 0 0,-2 0 0 0 0,1-1 0 0 0,-1 0 1 0 0,-1-1-1 0 0,0 0 0 0 0,11-14 0 0 0,-10 7-127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05.417"/>
    </inkml:context>
    <inkml:brush xml:id="br0">
      <inkml:brushProperty name="width" value="0.025" units="cm"/>
      <inkml:brushProperty name="height" value="0.025" units="cm"/>
      <inkml:brushProperty name="color" value="#008C3A"/>
    </inkml:brush>
  </inkml:definitions>
  <inkml:trace contextRef="#ctx0" brushRef="#br0">1 31 5845 0 0,'0'0'17854'0'0,"11"-2"-17033"0"0,52-7-194 0 0,27-3-138 0 0,-27 6-3789 0 0,-10 5-3552 0 0,-1 5-5100 0 0,-29-1 9256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16.848"/>
    </inkml:context>
    <inkml:brush xml:id="br0">
      <inkml:brushProperty name="width" value="0.025" units="cm"/>
      <inkml:brushProperty name="height" value="0.025" units="cm"/>
      <inkml:brushProperty name="color" value="#008C3A"/>
    </inkml:brush>
  </inkml:definitions>
  <inkml:trace contextRef="#ctx0" brushRef="#br0">1702 585 5713 0 0,'52'-25'5196'0'0,"82"-29"1"0"0,-7 5-1704 0 0,25-27-1493 0 0,181-122 0 0 0,-301 174-1709 0 0,-18 10-119 0 0,-19 12 267 0 0,-27 11 269 0 0,23-6-835 0 0,-541 125 4024 0 0,434-109-2635 0 0,0-6 1 0 0,-204-3 0 0 0,288-11-1263 0 0,14 1 0 0 0,-1 0 0 0 0,1-2 0 0 0,0 0 0 0 0,-1-1 0 0 0,-27-9 0 0 0,28 5 0 0 0,-1-3 0 0 0,2-2 0 0 0,4 0 0 0 0,5-3 0 0 0,1 1 0 0 0,4-1 0 0 0,1-1 0 0 0,2-4 0 0 0,0 16-55 0 0,1 1 1 0 0,-1 0-1 0 0,1-1 0 0 0,-1 1 1 0 0,1 0-1 0 0,0 0 0 0 0,0-1 1 0 0,0 1-1 0 0,1 0 0 0 0,-1 0 1 0 0,1 0-1 0 0,0 0 0 0 0,0 0 1 0 0,0 1-1 0 0,2-4 0 0 0,1 1-89 0 0,-4 3 38 0 0,3-5-131 0 0,-4 5 229 0 0,-4 5-27 0 0,-24 23 215 0 0,7-5 65 0 0,-1-1 0 0 0,-1-2 0 0 0,0 0 0 0 0,-46 26 0 0 0,52-35-245 0 0,1 0 0 0 0,3 0 0 0 0,2-2 0 0 0,-3 0 0 0 0,2 0 0 0 0,0 0 0 0 0,-1 0 0 0 0,13-6 0 0 0,0-1 0 0 0,-1 0 0 0 0,1 0 0 0 0,0 0 0 0 0,0 1 0 0 0,0-1 0 0 0,0 0 0 0 0,0 0 0 0 0,-1 0 0 0 0,1 0 0 0 0,0 0 0 0 0,0 0 0 0 0,0 1 0 0 0,-1-1 0 0 0,1 0 0 0 0,0 0 0 0 0,0 0 0 0 0,0 0 0 0 0,-1 0 0 0 0,1 0 0 0 0,0 0 0 0 0,0 0 0 0 0,0 0 0 0 0,-1 0 0 0 0,1 0 0 0 0,0 0 0 0 0,0 0 0 0 0,0 0 0 0 0,-1 0 0 0 0,1 0 0 0 0,0 0 0 0 0,0 0 0 0 0,0 0 0 0 0,-1 0 0 0 0,1 0 0 0 0,0-1 0 0 0,0 1 0 0 0,0 0 0 0 0,-1 0 0 0 0,1 0 0 0 0,0 0 0 0 0,0 0 0 0 0,0 0 0 0 0,0-1 0 0 0,0 1 0 0 0,-1 0 0 0 0,1 0 0 0 0,0 0 0 0 0,0 0 0 0 0,0-1 0 0 0,0 1 0 0 0,1-27 0 0 0,6 7 0 0 0,1 7 0 0 0,-1-1 0 0 0,1 1 0 0 0,1-1 0 0 0,-2 2 0 0 0,14-23-259 0 0,-20 33 221 0 0,10-13-62 0 0,-1-4 114 0 0,-9 17 52 0 0,6-6 94 0 0,-32 35-3 0 0,14-14-157 0 0,-10 12 0 0 0,-46 45 0 0 0,-75 28 0 0 0,127-89 0 0 0,2-3 0 0 0,-3-6 0 0 0,0-16 0 0 0,12 0 0 0 0,9-103 0 0 0,3 61 0 0 0,5-8 0 0 0,-8 49 0 0 0,0 4 0 0 0,0 0 0 0 0,3 1 0 0 0,-5 8 0 0 0,-2 7 0 0 0,-10 29 0 0 0,-2-13 0 0 0,0-7 0 0 0,-4 8 0 0 0,11-17 0 0 0,-27 14 0 0 0,27-12 0 0 0,-32 12 0 0 0,19-12 0 0 0,-1 0 0 0 0,1-3 0 0 0,-8-4 0 0 0,1-3 0 0 0,5 0 0 0 0,5-4 0 0 0,1 0 0 0 0,2-2 0 0 0,2-1 0 0 0,2-1 0 0 0,-6-20-333 0 0,7 11-534 0 0,5 17 770 0 0,1 2-41 0 0,3 11-213 0 0,2 2 368 0 0,-1 1 1 0 0,1-1-1 0 0,-2 1 1 0 0,0 0-1 0 0,2 15 1 0 0,-1-5-132 0 0,0 0 170 0 0,-1 1 0 0 0,-1 0-1 0 0,-1-1 1 0 0,-1 1 0 0 0,-1 0-1 0 0,-4 29 1 0 0,3-39 18 0 0,0 1 0 0 0,-1-1 0 0 0,0 0 0 0 0,0 0 0 0 0,-1 0 0 0 0,-1 0 0 0 0,0-1 0 0 0,-1 0 0 0 0,0 0 0 0 0,-1 0 0 0 0,0-1-1 0 0,0 0 1 0 0,-1 0 0 0 0,-1 0 0 0 0,0-1 0 0 0,0-1 0 0 0,0 0 0 0 0,-16 11 0 0 0,5-8-74 0 0,11-7 0 0 0,-17 3 0 0 0,-3 3 0 0 0,20-8 0 0 0,-12-4 0 0 0,15 2 0 0 0,-1 0 0 0 0,1-1 0 0 0,0 0 0 0 0,-1 0 0 0 0,1-1 0 0 0,0 0 0 0 0,0 0 0 0 0,-1 0 0 0 0,1-1 0 0 0,1 1 0 0 0,-1-2 0 0 0,0 1 0 0 0,1-1 0 0 0,0 1 0 0 0,0-1 0 0 0,0-1 0 0 0,0 1 0 0 0,1-1 0 0 0,-8-8 0 0 0,7 3 0 0 0,-1 1 0 0 0,1-1 0 0 0,0 0 0 0 0,1 0 0 0 0,0 0 0 0 0,1-1 0 0 0,0 0 0 0 0,-2-16 0 0 0,4 15-459 0 0,0-1 0 0 0,0 1 0 0 0,1 0 0 0 0,1 0 1 0 0,0-1-1 0 0,1 1 0 0 0,0 0 0 0 0,1 0 0 0 0,0 0 0 0 0,1 1 0 0 0,0-1 0 0 0,1 1 0 0 0,0 0 0 0 0,1 0 1 0 0,11-17-1 0 0,1 5-1113 0 0,0 0 1 0 0,2 2-1 0 0,0 0 1 0 0,1 1 0 0 0,36-26-1 0 0,1-1-9179 0 0,-42 32 7806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17.190"/>
    </inkml:context>
    <inkml:brush xml:id="br0">
      <inkml:brushProperty name="width" value="0.025" units="cm"/>
      <inkml:brushProperty name="height" value="0.025" units="cm"/>
      <inkml:brushProperty name="color" value="#008C3A"/>
    </inkml:brush>
  </inkml:definitions>
  <inkml:trace contextRef="#ctx0" brushRef="#br0">15 11 9501 0 0,'0'0'2779'0'0,"-9"-8"2969"0"0,3 5-2123 0 0,7 5-408 0 0,18 29-7120 0 0,6 29-12444 0 0,-20-45 13587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17.528"/>
    </inkml:context>
    <inkml:brush xml:id="br0">
      <inkml:brushProperty name="width" value="0.025" units="cm"/>
      <inkml:brushProperty name="height" value="0.025" units="cm"/>
      <inkml:brushProperty name="color" value="#008C3A"/>
    </inkml:brush>
  </inkml:definitions>
  <inkml:trace contextRef="#ctx0" brushRef="#br0">1 52 6665 0 0,'0'0'5157'0'0,"3"3"-2989"0"0,0-1-1576 0 0,1 0 0 0 0,0 0-1 0 0,-1 0 1 0 0,1 0 0 0 0,0-1 0 0 0,0 1 0 0 0,0-1 0 0 0,0 0-1 0 0,6 1 1 0 0,47 0 1521 0 0,-26-4-3852 0 0,49-11 1 0 0,-68 10-483 0 0,-1-1 0 0 0,1 0 0 0 0,-1 0 0 0 0,0-1 0 0 0,0-1 0 0 0,20-13 1 0 0,-13 6-474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17.877"/>
    </inkml:context>
    <inkml:brush xml:id="br0">
      <inkml:brushProperty name="width" value="0.025" units="cm"/>
      <inkml:brushProperty name="height" value="0.025" units="cm"/>
      <inkml:brushProperty name="color" value="#008C3A"/>
    </inkml:brush>
  </inkml:definitions>
  <inkml:trace contextRef="#ctx0" brushRef="#br0">2 109 8149 0 0,'-1'-2'4135'0'0,"0"-6"-1891"0"0,2 5 2972 0 0,3-1-4489 0 0,-1 1 0 0 0,0 0 0 0 0,1-1 0 0 0,0 2 0 0 0,-1-1 0 0 0,1 0 1 0 0,0 1-1 0 0,0 0 0 0 0,1 0 0 0 0,-1 0 0 0 0,0 0 0 0 0,1 1 0 0 0,4-2 0 0 0,75-13 130 0 0,-28 6-3635 0 0,-29 3-544 0 0,8-2-4984 0 0,-8-1-3225 0 0,-10 3 8672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18.219"/>
    </inkml:context>
    <inkml:brush xml:id="br0">
      <inkml:brushProperty name="width" value="0.025" units="cm"/>
      <inkml:brushProperty name="height" value="0.025" units="cm"/>
      <inkml:brushProperty name="color" value="#008C3A"/>
    </inkml:brush>
  </inkml:definitions>
  <inkml:trace contextRef="#ctx0" brushRef="#br0">30 25 8557 0 0,'0'0'3228'0'0,"-8"-11"8761"0"0,3-3-11485 0 0,-11 43-22594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08.462"/>
    </inkml:context>
    <inkml:brush xml:id="br0">
      <inkml:brushProperty name="width" value="0.025" units="cm"/>
      <inkml:brushProperty name="height" value="0.025" units="cm"/>
      <inkml:brushProperty name="color" value="#008C3A"/>
    </inkml:brush>
  </inkml:definitions>
  <inkml:trace contextRef="#ctx0" brushRef="#br0">887 27 3520 0 0,'0'0'1553'0'0,"3"-5"718"0"0,8-16 22790 0 0,-17 26-25003 0 0,4-3-39 0 0,0 0 0 0 0,0 0 0 0 0,0 0-1 0 0,1 0 1 0 0,-1 0 0 0 0,1 1 0 0 0,-1-1 0 0 0,1 0 0 0 0,0 1 0 0 0,0-1 0 0 0,0 1-1 0 0,0 0 1 0 0,1-1 0 0 0,-1 1 0 0 0,0 3 0 0 0,-25 74-17 0 0,17-48-2 0 0,-2 0 0 0 0,-22 45 0 0 0,30-71 0 0 0,0-1 0 0 0,-1 1 0 0 0,1-1 0 0 0,-1 0 0 0 0,0 0 0 0 0,-1 0 0 0 0,1-1 0 0 0,-1 0 0 0 0,0 1 0 0 0,0-2 0 0 0,0 1 0 0 0,0 0 0 0 0,-1-1 0 0 0,1 0 0 0 0,-1-1 0 0 0,0 1 0 0 0,0-1 0 0 0,-10 2 0 0 0,-4 5 0 0 0,19-9 0 0 0,-36 4 0 0 0,10-4-131 0 0,24 0-135 0 0,-24-17-2377 0 0,26 14 2329 0 0,1-1 0 0 0,-1 1 0 0 0,1 0 0 0 0,0-1 0 0 0,0 1 0 0 0,0 0 0 0 0,0-1 0 0 0,1 1 0 0 0,-1 0 0 0 0,1-1 0 0 0,0 1 1 0 0,2-5-1 0 0,16-39-2203 0 0,-18 45 2385 0 0,2-2 286 0 0,0 0-1 0 0,0-1 0 0 0,0 0 0 0 0,-1 0 1 0 0,4-9-1 0 0,-6 12 1764 0 0,-3 6-1604 0 0,-34 27 534 0 0,-2-1 1 0 0,0-3-1 0 0,-57 31 1 0 0,-141 54 2382 0 0,228-108-3230 0 0,-26 6 0 0 0,18-8 0 0 0,-25-7-2491 0 0,39 3 1635 0 0,-1 1-1 0 0,1-1 1 0 0,0 0 0 0 0,0 0 0 0 0,0 0-1 0 0,0 0 1 0 0,0 0 0 0 0,0-1-1 0 0,0 1 1 0 0,1-1 0 0 0,-1 0 0 0 0,1 0-1 0 0,0 0 1 0 0,0 0 0 0 0,-2-4 0 0 0,-5-6-1650 0 0,2 2-2998 0 0,2-5 3163 0 0,3 9 5 0 0,2 6-469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09.673"/>
    </inkml:context>
    <inkml:brush xml:id="br0">
      <inkml:brushProperty name="width" value="0.025" units="cm"/>
      <inkml:brushProperty name="height" value="0.025" units="cm"/>
      <inkml:brushProperty name="color" value="#008C3A"/>
    </inkml:brush>
  </inkml:definitions>
  <inkml:trace contextRef="#ctx0" brushRef="#br0">141 699 5629 0 0,'0'0'6909'0'0,"6"0"-5889"0"0,6-3-438 0 0,0-1-1 0 0,0 1 1 0 0,0-2-1 0 0,0 1 1 0 0,-1-2 0 0 0,0 0-1 0 0,0 0 1 0 0,-1-1-1 0 0,1 0 1 0 0,10-10 0 0 0,100-101 1414 0 0,-63 58-1599 0 0,192-200-1486 0 0,-205 218 846 0 0,-44 41 237 0 0,-1 1 6 0 0,0-1 0 0 0,0 1-1 0 0,0 0 1 0 0,0-1 0 0 0,0 1-1 0 0,0 0 1 0 0,1 0 0 0 0,-1-1 0 0 0,0 1-1 0 0,0 0 1 0 0,0 0 0 0 0,0-1-1 0 0,1 1 1 0 0,-1 0 0 0 0,0 0-1 0 0,0 0 1 0 0,0-1 0 0 0,1 1 0 0 0,-1 0-1 0 0,0 0 1 0 0,0 0 0 0 0,1 0-1 0 0,-1-1 1 0 0,0 1 0 0 0,0 0-1 0 0,1 0 1 0 0,-1 0 0 0 0,0 0-1 0 0,0 0 1 0 0,1 0 0 0 0,-1 0 0 0 0,0 0-1 0 0,1 0 1 0 0,-1 0 0 0 0,0 0-1 0 0,1 0 1 0 0,-1 0 0 0 0,0 0-1 0 0,0 0 1 0 0,1 0 0 0 0,-1 0 0 0 0,0 1-1 0 0,0-1 1 0 0,1 0 0 0 0,-1 0-1 0 0,0 0 1 0 0,0 0 0 0 0,1 0-1 0 0,-1 1 1 0 0,1-1 13 0 0,-1 0-1 0 0,1 1 1 0 0,0-1-1 0 0,-1 0 1 0 0,1 1-1 0 0,-1-1 1 0 0,1 1 0 0 0,-1-1-1 0 0,1 1 1 0 0,-1-1-1 0 0,1 1 1 0 0,-1-1-1 0 0,1 1 1 0 0,-1-1-1 0 0,0 1 1 0 0,1 0 0 0 0,-1-1-1 0 0,0 1 1 0 0,1 0-1 0 0,-1-1 1 0 0,0 1-1 0 0,0 0 1 0 0,0-1 0 0 0,0 1-1 0 0,0 1 1 0 0,-8 49 319 0 0,-3-1 1 0 0,-24 67-1 0 0,32-110-303 0 0,0 1 0 0 0,-1-1 0 0 0,0 0 0 0 0,-1-1 0 0 0,1 1 0 0 0,-1-1 0 0 0,-1 0 0 0 0,1 0 0 0 0,-1-1 0 0 0,0 1 0 0 0,0-1 0 0 0,0-1 0 0 0,-1 1 0 0 0,-10 5 0 0 0,-16 7 869 0 0,-64 24 0 0 0,62-28-97 0 0,-121 43 2121 0 0,153-55-2857 0 0,-22-3-756 0 0,24 1 587 0 0,0-1 0 0 0,0 1 0 0 0,0-1 0 0 0,0 1 0 0 0,0-1 0 0 0,0 0 0 0 0,0 1 0 0 0,1-1 0 0 0,-1 0 0 0 0,0 0 0 0 0,1 1 0 0 0,0-1 0 0 0,-1 0 0 0 0,1 0 0 0 0,0 0 0 0 0,0 0 0 0 0,0 0 0 0 0,0 1 0 0 0,1-4 0 0 0,0-2-229 0 0,1 0 0 0 0,0-1-1 0 0,0 1 1 0 0,0 0 0 0 0,4-7 0 0 0,3-3-311 0 0,0 0-1 0 0,2 0 1 0 0,15-20-1 0 0,-11 21 322 0 0,-9 9 275 0 0,0 1 1 0 0,-1-1 0 0 0,0 0-1 0 0,8-15 1990 0 0,-18 27-1642 0 0,-55 48 913 0 0,-207 170 7621 0 0,254-214-8834 0 0,0-2 0 0 0,0-5 0 0 0,-4-18 0 0 0,14 12 0 0 0,2 3 0 0 0,1 0 0 0 0,-1-1 0 0 0,0 0 0 0 0,0 1 0 0 0,1-1 0 0 0,-1 1 0 0 0,1-1 0 0 0,-1 0 0 0 0,1 1 0 0 0,0-1 0 0 0,0 0 0 0 0,0 1 0 0 0,0-1 0 0 0,0 0 0 0 0,0 1 0 0 0,0-3 0 0 0,0-18 0 0 0,1-35 0 0 0,4 1 0 0 0,1 0 0 0 0,3 1 0 0 0,3-1 0 0 0,2 2 0 0 0,2 0 0 0 0,25-56 0 0 0,-30 89-2924 0 0,-6 13-1439 0 0,1-1 0 0 0,1 1 0 0 0,0 0 0 0 0,9-9 0 0 0,4 0-753 0 0,-18 15 2364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10.017"/>
    </inkml:context>
    <inkml:brush xml:id="br0">
      <inkml:brushProperty name="width" value="0.025" units="cm"/>
      <inkml:brushProperty name="height" value="0.025" units="cm"/>
      <inkml:brushProperty name="color" value="#008C3A"/>
    </inkml:brush>
  </inkml:definitions>
  <inkml:trace contextRef="#ctx0" brushRef="#br0">3 47 9133 0 0,'0'-1'3884'0'0,"-3"-9"-1773"0"0,3 6 2800 0 0,6-18 3194 0 0,3 14-7798 0 0,-8 7-407 0 0,2 1-2650 0 0,22 3-15585 0 0,-20-2 14057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10.351"/>
    </inkml:context>
    <inkml:brush xml:id="br0">
      <inkml:brushProperty name="width" value="0.025" units="cm"/>
      <inkml:brushProperty name="height" value="0.025" units="cm"/>
      <inkml:brushProperty name="color" value="#008C3A"/>
    </inkml:brush>
  </inkml:definitions>
  <inkml:trace contextRef="#ctx0" brushRef="#br0">1 36 7349 0 0,'0'0'2897'0'0,"14"-8"4287"0"0,59-8 2204 0 0,-21 10-7811 0 0,-9 4-4950 0 0,-4 1-5588 0 0,-35 1 4667 0 0,4-2 1884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10.699"/>
    </inkml:context>
    <inkml:brush xml:id="br0">
      <inkml:brushProperty name="width" value="0.025" units="cm"/>
      <inkml:brushProperty name="height" value="0.025" units="cm"/>
      <inkml:brushProperty name="color" value="#008C3A"/>
    </inkml:brush>
  </inkml:definitions>
  <inkml:trace contextRef="#ctx0" brushRef="#br0">1 50 6369 0 0,'0'0'2488'0'0,"17"-10"-268"0"0,-4 4-224 0 0,5 2-264 0 0,-1 1-280 0 0,1-2-315 0 0,0 1-561 0 0,2 2-456 0 0,-2-1-344 0 0,4 1-616 0 0,-2 2-593 0 0,1-1-2439 0 0,-6-2 476 0 0,0 2 331 0 0,16-4-2147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11.928"/>
    </inkml:context>
    <inkml:brush xml:id="br0">
      <inkml:brushProperty name="width" value="0.025" units="cm"/>
      <inkml:brushProperty name="height" value="0.025" units="cm"/>
      <inkml:brushProperty name="color" value="#008C3A"/>
    </inkml:brush>
  </inkml:definitions>
  <inkml:trace contextRef="#ctx0" brushRef="#br0">1001 17 7697 0 0,'9'-16'8618'0'0,"-14"16"-1605"0"0,-26 25-1018 0 0,23-18-6825 0 0,-6 5 1364 0 0,0 0 0 0 0,1 0 1 0 0,1 2-1 0 0,0 0 0 0 0,1 0 0 0 0,1 1 1 0 0,-10 16-1 0 0,14-19-534 0 0,2 3 0 0 0,4-13-58 0 0,-1 1 0 0 0,1-1 1 0 0,0 1-1 0 0,0-1 0 0 0,0 1 0 0 0,0-1 1 0 0,1 1-1 0 0,-1-1 0 0 0,1 0 0 0 0,0 1 1 0 0,-1-1-1 0 0,1 1 0 0 0,0-1 0 0 0,0 0 0 0 0,0 0 1 0 0,1 1-1 0 0,-1-1 0 0 0,1 0 0 0 0,-1 0 1 0 0,1 0-1 0 0,-1-1 0 0 0,1 1 0 0 0,0 0 0 0 0,0-1 1 0 0,0 1-1 0 0,3 1 0 0 0,-3-2-62 0 0,10 7-930 0 0,1 0 0 0 0,1-1 0 0 0,-1-1-1 0 0,1 0 1 0 0,0-1 0 0 0,1 0 0 0 0,-1-1 0 0 0,21 2 0 0 0,-33-5 1080 0 0,8 2 151 0 0,-10-3-143 0 0,0 0-1 0 0,0 0 1 0 0,1 0 0 0 0,-1 0 0 0 0,0 0 0 0 0,0 0-1 0 0,0 0 1 0 0,1 0 0 0 0,-1 0 0 0 0,0 0-1 0 0,0 0 1 0 0,0 0 0 0 0,0 0 0 0 0,1 1 0 0 0,-1-1-1 0 0,0 0 1 0 0,0 0 0 0 0,0 0 0 0 0,1 0-1 0 0,-1 0 1 0 0,0 0 0 0 0,0 1 0 0 0,0-1 0 0 0,0 0-1 0 0,0 0 1 0 0,0 0 0 0 0,1 0 0 0 0,-1 1-1 0 0,0-1 1 0 0,0 0 0 0 0,0 0 0 0 0,0 0 0 0 0,0 1-1 0 0,0-1 1 0 0,0 0 0 0 0,0 0 0 0 0,0 0-1 0 0,0 1 1 0 0,0-1 0 0 0,0 0 0 0 0,0 0 0 0 0,0 0-1 0 0,0 1 1 0 0,0-1 0 0 0,0 0 0 0 0,0 0-1 0 0,0 0 1 0 0,0 1 0 0 0,0-1 0 0 0,0 0 0 0 0,-27 14 852 0 0,0 0 1 0 0,-1-2-1 0 0,0-2 1 0 0,-1 0-1 0 0,0-2 1 0 0,-35 6-1 0 0,-14 4 744 0 0,33-5-1292 0 0,6-1 50 0 0,-73 10 0 0 0,94-19-392 0 0,-2-1 0 0 0,-2-2 0 0 0,1-5 0 0 0,8-4 0 0 0,6-6 0 0 0,5 0 0 0 0,2 10-230 0 0,0-1 0 0 0,0 1-1 0 0,1 0 1 0 0,0 0 0 0 0,0 0 0 0 0,0 0 0 0 0,1 0 0 0 0,-1 0-1 0 0,1 0 1 0 0,0 1 0 0 0,1-1 0 0 0,-1 0 0 0 0,6-6-1 0 0,6-13-828 0 0,-8 13 397 0 0,0 2 1 0 0,1-1 0 0 0,12-14-1 0 0,4-3-532 0 0,-23 26 1093 0 0,36-16-585 0 0,-32 15 663 0 0,40 10-167 0 0,-40-7 221 0 0,0 0 1 0 0,0 0-1 0 0,0 1 0 0 0,0 0 1 0 0,0 0-1 0 0,0 0 0 0 0,0 0 1 0 0,3 3-1 0 0,-5-4 70 0 0,-3 2-30 0 0,0 0 0 0 0,1 0 0 0 0,-1 0 0 0 0,0 0 0 0 0,-1 0 0 0 0,1 0 0 0 0,0-1 0 0 0,-1 1 0 0 0,0 0 0 0 0,1-1 0 0 0,-1 1 1 0 0,0-1-1 0 0,0 0 0 0 0,0 0 0 0 0,-1 1 0 0 0,1-1 0 0 0,0-1 0 0 0,-4 3 0 0 0,-57 35 1031 0 0,40-26-687 0 0,-41 26 102 0 0,-1 3 1268 0 0,-2-2 0 0 0,-127 53 0 0 0,169-82-1785 0 0,11-9 0 0 0,1 0 0 0 0,-7-1 0 0 0,-4-7 0 0 0,-1-8 0 0 0,22 5 0 0 0,3 7 0 0 0,-4-5 0 0 0,1-1 0 0 0,0 1 0 0 0,0-1 0 0 0,1 1 0 0 0,0-1 0 0 0,0 0 0 0 0,1 1 0 0 0,0-1 0 0 0,0 0 0 0 0,1 0 0 0 0,1-15 0 0 0,2 5 0 0 0,1 0 0 0 0,0 0 0 0 0,9-21 0 0 0,-11 32 0 0 0,30-64-2777 0 0,-19 50-803 0 0,0 1 0 0 0,31-36-1 0 0,-21 32-2051 0 0,42-35 0 0 0,-2 12 1925 0 0,-36 30 881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12.271"/>
    </inkml:context>
    <inkml:brush xml:id="br0">
      <inkml:brushProperty name="width" value="0.025" units="cm"/>
      <inkml:brushProperty name="height" value="0.025" units="cm"/>
      <inkml:brushProperty name="color" value="#008C3A"/>
    </inkml:brush>
  </inkml:definitions>
  <inkml:trace contextRef="#ctx0" brushRef="#br0">41 33 7557 0 0,'2'-11'6542'0'0,"-1"3"-3285"0"0,0-1-3158 0 0,-2 4-3865 0 0,-7 7-6898 0 0,-2 4 8026 0 0,2 1 5819 0 0,-9 5-5933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6:02.372"/>
    </inkml:context>
    <inkml:brush xml:id="br0">
      <inkml:brushProperty name="width" value="0.025" units="cm"/>
      <inkml:brushProperty name="height" value="0.025" units="cm"/>
      <inkml:brushProperty name="color" value="#008C3A"/>
    </inkml:brush>
  </inkml:definitions>
  <inkml:trace contextRef="#ctx0" brushRef="#br0">574 42 6337 0 0,'0'0'6123'0'0,"0"-1"-3226"0"0,0-12-2994 0 0,1 6 13231 0 0,-1-1-12939 0 0,6-2 3930 0 0,11 12-4072 0 0,7 11-53 0 0,-8-5 0 0 0,-4 2 0 0 0,5 4 0 0 0,-13-11 0 0 0,0 1 0 0 0,1 0 0 0 0,-1 0 0 0 0,-1 1 0 0 0,1-1 0 0 0,-1 1 0 0 0,3 5 0 0 0,2 3 0 0 0,3 7 0 0 0,-8-11 0 0 0,-2 8 0 0 0,-1 0 0 0 0,-1-10 0 0 0,1 0 0 0 0,-1 1 0 0 0,-1-1 0 0 0,0 0 0 0 0,1 0 0 0 0,-2-1 0 0 0,1 1 0 0 0,-1 0 0 0 0,0-1 0 0 0,-1 0 0 0 0,-7 11 0 0 0,6-9 0 0 0,1-1 0 0 0,0-1 0 0 0,-1 0 0 0 0,0 0 0 0 0,1-1 0 0 0,-2 1 0 0 0,1-1 0 0 0,-8 6 0 0 0,-76 39 0 0 0,71-42 0 0 0,3-1 0 0 0,-2-4 0 0 0,-4-2 0 0 0,0-7 0 0 0,8-6 0 0 0,3-2 0 0 0,9 13 0 0 0,0 0 0 0 0,0 0 0 0 0,0-1 0 0 0,0 1 0 0 0,0 0 0 0 0,0-1 0 0 0,0 1 0 0 0,0-1 0 0 0,1 1 0 0 0,-1-1 0 0 0,0 1 0 0 0,1-1 0 0 0,-1 0 0 0 0,1 1 0 0 0,0-1 0 0 0,0 0 0 0 0,0 1 0 0 0,0-3 0 0 0,-2-20 0 0 0,0-25 0 0 0,6-63 0 0 0,-1 35 0 0 0,-1 59 0 0 0,-1 2 0 0 0,0-2 0 0 0,-1 18 0 0 0,0-1 0 0 0,1 1 0 0 0,-1 0 0 0 0,0 0 0 0 0,0 0 0 0 0,0 0 0 0 0,0-1 0 0 0,0 1 0 0 0,0 0 0 0 0,1 0 0 0 0,-1 0 0 0 0,0-1 0 0 0,0 1 0 0 0,0 0 0 0 0,0 0 0 0 0,0 0 0 0 0,0-1 0 0 0,0 1 0 0 0,0 0 0 0 0,0 0 0 0 0,0-1 0 0 0,0 1 0 0 0,0 0 0 0 0,0 0 0 0 0,0 0 0 0 0,0-1 0 0 0,0 1 0 0 0,0 0 0 0 0,0 0 0 0 0,0-1 0 0 0,0 1 0 0 0,-1 0 0 0 0,1 0 0 0 0,0 0 0 0 0,0 0 0 0 0,0-1 0 0 0,0 1 0 0 0,0 0 0 0 0,-1 0 0 0 0,1 0 0 0 0,0 0 0 0 0,0-1 0 0 0,0 1 0 0 0,0 0 0 0 0,-1 0 0 0 0,1 0 0 0 0,0 0 0 0 0,0 0 0 0 0,0 0 0 0 0,-1 0 0 0 0,1 0 0 0 0,0 0 0 0 0,-1-1 0 0 0,-11 29 0 0 0,7-14 0 0 0,0 0 0 0 0,1 0 0 0 0,1 0 0 0 0,1 0 0 0 0,-2 18 0 0 0,2-15 0 0 0,-13 146 0 0 0,15-159 0 0 0,-3 81 0 0 0,-1-54 0 0 0,-2 1 0 0 0,-1-2 0 0 0,-2 1 0 0 0,-21 51 0 0 0,25-71 0 0 0,0-1 0 0 0,-1 1 0 0 0,0-1 0 0 0,0 0 0 0 0,-1 0 0 0 0,-1 0 0 0 0,-13 13 0 0 0,18-17 0 0 0,-3-1 0 0 0,-33 26 0 0 0,26-22 0 0 0,-2-2 0 0 0,-1-2 0 0 0,-3 0 0 0 0,-1-5 0 0 0,-2-5 0 0 0,17 4 0 0 0,0-1 0 0 0,0 0 0 0 0,0 0 0 0 0,1-1 0 0 0,-1 1 0 0 0,1-1 0 0 0,-1 0 0 0 0,1 0 0 0 0,0 0 0 0 0,0-1 0 0 0,1 1 0 0 0,-1-1 0 0 0,1 0 0 0 0,-1 0 0 0 0,1-1 0 0 0,1 1 0 0 0,-1 0 0 0 0,0-1 0 0 0,-2-6 0 0 0,4 8 0 0 0,-2-7-334 0 0,-1-1-1 0 0,1 1 1 0 0,1-1 0 0 0,0 0-1 0 0,0 0 1 0 0,1 0-1 0 0,1 0 1 0 0,0 0 0 0 0,0 0-1 0 0,1 0 1 0 0,0 0 0 0 0,1 0-1 0 0,7-21 1 0 0,-5 19-253 0 0,0 0 0 0 0,1 0 1 0 0,0 1-1 0 0,2 0 0 0 0,-1 0 0 0 0,1 1 0 0 0,1-1 1 0 0,0 2-1 0 0,0-1 0 0 0,1 1 0 0 0,12-10 1 0 0,62-47-14832 0 0,-63 53 12419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6:02.996"/>
    </inkml:context>
    <inkml:brush xml:id="br0">
      <inkml:brushProperty name="width" value="0.025" units="cm"/>
      <inkml:brushProperty name="height" value="0.025" units="cm"/>
      <inkml:brushProperty name="color" value="#008C3A"/>
    </inkml:brush>
  </inkml:definitions>
  <inkml:trace contextRef="#ctx0" brushRef="#br0">672 27 4532 0 0,'7'-7'1764'0'0,"13"-13"24635"0"0,-142 108-26318 0 0,-163 109-90 0 0,217-152-2557 0 0,37-24-559 0 0,-1 0 0 0 0,0-2 1 0 0,-42 17-1 0 0,24-22-11163 0 0,46-13 11506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6:08.227"/>
    </inkml:context>
    <inkml:brush xml:id="br0">
      <inkml:brushProperty name="width" value="0.025" units="cm"/>
      <inkml:brushProperty name="height" value="0.025" units="cm"/>
      <inkml:brushProperty name="color" value="#008C3A"/>
    </inkml:brush>
  </inkml:definitions>
  <inkml:trace contextRef="#ctx0" brushRef="#br0">28 71 5813 0 0,'0'0'23683'0'0,"-1"3"-23463"0"0,-1 5-350 0 0,2-8 190 0 0,-1 1 0 0 0,1-1 0 0 0,0 0 0 0 0,0 0 0 0 0,0 1-1 0 0,0-1 1 0 0,0 0 0 0 0,0 0 0 0 0,0 1 0 0 0,0-1 0 0 0,0 0 0 0 0,0 0 0 0 0,0 0-1 0 0,0 1 1 0 0,0-1 0 0 0,0 0 0 0 0,0 0 0 0 0,0 1 0 0 0,0-1 0 0 0,0 0 0 0 0,1 0-1 0 0,-1 0 1 0 0,0 1 0 0 0,0-1 0 0 0,0 0 0 0 0,0 0 0 0 0,0 0 0 0 0,1 1 0 0 0,-1-1 0 0 0,0 0-1 0 0,0 0 1 0 0,0 0 0 0 0,0 0 0 0 0,1 0 0 0 0,-1 1 0 0 0,0-1 0 0 0,0 0 0 0 0,0 0-1 0 0,1 0 1 0 0,-1 0 0 0 0,0 0 0 0 0,0 0 0 0 0,1 0 0 0 0,-1 0 0 0 0,0 0 0 0 0,0 0-1 0 0,1 0 1 0 0,-1 0 0 0 0,0 0 0 0 0,0 0 0 0 0,0 0 0 0 0,1 0 0 0 0,34-11-53 0 0,-21-1-7 0 0,-13 12 0 0 0,-1-1 0 0 0,0 1 0 0 0,1-1 0 0 0,-1 1 0 0 0,0 0 0 0 0,0-1 0 0 0,1 1 0 0 0,-1-1 0 0 0,0 1 0 0 0,0-1 0 0 0,0 1 0 0 0,0-1 0 0 0,0 1 0 0 0,0-1 0 0 0,1 1 0 0 0,-1-1 0 0 0,0 1 0 0 0,0-1 0 0 0,-1 1 0 0 0,1-1 0 0 0,0 1 0 0 0,0-1 0 0 0,0 1 0 0 0,0-1 0 0 0,0 1 0 0 0,-1-1 0 0 0,0 0 0 0 0,0 0 0 0 0,1 0 0 0 0,-1 1 0 0 0,0-1 0 0 0,0 0 0 0 0,0 1 0 0 0,-1-1 0 0 0,1 1 0 0 0,0-1 0 0 0,0 1 0 0 0,0 0 0 0 0,0-1 0 0 0,0 1 0 0 0,0 0 0 0 0,-1 0 0 0 0,1 0 0 0 0,0 0 0 0 0,-2 0 0 0 0,-23 11 0 0 0,12 0 0 0 0,4-2 0 0 0,3 3 0 0 0,6-12 0 0 0,-1 11 0 0 0,3-10 0 0 0,0 0 0 0 0,0 0 0 0 0,1-1 0 0 0,-1 1 0 0 0,0 0 0 0 0,0 0 0 0 0,0-1 0 0 0,0 1 0 0 0,1-1 0 0 0,-1 1 0 0 0,0-1 0 0 0,0 1 0 0 0,1-1 0 0 0,-1 0 0 0 0,2 1 0 0 0,24-8 0 0 0,-8-6 0 0 0,-8 2 0 0 0,-1-1 0 0 0,-2-1 0 0 0,-8 13 0 0 0,0 0 0 0 0,0-1 0 0 0,0 1 0 0 0,0 0 0 0 0,1 0 0 0 0,-1 0 0 0 0,0 0 0 0 0,0-1 0 0 0,0 1 0 0 0,0 0 0 0 0,0 0 0 0 0,0 0 0 0 0,0 0 0 0 0,1-1 0 0 0,-1 1 0 0 0,0 0 0 0 0,0 0 0 0 0,0 0 0 0 0,0-1 0 0 0,0 1 0 0 0,0 0 0 0 0,0 0 0 0 0,0 0 0 0 0,0-1 0 0 0,0 1 0 0 0,0 0 0 0 0,0 0 0 0 0,0 0 0 0 0,0-1 0 0 0,0 1 0 0 0,-1 0 0 0 0,1 0 0 0 0,0 0 0 0 0,0-1 0 0 0,0 1 0 0 0,0 0 0 0 0,0 0 0 0 0,0 0 0 0 0,0 0 0 0 0,-1-1 0 0 0,1 1 0 0 0,0 0 0 0 0,0 0 0 0 0,0 0 0 0 0,0 0 0 0 0,-1 0 0 0 0,1 0 0 0 0,0-1 0 0 0,0 1 0 0 0,0 0 0 0 0,-1 0 0 0 0,1 0 0 0 0,0 0 0 0 0,0 0 0 0 0,0 0 0 0 0,-1 0 0 0 0,1 0 0 0 0,0 0 0 0 0,0 0 0 0 0,0 0 0 0 0,-1 0 0 0 0,1 0 0 0 0,0 0 0 0 0,-35 8 0 0 0,24-3 0 0 0,14-4 0 0 0,36-10 0 0 0,-36 8-10 0 0,-1 0-1 0 0,0-1 1 0 0,1 1-1 0 0,-1 0 1 0 0,0-1 0 0 0,0 0-1 0 0,0 0 1 0 0,0 1 0 0 0,-1-1-1 0 0,1 0 1 0 0,0 0-1 0 0,-1-1 1 0 0,3-3 0 0 0,-3 4-901 0 0,-14-5-3015 0 0,1-2-3127 0 0,-1 7-4095 0 0,7 1 10034 0 0,-5 0-209 0 0,-5 4-2591 0 0,-9 3 1129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05.967"/>
    </inkml:context>
    <inkml:brush xml:id="br0">
      <inkml:brushProperty name="width" value="0.025" units="cm"/>
      <inkml:brushProperty name="height" value="0.025" units="cm"/>
      <inkml:brushProperty name="color" value="#008C3A"/>
    </inkml:brush>
  </inkml:definitions>
  <inkml:trace contextRef="#ctx0" brushRef="#br0">1 0 8445 0 0,'0'0'22600'0'0,"3"3"-21365"0"0,13 9-799 0 0,5-7-385 0 0,38-1-3155 0 0,-22-4-3736 0 0,65-6 1 0 0,-83 4 2422 0 0,-2 2-1802 0 0,6-2 3275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5:06.311"/>
    </inkml:context>
    <inkml:brush xml:id="br0">
      <inkml:brushProperty name="width" value="0.025" units="cm"/>
      <inkml:brushProperty name="height" value="0.025" units="cm"/>
      <inkml:brushProperty name="color" value="#008C3A"/>
    </inkml:brush>
  </inkml:definitions>
  <inkml:trace contextRef="#ctx0" brushRef="#br0">0 0 7001 0 0,'0'0'12309'0'0,"15"5"-11061"0"0,-2-5-6777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6:14.289"/>
    </inkml:context>
    <inkml:brush xml:id="br0">
      <inkml:brushProperty name="width" value="0.025" units="cm"/>
      <inkml:brushProperty name="height" value="0.025" units="cm"/>
      <inkml:brushProperty name="color" value="#008C3A"/>
    </inkml:brush>
  </inkml:definitions>
  <inkml:trace contextRef="#ctx0" brushRef="#br0">8 72 4420 0 0,'0'0'16988'0'0,"6"-3"-15972"0"0,19-7-38 0 0,-18 7 8238 0 0,-7 8-9090 0 0,0-4-125 0 0,0-1 1 0 0,-1 1-1 0 0,1 0 0 0 0,0 0 0 0 0,1 0 0 0 0,-1-1 0 0 0,0 1 0 0 0,0 0 1 0 0,0 0-1 0 0,0-1 0 0 0,1 1 0 0 0,-1 0 0 0 0,0 0 0 0 0,0-1 0 0 0,1 1 0 0 0,-1 0 1 0 0,1 0-1 0 0,-1-1 0 0 0,2 2 0 0 0,-1-2-1 0 0,1 0 0 0 0,-1 0 0 0 0,0 0 0 0 0,1-1 0 0 0,-1 1 0 0 0,1 0 0 0 0,-1-1 0 0 0,0 1 0 0 0,1-1 0 0 0,-1 1 0 0 0,0-1 0 0 0,0 0 0 0 0,1 0 0 0 0,1-1 0 0 0,12-10 0 0 0,-8 3-9 0 0,-6 8-3 0 0,-10 3-231 0 0,-45 10 303 0 0,54-12-60 0 0,0 0 1 0 0,0 0-1 0 0,0 0 1 0 0,0 0-1 0 0,0 1 1 0 0,0-1-1 0 0,0 0 0 0 0,0 0 1 0 0,0 0-1 0 0,0 0 1 0 0,0 0-1 0 0,0 0 1 0 0,0 0-1 0 0,0 0 1 0 0,0 0-1 0 0,0 1 0 0 0,0-1 1 0 0,0 0-1 0 0,0 0 1 0 0,0 0-1 0 0,0 0 1 0 0,0 0-1 0 0,0 0 0 0 0,0 0 1 0 0,0 0-1 0 0,0 1 1 0 0,0-1-1 0 0,0 0 1 0 0,0 0-1 0 0,0 0 1 0 0,0 0-1 0 0,0 0 0 0 0,0 0 1 0 0,0 0-1 0 0,0 0 1 0 0,0 0-1 0 0,0 0 1 0 0,0 0-1 0 0,-1 0 1 0 0,1 1-1 0 0,0-1 0 0 0,0 0 1 0 0,0 0-1 0 0,0 0 1 0 0,0 0-1 0 0,0 0 1 0 0,0 0-1 0 0,0 0 0 0 0,0 0 1 0 0,-1 0-1 0 0,1 0 1 0 0,0 0-1 0 0,0 0 1 0 0,0 0-1 0 0,-3 0 76 0 0,0 0-46 0 0,1 2 32 0 0,-7 5-50 0 0,0 4-12 0 0,9-11 0 0 0,0 0 0 0 0,-1 1 0 0 0,1-1 0 0 0,0 0 0 0 0,0 1 0 0 0,-1-1 0 0 0,1 0 0 0 0,0 1 0 0 0,0-1 0 0 0,0 0 0 0 0,0 1 0 0 0,0-1 0 0 0,-1 1 0 0 0,1-1 0 0 0,0 0 0 0 0,0 1 0 0 0,0-1 0 0 0,0 1 0 0 0,0-1 0 0 0,0 0 0 0 0,0 1 0 0 0,0-1 0 0 0,0 1 0 0 0,1-1 0 0 0,-1 0 0 0 0,0 1 0 0 0,0-1 0 0 0,0 1 0 0 0,1 0 0 0 0,0 0 0 0 0,0-1 0 0 0,0 1 0 0 0,0-1 0 0 0,0 1 0 0 0,0-1 0 0 0,0 1 0 0 0,0-1 0 0 0,0 0 0 0 0,0 1 0 0 0,0-1 0 0 0,0 0 0 0 0,0 0 0 0 0,0 0 0 0 0,0 0 0 0 0,0 0 0 0 0,0 0 0 0 0,2 0 0 0 0,23-11 0 0 0,-13-2 0 0 0,-6 3 0 0 0,-7 9 0 0 0,1 1 0 0 0,-1 0 0 0 0,0 0 0 0 0,0 0 0 0 0,0-1 0 0 0,0 1 0 0 0,1 0 0 0 0,-1 0 0 0 0,0 0 0 0 0,0-1 0 0 0,0 1 0 0 0,0 0 0 0 0,0 0 0 0 0,0-1 0 0 0,0 1 0 0 0,0 0 0 0 0,0 0 0 0 0,0-1 0 0 0,0 1 0 0 0,0 0 0 0 0,0 0 0 0 0,0-1 0 0 0,0 1 0 0 0,0 0 0 0 0,0 0 0 0 0,0-1 0 0 0,0 1 0 0 0,0 0 0 0 0,0 0 0 0 0,0 0 0 0 0,-1-1 0 0 0,1 1 0 0 0,0 0 0 0 0,0 0 0 0 0,0-1 0 0 0,0 1 0 0 0,-1 0 0 0 0,1 0 0 0 0,0 0 0 0 0,0 0 0 0 0,0-1 0 0 0,-1 1 0 0 0,1 0 0 0 0,0 0 0 0 0,0 0 0 0 0,0 0 0 0 0,-1 0 0 0 0,1 0 0 0 0,0 0 0 0 0,-1 0 0 0 0,-31 3 0 0 0,9 9 0 0 0,14-2 0 0 0,7-6 0 0 0,5-4 0 0 0,17-18 0 0 0,-11 1 0 0 0,-8-2 0 0 0,-10 1 0 0 0,-3 5-2746 0 0,1 12-5767 0 0,9 1 6199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7:35.879"/>
    </inkml:context>
    <inkml:brush xml:id="br0">
      <inkml:brushProperty name="width" value="0.05" units="cm"/>
      <inkml:brushProperty name="height" value="0.05" units="cm"/>
    </inkml:brush>
  </inkml:definitions>
  <inkml:trace contextRef="#ctx0" brushRef="#br0">965 216 2568 0 0,'0'0'943'0'0,"32"-15"9034"0"0,-15 10 561 0 0,-10 8-4490 0 0,-7-2-5853 0 0,0 1 0 0 0,0 0 0 0 0,0-1 0 0 0,0 1 0 0 0,0-1 0 0 0,0 1 0 0 0,-1 0 0 0 0,1-1 0 0 0,-1 1 0 0 0,1-1-1 0 0,-1 1 1 0 0,0-1 0 0 0,1 1 0 0 0,-2 1 0 0 0,-25 39-2625 0 0,9-20 4083 0 0,-20 21-1541 0 0,-1 1 105 0 0,-73 63 0 0 0,99-96-217 0 0,-1-2 0 0 0,2-2 0 0 0,-4-3 0 0 0,-9-11-23 0 0,22 6-87 0 0,0-1-1 0 0,0 0 0 0 0,1 0 0 0 0,-1 0 0 0 0,1-1 1 0 0,0 1-1 0 0,-1 0 0 0 0,1-1 0 0 0,0 0 0 0 0,0 1 0 0 0,1-1 1 0 0,-1 0-1 0 0,1 0 0 0 0,-3-5 0 0 0,-14-51-1578 0 0,11 33 1111 0 0,-3-10-39 0 0,5 17 312 0 0,-1 1 0 0 0,0-1 1 0 0,-2 1-1 0 0,-17-31 0 0 0,-16 4 459 0 0,40 43 45 0 0,-22-17 1355 0 0,65 8-5181 0 0,65-9-1 0 0,-26 6 244 0 0,-30 1 2116 0 0,-49 12 1240 0 0,0 1-15 0 0,8-1-6 0 0,-7 0 134 0 0,-3 1-49 0 0,0 0-1 0 0,1 0 1 0 0,-1 0 0 0 0,0 0 0 0 0,1 0-1 0 0,-1-1 1 0 0,0 1 0 0 0,1 0 0 0 0,-1 0-1 0 0,0 0 1 0 0,1 0 0 0 0,-1 0 0 0 0,0 0 0 0 0,1 0-1 0 0,-1 0 1 0 0,0 0 0 0 0,1 0 0 0 0,-1 0-1 0 0,0 0 1 0 0,1 0 0 0 0,-1 1 0 0 0,0-1-1 0 0,0 0 1 0 0,1 0 0 0 0,-1 0 0 0 0,0 0-1 0 0,1 1 1 0 0,-1-1 0 0 0,0 0 0 0 0,0 0-1 0 0,1 0 1 0 0,-1 1 0 0 0,0-1 0 0 0,0 0 0 0 0,1 1-1 0 0,-9 11 224 0 0,-1 0 0 0 0,1-1-1 0 0,-2 0 1 0 0,0-1 0 0 0,0 1 0 0 0,-1-2-1 0 0,0 0 1 0 0,-1 0 0 0 0,-13 7-1 0 0,-36 31 1114 0 0,3 2 886 0 0,-3-2 1 0 0,-98 58-1 0 0,157-104-2121 0 0,-5-1 3 0 0,5 1-114 0 0,1-1-1 0 0,0 1 1 0 0,-1-1-1 0 0,1 1 1 0 0,0-1-1 0 0,-1 0 1 0 0,1 0-1 0 0,-1 0 1 0 0,1 0-1 0 0,0 0 1 0 0,-1 0-1 0 0,1 0 1 0 0,-1-1-1 0 0,1 1 1 0 0,0 0-1 0 0,-1-1 1 0 0,1 1-1 0 0,0-1 1 0 0,0 0-1 0 0,-1 1 1 0 0,1-1-1 0 0,0 0 1 0 0,0 1-1 0 0,0-1 1 0 0,0 0 0 0 0,0 0-1 0 0,0 0 1 0 0,0 0-1 0 0,0 0 1 0 0,0-1-1 0 0,0 1 1 0 0,0 0-1 0 0,1 0 1 0 0,-1 0-1 0 0,1-1 1 0 0,-1 1-1 0 0,0-2 1 0 0,1-42-300 0 0,3 0 1 0 0,1 1-1 0 0,17-76 1 0 0,-18 107 276 0 0,-1-1 0 0 0,0 1 0 0 0,-1-28 1 0 0,-1 26 73 0 0,0 12-17 0 0,0-1 0 0 0,-1 0-37 0 0,0-5 13 0 0,0 0 0 0 0,-1 0-1 0 0,0 1 1 0 0,0-1 0 0 0,-1 1-1 0 0,-4-12 1 0 0,5 18 49 0 0,2 4-81 0 0,0 0 0 0 0,-1 0 0 0 0,1-1 0 0 0,0 1 0 0 0,-1 0 0 0 0,0 0 0 0 0,1-1 0 0 0,-1 1 0 0 0,0 0 0 0 0,0-1 0 0 0,0 1 0 0 0,-2 1 0 0 0,1 1 12 0 0,-1 2 100 0 0,7 19 125 0 0,-4-22-234 0 0,0-1 1 0 0,0 1-1 0 0,0-1 0 0 0,0 0 1 0 0,0 1-1 0 0,0-1 0 0 0,1 1 1 0 0,0-1-1 0 0,-1 0 0 0 0,1 1 1 0 0,0-1-1 0 0,1 3 0 0 0,15 34 76 0 0,-14-34-53 0 0,0 0-1 0 0,0 0 1 0 0,-1-1 0 0 0,0 2-1 0 0,0-1 1 0 0,0 0 0 0 0,2 9-1 0 0,-4-12-49 0 0,1 5 18 0 0,0 0 1 0 0,-1 0 0 0 0,1-1 0 0 0,-2 1-1 0 0,0 12 1 0 0,0-18-4 0 0,0 9 71 0 0,-1 0 0 0 0,0 0 0 0 0,-1-1 1 0 0,0 1-1 0 0,-1-1 0 0 0,0 1 0 0 0,0-1 0 0 0,-1 0 0 0 0,0-1 0 0 0,-1 1 0 0 0,0-1 1 0 0,0 0-1 0 0,-14 12 0 0 0,-4 2 344 0 0,-2-1 0 0 0,0-2 1 0 0,-37 21-1 0 0,51-33-398 0 0,-4-2-12 0 0,-9-5 0 0 0,-2-8 0 0 0,23 7-234 0 0,0-1 0 0 0,1 0 1 0 0,-1 0-1 0 0,0 0 0 0 0,1-1 0 0 0,-1 1 0 0 0,1-1 1 0 0,0 0-1 0 0,0 0 0 0 0,0 0 0 0 0,1 0 0 0 0,-1 0 1 0 0,0-1-1 0 0,1 1 0 0 0,0-1 0 0 0,0 1 0 0 0,0-1 1 0 0,1 0-1 0 0,-1 0 0 0 0,1 0 0 0 0,0 0 0 0 0,0 0 1 0 0,0 0-1 0 0,0-5 0 0 0,-7-19-1333 0 0,5 2-3272 0 0,1 6-2510 0 0,0 12 2927 0 0,2 2 3238 0 0,2-6-3323 0 0,-2-3 1749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7:36.401"/>
    </inkml:context>
    <inkml:brush xml:id="br0">
      <inkml:brushProperty name="width" value="0.05" units="cm"/>
      <inkml:brushProperty name="height" value="0.05" units="cm"/>
    </inkml:brush>
  </inkml:definitions>
  <inkml:trace contextRef="#ctx0" brushRef="#br0">8 1 8313 0 0,'0'0'24111'0'0,"-6"9"-21815"0"0,5-5-5605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7:37.148"/>
    </inkml:context>
    <inkml:brush xml:id="br0">
      <inkml:brushProperty name="width" value="0.05" units="cm"/>
      <inkml:brushProperty name="height" value="0.05" units="cm"/>
    </inkml:brush>
  </inkml:definitions>
  <inkml:trace contextRef="#ctx0" brushRef="#br0">38 1 7945 0 0,'0'0'7636'0'0,"1"4"-5454"0"0,3 12 13 0 0,-1 1-1 0 0,-1-1 1 0 0,0 23 0 0 0,-2 60 2563 0 0,-1-42-3372 0 0,0 24-640 0 0,-4 6-5171 0 0,-8-1-5513 0 0,9-70 4675 0 0,0 1-1 0 0,-12 27 1 0 0,10-31 2544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7:37.688"/>
    </inkml:context>
    <inkml:brush xml:id="br0">
      <inkml:brushProperty name="width" value="0.05" units="cm"/>
      <inkml:brushProperty name="height" value="0.05" units="cm"/>
    </inkml:brush>
  </inkml:definitions>
  <inkml:trace contextRef="#ctx0" brushRef="#br0">190 1 5456 0 0,'0'0'8044'0'0,"-6"4"-6371"0"0,-13 11-431 0 0,13-10-21 0 0,0 1 1 0 0,0-1-1 0 0,1 1 1 0 0,0 1-1 0 0,0-1 1 0 0,-6 12 0 0 0,10-16-554 0 0,-1 18 1992 0 0,2-19-2639 0 0,0 0 1 0 0,0 0 0 0 0,0 0-1 0 0,0 1 1 0 0,0-1-1 0 0,0 0 1 0 0,0 0-1 0 0,1 0 1 0 0,-1 0 0 0 0,0 0-1 0 0,1 0 1 0 0,-1 0-1 0 0,1 0 1 0 0,-1 0-1 0 0,1 0 1 0 0,-1 0-1 0 0,2 1 1 0 0,3 0-86 0 0,0-1 0 0 0,0 1 1 0 0,0-1-1 0 0,0 0 0 0 0,0-1 0 0 0,0 1 1 0 0,0-1-1 0 0,0 0 0 0 0,0 0 0 0 0,0-1 1 0 0,0 1-1 0 0,0-1 0 0 0,0-1 0 0 0,0 1 1 0 0,0 0-1 0 0,0-1 0 0 0,8-4 0 0 0,1 1-111 0 0,1-1-11 0 0,-1 2 68 0 0,-1-1 0 0 0,1 0 1 0 0,22-14-1 0 0,-35 19 296 0 0,-8 1-254 0 0,-9 3-518 0 0,0 1 0 0 0,0 1 0 0 0,0 1 0 0 0,1 0 0 0 0,-22 13 1 0 0,-77 58-10422 0 0,58-38 4115 0 0,21-15 3886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7:38.839"/>
    </inkml:context>
    <inkml:brush xml:id="br0">
      <inkml:brushProperty name="width" value="0.05" units="cm"/>
      <inkml:brushProperty name="height" value="0.05" units="cm"/>
    </inkml:brush>
  </inkml:definitions>
  <inkml:trace contextRef="#ctx0" brushRef="#br0">770 29 4832 0 0,'27'-28'20546'0'0,"-24"40"-19850"0"0,0 0-1 0 0,-1 0 1 0 0,-1 0 0 0 0,0 0-1 0 0,-1 0 1 0 0,0 0-1 0 0,-2 16 1 0 0,-11 124 1128 0 0,8-74-1824 0 0,3-63 0 0 0,-3 86 0 0 0,4-83 0 0 0,-3-2 0 0 0,1 0 0 0 0,2-13 0 0 0,0 0 0 0 0,0 1 0 0 0,0-1 0 0 0,-1 0 0 0 0,1 0 0 0 0,-1 0 0 0 0,0 0 0 0 0,0 0 0 0 0,0 0 0 0 0,0 0 0 0 0,0-1 0 0 0,-1 1 0 0 0,1-1 0 0 0,-1 0 0 0 0,0 1 0 0 0,1-1 0 0 0,-1 0 0 0 0,-6 2 0 0 0,2-1 0 0 0,2 0 0 0 0,-1-1 0 0 0,0 0 0 0 0,1 0 0 0 0,-1-1 0 0 0,0 0 0 0 0,-6 1 0 0 0,-7 1 0 0 0,-6-1 6 0 0,13-3-5 0 0,-10-6-56 0 0,15 6-190 0 0,0-1 0 0 0,0 0 1 0 0,1 0-1 0 0,-1-1 0 0 0,0 0 0 0 0,1 0 1 0 0,0-1-1 0 0,0 1 0 0 0,0-1 0 0 0,0 0 1 0 0,1-1-1 0 0,-1 0 0 0 0,1 0 0 0 0,0 0 1 0 0,1 0-1 0 0,-1-1 0 0 0,1 1 0 0 0,0-1 0 0 0,1-1 1 0 0,-1 1-1 0 0,1 0 0 0 0,0-1 0 0 0,1 1 1 0 0,0-1-1 0 0,0 0 0 0 0,0 0 0 0 0,1 0 1 0 0,0 0-1 0 0,0 0 0 0 0,1 0 0 0 0,-1 0 0 0 0,2 0 1 0 0,-1 0-1 0 0,3-13 0 0 0,-2 17 76 0 0,0 0-1 0 0,-1 0 0 0 0,1 0 0 0 0,0 0 1 0 0,1 0-1 0 0,-1 0 0 0 0,0 1 1 0 0,1-1-1 0 0,0 0 0 0 0,-1 1 0 0 0,1-1 1 0 0,0 1-1 0 0,0-1 0 0 0,1 1 1 0 0,-1 0-1 0 0,0 0 0 0 0,1 0 1 0 0,-1 0-1 0 0,4-1 0 0 0,3-2-17 0 0,0 2 0 0 0,0-1 1 0 0,0 1-1 0 0,16-4 0 0 0,-22 7 169 0 0,10 0 494 0 0,-12 1-440 0 0,-1 0 1 0 0,1-1-1 0 0,-1 1 0 0 0,0 0 1 0 0,0 0-1 0 0,0 0 1 0 0,1 0-1 0 0,-1 0 0 0 0,0 0 1 0 0,0 0-1 0 0,0 0 1 0 0,0 0-1 0 0,0-1 1 0 0,-1 1-1 0 0,1 0 0 0 0,0 0 1 0 0,0 0-1 0 0,-1 0 1 0 0,1 0-1 0 0,0 0 0 0 0,-1-1 1 0 0,1 1-1 0 0,-1 0 1 0 0,0 1-1 0 0,-24 28 880 0 0,-39 25 731 0 0,56-49-1380 0 0,-47 39 539 0 0,15-11 1586 0 0,-51 32-1 0 0,71-54-1865 0 0,0-1 0 0 0,0 0 0 0 0,-1-2 0 0 0,0-1 0 0 0,-43 11 0 0 0,42-15-526 0 0,-1-3 0 0 0,2-4 0 0 0,3-2 0 0 0,17 4 0 0 0,-1 1 0 0 0,0-1 0 0 0,0 0 0 0 0,0 1 0 0 0,0-1 0 0 0,0 0 0 0 0,1 0 0 0 0,-1 0 0 0 0,0-1 0 0 0,1 1 0 0 0,-1 0 0 0 0,1-1 0 0 0,-1 1 0 0 0,1-1 0 0 0,0 1 0 0 0,0-1 0 0 0,0 1 0 0 0,0-1 0 0 0,0 0 0 0 0,0 0 0 0 0,-1-2 0 0 0,0-1 0 0 0,0 2 0 0 0,1 1 0 0 0,0 0 0 0 0,0-1 0 0 0,0 1 0 0 0,0-1 0 0 0,0 1 0 0 0,0-1 0 0 0,1 1 0 0 0,-1-1 0 0 0,1 1 0 0 0,0-1 0 0 0,-1 0 0 0 0,1 1 0 0 0,1-1 0 0 0,-1 0 0 0 0,1-4 0 0 0,1-4 0 0 0,-2 1-520 0 0,2-1 0 0 0,0 0 1 0 0,0 1-1 0 0,7-19 0 0 0,-3 14-1516 0 0,1 0-1 0 0,0 0 0 0 0,2 0 0 0 0,16-22 1 0 0,-3 9-3505 0 0,32-29 0 0 0,-2 6 1344 0 0,-44 44 3944 0 0,13-13-2576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7:39.189"/>
    </inkml:context>
    <inkml:brush xml:id="br0">
      <inkml:brushProperty name="width" value="0.05" units="cm"/>
      <inkml:brushProperty name="height" value="0.05" units="cm"/>
    </inkml:brush>
  </inkml:definitions>
  <inkml:trace contextRef="#ctx0" brushRef="#br0">33 18 9409 0 0,'0'0'13637'0'0,"0"-18"-11445"0"0,-32 56-26314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7:40.278"/>
    </inkml:context>
    <inkml:brush xml:id="br0">
      <inkml:brushProperty name="width" value="0.05" units="cm"/>
      <inkml:brushProperty name="height" value="0.05" units="cm"/>
    </inkml:brush>
  </inkml:definitions>
  <inkml:trace contextRef="#ctx0" brushRef="#br0">1193 145 5957 0 0,'4'-3'1282'0'0,"-1"0"1"0"0,1 0 0 0 0,0 1 0 0 0,0-1 0 0 0,1 1 0 0 0,-1 0 0 0 0,9-2 0 0 0,69-14 4347 0 0,-31 9-4363 0 0,40-12 3 0 0,-67 17-1489 0 0,1-1 0 0 0,32-12 0 0 0,-55 16 172 0 0,-7 5 243 0 0,-1 0-1 0 0,0-1 1 0 0,-1 1 0 0 0,1-1-1 0 0,0 0 1 0 0,-1-1 0 0 0,-12 3 0 0 0,-75 25 1597 0 0,5-4-975 0 0,-1-4 0 0 0,-1-3 0 0 0,-1-5 0 0 0,0-4-1 0 0,-1-3 1 0 0,-100-7 0 0 0,178-1-818 0 0,0-1 0 0 0,0 0 0 0 0,1-1 0 0 0,-26-9 0 0 0,31 9 0 0 0,1-1 0 0 0,0 0 0 0 0,0 0 0 0 0,0-1 0 0 0,1 0 0 0 0,0-1 0 0 0,-10-9 0 0 0,2 0 0 0 0,-12-16-302 0 0,10 1-623 0 0,8 10 610 0 0,7 18 212 0 0,-1-7-36 0 0,-5-12 122 0 0,8 20 62 0 0,0 1 0 0 0,0-1 0 0 0,0 1-1 0 0,0-1 1 0 0,0 1 0 0 0,-1 0 0 0 0,1-1 0 0 0,0 1 0 0 0,0-1 0 0 0,0 1 0 0 0,-1 0-1 0 0,1-1 1 0 0,0 1 0 0 0,-1 0 0 0 0,1-1 0 0 0,0 1 0 0 0,-1 0 0 0 0,1 0 0 0 0,0-1 0 0 0,-1 1-1 0 0,1 0 1 0 0,-1 0 0 0 0,1-1 0 0 0,-1 1 0 0 0,1 0 0 0 0,0 0 0 0 0,-1 0 0 0 0,1 0-1 0 0,-1 0 1 0 0,1 0 0 0 0,-1 0 0 0 0,0 0 0 0 0,-5 2 49 0 0,2 0-73 0 0,-1 0-1 0 0,1 0 1 0 0,-1 0-1 0 0,1 1 1 0 0,0-1-1 0 0,0 1 1 0 0,0 0-1 0 0,0 1 1 0 0,0-1-1 0 0,-3 4 1 0 0,-32 29-21 0 0,-31 21 0 0 0,58-49 0 0 0,-2-1 0 0 0,1-1 0 0 0,-7-6 0 0 0,1-11 0 0 0,4 0 0 0 0,3 1 0 0 0,0-1 0 0 0,0 1 0 0 0,-1-1 0 0 0,3 1 0 0 0,2-1 0 0 0,-4-2 0 0 0,2 1 0 0 0,0 2 0 0 0,2-1 0 0 0,8 11 0 0 0,0-1 0 0 0,0 1 0 0 0,0 0 0 0 0,-1 0 0 0 0,1 0 0 0 0,0-1 0 0 0,0 1 0 0 0,0 0 0 0 0,0 0 0 0 0,0 0 0 0 0,0 0 0 0 0,-1-1 0 0 0,1 1 0 0 0,0 0 0 0 0,0 0 0 0 0,0 0 0 0 0,0 0 0 0 0,-1 0 0 0 0,1-1 0 0 0,0 1 0 0 0,0 0 0 0 0,0 0 0 0 0,-1 0 0 0 0,1 0 0 0 0,0 0 0 0 0,0 0 0 0 0,-1 0 0 0 0,1 0 0 0 0,0 0 0 0 0,0 0 0 0 0,0 0 0 0 0,-1 0 0 0 0,1 0 0 0 0,0 0 0 0 0,0 0 0 0 0,-1 0 0 0 0,1 0 0 0 0,0 0 0 0 0,0 0 0 0 0,0 0 0 0 0,-1 0 0 0 0,1 1 0 0 0,0-1 0 0 0,0 0 0 0 0,0 0 0 0 0,-1 0 0 0 0,1 0 0 0 0,0 0 0 0 0,0 1 0 0 0,0-1 0 0 0,-7 28 0 0 0,4-6-460 0 0,1 1 1 0 0,1 36-1 0 0,1-12-772 0 0,-1-28-1035 0 0,-1 5-5297 0 0,-10 15-9779 0 0,6-26 14657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7:40.694"/>
    </inkml:context>
    <inkml:brush xml:id="br0">
      <inkml:brushProperty name="width" value="0.05" units="cm"/>
      <inkml:brushProperty name="height" value="0.05" units="cm"/>
    </inkml:brush>
  </inkml:definitions>
  <inkml:trace contextRef="#ctx0" brushRef="#br0">0 43 7893 0 0,'0'0'9101'0'0,"9"-3"-7407"0"0,127-20 4345 0 0,-74 15-9066 0 0,-28 4-2484 0 0,-2 0-3651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7:41.029"/>
    </inkml:context>
    <inkml:brush xml:id="br0">
      <inkml:brushProperty name="width" value="0.05" units="cm"/>
      <inkml:brushProperty name="height" value="0.05" units="cm"/>
    </inkml:brush>
  </inkml:definitions>
  <inkml:trace contextRef="#ctx0" brushRef="#br0">6 26 10145 0 0,'0'0'5652'0'0,"-5"-18"-427"0"0,12 11-5625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7:42.331"/>
    </inkml:context>
    <inkml:brush xml:id="br0">
      <inkml:brushProperty name="width" value="0.05" units="cm"/>
      <inkml:brushProperty name="height" value="0.05" units="cm"/>
    </inkml:brush>
  </inkml:definitions>
  <inkml:trace contextRef="#ctx0" brushRef="#br0">86 7 3756 0 0,'-16'-7'14891'0'0,"0"13"-10305"0"0,-14 20-4203 0 0,23-19 1962 0 0,6-6-1680 0 0,-3 8 505 0 0,-6 12 903 0 0,10-21-1988 0 0,0 1 1 0 0,-1-1-1 0 0,1 1 1 0 0,0-1-1 0 0,0 1 1 0 0,0-1-1 0 0,0 1 1 0 0,-1-1-1 0 0,1 1 1 0 0,0-1-1 0 0,0 1 1 0 0,0-1-1 0 0,0 1 1 0 0,0-1-1 0 0,0 1 1 0 0,0-1-1 0 0,0 1 1 0 0,1-1-1 0 0,-1 1 1 0 0,0-1-1 0 0,0 1 1 0 0,0-1-1 0 0,0 1 0 0 0,1-1 1 0 0,-1 1-1 0 0,0-1 1 0 0,1 0-1 0 0,-1 1 1 0 0,0-1-1 0 0,1 1 1 0 0,0 0-48 0 0,0 0-30 0 0,-1-1 1 0 0,1 1-1 0 0,0 0 1 0 0,-1-1-1 0 0,1 1 1 0 0,0-1 0 0 0,0 1-1 0 0,-1-1 1 0 0,1 0-1 0 0,0 1 1 0 0,0-1-1 0 0,0 0 1 0 0,-1 0-1 0 0,1 1 1 0 0,0-1-1 0 0,0 0 1 0 0,0 0-1 0 0,0 0 1 0 0,0 0 0 0 0,0 0-1 0 0,-1 0 1 0 0,1 0-1 0 0,2-1 1 0 0,21-5-4 0 0,3-5-12 0 0,-22 6-12 0 0,-1-1-6 0 0,12-11-195 0 0,-14 16 186 0 0,-2 1 0 0 0,1 0 41 0 0,-1-1 0 0 0,0 1 1 0 0,1 0-1 0 0,-1 0 0 0 0,0-1 1 0 0,0 1-1 0 0,1 0 0 0 0,-1-1 1 0 0,0 1-1 0 0,0 0 0 0 0,0-1 1 0 0,0 1-1 0 0,1 0 0 0 0,-1-1 1 0 0,0 1-1 0 0,0 0 0 0 0,0-1 1 0 0,0 1-1 0 0,0-1 0 0 0,0 1 1 0 0,0 0-1 0 0,0-1 0 0 0,0 1 1 0 0,0 0-1 0 0,0-1 0 0 0,0 1 1 0 0,0-1-1 0 0,0 1 0 0 0,0 0 1 0 0,-1-1-1 0 0,1 1 0 0 0,0 0 1 0 0,0-1-1 0 0,0 1 0 0 0,-1 0 1 0 0,1-1-1 0 0,0 1 0 0 0,0 0 1 0 0,-1 0-1 0 0,1-1 0 0 0,0 1 1 0 0,0 0-1 0 0,-1 0 0 0 0,1-1 1 0 0,-1 1-1 0 0,-26-2-5 0 0,4 11-2 0 0,9 1 0 0 0,5-3-270 0 0,10-12-4307 0 0,9-23-59 0 0,-7 21 4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8:51.136"/>
    </inkml:context>
    <inkml:brush xml:id="br0">
      <inkml:brushProperty name="width" value="0.05" units="cm"/>
      <inkml:brushProperty name="height" value="0.05" units="cm"/>
    </inkml:brush>
  </inkml:definitions>
  <inkml:trace contextRef="#ctx0" brushRef="#br0">0 515 2548 0 0,'2'8'30171'0'0,"22"-24"-30159"0"0,-1-1 0 0 0,0-1 0 0 0,-2-1 0 0 0,34-37 0 0 0,74-102-24 0 0,-121 149 12 0 0,52-61 0 0 0,-20 24 0 0 0,39-56 0 0 0,-71 91 0 0 0,-35 100 0 0 0,-49 88 0 0 0,28-73 0 0 0,5 1 0 0 0,-31 123 0 0 0,59-163 0 0 0,10-47 0 0 0,0-2 0 0 0,2-3 0 0 0,1 3 0 0 0,-3 1-4758 0 0,30-48-21799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8:52.060"/>
    </inkml:context>
    <inkml:brush xml:id="br0">
      <inkml:brushProperty name="width" value="0.05" units="cm"/>
      <inkml:brushProperty name="height" value="0.05" units="cm"/>
    </inkml:brush>
  </inkml:definitions>
  <inkml:trace contextRef="#ctx0" brushRef="#br0">285 24 6285 0 0,'0'0'7725'0'0,"-1"-4"-7077"0"0,-4-6 4380 0 0,5 10-4635 0 0,-1-1 1 0 0,1 1-1 0 0,0-1 1 0 0,-1 0-1 0 0,1 1 1 0 0,0-1-1 0 0,-1 1 1 0 0,1-1 0 0 0,-1 1-1 0 0,1 0 1 0 0,-1-1-1 0 0,1 1 1 0 0,-1-1-1 0 0,1 1 1 0 0,-1 0-1 0 0,1-1 1 0 0,-1 1 0 0 0,1 0-1 0 0,-1 0 1 0 0,0-1-1 0 0,1 1 1 0 0,-1 0-1 0 0,1 0 1 0 0,-1 0 0 0 0,0 0-1 0 0,1 0 1 0 0,-1 0-1 0 0,0 0 1 0 0,1 0-1 0 0,-1 0 1 0 0,1 0-1 0 0,-2 0 1 0 0,-9 7-385 0 0,0 1 1 0 0,0 0-1 0 0,0 1 1 0 0,1 0-1 0 0,1 0 0 0 0,0 1 1 0 0,0 1-1 0 0,1-1 1 0 0,-10 16-1 0 0,-16 30-9 0 0,-37 82 0 0 0,62-116 0 0 0,1 1 0 0 0,0-1 0 0 0,2 1 0 0 0,0 0 0 0 0,2 1 0 0 0,0-1 0 0 0,0 31 0 0 0,4-41 0 0 0,0 0 0 0 0,1 0 0 0 0,0 0 0 0 0,1 0 0 0 0,1-1 0 0 0,7 25 0 0 0,-7-30 0 0 0,1 0 0 0 0,0 1 0 0 0,1-2 0 0 0,-1 1 0 0 0,1 0 0 0 0,1-1 0 0 0,-1 0 0 0 0,1 0 0 0 0,0-1 0 0 0,0 0 0 0 0,10 7 0 0 0,-5-4 0 0 0,-9-7 0 0 0,0 1 0 0 0,0-1 0 0 0,0 1 0 0 0,0-1 0 0 0,0 0 0 0 0,0 0 0 0 0,1 0 0 0 0,-1 0 0 0 0,0-1 0 0 0,0 1 0 0 0,1 0 0 0 0,3-1 0 0 0,11 4 0 0 0,5 0 0 0 0,0-1 0 0 0,0-3 0 0 0,-13-1 0 0 0,-1 0 0 0 0,1-1 0 0 0,-1 0 0 0 0,1 0 0 0 0,-1-1 0 0 0,0 0 0 0 0,0 0 0 0 0,0-1 0 0 0,0 0 0 0 0,-1 0 0 0 0,1-1 0 0 0,6-6 0 0 0,10-5 0 0 0,-2 1 0 0 0,-2-1 0 0 0,1-1 0 0 0,-2-1 0 0 0,0 0 0 0 0,-1-1 0 0 0,-2-1 0 0 0,1-1 0 0 0,-2 0 0 0 0,-1-1 0 0 0,-1-1 0 0 0,-1 0 0 0 0,0-1 0 0 0,-2 0 0 0 0,-1-1 0 0 0,8-33 0 0 0,-10 28 0 0 0,-1 6 0 0 0,-1 0 0 0 0,-1 0 0 0 0,2-34 0 0 0,-6 41 0 0 0,-2-4 0 0 0,2 17 0 0 0,0-1 0 0 0,0 1 0 0 0,-1 0 0 0 0,1 0 0 0 0,-1 0 0 0 0,0 0 0 0 0,0 0 0 0 0,0 0 0 0 0,-1 0 0 0 0,1 1 0 0 0,-1-1 0 0 0,0 0 0 0 0,0 1 0 0 0,0-1 0 0 0,-1 1 0 0 0,-2-4 0 0 0,3 6 0 0 0,0-1 0 0 0,0 0 0 0 0,0 0 0 0 0,0 0 0 0 0,0 0 0 0 0,0 0 0 0 0,-1 0 0 0 0,1 1 0 0 0,0-1 0 0 0,-1 1 0 0 0,0 0 0 0 0,1 0 0 0 0,-1-1 0 0 0,0 2 0 0 0,-5-2 0 0 0,-1 0 0 0 0,-46-7-2551 0 0,42 10 736 0 0,0 0 0 0 0,1 1 0 0 0,-1 0-1 0 0,1 1 1 0 0,-1 0 0 0 0,-16 8 0 0 0,19-8 994 0 0,-21 13-12892 0 0,20-10 11053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8:53.280"/>
    </inkml:context>
    <inkml:brush xml:id="br0">
      <inkml:brushProperty name="width" value="0.05" units="cm"/>
      <inkml:brushProperty name="height" value="0.05" units="cm"/>
    </inkml:brush>
  </inkml:definitions>
  <inkml:trace contextRef="#ctx0" brushRef="#br0">165 5 4276 0 0,'15'-5'12788'0'0,"-27"23"-2617"0"0,-2-1-11384 0 0,-48 83 5808 0 0,7-4-2445 0 0,47-83-2150 0 0,3 2 0 0 0,-1-1 0 0 0,0-3 0 0 0,0 1 0 0 0,0-1-768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8:54.374"/>
    </inkml:context>
    <inkml:brush xml:id="br0">
      <inkml:brushProperty name="width" value="0.05" units="cm"/>
      <inkml:brushProperty name="height" value="0.05" units="cm"/>
    </inkml:brush>
  </inkml:definitions>
  <inkml:trace contextRef="#ctx0" brushRef="#br0">212 0 2948 0 0,'-14'13'13958'0'0,"-11"11"-9870"0"0,-33 31-483 0 0,22-13-789 0 0,35-41-2633 0 0,-4 7 233 0 0,4-8-357 0 0,1 1 1 0 0,-1-1-1 0 0,0 1 1 0 0,1 0-1 0 0,-1-1 0 0 0,0 1 1 0 0,1 0-1 0 0,-1 0 1 0 0,1-1-1 0 0,-1 1 1 0 0,1 0-1 0 0,0 0 0 0 0,-1 0 1 0 0,1 0-1 0 0,0 0 1 0 0,0 0-1 0 0,-1 0 0 0 0,1-1 1 0 0,0 1-1 0 0,0 0 1 0 0,0 0-1 0 0,0 0 0 0 0,0 0 1 0 0,0 0-1 0 0,1 2 1 0 0,8 1 16 0 0,-1-1 1 0 0,1 1-1 0 0,0-1 0 0 0,1-1 1 0 0,-1 0-1 0 0,0 0 1 0 0,1-1-1 0 0,13 1 1 0 0,46 9-2 0 0,-65-10-103 0 0,0 0 21 0 0,0-1-1 0 0,0 1 1 0 0,0-1-1 0 0,1 1 1 0 0,-1 0 0 0 0,0 1-1 0 0,0-1 1 0 0,-1 1-1 0 0,1 0 1 0 0,0 0-1 0 0,0 0 1 0 0,-1 0 0 0 0,1 1-1 0 0,-1-1 1 0 0,0 1-1 0 0,0 0 1 0 0,0 0 0 0 0,0 0-1 0 0,0 0 1 0 0,-1 1-1 0 0,1-1 1 0 0,2 6-1 0 0,-4-6 26 0 0,0 0 0 0 0,-1-1 0 0 0,1 1 0 0 0,-1 0 0 0 0,0-1 0 0 0,0 1 0 0 0,0 0 0 0 0,0-1 0 0 0,0 1 0 0 0,-1-1-1 0 0,1 1 1 0 0,-1 0 0 0 0,1-1 0 0 0,-1 1 0 0 0,0-1 0 0 0,0 1 0 0 0,0-1 0 0 0,-2 4 0 0 0,-2 6 75 0 0,1-4 68 0 0,0 0 0 0 0,-1 0-1 0 0,0 0 1 0 0,0 0-1 0 0,-1-1 1 0 0,0 0 0 0 0,0 0-1 0 0,-10 7 1 0 0,0 4 427 0 0,5-4-485 0 0,8-12-55 0 0,-34 15-23 0 0,19-8-25 0 0,0-2 0 0 0,0-1 0 0 0,-1-2 0 0 0,17-4 2 0 0,-1 1 0 0 0,1-1 0 0 0,-1 1 0 0 0,1-1 0 0 0,-1 0 0 0 0,0 0 0 0 0,1 0 0 0 0,-1 0 0 0 0,1 0 0 0 0,-1-1 0 0 0,0 1 0 0 0,1-1 0 0 0,-1 1 0 0 0,-2-2 0 0 0,-11-4-217 0 0,10-1-4982 0 0,0-1 1682 0 0,-14-12-5224 0 0,0-12-3456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8:54.897"/>
    </inkml:context>
    <inkml:brush xml:id="br0">
      <inkml:brushProperty name="width" value="0.05" units="cm"/>
      <inkml:brushProperty name="height" value="0.05" units="cm"/>
    </inkml:brush>
  </inkml:definitions>
  <inkml:trace contextRef="#ctx0" brushRef="#br0">1 0 4904 0 0,'0'0'24258'0'0,"3"5"-23339"0"0,11 14-69 0 0,-11-14 601 0 0,1-5-1117 0 0,14 0-283 0 0,2 2-51 0 0,-3 1 0 0 0,0-1 0 0 0,75 12 0 0 0,5-2 0 0 0,-82-10 0 0 0,3 0 0 0 0,-2 1 0 0 0,3 3-500 0 0,-5-3-8522 0 0,17-13-11851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8:55.837"/>
    </inkml:context>
    <inkml:brush xml:id="br0">
      <inkml:brushProperty name="width" value="0.05" units="cm"/>
      <inkml:brushProperty name="height" value="0.05" units="cm"/>
    </inkml:brush>
  </inkml:definitions>
  <inkml:trace contextRef="#ctx0" brushRef="#br0">252 31 6797 0 0,'0'-2'8744'0'0,"-4"-13"470"0"0,-4 15-8987 0 0,0 0-1 0 0,1 1 1 0 0,-1 0-1 0 0,0 1 1 0 0,1-1 0 0 0,-1 2-1 0 0,1-1 1 0 0,-1 1-1 0 0,1 0 1 0 0,0 0 0 0 0,0 1-1 0 0,1 0 1 0 0,-1 0-1 0 0,1 1 1 0 0,0-1 0 0 0,0 1-1 0 0,0 1 1 0 0,-7 7-1 0 0,1 0 238 0 0,0 1-1 0 0,0 0 0 0 0,2 1 1 0 0,-1 0-1 0 0,2 0 0 0 0,0 1 1 0 0,-8 19-1 0 0,14-27-463 0 0,-6 28 0 0 0,7-15 0 0 0,1 0 0 0 0,3-3 0 0 0,1-2 0 0 0,4-4 0 0 0,4-1 0 0 0,5-4 0 0 0,1-4 0 0 0,-14-2 0 0 0,0 0 0 0 0,0-1 0 0 0,0 1 0 0 0,0-1 0 0 0,0 0 0 0 0,1 0 0 0 0,-1-1 0 0 0,0 1 0 0 0,0 0 0 0 0,0-1 0 0 0,0 0 0 0 0,0 0 0 0 0,0 0 0 0 0,-1 0 0 0 0,1 0 0 0 0,3-2 0 0 0,4-3 0 0 0,12-4 0 0 0,-1-2 0 0 0,0 0 0 0 0,-1 0 0 0 0,30-27 0 0 0,-42 32 0 0 0,-1 0 0 0 0,0 0 0 0 0,0 0 0 0 0,0-1 0 0 0,-1 0 0 0 0,0-1 0 0 0,-1 0 0 0 0,0 1 0 0 0,-1-1 0 0 0,1-1 0 0 0,-2 1 0 0 0,1-1 0 0 0,3-15 0 0 0,-6 7 0 0 0,-2-19 0 0 0,-3 29 0 0 0,0 4 0 0 0,-26-30 0 0 0,26 30 0 0 0,-2-5-1917 0 0,6 8 1426 0 0,-1 0 1 0 0,0 0-1 0 0,1 0 0 0 0,-1 0 0 0 0,1 0 1 0 0,-1 0-1 0 0,0 0 0 0 0,0 0 1 0 0,0 0-1 0 0,0 0 0 0 0,0 0 1 0 0,0 0-1 0 0,0 1 0 0 0,0-1 0 0 0,0 0 1 0 0,0 1-1 0 0,0-1 0 0 0,0 1 1 0 0,0-1-1 0 0,0 1 0 0 0,-1-1 0 0 0,1 1 1 0 0,0 0-1 0 0,0 0 0 0 0,-2-1 1 0 0,-16-2-10019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8:57.628"/>
    </inkml:context>
    <inkml:brush xml:id="br0">
      <inkml:brushProperty name="width" value="0.05" units="cm"/>
      <inkml:brushProperty name="height" value="0.05" units="cm"/>
    </inkml:brush>
  </inkml:definitions>
  <inkml:trace contextRef="#ctx0" brushRef="#br0">690 55 5569 0 0,'2'-2'21558'0'0,"-1"9"-16588"0"0,-3 16-8923 0 0,2-20 5839 0 0,-1 5-1567 0 0,12 37 910 0 0,-11-44-1305 0 0,1 0 0 0 0,-1 0 0 0 0,1 0 0 0 0,-1 0 0 0 0,1-1 0 0 0,0 1 0 0 0,-1 0 0 0 0,1-1 0 0 0,0 1 0 0 0,-1 0 0 0 0,1-1 0 0 0,0 1 0 0 0,0-1 0 0 0,0 1 1 0 0,-1-1-1 0 0,1 1 0 0 0,0-1 0 0 0,0 1 0 0 0,0-1 0 0 0,0 0 0 0 0,0 0 0 0 0,0 0 0 0 0,0 1 0 0 0,0-1 0 0 0,0 0 0 0 0,0 0 0 0 0,0 0 0 0 0,1-1 0 0 0,0 1-11 0 0,0-1-1 0 0,0 0 0 0 0,0 0 0 0 0,0 0 0 0 0,0 0 0 0 0,0-1 0 0 0,-1 1 0 0 0,1 0 0 0 0,-1-1 0 0 0,1 1 0 0 0,0-1 0 0 0,0-2 0 0 0,5-4-267 0 0,-1-1-1 0 0,-1 0 0 0 0,0 0 0 0 0,5-13 1 0 0,-9 20 233 0 0,1-21-237 0 0,-2 19 327 0 0,1 2 24 0 0,-1 1-1 0 0,0-1 0 0 0,0 0 0 0 0,0 1 0 0 0,0-1 0 0 0,0 0 0 0 0,0 1 0 0 0,0-1 1 0 0,0 0-1 0 0,-1 1 0 0 0,1-1 0 0 0,-1 1 0 0 0,1-1 0 0 0,-1 0 0 0 0,0 1 0 0 0,0 0 1 0 0,1-1-1 0 0,-1 1 0 0 0,0-1 0 0 0,0 1 0 0 0,0 0 0 0 0,-1 0 0 0 0,-1-3 0 0 0,1 3-33 0 0,-22-7 36 0 0,7 8-10 0 0,12 0-6 0 0,1 1 48 0 0,-11 1 186 0 0,-1 1-1 0 0,1 1 0 0 0,0 0 1 0 0,0 1-1 0 0,1 0 1 0 0,-18 9-1 0 0,19-6 168 0 0,1-1 0 0 0,0 1 0 0 0,0 1 0 0 0,-11 10 0 0 0,15-11-119 0 0,-3 3 139 0 0,-11 21 239 0 0,-29 60 18 0 0,31-53-213 0 0,-2-1-1 0 0,-1-1 1 0 0,-30 35 0 0 0,38-56-443 0 0,-25 19 0 0 0,9-16 0 0 0,6-6 0 0 0,-35 12-1260 0 0,54-25-84 0 0,0 0-1 0 0,-1 0 1 0 0,1-1-1 0 0,0 0 1 0 0,0-1 0 0 0,0 1-1 0 0,0-1 1 0 0,-6-2 0 0 0,-5-2-3369 0 0,10 4 2988 0 0,0 0 1 0 0,0-1 0 0 0,0 1 0 0 0,0-2-1 0 0,-9-4 1 0 0,1-3-1113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8:58.389"/>
    </inkml:context>
    <inkml:brush xml:id="br0">
      <inkml:brushProperty name="width" value="0.05" units="cm"/>
      <inkml:brushProperty name="height" value="0.05" units="cm"/>
    </inkml:brush>
  </inkml:definitions>
  <inkml:trace contextRef="#ctx0" brushRef="#br0">341 4 4820 0 0,'0'4'1477'0'0,"-1"4"-133"0"0,0-1 1 0 0,-1 0-1 0 0,0 1 0 0 0,0-1 0 0 0,-1 0 1 0 0,0 0-1 0 0,0 0 0 0 0,0 0 0 0 0,-8 10 0 0 0,3-5 19 0 0,0 0-1 0 0,0 0 1 0 0,-1-1-1 0 0,-13 13 1 0 0,19-22-1045 0 0,3-1-325 0 0,-1 0 0 0 0,1 0 0 0 0,-1 0 0 0 0,0 0 0 0 0,1 0 0 0 0,-1 0 0 0 0,0 0 0 0 0,0 0 0 0 0,0-1 0 0 0,0 1 0 0 0,0 0 0 0 0,0 0 0 0 0,0-1 0 0 0,0 1 0 0 0,0 0 0 0 0,0-1-1 0 0,0 1 1 0 0,0-1 0 0 0,0 0 0 0 0,-3 1 0 0 0,-16-34-1180 0 0,19 30 948 0 0,0-1-215 0 0,-1-21-432 0 0,2 24 872 0 0,0 1 1 0 0,0-1-1 0 0,0 0 0 0 0,0 0 1 0 0,0 0-1 0 0,0 0 0 0 0,0 1 1 0 0,0-1-1 0 0,-1 0 1 0 0,1 0-1 0 0,0 0 0 0 0,0 1 1 0 0,-1-1-1 0 0,1 0 0 0 0,0 0 1 0 0,-1 1-1 0 0,1-1 1 0 0,-1 0-1 0 0,1 1 0 0 0,-1-1 1 0 0,1 0-1 0 0,-1 1 0 0 0,1-1 1 0 0,-1 1-1 0 0,0-1 1 0 0,1 1-1 0 0,-1-1 0 0 0,0 1 1 0 0,0-1-1 0 0,0 1 0 0 0,-108 59 4291 0 0,107-58-3918 0 0,-12 2 255 0 0,10-1-488 0 0,1-2 218 0 0,-9 3 428 0 0,-14 0 1932 0 0,11-11-2666 0 0,7-7-38 0 0,6-1 0 0 0,4-19-2179 0 0,8 0-6364 0 0,-8 30 6938 0 0,1 1 0 0 0,0-1 0 0 0,0 1-1 0 0,1 0 1 0 0,-1 0 0 0 0,1 0 0 0 0,5-4 0 0 0,-7 7 1480 0 0,16-14-8690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8:59.188"/>
    </inkml:context>
    <inkml:brush xml:id="br0">
      <inkml:brushProperty name="width" value="0.05" units="cm"/>
      <inkml:brushProperty name="height" value="0.05" units="cm"/>
    </inkml:brush>
  </inkml:definitions>
  <inkml:trace contextRef="#ctx0" brushRef="#br0">254 125 4872 0 0,'0'0'1919'0'0,"-3"-21"7453"0"0,1 20-9088 0 0,1 0 0 0 0,0 0 0 0 0,-1 0-1 0 0,1 0 1 0 0,0 0 0 0 0,-1 0-1 0 0,0 0 1 0 0,1 0 0 0 0,-1 1 0 0 0,1-1-1 0 0,-1 1 1 0 0,0-1 0 0 0,1 1 0 0 0,-4-1-1 0 0,2 1 1735 0 0,-3 2-1071 0 0,-7 1-478 0 0,1 1 0 0 0,0 1 1 0 0,0 0-1 0 0,1 1 0 0 0,-1 0 0 0 0,1 1 0 0 0,0 0 0 0 0,1 0 0 0 0,0 1 1 0 0,0 1-1 0 0,0 0 0 0 0,1 0 0 0 0,1 1 0 0 0,0 0 0 0 0,0 0 0 0 0,1 1 1 0 0,0 0-1 0 0,1 0 0 0 0,-7 17 0 0 0,5-11-469 0 0,3 1 0 0 0,3-1 0 0 0,2-1 0 0 0,6 2 0 0 0,1-7 0 0 0,8-6 0 0 0,8-7 0 0 0,-15-1 0 0 0,1 1 0 0 0,-1-2 0 0 0,0 1 0 0 0,0-1 0 0 0,0 0 0 0 0,0-1 0 0 0,-1 0 0 0 0,0 0 0 0 0,0-1 0 0 0,0 0 0 0 0,0 0 0 0 0,-1 0 0 0 0,0-1 0 0 0,-1 0 0 0 0,1 0 0 0 0,-1 0 0 0 0,-1-1 0 0 0,1 0 0 0 0,-1 0 0 0 0,-1 0 0 0 0,1 0 0 0 0,-2-1 0 0 0,1 1 0 0 0,-1-1 0 0 0,0 0 0 0 0,0-11 0 0 0,-2 4 0 0 0,-2-6 0 0 0,0-10 0 0 0,1 29 0 0 0,-18-30 0 0 0,13 18 0 0 0,6 12 0 0 0,-1 1 0 0 0,0 0 0 0 0,0 0 0 0 0,0-1 0 0 0,0 1 0 0 0,0 0 0 0 0,0 0 0 0 0,0 0 0 0 0,-1 0 0 0 0,1 0 0 0 0,-4-2 0 0 0,-35-23-413 0 0,37 24-2164 0 0,0-5 6486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9:00.072"/>
    </inkml:context>
    <inkml:brush xml:id="br0">
      <inkml:brushProperty name="width" value="0.05" units="cm"/>
      <inkml:brushProperty name="height" value="0.05" units="cm"/>
    </inkml:brush>
  </inkml:definitions>
  <inkml:trace contextRef="#ctx0" brushRef="#br0">126 4 5272 0 0,'0'0'4010'0'0,"0"6"-2160"0"0,-2 25 6864 0 0,-12-30-6378 0 0,-1 1-1 0 0,1 1 0 0 0,-16 4 0 0 0,27-6-1816 0 0,-30 9 2499 0 0,33-10-3016 0 0,-1 0-1 0 0,1 0 0 0 0,-1 0 1 0 0,1 0-1 0 0,0 0 1 0 0,-1 0-1 0 0,1 0 0 0 0,0 0 1 0 0,-1 0-1 0 0,1 0 0 0 0,-1 0 1 0 0,1 0-1 0 0,0 0 1 0 0,-1 0-1 0 0,1 0 0 0 0,-1 0 1 0 0,1 0-1 0 0,0-1 0 0 0,-1 1 1 0 0,1 0-1 0 0,0 0 1 0 0,-1 0-1 0 0,1-1 0 0 0,0 1 1 0 0,-1 0-1 0 0,1 0 1 0 0,0-1-1 0 0,0 1 0 0 0,-1 0 1 0 0,1-1-1 0 0,0-24-1 0 0,-1 5 0 0 0,-1 7-193 0 0,1 10-828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59:00.623"/>
    </inkml:context>
    <inkml:brush xml:id="br0">
      <inkml:brushProperty name="width" value="0.05" units="cm"/>
      <inkml:brushProperty name="height" value="0.05" units="cm"/>
    </inkml:brush>
  </inkml:definitions>
  <inkml:trace contextRef="#ctx0" brushRef="#br0">3 25 3928 0 0,'28'-25'24545'0'0,"-56"50"-22607"0"0,28-25-1892 0 0,0 1 0 0 0,0-1 0 0 0,-1 0 0 0 0,1 0 0 0 0,0 1 0 0 0,0-1 0 0 0,0 0 0 0 0,0 1 0 0 0,-1-1 0 0 0,1 0 0 0 0,0 0 0 0 0,0 1 0 0 0,0-1 0 0 0,0 0 0 0 0,0 1 0 0 0,0-1 0 0 0,0 1 0 0 0,0-1 0 0 0,0 0 0 0 0,0 1 0 0 0,0-1 0 0 0,0 0 0 0 0,0 1 1 0 0,0-1-1 0 0,0 0 0 0 0,0 1 0 0 0,0-1 0 0 0,0 0 0 0 0,1 1 0 0 0,-1-1 0 0 0,0 0 0 0 0,0 0 0 0 0,0 1 0 0 0,0-1 0 0 0,1 0 0 0 0,-1 0 0 0 0,0 1 0 0 0,0-1 0 0 0,1 0 0 0 0,-1 0 0 0 0,0 1 0 0 0,1-1 0 0 0,-1 0 0 0 0,0 0 0 0 0,0 0 0 0 0,1 0 0 0 0,-1 0 0 0 0,0 1 0 0 0,1-1 0 0 0,0 0 0 0 0,27-3-37 0 0,-17-3-9 0 0,-37 16-771 0 0,19-7-3121 0 0,11-32-15777 0 0,2 17 15376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24.426"/>
    </inkml:context>
    <inkml:brush xml:id="br0">
      <inkml:brushProperty name="width" value="0.035" units="cm"/>
      <inkml:brushProperty name="height" value="0.035" units="cm"/>
      <inkml:brushProperty name="color" value="#66CC00"/>
    </inkml:brush>
  </inkml:definitions>
  <inkml:trace contextRef="#ctx0" brushRef="#br0">182 8 8741 0 0,'0'0'9317'0'0,"3"-1"-7440"0"0,-1 1-3016 0 0,13-4 6217 0 0,-15 3-4709 0 0,1 1 1 0 0,0 0-1 0 0,0-1 0 0 0,0 1 0 0 0,-1 0 0 0 0,1 0 0 0 0,0-1 0 0 0,0 1 0 0 0,0 0 0 0 0,0 0 0 0 0,0 0 0 0 0,-1 0 0 0 0,1 0 0 0 0,0 0 0 0 0,0 0 0 0 0,0 1 0 0 0,0-1 0 0 0,0 0 0 0 0,-1 0 0 0 0,1 1 0 0 0,0-1 0 0 0,0 0 0 0 0,1 1 0 0 0,-2 7-366 0 0,-1 0 0 0 0,1 0 0 0 0,-1 0 0 0 0,0-1 0 0 0,-1 1 0 0 0,0 0 0 0 0,0-1 1 0 0,-1 1-1 0 0,0-1 0 0 0,-7 13 0 0 0,-1 2-1 0 0,-57 125-2 0 0,-26 60 0 0 0,94-203 0 0 0,-20 24 0 0 0,16-24-1376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25.171"/>
    </inkml:context>
    <inkml:brush xml:id="br0">
      <inkml:brushProperty name="width" value="0.035" units="cm"/>
      <inkml:brushProperty name="height" value="0.035" units="cm"/>
      <inkml:brushProperty name="color" value="#66CC00"/>
    </inkml:brush>
  </inkml:definitions>
  <inkml:trace contextRef="#ctx0" brushRef="#br0">177 51 4288 0 0,'0'0'7799'0'0,"-4"-8"-5994"0"0,6 3 2397 0 0,9 0-3459 0 0,0-1 1 0 0,0 2 0 0 0,0-1-1 0 0,0 2 1 0 0,1-1 0 0 0,23-2-1 0 0,-16 4-494 0 0,0 0-1 0 0,0 2 1 0 0,0 0 0 0 0,0 1-1 0 0,0 1 1 0 0,30 8 0 0 0,-46-10-228 0 0,1 1 1 0 0,-1 1 0 0 0,1-1 0 0 0,-1 0 0 0 0,0 1 0 0 0,0-1 0 0 0,1 1 0 0 0,-1 0-1 0 0,0 0 1 0 0,-1 1 0 0 0,1-1 0 0 0,0 0 0 0 0,-1 1 0 0 0,1 0 0 0 0,-1 0-1 0 0,0-1 1 0 0,1 1 0 0 0,2 6 0 0 0,-3-3 22 0 0,0 0-1 0 0,0 0 1 0 0,0 0-1 0 0,-1 0 1 0 0,0 0-1 0 0,0 0 0 0 0,-1 1 1 0 0,1-1-1 0 0,-1 0 1 0 0,-1 8-1 0 0,-2 2 205 0 0,1 0-1 0 0,-2 0 1 0 0,0 0-1 0 0,-1 0 0 0 0,-1 0 1 0 0,0-1-1 0 0,-11 19 1 0 0,1-9 193 0 0,0-1 0 0 0,-2-1 1 0 0,-1 0-1 0 0,0-1 0 0 0,-2-2 0 0 0,0 0 1 0 0,-2-1-1 0 0,0-1 0 0 0,0-1 1 0 0,-48 25-1 0 0,47-29-441 0 0,9-9 0 0 0,-1-1 0 0 0,-6-1 0 0 0,18-1-71 0 0,0-1 1 0 0,0 0-1 0 0,0 0 0 0 0,0-1 1 0 0,0 1-1 0 0,0-1 1 0 0,0 0-1 0 0,0 0 0 0 0,0 0 1 0 0,0-1-1 0 0,1 1 0 0 0,-1-1 1 0 0,1 0-1 0 0,-1 0 1 0 0,1 0-1 0 0,0 0 0 0 0,-1 0 1 0 0,1-1-1 0 0,0 0 0 0 0,1 0 1 0 0,-1 0-1 0 0,0 0 1 0 0,1 0-1 0 0,0 0 0 0 0,-3-4 1 0 0,0-2-2336 0 0,-4-6-3584 0 0,7 9 4596 0 0,1 2-166 0 0,0-3-1374 0 0,0 4 1439 0 0,-1-1-317 0 0,2-4-6178 0 0,-2-14 4912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25.923"/>
    </inkml:context>
    <inkml:brush xml:id="br0">
      <inkml:brushProperty name="width" value="0.035" units="cm"/>
      <inkml:brushProperty name="height" value="0.035" units="cm"/>
      <inkml:brushProperty name="color" value="#66CC00"/>
    </inkml:brush>
  </inkml:definitions>
  <inkml:trace contextRef="#ctx0" brushRef="#br0">414 50 4276 0 0,'2'-9'2906'0'0,"-3"3"4733"0"0,0 4-7180 0 0,1 0 1 0 0,-1 0-1 0 0,0 0 1 0 0,0 0-1 0 0,0 1 1 0 0,-1-1-1 0 0,1 0 1 0 0,0 1 0 0 0,-1-1-1 0 0,1 1 1 0 0,-1 0-1 0 0,1-1 1 0 0,-1 1-1 0 0,0 0 1 0 0,1 0-1 0 0,-1 0 1 0 0,0 0-1 0 0,0 0 1 0 0,0 1-1 0 0,0-1 1 0 0,-2 0-1 0 0,-18-3 1133 0 0,19 3-640 0 0,1 2-841 0 0,0 0 1 0 0,0 0-1 0 0,0 0 0 0 0,0 0 1 0 0,0-1-1 0 0,0 1 0 0 0,0-1 1 0 0,0 1-1 0 0,-1-1 0 0 0,1 0 1 0 0,0 0-1 0 0,-3 0 0 0 0,-1 0 142 0 0,-14 6 268 0 0,1 0 0 0 0,0 1 0 0 0,0 1 0 0 0,0 0-1 0 0,1 2 1 0 0,-18 12 0 0 0,3 1-539 0 0,2 1 1 0 0,-31 30-1 0 0,32-16 18 0 0,20-24 0 0 0,6 0 0 0 0,5-13 0 0 0,-1 0 0 0 0,0 0 0 0 0,1-1 0 0 0,-1 1 0 0 0,0 0 0 0 0,1 0 0 0 0,-1 0 0 0 0,1-1 0 0 0,-1 1 0 0 0,1 0 0 0 0,0-1 0 0 0,-1 1 0 0 0,1 0 0 0 0,0-1 0 0 0,-1 1 0 0 0,1-1 0 0 0,0 1 0 0 0,0-1 0 0 0,-1 1 0 0 0,2-1 0 0 0,25 0 0 0 0,2-8 177 0 0,14-10-349 0 0,-1-4-401 0 0,18-15-735 0 0,6-3-266 0 0,0-1 4131 0 0,-73 46-2068 0 0,6-5-462 0 0,-13 9 27 0 0,0 1 0 0 0,0 1 0 0 0,0 0 0 0 0,2 1-1 0 0,-1 1 1 0 0,-14 18 0 0 0,22-20-54 0 0,1 2 0 0 0,5 5 0 0 0,12-4 0 0 0,20-4-272 0 0,8-12-7169 0 0,-28 0 2822 0 0,0 0 0 0 0,-1-2-1 0 0,25-9 1 0 0,-20 6 1490 0 0,1-3 233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26.350"/>
    </inkml:context>
    <inkml:brush xml:id="br0">
      <inkml:brushProperty name="width" value="0.035" units="cm"/>
      <inkml:brushProperty name="height" value="0.035" units="cm"/>
      <inkml:brushProperty name="color" value="#66CC00"/>
    </inkml:brush>
  </inkml:definitions>
  <inkml:trace contextRef="#ctx0" brushRef="#br0">122 4 7505 0 0,'-29'33'9701'0'0,"3"5"-3833"0"0,12-13-2777 0 0,1 1-1 0 0,-17 50 1 0 0,25-59-2733 0 0,2 0-295 0 0,2-1-63 0 0,5 1 0 0 0,7-7 0 0 0,6-6 0 0 0,20-6 0 0 0,-27-3 0 0 0,-2 1 0 0 0,12-5 0 0 0,1 0 0 0 0,-1-2 0 0 0,0 0 0 0 0,-1-1 0 0 0,-1-1 0 0 0,0-1 0 0 0,-1 0 0 0 0,0-1 0 0 0,29-35 0 0 0,-40 41 41 0 0,1 0 0 0 0,-2-1 0 0 0,9-17 0 0 0,-8-4-2097 0 0,-6 31 1840 0 0,0-1 0 0 0,0 0 0 0 0,0 0 0 0 0,-1 1 1 0 0,1-1-1 0 0,0 0 0 0 0,-1 1 0 0 0,1-1 0 0 0,0 0 0 0 0,-1 1 0 0 0,1-1 0 0 0,-1 1 0 0 0,1-1 1 0 0,-1 1-1 0 0,1-1 0 0 0,-1 1 0 0 0,1-1 0 0 0,-1 1 0 0 0,0-1 0 0 0,1 1 0 0 0,-1 0 1 0 0,0-1-1 0 0,1 1 0 0 0,-1 0 0 0 0,0 0 0 0 0,1-1 0 0 0,-1 1 0 0 0,0 0 0 0 0,1 0 0 0 0,-1 0 1 0 0,0 0-1 0 0,-1 0 0 0 0,-2-4-5068 0 0,-7-6-7421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26.709"/>
    </inkml:context>
    <inkml:brush xml:id="br0">
      <inkml:brushProperty name="width" value="0.035" units="cm"/>
      <inkml:brushProperty name="height" value="0.035" units="cm"/>
      <inkml:brushProperty name="color" value="#66CC00"/>
    </inkml:brush>
  </inkml:definitions>
  <inkml:trace contextRef="#ctx0" brushRef="#br0">125 1 6909 0 0,'-1'4'2385'0'0,"-3"8"-526"0"0,0-1-1 0 0,-1 0 1 0 0,-1 0-1 0 0,1 0 1 0 0,-11 14-1 0 0,-22 28 2696 0 0,0 1-7228 0 0,37-52 1116 0 0,-3 3-2259 0 0,1-2 2759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27.084"/>
    </inkml:context>
    <inkml:brush xml:id="br0">
      <inkml:brushProperty name="width" value="0.035" units="cm"/>
      <inkml:brushProperty name="height" value="0.035" units="cm"/>
      <inkml:brushProperty name="color" value="#66CC00"/>
    </inkml:brush>
  </inkml:definitions>
  <inkml:trace contextRef="#ctx0" brushRef="#br0">40 16 8837 0 0,'0'0'7176'0'0,"5"-16"-727"0"0,-32 52-13154 0 0,22-26 2621 0 0,0 3 448 0 0,0-3 307 0 0,3 5 341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27.433"/>
    </inkml:context>
    <inkml:brush xml:id="br0">
      <inkml:brushProperty name="width" value="0.035" units="cm"/>
      <inkml:brushProperty name="height" value="0.035" units="cm"/>
      <inkml:brushProperty name="color" value="#66CC00"/>
    </inkml:brush>
  </inkml:definitions>
  <inkml:trace contextRef="#ctx0" brushRef="#br0">224 245 4984 0 0,'1'-1'742'0'0,"0"0"-1"0"0,0 0 0 0 0,-1 0 0 0 0,1-1 0 0 0,0 1 1 0 0,-1 0-1 0 0,1 0 0 0 0,-1-1 0 0 0,1 1 0 0 0,-1 0 0 0 0,0 0 1 0 0,1-1-1 0 0,-1 1 0 0 0,0 0 0 0 0,0-1 0 0 0,0-1 1 0 0,-8-4 4837 0 0,-5 5-6098 0 0,8 4 1666 0 0,-12 4 1 0 0,1 1 0 0 0,0 0 0 0 0,0 1 0 0 0,1 1 0 0 0,0 0 1 0 0,-14 13-1 0 0,-26 32-210 0 0,43-38-938 0 0,2-2 0 0 0,6 0 0 0 0,16 0 0 0 0,7-13 0 0 0,3-6-10 0 0,0-1-1 0 0,0-1 1 0 0,-1-2-1 0 0,0 0 1 0 0,-1-1 0 0 0,0 0-1 0 0,22-17 1 0 0,131-104-2286 0 0,-145 107 1477 0 0,-7 7 884 0 0,0-1 0 0 0,-2-1-1 0 0,0-1 1 0 0,-1 0 0 0 0,27-42-1 0 0,-44 60 1935 0 0,-10 6-1615 0 0,-9 9-323 0 0,0 1 0 0 0,1 0 0 0 0,1 1 0 0 0,0 0 0 0 0,1 2 0 0 0,-17 22 0 0 0,22-26-126 0 0,1 1 1 0 0,0-1-1 0 0,0 1 0 0 0,2 1 1 0 0,0-1-1 0 0,0 1 0 0 0,2 1 1 0 0,0-1-1 0 0,0 1 0 0 0,1 0 1 0 0,1 0-1 0 0,-1 18 0 0 0,15 4-6369 0 0,9-7-11249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28.072"/>
    </inkml:context>
    <inkml:brush xml:id="br0">
      <inkml:brushProperty name="width" value="0.035" units="cm"/>
      <inkml:brushProperty name="height" value="0.035" units="cm"/>
      <inkml:brushProperty name="color" value="#66CC00"/>
    </inkml:brush>
  </inkml:definitions>
  <inkml:trace contextRef="#ctx0" brushRef="#br0">552 86 6889 0 0,'-8'-38'10275'0'0,"5"34"-9595"0"0,-1 0 0 0 0,0 0 0 0 0,0 0-1 0 0,-1 0 1 0 0,1 1 0 0 0,-1 0 0 0 0,0 0-1 0 0,0 0 1 0 0,0 0 0 0 0,0 1 0 0 0,0 0-1 0 0,0 0 1 0 0,-1 1 0 0 0,-10-3 0 0 0,6 3-123 0 0,-1 0 1 0 0,0 1-1 0 0,0 0 0 0 0,1 1 1 0 0,-1 0-1 0 0,0 1 1 0 0,-14 3-1 0 0,0 3-399 0 0,0 1 0 0 0,0 1 0 0 0,1 1-1 0 0,0 1 1 0 0,-37 26 0 0 0,41-24-158 0 0,1 1 0 0 0,0 1 0 0 0,1 1 0 0 0,-17 20 0 0 0,27-27 0 0 0,1-1 0 0 0,0 1 0 0 0,0 1 0 0 0,1-1 0 0 0,0 1 0 0 0,1 0 0 0 0,0 1 0 0 0,1-1 0 0 0,0 1 0 0 0,-2 13 0 0 0,6-24 0 0 0,-1 1 0 0 0,1-1 0 0 0,-1 1 0 0 0,1-1 0 0 0,0 1 0 0 0,-1 0 0 0 0,1-1 0 0 0,0 1 0 0 0,0-1 0 0 0,0 1 0 0 0,0 0 0 0 0,1-1 0 0 0,-1 1 0 0 0,0-1 0 0 0,1 1 0 0 0,-1-1 0 0 0,1 1 0 0 0,-1-1 0 0 0,1 1 0 0 0,1 2 0 0 0,1 0 0 0 0,-1 0 2 0 0,-1-1 1 0 0,1 1-1 0 0,0-1 1 0 0,0 0-1 0 0,0 0 1 0 0,1 0-1 0 0,-1 0 1 0 0,1 0-1 0 0,-1 0 1 0 0,1-1-1 0 0,0 1 1 0 0,0-1-1 0 0,0 0 1 0 0,1 0-1 0 0,-1 0 1 0 0,0 0-1 0 0,1-1 1 0 0,-1 1-1 0 0,8 1 0 0 0,4 1-128 0 0,0 0 0 0 0,0-1-1 0 0,17 1 1 0 0,-25-3-73 0 0,11-1-2916 0 0,-1-1 1 0 0,1 0-1 0 0,-1-2 1 0 0,0 0-1 0 0,1 0 1 0 0,-2-2-1 0 0,24-8 1 0 0,-39 12 3051 0 0,29-9-3169 0 0,2-2 231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28.630"/>
    </inkml:context>
    <inkml:brush xml:id="br0">
      <inkml:brushProperty name="width" value="0.035" units="cm"/>
      <inkml:brushProperty name="height" value="0.035" units="cm"/>
      <inkml:brushProperty name="color" value="#66CC00"/>
    </inkml:brush>
  </inkml:definitions>
  <inkml:trace contextRef="#ctx0" brushRef="#br0">406 11 4820 0 0,'0'0'3805'0'0,"-7"-11"-997"0"0,-1 13 2601 0 0,-17 15-3195 0 0,0 2 1 0 0,2 0-1 0 0,-31 34 0 0 0,-62 80 3139 0 0,47-51-3638 0 0,56-68-1715 0 0,1 0 0 0 0,2 0 0 0 0,0 0 0 0 0,-13 24 0 0 0,15-23 0 0 0,6-2 0 0 0,2-13 0 0 0,0 1 0 0 0,0 0 0 0 0,1-1 0 0 0,-1 1 0 0 0,1-1 0 0 0,-1 1 0 0 0,0-1 0 0 0,1 0 0 0 0,-1 1 0 0 0,1-1 0 0 0,-1 1 0 0 0,1-1 0 0 0,-1 0 0 0 0,1 1 0 0 0,-1-1 0 0 0,1 0 0 0 0,0 1 0 0 0,-1-1 0 0 0,1 0 0 0 0,-1 0 0 0 0,1 0 0 0 0,0 0 0 0 0,-1 0 0 0 0,1 1 0 0 0,0-1 0 0 0,-1 0 0 0 0,2-1 0 0 0,9-2 0 0 0,0-1 0 0 0,-1 0 0 0 0,0-1 0 0 0,0 0 0 0 0,0-1 0 0 0,0 0 0 0 0,-1 0 0 0 0,10-9 0 0 0,28-17 0 0 0,-46 32 0 0 0,153-80-467 0 0,-151 79 457 0 0,16 2 423 0 0,-8 11-356 0 0,-8 7-50 0 0,-7 2-7 0 0,3-14 0 0 0,-1 0 0 0 0,0 0 0 0 0,-1-1 0 0 0,1 1 0 0 0,-1-1 0 0 0,-1 0 0 0 0,-4 8 0 0 0,-35 67 0 0 0,43-81-100 0 0,0 1 0 0 0,-1 0 1 0 0,1 0-1 0 0,0 0 0 0 0,0 0 0 0 0,0 0 0 0 0,-1 0 1 0 0,1 0-1 0 0,0 0 0 0 0,0 0 0 0 0,0 0 0 0 0,0 0 1 0 0,1-1-1 0 0,-1 1 0 0 0,0 0 0 0 0,0 0 0 0 0,1 0 1 0 0,-1 0-1 0 0,0 0 0 0 0,1 0 0 0 0,-1 0 0 0 0,1-1 1 0 0,-1 1-1 0 0,1 0 0 0 0,-1 0 0 0 0,1-1 0 0 0,0 1 1 0 0,-1 0-1 0 0,1-1 0 0 0,0 1 0 0 0,-1-1 0 0 0,1 1 1 0 0,0 0-1 0 0,0-1 0 0 0,0 0 0 0 0,0 1 0 0 0,-1-1 1 0 0,1 0-1 0 0,0 1 0 0 0,0-1 0 0 0,0 0 0 0 0,0 0 1 0 0,0 0-1 0 0,0 0 0 0 0,0 1 0 0 0,0-2 0 0 0,2 1 0 0 0,-2 0 191 0 0,5 2-2172 0 0,-13 7-3037 0 0,19-6-7439 0 0,4-6 9232 0 0,-12 3 363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29.465"/>
    </inkml:context>
    <inkml:brush xml:id="br0">
      <inkml:brushProperty name="width" value="0.035" units="cm"/>
      <inkml:brushProperty name="height" value="0.035" units="cm"/>
      <inkml:brushProperty name="color" value="#66CC00"/>
    </inkml:brush>
  </inkml:definitions>
  <inkml:trace contextRef="#ctx0" brushRef="#br0">298 455 6101 0 0,'-1'-24'14169'0'0,"-8"11"-9288"0"0,7 12-4625 0 0,-1 0 0 0 0,0 0 0 0 0,0 0 0 0 0,1 1-1 0 0,-1-1 1 0 0,0 1 0 0 0,0 0 0 0 0,0 0 0 0 0,0 0 0 0 0,-3 0 0 0 0,3 0 419 0 0,0 0 332 0 0,1 1-907 0 0,1 0 1 0 0,0 0-1 0 0,0-1 1 0 0,-1 1-1 0 0,1 0 0 0 0,-1-1 1 0 0,1 1-1 0 0,-1-1 1 0 0,1 1-1 0 0,-1-1 0 0 0,1 0 1 0 0,-1 0-1 0 0,1 1 1 0 0,-1-1-1 0 0,-1 0 0 0 0,-20 3 866 0 0,6 2-911 0 0,-1 2 0 0 0,2 0-1 0 0,-1 0 1 0 0,1 2 0 0 0,0 0-1 0 0,1 0 1 0 0,0 2 0 0 0,0 0-1 0 0,-15 15 1 0 0,20-15-55 0 0,0 3 0 0 0,5 0 0 0 0,10 2 0 0 0,11-5 0 0 0,-4-9 0 0 0,0 0 0 0 0,0-1 0 0 0,19 0 0 0 0,-4-5-32 0 0,-1-2 0 0 0,0 0 0 0 0,0-2-1 0 0,29-12 1 0 0,-5 2-840 0 0,-48 17 776 0 0,5 0 70 0 0,-7 1 25 0 0,0-1-1 0 0,0 1 1 0 0,0 0 0 0 0,0 0-1 0 0,0 0 1 0 0,0 0 0 0 0,0 0-1 0 0,0 0 1 0 0,1-1 0 0 0,-1 1-1 0 0,0 0 1 0 0,0 0 0 0 0,0 0-1 0 0,0 0 1 0 0,0 0 0 0 0,0 0-1 0 0,0 0 1 0 0,0 0 0 0 0,1-1-1 0 0,-1 1 1 0 0,0 0 0 0 0,0 0-1 0 0,0 0 1 0 0,0 0 0 0 0,0 0-1 0 0,0 0 1 0 0,1 0 0 0 0,-1 0-1 0 0,0 0 1 0 0,0 0 0 0 0,0 0-1 0 0,0 0 1 0 0,0 0 0 0 0,0 0-1 0 0,1 0 1 0 0,-1 0-1 0 0,0 0 1 0 0,0 0 0 0 0,0 0-1 0 0,0 0 1 0 0,0 0 0 0 0,1 0-1 0 0,-1 0 1 0 0,0 0 0 0 0,0 0-1 0 0,0 0 1 0 0,0 1 0 0 0,0-1-1 0 0,0 0 1 0 0,0 0 0 0 0,1 0-1 0 0,-1 0 1 0 0,0 0 0 0 0,0 0-1 0 0,0 0 1 0 0,0 0 0 0 0,0 1-1 0 0,0-1 1 0 0,0 0 0 0 0,0 0-1 0 0,0 0 1 0 0,0 0 0 0 0,0 0-1 0 0,-22 34 1243 0 0,9-17-1241 0 0,1-6 0 0 0,3 0 0 0 0,2 0 0 0 0,3 0 0 0 0,5-10 0 0 0,0-1 0 0 0,-1 1 0 0 0,1 0 0 0 0,0-1 0 0 0,0 1 0 0 0,0-1 0 0 0,0 0 0 0 0,0 1 0 0 0,0-1 0 0 0,0 0 0 0 0,0 1 0 0 0,0-1 0 0 0,0 0 0 0 0,0 0 0 0 0,0 0 0 0 0,0 0 0 0 0,0 0 0 0 0,0 0 0 0 0,2-1 0 0 0,5-1 0 0 0,0 0 0 0 0,-1-1 0 0 0,1 0 0 0 0,-1 0 0 0 0,0-1 0 0 0,0 0 0 0 0,0 0 0 0 0,10-9 0 0 0,54-49 0 0 0,-60 52 0 0 0,86-83-1888 0 0,-3-5 0 0 0,107-147 0 0 0,-201 245 1889 0 0,12-16 379 0 0,-1 0 0 0 0,0-1 0 0 0,7-18-1 0 0,-17 33 413 0 0,-8 5-476 0 0,-7 4-39 0 0,1 0 0 0 0,-1 0 1 0 0,1 1-1 0 0,1 1 0 0 0,0 0 0 0 0,-19 20 0 0 0,-68 79 921 0 0,50-51-1300 0 0,32-39 102 0 0,2 0 0 0 0,0 1 0 0 0,0 0 0 0 0,2 1 0 0 0,1 1 0 0 0,-16 34 0 0 0,25-39 0 0 0,3 7 0 0 0,-1-22-45 0 0,1 1-1 0 0,0-1 1 0 0,0 1-1 0 0,0-1 1 0 0,0 1-1 0 0,0 0 1 0 0,0-1-1 0 0,1 1 1 0 0,-1-1-1 0 0,0 1 1 0 0,1-1 0 0 0,-1 1-1 0 0,1-1 1 0 0,0 1-1 0 0,-1-1 1 0 0,1 0-1 0 0,0 1 1 0 0,0-1-1 0 0,0 0 1 0 0,0 1-1 0 0,0-1 1 0 0,0 0 0 0 0,0 0-1 0 0,0 0 1 0 0,1 0-1 0 0,-1 0 1 0 0,0 0-1 0 0,1-1 1 0 0,1 2-1 0 0,1 0-720 0 0,0 0 328 0 0,1 0-1 0 0,-1 0 0 0 0,0-1 0 0 0,1 1 1 0 0,-1-1-1 0 0,1 0 0 0 0,4 0 0 0 0,4 0-2857 0 0,-1-1-1 0 0,0 0 1 0 0,1-1-1 0 0,-1-1 1 0 0,0 0-1 0 0,15-5 1 0 0,-9 2 348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30.290"/>
    </inkml:context>
    <inkml:brush xml:id="br0">
      <inkml:brushProperty name="width" value="0.035" units="cm"/>
      <inkml:brushProperty name="height" value="0.035" units="cm"/>
      <inkml:brushProperty name="color" value="#66CC00"/>
    </inkml:brush>
  </inkml:definitions>
  <inkml:trace contextRef="#ctx0" brushRef="#br0">250 8 4976 0 0,'-5'-7'12990'0'0,"-17"20"-11859"0"0,1 1 0 0 0,0 0-1 0 0,1 2 1 0 0,1 1 0 0 0,1 0-1 0 0,0 1 1 0 0,1 1 0 0 0,1 1-1 0 0,1 0 1 0 0,1 1 0 0 0,0 1-1 0 0,-10 23 1 0 0,23-39-1034 0 0,0 10-92 0 0,-2 1-5 0 0,3-15 2 0 0,0-1-1 0 0,-1 0 1 0 0,1 0 0 0 0,0 0-1 0 0,0 0 1 0 0,0 0 0 0 0,0 0-1 0 0,0 1 1 0 0,0-1 0 0 0,1 0-1 0 0,-1 0 1 0 0,0 0 0 0 0,0 0 0 0 0,1 0-1 0 0,-1 0 1 0 0,1 0 0 0 0,-1 0-1 0 0,1 0 1 0 0,-1 0 0 0 0,1 0-1 0 0,0 0 1 0 0,-1 0 0 0 0,1 0-1 0 0,0 0 1 0 0,0-1 0 0 0,0 1-1 0 0,0 0 1 0 0,0 0 0 0 0,0-1-1 0 0,-1 1 1 0 0,2-1 0 0 0,-1 1-1 0 0,0-1 1 0 0,1 1 0 0 0,26 1-836 0 0,-14-5 171 0 0,0 0 1 0 0,0-2-1 0 0,-1 1 1 0 0,1-2 0 0 0,-1 0-1 0 0,0 0 1 0 0,15-11 0 0 0,87-66-3444 0 0,-77 54 2979 0 0,-6 2 387 0 0,-21 18 3298 0 0,-32 36-693 0 0,-51 79 2921 0 0,58-84-3783 0 0,13-20-913 0 0,0 0 0 0 0,-1-1 0 0 0,1 1 0 0 0,0 0 0 0 0,0 0 0 0 0,1 0 0 0 0,-1 0 0 0 0,0 0 1 0 0,1 0-1 0 0,-1 0 0 0 0,1 0 0 0 0,-1 1 0 0 0,1-1 0 0 0,0 0 0 0 0,0 0 0 0 0,1 4 0 0 0,-1-5-82 0 0,0 0-1 0 0,1 0 1 0 0,0 0-1 0 0,-1 0 0 0 0,1 0 1 0 0,-1 0-1 0 0,1 0 0 0 0,0 0 1 0 0,0 0-1 0 0,0 0 0 0 0,0-1 1 0 0,-1 1-1 0 0,1 0 0 0 0,0 0 1 0 0,0-1-1 0 0,0 1 0 0 0,0-1 1 0 0,1 1-1 0 0,-1-1 0 0 0,2 1 1 0 0,2 1-152 0 0,1-1 1 0 0,-1 0-1 0 0,1-1 1 0 0,-1 1-1 0 0,1-1 1 0 0,-1 0-1 0 0,1-1 1 0 0,-1 1-1 0 0,8-3 1 0 0,8-4-315 0 0,0-2-1 0 0,0 0 1 0 0,-1-2 0 0 0,0 0 0 0 0,0-1 0 0 0,-2-1-1 0 0,26-22 1 0 0,14-8-177 0 0,-25 17 633 0 0,13-8 480 0 0,-44 33 127 0 0,2 12-267 0 0,-3-11-291 0 0,-1 1 0 0 0,1 0-1 0 0,0 0 1 0 0,-1 0 0 0 0,1 0 0 0 0,-1 0-1 0 0,0 0 1 0 0,1 0 0 0 0,-1 0-1 0 0,0 0 1 0 0,1 0 0 0 0,-1 0 0 0 0,0 0-1 0 0,0 0 1 0 0,0 0 0 0 0,0 0 0 0 0,0 0-1 0 0,0 0 1 0 0,0 0 0 0 0,-1 2 0 0 0,-33 135 3435 0 0,28-113-3665 0 0,-4 19-5367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30.846"/>
    </inkml:context>
    <inkml:brush xml:id="br0">
      <inkml:brushProperty name="width" value="0.035" units="cm"/>
      <inkml:brushProperty name="height" value="0.035" units="cm"/>
      <inkml:brushProperty name="color" value="#66CC00"/>
    </inkml:brush>
  </inkml:definitions>
  <inkml:trace contextRef="#ctx0" brushRef="#br0">62 85 5517 0 0,'0'0'16928'0'0,"1"6"-16047"0"0,2 15-102 0 0,-2-15-60 0 0,1-5-529 0 0,0 1-1 0 0,-1-1 1 0 0,1 1-1 0 0,0-1 0 0 0,0 0 1 0 0,0 1-1 0 0,0-1 1 0 0,0 0-1 0 0,0 0 0 0 0,1-1 1 0 0,-1 1-1 0 0,0 0 1 0 0,0-1-1 0 0,1 1 0 0 0,-1-1 1 0 0,0 0-1 0 0,1 0 1 0 0,-1 0-1 0 0,0 0 1 0 0,4 0-1 0 0,3-3-327 0 0,1-1 1 0 0,-1 1-1 0 0,0-1 1 0 0,0-1-1 0 0,-1 0 1 0 0,1 0-1 0 0,-1-1 1 0 0,0 0-1 0 0,-1 0 1 0 0,1-1-1 0 0,-1 1 1 0 0,0-2-1 0 0,9-13 0 0 0,-15 20 130 0 0,0 0-1 0 0,0 0 1 0 0,0 0-1 0 0,-1 0 1 0 0,1 0-1 0 0,0 0 1 0 0,-1-1-1 0 0,1 1 1 0 0,-1 0-1 0 0,1 0 1 0 0,-1-1-1 0 0,1 1 1 0 0,-1 0-1 0 0,0-1 1 0 0,0 1-1 0 0,0 0 1 0 0,0-1-1 0 0,0 1 1 0 0,0 0-1 0 0,0-1 1 0 0,-1-1-1 0 0,1 2 75 0 0,-1 0 1 0 0,0 0-1 0 0,1 0 0 0 0,-1 0 1 0 0,0 0-1 0 0,0 1 0 0 0,0-1 1 0 0,0 0-1 0 0,0 0 0 0 0,0 1 1 0 0,0-1-1 0 0,0 1 0 0 0,0-1 1 0 0,0 1-1 0 0,0-1 0 0 0,0 1 1 0 0,0 0-1 0 0,-2-1 0 0 0,-3 0 192 0 0,1 0 0 0 0,0 1 0 0 0,0 0-1 0 0,0 0 1 0 0,-1 0 0 0 0,1 0 0 0 0,-10 3-1 0 0,3 2-6 0 0,0 1-1 0 0,0 0 1 0 0,0 0-1 0 0,1 2 1 0 0,0-1-1 0 0,0 1 1 0 0,1 1-1 0 0,0 0 1 0 0,1 0 0 0 0,-12 15-1 0 0,19-22-250 0 0,1 0 0 0 0,-1-1 0 0 0,1 1 0 0 0,-1 0 0 0 0,1 0 0 0 0,0 0 0 0 0,0 0 0 0 0,0 0 0 0 0,0 0 0 0 0,0 0 0 0 0,0 0 0 0 0,1 0 0 0 0,-1 0 0 0 0,0 5 0 0 0,-3 4 0 0 0,1-6 0 0 0,0 0 0 0 0,0 1 0 0 0,0-1 0 0 0,1 0 0 0 0,0 1 0 0 0,0 0 0 0 0,0 0 0 0 0,1 0 0 0 0,-1 6 0 0 0,2-10 0 0 0,-1 1 0 0 0,1 0 0 0 0,0-1 0 0 0,0 1 0 0 0,0 0 0 0 0,1-1 0 0 0,-1 1 0 0 0,1-1 0 0 0,-1 1 0 0 0,1 0 0 0 0,0-1 0 0 0,0 0 0 0 0,0 1 0 0 0,0-1 0 0 0,1 1 0 0 0,-1-1 0 0 0,0 0 0 0 0,1 0 0 0 0,0 0 0 0 0,3 4 0 0 0,34 16-211 0 0,-34-20-999 0 0,1 0 0 0 0,0-1 0 0 0,0 0 0 0 0,-1 0 0 0 0,1 0 0 0 0,0-1 0 0 0,0 0 1 0 0,10-1-1 0 0,-6-1-1513 0 0,0 0 1 0 0,1 0 0 0 0,-1-1 0 0 0,13-6 0 0 0,19-11-2324 0 0,-17 5 2312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31.558"/>
    </inkml:context>
    <inkml:brush xml:id="br0">
      <inkml:brushProperty name="width" value="0.035" units="cm"/>
      <inkml:brushProperty name="height" value="0.035" units="cm"/>
      <inkml:brushProperty name="color" value="#66CC00"/>
    </inkml:brush>
  </inkml:definitions>
  <inkml:trace contextRef="#ctx0" brushRef="#br0">208 50 4932 0 0,'-4'2'2329'0'0,"-9"6"-560"0"0,0 1 0 0 0,1 0-1 0 0,0 1 1 0 0,1 1-1 0 0,0 0 1 0 0,1 0 0 0 0,0 1-1 0 0,-9 14 1 0 0,-1 3 1370 0 0,3 1 0 0 0,-24 51 0 0 0,37-69-2980 0 0,-1 4-147 0 0,1-1-12 0 0,4-15 0 0 0,0 0 0 0 0,0 0 0 0 0,0 1 0 0 0,-1-1 0 0 0,1 0 0 0 0,0 0 0 0 0,0 1 0 0 0,0-1 0 0 0,0 0 0 0 0,0 0 0 0 0,0 1 0 0 0,0-1 0 0 0,0 0 0 0 0,0 0 0 0 0,0 1 0 0 0,0-1 0 0 0,0 0 0 0 0,0 0 0 0 0,0 0 0 0 0,0 1 0 0 0,0-1 0 0 0,0 0 0 0 0,0 0 0 0 0,0 1 0 0 0,1-1 0 0 0,-1 0 0 0 0,0 0 0 0 0,0 1 0 0 0,0-1 0 0 0,0 0 0 0 0,0 0 0 0 0,1 0 0 0 0,-1 0 0 0 0,0 1 0 0 0,0-1 0 0 0,0 0 0 0 0,0 0 0 0 0,1 0 0 0 0,-1 0 0 0 0,0 0 0 0 0,0 1 0 0 0,1-1 0 0 0,-1 0 0 0 0,0 0 0 0 0,0 0 0 0 0,1 0 0 0 0,-1 0 0 0 0,0 0 0 0 0,0 0 0 0 0,1 0 0 0 0,-1 0 0 0 0,0 0 0 0 0,0 0 0 0 0,1 0 0 0 0,4-2 0 0 0,-1 0 0 0 0,1-1 0 0 0,-1 1 0 0 0,1-1 0 0 0,-1 0 0 0 0,0 0 0 0 0,0-1 0 0 0,0 1 0 0 0,0-1 0 0 0,-1 0 0 0 0,1 0 0 0 0,-1 0 0 0 0,0 0 0 0 0,3-6 0 0 0,42-81 0 0 0,-24 43 0 0 0,43-69 0 0 0,-58 104 0 0 0,-9 13 0 0 0,0 0 0 0 0,0 0 0 0 0,0-1 0 0 0,0 1 0 0 0,0 0 0 0 0,0 0 0 0 0,1-1 0 0 0,-1 1 0 0 0,0 0 0 0 0,0 0 0 0 0,0 0 0 0 0,0-1 0 0 0,1 1 0 0 0,-1 0 0 0 0,0 0 0 0 0,0 0 0 0 0,1 0 0 0 0,-1-1 0 0 0,0 1 0 0 0,0 0 0 0 0,1 0 0 0 0,-1 0 0 0 0,0 0 0 0 0,0 0 0 0 0,1 0 0 0 0,-1 0 0 0 0,0 0 0 0 0,0 0 0 0 0,1 0 0 0 0,-1 0 0 0 0,0 0 0 0 0,0 0 0 0 0,1 0 0 0 0,-1 0 0 0 0,0 0 0 0 0,0 0 0 0 0,1 0 0 0 0,-1 0 0 0 0,0 0 0 0 0,0 1 0 0 0,1-1 0 0 0,-1 0 0 0 0,0 0 0 0 0,0 0 0 0 0,1 1 0 0 0,8 22 0 0 0,-5-7 0 0 0,2 0 0 0 0,-1-3 0 0 0,4-4 0 0 0,2-1 0 0 0,-7-6 0 0 0,1-1 0 0 0,0 0 0 0 0,-1 0 0 0 0,1 0 0 0 0,0-1 0 0 0,-1 1 0 0 0,1-1 0 0 0,0 0 0 0 0,0-1 0 0 0,-1 1 0 0 0,1-1 0 0 0,0 0 0 0 0,-1 0 0 0 0,1 0 0 0 0,-1-1 0 0 0,1 0 0 0 0,6-3 0 0 0,-9 4 0 0 0,14-7-364 0 0,-1-1-1 0 0,0-1 1 0 0,0 0 0 0 0,-1-1-1 0 0,-1-1 1 0 0,22-22 0 0 0,-34 33 104 0 0,5-5-800 0 0,-14 21 1489 0 0,0 1 0 0 0,1 1-1 0 0,0-1 1 0 0,-8 33 0 0 0,-1 4 1162 0 0,13-40-1487 0 0,5-13-65 0 0,-2 0-40 0 0,0 0 1 0 0,-1 0 0 0 0,1 0 0 0 0,0 1 0 0 0,0-1 0 0 0,0 0-1 0 0,0 0 1 0 0,0 0 0 0 0,0 0 0 0 0,0 0 0 0 0,0 0 0 0 0,-1 0 0 0 0,1 1-1 0 0,0-1 1 0 0,0 0 0 0 0,0 0 0 0 0,0 0 0 0 0,0 0 0 0 0,0 0-1 0 0,0 0 1 0 0,0 1 0 0 0,0-1 0 0 0,0 0 0 0 0,0 0 0 0 0,0 0-1 0 0,0 0 1 0 0,0 0 0 0 0,0 1 0 0 0,0-1 0 0 0,0 0 0 0 0,0 0-1 0 0,0 0 1 0 0,0 0 0 0 0,0 0 0 0 0,0 1 0 0 0,0-1 0 0 0,0 0 0 0 0,0 0-1 0 0,1 0 1 0 0,-1 0 0 0 0,0 0 0 0 0,0 0 0 0 0,0 1 0 0 0,0-1-1 0 0,0 0 1 0 0,0 0 0 0 0,0 0 0 0 0,0 0 0 0 0,1 0 0 0 0,-1 0-1 0 0,0 0 1 0 0,0 0 0 0 0,0 0 0 0 0,0 0 0 0 0,0 0 0 0 0,1 0-1 0 0,-1 0 1 0 0,0 0 0 0 0,0 0 0 0 0,0 0 0 0 0,0 0 0 0 0,0 0-1 0 0,1 0 1 0 0,-1 0 0 0 0,0 0 0 0 0,-20 59 3 0 0,13-44-3 0 0,-4-3 0 0 0,10-11-6 0 0,1 0 5 0 0,-1 0 1 0 0,0 0 0 0 0,0 0-1 0 0,1 0 1 0 0,-1 0-1 0 0,0 0 1 0 0,0 0 0 0 0,0-1-1 0 0,0 1 1 0 0,0 0-1 0 0,0 0 1 0 0,0-1-1 0 0,-1 1 1 0 0,1-1 0 0 0,0 1-1 0 0,0-1 1 0 0,0 0-1 0 0,-1 1 1 0 0,1-1 0 0 0,0 0-1 0 0,0 0 1 0 0,0 0-1 0 0,-2 0 1 0 0,-10 0-322 0 0,-5-7-5816 0 0,16 5 4856 0 0,0 0 1 0 0,-1 0-1 0 0,1 0 0 0 0,0-1 1 0 0,0 1-1 0 0,0 0 0 0 0,0-1 0 0 0,1 1 1 0 0,-1-1-1 0 0,1 1 0 0 0,-1-1 1 0 0,1 0-1 0 0,0 0 0 0 0,0 0 1 0 0,0-3-1 0 0,-1-15-1874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36.714"/>
    </inkml:context>
    <inkml:brush xml:id="br0">
      <inkml:brushProperty name="width" value="0.035" units="cm"/>
      <inkml:brushProperty name="height" value="0.035" units="cm"/>
      <inkml:brushProperty name="color" value="#66CC00"/>
    </inkml:brush>
  </inkml:definitions>
  <inkml:trace contextRef="#ctx0" brushRef="#br0">232 81 7585 0 0,'0'0'12414'0'0,"-3"5"-10860"0"0,-20 34 1985 0 0,2 2 0 0 0,-16 43 0 0 0,-5 11-2942 0 0,-31 86-597 0 0,47-110 0 0 0,20-54 0 0 0,42-130-6737 0 0,18-54-2346 0 0,-10 56 8057 0 0,-13 47 6786 0 0,-30 62-5265 0 0,3-1 151 0 0,0-1-190 0 0,4 6 3518 0 0,-4-1-3747 0 0,0 1-1 0 0,0 0 1 0 0,0 0 0 0 0,0 0-1 0 0,-1 0 1 0 0,1 1 0 0 0,-1-1-1 0 0,1 1 1 0 0,-1 0 0 0 0,0 0-1 0 0,0 0 1 0 0,0 1 0 0 0,0-1-1 0 0,-1 1 1 0 0,1 0 0 0 0,-1-1-1 0 0,0 1 1 0 0,0 0 0 0 0,0 0 0 0 0,-1 1-1 0 0,2 6 1 0 0,40 159 301 0 0,-22-80-528 0 0,2-4 0 0 0,-20-76 0 0 0,1 2 0 0 0,1-1 0 0 0,-1-1 0 0 0,-4-10 0 0 0,0 0 0 0 0,0 0 0 0 0,0 0 0 0 0,0 0 0 0 0,0 1 0 0 0,0-1 0 0 0,0 0 0 0 0,0 0 0 0 0,0 0 0 0 0,0 0 0 0 0,0 0 0 0 0,0 1 0 0 0,0-1 0 0 0,0 0 0 0 0,0 0 0 0 0,0 0 0 0 0,0 0 0 0 0,1 0 0 0 0,-1 1 0 0 0,0-1 0 0 0,0 0 0 0 0,0 0 0 0 0,0 0 0 0 0,0 0 0 0 0,0 0 0 0 0,1 0 0 0 0,-1 0 0 0 0,0 0 0 0 0,0 0 0 0 0,0 1 0 0 0,0-1 0 0 0,0 0 0 0 0,1 0 0 0 0,-1 0 0 0 0,0 0 0 0 0,0 0 0 0 0,0 0 0 0 0,0 0 0 0 0,1 0 0 0 0,-1 0 0 0 0,0 0 0 0 0,0 0 0 0 0,0 0 0 0 0,0 0 0 0 0,1 0 0 0 0,-1-1 0 0 0,0 1 0 0 0,0 0 0 0 0,0 0 0 0 0,0 0 0 0 0,0 0 0 0 0,0 0 0 0 0,1 0 0 0 0,-1 0 0 0 0,0 0 0 0 0,0 0 0 0 0,0 0 0 0 0,0-1 0 0 0,5-4 0 0 0,-1-1 0 0 0,-1 0 0 0 0,1 0 0 0 0,-1-1 0 0 0,0 1 0 0 0,0-1 0 0 0,-1 1 0 0 0,0-1 0 0 0,0 0 0 0 0,1-9 0 0 0,8-87 0 0 0,-5 39 0 0 0,-1 30 0 0 0,2-18 0 0 0,2-21 0 0 0,-2 25 0 0 0,2 0 0 0 0,-3 16 0 0 0,-4 18 0 0 0,0 7 0 0 0,0 0 0 0 0,0 1 0 0 0,0-1 0 0 0,0 1 0 0 0,1-1 0 0 0,7-10 0 0 0,-4 7-212 0 0,-5 8-933 0 0,7 10-5225 0 0,8 31-14235 0 0,-14-26 17610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37.408"/>
    </inkml:context>
    <inkml:brush xml:id="br0">
      <inkml:brushProperty name="width" value="0.035" units="cm"/>
      <inkml:brushProperty name="height" value="0.035" units="cm"/>
      <inkml:brushProperty name="color" value="#66CC00"/>
    </inkml:brush>
  </inkml:definitions>
  <inkml:trace contextRef="#ctx0" brushRef="#br0">32 195 5753 0 0,'0'0'16475'0'0,"29"13"-12168"0"0,-24-13-4222 0 0,-1 1-1 0 0,0-1 1 0 0,1 0 0 0 0,-1-1-1 0 0,0 1 1 0 0,0-1-1 0 0,0 0 1 0 0,1 1 0 0 0,-1-2-1 0 0,0 1 1 0 0,0-1 0 0 0,0 1-1 0 0,-1-1 1 0 0,1 0-1 0 0,0 0 1 0 0,3-3 0 0 0,1-2-245 0 0,0 1 1 0 0,0-1-1 0 0,-1-1 1 0 0,0 1-1 0 0,9-14 0 0 0,-14 19 125 0 0,9-14-67 0 0,-4 3-23 0 0,-5 8 170 0 0,0-1-1 0 0,-1 1 0 0 0,0-1 0 0 0,0 1 0 0 0,0-1 0 0 0,-1 1 1 0 0,0-1-1 0 0,0 0 0 0 0,-1-6 0 0 0,1 10 45 0 0,0 0 0 0 0,0 1 0 0 0,-1-1 1 0 0,1 0-1 0 0,0 1 0 0 0,-1-1 0 0 0,1 0 0 0 0,-1 1 0 0 0,0-1 0 0 0,1 1 1 0 0,-1-1-1 0 0,0 1 0 0 0,0-1 0 0 0,0 1 0 0 0,0 0 0 0 0,0-1 0 0 0,-1 1 1 0 0,1 0-1 0 0,0 0 0 0 0,0 0 0 0 0,-1 0 0 0 0,1 0 0 0 0,-1 0 0 0 0,1 0 0 0 0,-1 0 1 0 0,1 1-1 0 0,-1-1 0 0 0,0 1 0 0 0,1-1 0 0 0,-1 1 0 0 0,0-1 0 0 0,1 1 1 0 0,-1 0-1 0 0,0 0 0 0 0,1 0 0 0 0,-1 0 0 0 0,0 0 0 0 0,0 0 0 0 0,-1 1 0 0 0,-3 0 120 0 0,1 0-1 0 0,0 1 0 0 0,0-1 0 0 0,0 1 0 0 0,0 1 1 0 0,0-1-1 0 0,-7 4 0 0 0,4 0-134 0 0,0 0-1 0 0,0 1 1 0 0,1 0-1 0 0,-1 0 1 0 0,1 0-1 0 0,-8 13 1 0 0,-14 27-283 0 0,15-15 84 0 0,4 0 141 0 0,7-11 127 0 0,2-16-213 0 0,1 0 1 0 0,0 0-1 0 0,0 0 0 0 0,0 1 1 0 0,0-1-1 0 0,1 0 0 0 0,0 0 1 0 0,0 0-1 0 0,3 7 0 0 0,-2-8 175 0 0,0 1-1 0 0,0-1 0 0 0,1 0 1 0 0,0 1-1 0 0,-1-1 0 0 0,2-1 1 0 0,-1 1-1 0 0,0 0 0 0 0,1-1 1 0 0,-1 1-1 0 0,1-1 0 0 0,0 0 1 0 0,8 4-1 0 0,-6-4-343 0 0,0 0 0 0 0,1 0-1 0 0,0 0 1 0 0,0-1 0 0 0,0 0 0 0 0,0 0 0 0 0,0-1 0 0 0,0 0 0 0 0,8 0-1 0 0,-9-1-1017 0 0,1 0 0 0 0,0-1-1 0 0,0 1 1 0 0,0-1-1 0 0,10-3 1 0 0,16-10-9012 0 0,12-16 687 0 0,-33 18 6654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37.772"/>
    </inkml:context>
    <inkml:brush xml:id="br0">
      <inkml:brushProperty name="width" value="0.035" units="cm"/>
      <inkml:brushProperty name="height" value="0.035" units="cm"/>
      <inkml:brushProperty name="color" value="#66CC00"/>
    </inkml:brush>
  </inkml:definitions>
  <inkml:trace contextRef="#ctx0" brushRef="#br0">99 1 5857 0 0,'0'0'15668'0'0,"-1"7"-14053"0"0,-7 30-1284 0 0,-26 46 9572 0 0,20-52-8965 0 0,-1 3-3982 0 0,1 5-5639 0 0,1 5-7295 0 0,18-50 12817 0 0,18-24 267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38.289"/>
    </inkml:context>
    <inkml:brush xml:id="br0">
      <inkml:brushProperty name="width" value="0.035" units="cm"/>
      <inkml:brushProperty name="height" value="0.035" units="cm"/>
      <inkml:brushProperty name="color" value="#66CC00"/>
    </inkml:brush>
  </inkml:definitions>
  <inkml:trace contextRef="#ctx0" brushRef="#br0">38 147 7113 0 0,'2'-7'1606'0'0,"3"-18"14452"0"0,-5 20-16606 0 0,-8 9-8981 0 0,-4 4 7782 0 0,-3 5-6024 0 0,5-4 4705 0 0</inkml:trace>
  <inkml:trace contextRef="#ctx0" brushRef="#br0" timeOffset="1">395 1 6953 0 0,'-65'139'13358'0'0,"-8"-5"-6137"0"0,-38 74-1986 0 0,49-61-5235 0 0,61-146-5 0 0,1-1 0 0 0,-1 1 0 0 0,1-1 1 0 0,-1 1-1 0 0,1 0 0 0 0,0-1 0 0 0,-1 1 0 0 0,1 0 0 0 0,0-1 1 0 0,0 1-1 0 0,0 0 0 0 0,-1-1 0 0 0,1 1 0 0 0,0 0 0 0 0,0-1 0 0 0,0 1 1 0 0,0 0-1 0 0,0 0 0 0 0,0-1 0 0 0,0 1 0 0 0,0 0 0 0 0,0-1 1 0 0,1 1-1 0 0,-1 0 0 0 0,0-1 0 0 0,0 1 0 0 0,1 0 0 0 0,0 1 0 0 0,-1-1-114 0 0,1 1-1807 0 0,8 1-5919 0 0,12-36-9646 0 0,-16 15 14498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39.441"/>
    </inkml:context>
    <inkml:brush xml:id="br0">
      <inkml:brushProperty name="width" value="0.035" units="cm"/>
      <inkml:brushProperty name="height" value="0.035" units="cm"/>
      <inkml:brushProperty name="color" value="#66CC00"/>
    </inkml:brush>
  </inkml:definitions>
  <inkml:trace contextRef="#ctx0" brushRef="#br0">397 334 7197 0 0,'-2'-2'841'0'0,"0"-1"1"0"0,-1 1-1 0 0,1 1 1 0 0,-1-1-1 0 0,0 0 1 0 0,0 0-1 0 0,0 1 1 0 0,0 0 0 0 0,0 0-1 0 0,0 0 1 0 0,0 0-1 0 0,-5-1 1 0 0,1 1 126 0 0,0 0 0 0 0,0 1 0 0 0,0 0 0 0 0,0 0 0 0 0,-10 2-1 0 0,3 1-29 0 0,0 0 0 0 0,1 1 0 0 0,0 0-1 0 0,0 1 1 0 0,-18 9 0 0 0,-40 31 2053 0 0,-25 35-2841 0 0,86-71-95 0 0,-2 1-55 0 0,3 1 0 0 0,3 4 0 0 0,4 3 0 0 0,17-2 0 0 0,6-11 0 0 0,-5-6 0 0 0,0 0 0 0 0,0-1 0 0 0,0-1 0 0 0,0-1 0 0 0,0 0 0 0 0,-1-1 0 0 0,1 0 0 0 0,21-12 0 0 0,2-3 0 0 0,72-50 0 0 0,-76 45-3 0 0,0-3 0 0 0,-2 0 0 0 0,-1-2 0 0 0,-1-2 1 0 0,-2-1-1 0 0,-1-1 0 0 0,-2-1 0 0 0,42-74 0 0 0,-38 46 29 0 0,-30 63-26 0 0,0 0 0 0 0,0 0 0 0 0,0 0 0 0 0,0 0 0 0 0,0 0 0 0 0,0-1 0 0 0,0 1 0 0 0,1 0 0 0 0,-1 0 0 0 0,0 0 0 0 0,0 0 0 0 0,0 0 0 0 0,0 0 0 0 0,0-1 0 0 0,0 1 0 0 0,0 0 0 0 0,0 0 0 0 0,0 0 0 0 0,0 0 0 0 0,0 0 0 0 0,0-1 0 0 0,0 1 0 0 0,0 0 0 0 0,0 0 0 0 0,0 0 0 0 0,0 0 0 0 0,0 0 0 0 0,0-1 0 0 0,0 1 0 0 0,0 0 0 0 0,0 0 0 0 0,0 0 0 0 0,0 0 0 0 0,0 0 0 0 0,0 0 0 0 0,0-1 0 0 0,-1 1 0 0 0,1 0 0 0 0,0 0 0 0 0,0 0 0 0 0,0 0 0 0 0,0 0 0 0 0,0 0 0 0 0,0 0 0 0 0,0 0 0 0 0,-1-1 0 0 0,1 1 0 0 0,0 0 0 0 0,0 0 0 0 0,0 0 0 0 0,0 0 0 0 0,0 0 0 0 0,0 0 0 0 0,-1 0 0 0 0,1 0 0 0 0,0 0 0 0 0,0 0 0 0 0,0 0 0 0 0,0 0 0 0 0,0 0 0 0 0,-1 0 0 0 0,1 0 0 0 0,0 0 0 0 0,0 0 0 0 0,0 0 0 0 0,-1 0 0 0 0,-5 2 0 0 0,0 0 0 0 0,0 0 0 0 0,0 1 0 0 0,0-1 0 0 0,0 1 0 0 0,0 0 0 0 0,1 1 0 0 0,-1 0 0 0 0,1 0 0 0 0,0 0 0 0 0,0 0 0 0 0,0 1 0 0 0,1 0 0 0 0,0 0 0 0 0,-7 9 0 0 0,-10 14 0 0 0,-28 51 0 0 0,29-43 40 0 0,2 0 0 0 0,-15 42 0 0 0,27-61-226 0 0,1 0 0 0 0,1 1-1 0 0,0-1 1 0 0,1 1 0 0 0,1 0-1 0 0,1 0 1 0 0,1 21 0 0 0,3-22-5123 0 0,-2-14 3564 0 0,1-1 0 0 0,-1 1-1 0 0,1-1 1 0 0,-1 0 0 0 0,1 0 0 0 0,0 1-1 0 0,0-1 1 0 0,0 0 0 0 0,0-1-1 0 0,3 3 1 0 0,-3-2 587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39.962"/>
    </inkml:context>
    <inkml:brush xml:id="br0">
      <inkml:brushProperty name="width" value="0.035" units="cm"/>
      <inkml:brushProperty name="height" value="0.035" units="cm"/>
      <inkml:brushProperty name="color" value="#66CC00"/>
    </inkml:brush>
  </inkml:definitions>
  <inkml:trace contextRef="#ctx0" brushRef="#br0">33 180 7881 0 0,'1'-1'6564'0'0,"15"-3"7442"0"0,49 30-9690 0 0,-49-21-4316 0 0,1-2 0 0 0,5-5 0 0 0,-3-3 0 0 0,-11 1-149 0 0,0 1 1 0 0,-1-1-1 0 0,1-1 0 0 0,-1 1 0 0 0,0-1 1 0 0,0 0-1 0 0,0-1 0 0 0,-1 0 1 0 0,1 0-1 0 0,-2 0 0 0 0,1-1 1 0 0,-1 0-1 0 0,0 0 0 0 0,8-14 0 0 0,-1 2-455 0 0,-8 13 503 0 0,-1 0 0 0 0,0-1-1 0 0,0 1 1 0 0,-1 0 0 0 0,0-1 0 0 0,2-10-1 0 0,-4 15 274 0 0,0 0-96 0 0,-1 1-1 0 0,1-1 0 0 0,-1 0 1 0 0,1 1-1 0 0,-1-1 1 0 0,0 0-1 0 0,0 1 0 0 0,0-1 1 0 0,0 1-1 0 0,0-1 0 0 0,0 1 1 0 0,0 0-1 0 0,0-1 1 0 0,-1 1-1 0 0,1 0 0 0 0,0 0 1 0 0,-1 0-1 0 0,-2-2 0 0 0,-3 3 66 0 0,0-1 0 0 0,0 2-1 0 0,-1-1 1 0 0,1 1-1 0 0,0 0 1 0 0,0 0-1 0 0,0 0 1 0 0,-1 1-1 0 0,2 1 1 0 0,-1-1 0 0 0,0 1-1 0 0,0 0 1 0 0,1 0-1 0 0,-11 8 1 0 0,-7 4-197 0 0,1 2-1 0 0,-30 27 1 0 0,44-36 56 0 0,0 0 0 0 0,1 1 0 0 0,0 0 0 0 0,1 1 0 0 0,0 0 0 0 0,0 0 0 0 0,1 0 0 0 0,0 1 0 0 0,1 0 0 0 0,0 0 0 0 0,-6 21 0 0 0,10-27 0 0 0,0 1 0 0 0,1-1 0 0 0,-1 0 0 0 0,1 1 0 0 0,0-1 0 0 0,0 1 0 0 0,0-1 0 0 0,1 0 0 0 0,0 1 0 0 0,0-1 0 0 0,1 0 0 0 0,-1 0 0 0 0,1 0 0 0 0,0 0 0 0 0,0 0 0 0 0,1 0 0 0 0,0 0 0 0 0,0-1 0 0 0,0 1 0 0 0,0-1 0 0 0,0 0 0 0 0,1 0 0 0 0,0 0 0 0 0,0 0 0 0 0,0-1 0 0 0,0 0 0 0 0,1 0 0 0 0,5 4 0 0 0,25 10 1549 0 0,-1-6-4259 0 0,-26-10 1089 0 0,0 0-1 0 0,0-1 1 0 0,0 0-1 0 0,0 0 1 0 0,-1-1-1 0 0,1 1 1 0 0,0-2-1 0 0,0 1 1 0 0,0-1-1 0 0,-1 0 1 0 0,1-1-1 0 0,9-5 1 0 0,30-19-4348 0 0,-22 8 2943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41.203"/>
    </inkml:context>
    <inkml:brush xml:id="br0">
      <inkml:brushProperty name="width" value="0.035" units="cm"/>
      <inkml:brushProperty name="height" value="0.035" units="cm"/>
      <inkml:brushProperty name="color" value="#66CC00"/>
    </inkml:brush>
  </inkml:definitions>
  <inkml:trace contextRef="#ctx0" brushRef="#br0">359 38 6745 0 0,'26'-18'7166'0'0,"-24"17"-5140"0"0,10-8 2095 0 0,-12 0 6819 0 0,-16 10-10719 0 0,0 1 0 0 0,0 1 0 0 0,0 0 0 0 0,0 1 0 0 0,1 1 1 0 0,-1 1-1 0 0,-14 7 0 0 0,10-2-221 0 0,1 0 0 0 0,0 1 0 0 0,1 0 0 0 0,1 2 0 0 0,0 0 0 0 0,0 1 0 0 0,2 1 0 0 0,0 0 0 0 0,1 1 0 0 0,0 1 0 0 0,1 0 0 0 0,2 1 0 0 0,-12 22 0 0 0,18-29 0 0 0,1 0 0 0 0,0 0 0 0 0,0 0 0 0 0,1 1 0 0 0,1 0 0 0 0,0-1 0 0 0,1 1 0 0 0,1 26 0 0 0,0-35 0 0 0,0 0 0 0 0,0-1 0 0 0,1 1 0 0 0,-1 0 0 0 0,1 0 0 0 0,0 0 0 0 0,0 0 0 0 0,0 0 0 0 0,1-1 0 0 0,0 1 0 0 0,-1-1 0 0 0,1 1 0 0 0,0-1 0 0 0,1 0 0 0 0,-1 1 0 0 0,1-1 0 0 0,3 4 0 0 0,0-3 0 0 0,-1 0 0 0 0,1 0 0 0 0,0 0 0 0 0,0-1 0 0 0,0 0 0 0 0,0 0 0 0 0,1 0 0 0 0,-1-1 0 0 0,10 3 0 0 0,3-2 0 0 0,1 0 0 0 0,0-1 0 0 0,-1 0 0 0 0,1-2 0 0 0,0 0 0 0 0,20-4 0 0 0,-35 3 0 0 0,10 0 0 0 0,-1-2 0 0 0,1 0 0 0 0,22-7 0 0 0,-31 7 0 0 0,0 1 0 0 0,-1-1 0 0 0,1 0 0 0 0,-1 0 0 0 0,0-1 0 0 0,0 1 0 0 0,0-1 0 0 0,0 0 0 0 0,0-1 0 0 0,-1 1 0 0 0,0-1 0 0 0,0 0 0 0 0,5-8 0 0 0,-1-5 0 0 0,-9-1 0 0 0,0 16-4 0 0,-1 0 0 0 0,1 0 0 0 0,-1 0 0 0 0,1 0 0 0 0,-1 1 0 0 0,0-1 0 0 0,0 0 0 0 0,0 1 0 0 0,-1-1 0 0 0,1 1 0 0 0,-1 0 0 0 0,1 0 0 0 0,-1 0 0 0 0,0 0 1 0 0,0 0-1 0 0,-4-1 0 0 0,-50-14-286 0 0,17 6 132 0 0,30 9 175 0 0,-1 0-7 0 0,33 9 478 0 0,54 3-488 0 0,-56-8 0 0 0,18-2 0 0 0,-25 3 0 0 0,15 3 0 0 0,-11 0 0 0 0,-16-6 0 0 0,0 0 0 0 0,0 1 0 0 0,0-1 0 0 0,0 0 0 0 0,0 1 0 0 0,0-1 0 0 0,0 1 0 0 0,-1-1 0 0 0,1 1 0 0 0,0-1 0 0 0,0 1 0 0 0,0 0 0 0 0,0-1 0 0 0,-1 1 0 0 0,1 0 0 0 0,0 0 0 0 0,0-1 0 0 0,-1 1 0 0 0,1 0 0 0 0,-1 0 0 0 0,1 0 0 0 0,-1 0 0 0 0,1 0 0 0 0,-1 0 0 0 0,0 0 0 0 0,1 0 0 0 0,-1 0 0 0 0,0 0 0 0 0,0 0 0 0 0,0 1 0 0 0,1 0 0 0 0,1 5 0 0 0,-1 0 0 0 0,1 0 0 0 0,-1 0 0 0 0,0 1 0 0 0,-1-1 0 0 0,0 0 0 0 0,0 0 0 0 0,0 0 0 0 0,-1 0 0 0 0,-2 8 0 0 0,3-10 0 0 0,-39 209 0 0 0,39-212-71 0 0,-1-1 0 0 0,1 0 0 0 0,0 1 0 0 0,-1-1 0 0 0,1 1 0 0 0,0-1 0 0 0,0 1-1 0 0,0-1 1 0 0,0 1 0 0 0,0-1 0 0 0,0 0 0 0 0,0 1 0 0 0,0-1 0 0 0,1 1 0 0 0,-1-1 0 0 0,1 0 0 0 0,-1 1 0 0 0,1-1 0 0 0,-1 1 0 0 0,1-1-1 0 0,0 0 1 0 0,1 2 0 0 0,39-10-28881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41.599"/>
    </inkml:context>
    <inkml:brush xml:id="br0">
      <inkml:brushProperty name="width" value="0.035" units="cm"/>
      <inkml:brushProperty name="height" value="0.035" units="cm"/>
      <inkml:brushProperty name="color" value="#66CC00"/>
    </inkml:brush>
  </inkml:definitions>
  <inkml:trace contextRef="#ctx0" brushRef="#br0">126 192 5016 0 0,'0'0'5470'0'0,"-5"5"-3914"0"0,-5 7-90 0 0,0 0 0 0 0,1 1-1 0 0,0 0 1 0 0,1 0-1 0 0,-13 29 1 0 0,-26 83 7930 0 0,44-116-8700 0 0,2-7-116 0 0,-1 6 248 0 0,1-4-772 0 0,3-6 284 0 0,19-40-328 0 0,-1-1-1 0 0,22-73 0 0 0,-9 25-10 0 0,-20 52-1 0 0,-10 28 0 0 0,0-1 0 0 0,1 1 0 0 0,1 0 0 0 0,0 1 0 0 0,0-1 0 0 0,1 1 0 0 0,12-17 0 0 0,-17 26-23 0 0,-1 1 0 0 0,0-1-1 0 0,1 0 1 0 0,-1 0 0 0 0,1 1 0 0 0,-1-1 0 0 0,0 0 0 0 0,1 1-1 0 0,-1-1 1 0 0,1 1 0 0 0,0-1 0 0 0,-1 1 0 0 0,1-1 0 0 0,0 1-1 0 0,-1-1 1 0 0,1 1 0 0 0,0-1 0 0 0,-1 1 0 0 0,1 0 0 0 0,0-1-1 0 0,0 1 1 0 0,-1 0 0 0 0,1 0 0 0 0,0-1 0 0 0,0 1 0 0 0,0 0-1 0 0,-1 0 1 0 0,1 0 0 0 0,2 0 0 0 0,-2 1-179 0 0,1-2-938 0 0,5 5-1498 0 0,-1-1 1922 0 0,18 13 48 0 0,-12 8-5181 0 0,0 37-9526 0 0,-7-47 12255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42.167"/>
    </inkml:context>
    <inkml:brush xml:id="br0">
      <inkml:brushProperty name="width" value="0.035" units="cm"/>
      <inkml:brushProperty name="height" value="0.035" units="cm"/>
      <inkml:brushProperty name="color" value="#66CC00"/>
    </inkml:brush>
  </inkml:definitions>
  <inkml:trace contextRef="#ctx0" brushRef="#br0">306 15 5773 0 0,'0'0'2074'0'0,"-16"-14"3822"0"0,8 13-4992 0 0,0 1 0 0 0,-1 0 0 0 0,1 1 1 0 0,0 0-1 0 0,0 0 0 0 0,0 1 1 0 0,0-1-1 0 0,0 2 0 0 0,0-1 1 0 0,0 1-1 0 0,1 1 0 0 0,-1-1 1 0 0,1 1-1 0 0,0 1 0 0 0,-13 9 0 0 0,-2 3 235 0 0,1 0 0 0 0,0 2 0 0 0,-28 33 0 0 0,25-18-1139 0 0,15-16 0 0 0,4-1 0 0 0,4-1 0 0 0,11 0 0 0 0,6-8 0 0 0,3-4 0 0 0,20-2 0 0 0,-29-6 0 0 0,-3 1 0 0 0,13-4 0 0 0,1-1 0 0 0,-2-1 0 0 0,1 0 0 0 0,-1-1 0 0 0,-1-1 0 0 0,0-1 0 0 0,0-1 0 0 0,19-17 0 0 0,13-9 0 0 0,-35 27 0 0 0,-2 2 0 0 0,-13 10 0 0 0,0 0 0 0 0,0 0 0 0 0,0 0 0 0 0,0 0 0 0 0,0-1 0 0 0,0 1 0 0 0,1 0 0 0 0,-1 0 0 0 0,0 0 0 0 0,0 0 0 0 0,0 0 0 0 0,0-1 0 0 0,0 1 0 0 0,1 0 0 0 0,-1 0 0 0 0,0 0 0 0 0,0 0 0 0 0,0 0 0 0 0,0 0 0 0 0,1 0 0 0 0,-1 0 0 0 0,0 0 0 0 0,0 0 0 0 0,0 0 0 0 0,1 0 0 0 0,-1 0 0 0 0,0 0 0 0 0,0 0 0 0 0,0 0 0 0 0,0 0 0 0 0,1 0 0 0 0,-1 0 0 0 0,0 0 0 0 0,0 0 0 0 0,0 0 0 0 0,0 0 0 0 0,1 0 0 0 0,-1 0 0 0 0,0 0 0 0 0,0 1 0 0 0,0-1 0 0 0,0 0 0 0 0,1 0 0 0 0,-1 0 0 0 0,0 0 0 0 0,0 0 0 0 0,0 0 0 0 0,0 1 0 0 0,0-1 0 0 0,0 0 0 0 0,0 0 0 0 0,1 0 0 0 0,-1 0 0 0 0,0 1 0 0 0,0-1 0 0 0,0 0 0 0 0,0 0 0 0 0,0 0 0 0 0,0 0 0 0 0,0 1 0 0 0,0-1 0 0 0,0 0 0 0 0,0 1 0 0 0,-11 29 0 0 0,4-15 0 0 0,-1 0 0 0 0,-20 26 0 0 0,18-28 0 0 0,0 2 0 0 0,1-1 0 0 0,1 1 0 0 0,-9 22 0 0 0,16-34-131 0 0,1-1 0 0 0,-1 1 0 0 0,0 0 0 0 0,0-1 1 0 0,0 1-1 0 0,0-1 0 0 0,0 1 0 0 0,-1-1 0 0 0,1 0 0 0 0,-1 1 0 0 0,0-1 0 0 0,1 0 1 0 0,-1 0-1 0 0,0 0 0 0 0,0 0 0 0 0,-1-1 0 0 0,1 1 0 0 0,0-1 0 0 0,-4 3 0 0 0,9 12-7165 0 0,-1-13 4156 0 0,12-1-5994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42.647"/>
    </inkml:context>
    <inkml:brush xml:id="br0">
      <inkml:brushProperty name="width" value="0.035" units="cm"/>
      <inkml:brushProperty name="height" value="0.035" units="cm"/>
      <inkml:brushProperty name="color" value="#66CC00"/>
    </inkml:brush>
  </inkml:definitions>
  <inkml:trace contextRef="#ctx0" brushRef="#br0">303 30 5629 0 0,'0'0'464'0'0,"1"0"0"0"0,0-1 1 0 0,-1 1-1 0 0,1-1 1 0 0,0 1-1 0 0,-1 0 0 0 0,1-1 1 0 0,-1 1-1 0 0,1-1 1 0 0,0 0-1 0 0,-1 1 0 0 0,0-1 1 0 0,1 1-1 0 0,-1-1 1 0 0,1 0-1 0 0,-1 1 1 0 0,0-1-1 0 0,1 0 0 0 0,-1 0 1 0 0,0 1-1 0 0,0-1 1 0 0,1 0-1 0 0,-1 0 0 0 0,0 1 1 0 0,0-1-1 0 0,0 0 1 0 0,0 0-1 0 0,0 0 0 0 0,0 1 1 0 0,-1-2-1 0 0,-5-2 4346 0 0,-4 1-3379 0 0,5 2-2793 0 0,-1 0 2319 0 0,-17 7 903 0 0,10-2-1001 0 0,1 0 0 0 0,0 1 0 0 0,0 0 1 0 0,-21 13-1 0 0,21-11-734 0 0,1 1 0 0 0,1 1 0 0 0,-1 0 0 0 0,1 1 0 0 0,-14 17 0 0 0,-3 11-125 0 0,20-24 0 0 0,1 2 0 0 0,1 0 0 0 0,4 0 0 0 0,3 2 0 0 0,2-4 0 0 0,2-2 0 0 0,3 1 0 0 0,9 2 0 0 0,-3 13 0 0 0,-13-24 0 0 0,2 8 0 0 0,-1 3 0 0 0,-10 5 0 0 0,-5-8 0 0 0,-3-3 0 0 0,-3 0 0 0 0,-32 9-82 0 0,48-17-572 0 0,-4-4-5499 0 0,6 2 5780 0 0,-1 1-1 0 0,0-1 1 0 0,0 1 0 0 0,1-1 0 0 0,-1 0-1 0 0,0 1 1 0 0,1-1 0 0 0,-1 0-1 0 0,1 0 1 0 0,-1 1 0 0 0,1-1 0 0 0,0 0-1 0 0,-1 0 1 0 0,1 0 0 0 0,0 0-1 0 0,-1 1 1 0 0,1-1 0 0 0,0 0 0 0 0,0 0-1 0 0,0 0 1 0 0,0 0 0 0 0,0 0-1 0 0,0 0 1 0 0,0 0 0 0 0,0 0 0 0 0,0 0-1 0 0,0 0 1 0 0,0 1 0 0 0,1-1 0 0 0,-1 0-1 0 0,0 0 1 0 0,1-1 0 0 0,27-30-8373 0 0,-23 28 7166 0 0,7-10-1266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43.172"/>
    </inkml:context>
    <inkml:brush xml:id="br0">
      <inkml:brushProperty name="width" value="0.035" units="cm"/>
      <inkml:brushProperty name="height" value="0.035" units="cm"/>
      <inkml:brushProperty name="color" value="#66CC00"/>
    </inkml:brush>
  </inkml:definitions>
  <inkml:trace contextRef="#ctx0" brushRef="#br0">497 1 6069 0 0,'0'0'12485'0'0,"-11"1"-11395"0"0,-18 3 107 0 0,-1 1 0 0 0,1 2 0 0 0,1 1 0 0 0,-1 1-1 0 0,1 2 1 0 0,1 0 0 0 0,0 2 0 0 0,-43 28-1 0 0,57-34-528 0 0,11-6-551 0 0,0 0 0 0 0,0 0 0 0 0,0 0 0 0 0,0 0 0 0 0,1 1 1 0 0,-1-1-1 0 0,0 1 0 0 0,1-1 0 0 0,-1 1 0 0 0,1 0 0 0 0,-1-1 0 0 0,1 1 0 0 0,-2 3 0 0 0,-3 7-72 0 0,6 4-45 0 0,11-3 0 0 0,1-2 0 0 0,-5-5 0 0 0,0 0 0 0 0,1 0 0 0 0,-1-1 0 0 0,1 0 0 0 0,9 4 0 0 0,-4 1 0 0 0,-4 1 0 0 0,-6 3 0 0 0,-13 4 0 0 0,6-14 0 0 0,1-1 0 0 0,-1 1 0 0 0,0-1 0 0 0,1 1 0 0 0,-2-1 0 0 0,1 0 0 0 0,0-1 0 0 0,-1 1 0 0 0,1-1 0 0 0,-1 0 0 0 0,1 0 0 0 0,-9 2 0 0 0,11-4 0 0 0,-48 20 0 0 0,34-15 0 0 0,-4-1 0 0 0,1 0 0 0 0,0-2 0 0 0,17-1-204 0 0,0-1 0 0 0,1 0 0 0 0,-1 1 0 0 0,0-1 0 0 0,1 0 0 0 0,-1 0 0 0 0,0 0 0 0 0,0 0 0 0 0,1 0 0 0 0,-1-1 0 0 0,0 1 0 0 0,1 0 0 0 0,-1-1 0 0 0,0 1 0 0 0,1-1 0 0 0,-1 0 0 0 0,1 1 0 0 0,-1-1-1 0 0,1 0 1 0 0,-1 0 0 0 0,1 0 0 0 0,-1 0 0 0 0,1 0 0 0 0,-2-2 0 0 0,1 1 373 0 0,2 1-641 0 0,-1 0 0 0 0,1 0 1 0 0,-1 1-1 0 0,1-1 0 0 0,0 0 0 0 0,-1 0 0 0 0,1 0 0 0 0,0 1 0 0 0,0-1 0 0 0,-1 0 1 0 0,1 0-1 0 0,0 0 0 0 0,0 0 0 0 0,0 0 0 0 0,0 0 0 0 0,0 1 0 0 0,0-1 1 0 0,0 0-1 0 0,0 0 0 0 0,1 0 0 0 0,-1 0 0 0 0,0 0 0 0 0,0 1 0 0 0,1-1 0 0 0,-1 0 1 0 0,1-1-1 0 0,10-19-5895 0 0,-3 9 3018 0 0,4 0 242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43.660"/>
    </inkml:context>
    <inkml:brush xml:id="br0">
      <inkml:brushProperty name="width" value="0.035" units="cm"/>
      <inkml:brushProperty name="height" value="0.035" units="cm"/>
      <inkml:brushProperty name="color" value="#66CC00"/>
    </inkml:brush>
  </inkml:definitions>
  <inkml:trace contextRef="#ctx0" brushRef="#br0">1 105 7289 0 0,'4'0'2605'0'0,"62"6"10862"0"0,-63-6-12226 0 0,37 5 2308 0 0,2-4-1469 0 0,-38-1-1934 0 0,1 0-136 0 0,1 0 0 0 0,0-1-1 0 0,-1 1 1 0 0,1-1-1 0 0,-1-1 1 0 0,9-2-1 0 0,-8 0-189 0 0,0 1 0 0 0,0-1-1 0 0,-1 0 1 0 0,1 0 0 0 0,-1-1-1 0 0,0 0 1 0 0,0 0 0 0 0,-1 0 0 0 0,8-11-1 0 0,-11 14 79 0 0,-1 0 91 0 0,1 0 0 0 0,-1 0 0 0 0,0 0 1 0 0,0 0-1 0 0,0 0 0 0 0,0 0 0 0 0,0 1 0 0 0,-1-1 1 0 0,1 0-1 0 0,-1 0 0 0 0,1 0 0 0 0,-1 0 1 0 0,1 0-1 0 0,-1 1 0 0 0,0-1 0 0 0,0 0 0 0 0,0 1 1 0 0,-2-3-1 0 0,-1 1 170 0 0,0 1 0 0 0,0 1 0 0 0,0-1 0 0 0,0 1 0 0 0,0-1 0 0 0,0 1 0 0 0,-1 0 0 0 0,1 0 0 0 0,0 1 0 0 0,-1 0 0 0 0,1-1 0 0 0,-1 1 0 0 0,1 1 0 0 0,0-1 0 0 0,-1 1 0 0 0,1 0 0 0 0,0 0 0 0 0,-1 0 0 0 0,1 0 0 0 0,-4 2 0 0 0,-4 1-22 0 0,1 1-1 0 0,0 0 1 0 0,1 0 0 0 0,-1 1 0 0 0,1 0-1 0 0,0 1 1 0 0,-12 10 0 0 0,17-12-137 0 0,0 0 0 0 0,0 0 0 0 0,0 0 0 0 0,1 1 0 0 0,0-1 0 0 0,0 1 0 0 0,0 0 0 0 0,1 0 0 0 0,0 1 0 0 0,0-1 0 0 0,1 1 0 0 0,-1-1 0 0 0,1 1 0 0 0,-1 12 0 0 0,-3 12 0 0 0,9-23 0 0 0,0-4 0 0 0,-2-1-3 0 0,0 0 0 0 0,0-1 0 0 0,0 1 0 0 0,0 0 0 0 0,1 0 0 0 0,-1-1-1 0 0,1 1 1 0 0,0-1 0 0 0,0 1 0 0 0,0-1 0 0 0,0 0 0 0 0,0 0 0 0 0,0 0 0 0 0,0 0 0 0 0,1 0 0 0 0,-1 0 0 0 0,1-1 0 0 0,0 1 0 0 0,-1-1-1 0 0,1 0 1 0 0,0 0 0 0 0,0 0 0 0 0,0 0 0 0 0,0 0 0 0 0,4 0 0 0 0,1 0-876 0 0,0 0 0 0 0,0-1 1 0 0,0 0-1 0 0,0-1 0 0 0,15-2 0 0 0,-20 2 85 0 0,52-16-11045 0 0,-5-7 4293 0 0,-35 16 5889 0 0,15-7-1365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44.484"/>
    </inkml:context>
    <inkml:brush xml:id="br0">
      <inkml:brushProperty name="width" value="0.035" units="cm"/>
      <inkml:brushProperty name="height" value="0.035" units="cm"/>
      <inkml:brushProperty name="color" value="#66CC00"/>
    </inkml:brush>
  </inkml:definitions>
  <inkml:trace contextRef="#ctx0" brushRef="#br0">1 75 6961 0 0,'0'0'20502'0'0,"5"-1"-19028"0"0,87-16 1937 0 0,54 0-2766 0 0,44-6-871 0 0,-76 7-139 0 0,-103 16-450 0 0,-8 1-1129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44.828"/>
    </inkml:context>
    <inkml:brush xml:id="br0">
      <inkml:brushProperty name="width" value="0.035" units="cm"/>
      <inkml:brushProperty name="height" value="0.035" units="cm"/>
      <inkml:brushProperty name="color" value="#66CC00"/>
    </inkml:brush>
  </inkml:definitions>
  <inkml:trace contextRef="#ctx0" brushRef="#br0">151 1 5897 0 0,'0'0'5537'0'0,"-1"4"-2972"0"0,-21 79 10166 0 0,2 5-7541 0 0,-22 82-4343 0 0,29-121-847 0 0,2 0 0 0 0,2 0 0 0 0,2 1 0 0 0,0 53 0 0 0,6-93 0 0 0,1-1-466 0 0,-18-49-30547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45.602"/>
    </inkml:context>
    <inkml:brush xml:id="br0">
      <inkml:brushProperty name="width" value="0.035" units="cm"/>
      <inkml:brushProperty name="height" value="0.035" units="cm"/>
      <inkml:brushProperty name="color" value="#66CC00"/>
    </inkml:brush>
  </inkml:definitions>
  <inkml:trace contextRef="#ctx0" brushRef="#br0">114 20 7565 0 0,'0'0'2506'0'0,"-2"-17"17994"0"0,-23 49-19768 0 0,1 1 0 0 0,-26 48 0 0 0,42-64-732 0 0,6 0 0 0 0,1-16 0 0 0,1-1 0 0 0,0 1 0 0 0,-1 0 0 0 0,1 0 0 0 0,0 0 0 0 0,0 0 0 0 0,-1 0 0 0 0,1-1 0 0 0,0 1 0 0 0,0 0 0 0 0,0 0 0 0 0,0 0 0 0 0,0 0 0 0 0,1 0 0 0 0,-1 0 0 0 0,0 0 0 0 0,0-1 0 0 0,0 1 0 0 0,1 0 0 0 0,-1 0 0 0 0,0 0 0 0 0,1 0 0 0 0,-1-1 0 0 0,1 1 0 0 0,-1 0 0 0 0,1 0 0 0 0,-1-1 0 0 0,1 1 0 0 0,0 0 0 0 0,-1-1 0 0 0,2 2 0 0 0,-1-2 0 0 0,9 6 0 0 0,6-5 0 0 0,-13-1 0 0 0,0 1 0 0 0,0-1 0 0 0,0 0 0 0 0,-1-1 0 0 0,1 1 0 0 0,0 0 0 0 0,0-1 0 0 0,0 0 0 0 0,0 1 0 0 0,-1-1 0 0 0,1 0 0 0 0,0-1 0 0 0,-1 1 0 0 0,1 0 0 0 0,4-4 0 0 0,2-1 0 0 0,13-8 0 0 0,-1 0 0 0 0,0-2 0 0 0,-1 0 0 0 0,-1-1 0 0 0,20-24 0 0 0,10-7 0 0 0,-47 44 0 0 0,21-20 0 0 0,-23 24 0 0 0,0 0 0 0 0,0 0 0 0 0,0 0 0 0 0,0-1 0 0 0,0 1 0 0 0,0 0 0 0 0,0 0 0 0 0,0 0 0 0 0,0 0 0 0 0,0-1 0 0 0,0 1 0 0 0,0 0 0 0 0,0 0 0 0 0,0 0 0 0 0,0 0 0 0 0,1 0 0 0 0,-1 0 0 0 0,0 0 0 0 0,0-1 0 0 0,0 1 0 0 0,0 0 0 0 0,0 0 0 0 0,0 0 0 0 0,1 0 0 0 0,-1 0 0 0 0,0 0 0 0 0,0 0 0 0 0,0 0 0 0 0,0 0 0 0 0,1 0 0 0 0,-1 0 0 0 0,0 0 0 0 0,0 0 0 0 0,0 0 0 0 0,0 0 0 0 0,0 0 0 0 0,1 0 0 0 0,-1 0 0 0 0,0 0 0 0 0,0 0 0 0 0,0 0 0 0 0,0 0 0 0 0,1 0 0 0 0,-1 0 0 0 0,0 0 0 0 0,0 0 0 0 0,0 0 0 0 0,0 0 0 0 0,0 0 0 0 0,0 0 0 0 0,1 1 0 0 0,-1-1 0 0 0,0 0 0 0 0,0 0 0 0 0,0 0 0 0 0,0 0 0 0 0,0 0 0 0 0,0 0 0 0 0,1 1 0 0 0,-3 23 0 0 0,-5 4 0 0 0,-1-1 0 0 0,-18 45 0 0 0,-6 17 0 0 0,-56 176 0 0 0,88-258-2 0 0,-34 28-65 0 0,32-38-879 0 0,1 3 793 0 0,0-1 0 0 0,0 0 0 0 0,0 0 0 0 0,0 0 0 0 0,0 0 0 0 0,0 0 0 0 0,0 0 0 0 0,1 0 0 0 0,-1 0 0 0 0,0 0 0 0 0,1 0 0 0 0,-1 0 0 0 0,1 0 0 0 0,-1 0 0 0 0,1-1 0 0 0,-1 1 0 0 0,1 0 0 0 0,0-2 0 0 0,4-14-3412 0 0,1 0-1 0 0,0 0 1 0 0,2 1 0 0 0,0 0-1 0 0,11-20 1 0 0,1 8 686 0 0,0 2-151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46.169"/>
    </inkml:context>
    <inkml:brush xml:id="br0">
      <inkml:brushProperty name="width" value="0.035" units="cm"/>
      <inkml:brushProperty name="height" value="0.035" units="cm"/>
      <inkml:brushProperty name="color" value="#66CC00"/>
    </inkml:brush>
  </inkml:definitions>
  <inkml:trace contextRef="#ctx0" brushRef="#br0">327 68 6705 0 0,'31'-38'17233'0'0,"-30"37"-17042"0"0,-1 0 0 0 0,0 0 0 0 0,0 1 0 0 0,0-1 1 0 0,0 0-1 0 0,0 0 0 0 0,0 0 0 0 0,0 0 0 0 0,-1 0 1 0 0,1 0-1 0 0,0 0 0 0 0,0 0 0 0 0,-1 1 0 0 0,1-1 1 0 0,0 0-1 0 0,-1 0 0 0 0,1 0 0 0 0,-1 1 0 0 0,1-1 1 0 0,-1 0-1 0 0,0 0 0 0 0,1 1 0 0 0,-1-1 0 0 0,1 1 1 0 0,-1-1-1 0 0,0 0 0 0 0,0 1 0 0 0,1-1 0 0 0,-3 0 1 0 0,2 0-559 0 0,-2-1 991 0 0,-2 1-347 0 0,1 0 0 0 0,-1 1 0 0 0,1 0 0 0 0,-1 0 0 0 0,0 0 0 0 0,1 0 0 0 0,-9 2 0 0 0,12-1-288 0 0,-8 1 371 0 0,-20 5-74 0 0,17-1-321 0 0,1 1 55 0 0,5-6-20 0 0,-30 26 0 0 0,30-24 0 0 0,-20 27 0 0 0,18-17 0 0 0,1 0 0 0 0,2 0 0 0 0,5 3 0 0 0,5 2 0 0 0,2-6 0 0 0,4-1 0 0 0,6 4 0 0 0,33 11 0 0 0,-37-20 0 0 0,1 1 0 0 0,-3 1 0 0 0,-11 8 0 0 0,-10 6 0 0 0,-2-1 0 0 0,9-17 0 0 0,-11 7 0 0 0,2-2 0 0 0,-5 0 0 0 0,-1-1 0 0 0,-1-2 0 0 0,-2-4 0 0 0,-1-3 0 0 0,-4-1 0 0 0,11-3 0 0 0,-2-5 0 0 0,12 8-7 0 0,3 2-2 0 0,1-1 1 0 0,-1 1-1 0 0,1-1 0 0 0,-1 0 1 0 0,1 1-1 0 0,0-1 1 0 0,-1 0-1 0 0,1 0 1 0 0,0 0-1 0 0,0 0 1 0 0,-1 0-1 0 0,1 0 1 0 0,0-1-1 0 0,0 1 1 0 0,0 0-1 0 0,0 0 1 0 0,0-1-1 0 0,0-1 1 0 0,-15-18-2323 0 0,3-6-3732 0 0,12 24 5165 0 0,0 1 1 0 0,0-1 0 0 0,1 1-1 0 0,-1-1 1 0 0,1 1 0 0 0,-1-1 0 0 0,1 1-1 0 0,0-1 1 0 0,0 0 0 0 0,0 1 0 0 0,1-1-1 0 0,-1 1 1 0 0,0-1 0 0 0,1 1 0 0 0,0-1-1 0 0,0 1 1 0 0,-1-1 0 0 0,1 1 0 0 0,1 0-1 0 0,-1-1 1 0 0,3-3 0 0 0,11-14-2103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47.522"/>
    </inkml:context>
    <inkml:brush xml:id="br0">
      <inkml:brushProperty name="width" value="0.035" units="cm"/>
      <inkml:brushProperty name="height" value="0.035" units="cm"/>
      <inkml:brushProperty name="color" value="#66CC00"/>
    </inkml:brush>
  </inkml:definitions>
  <inkml:trace contextRef="#ctx0" brushRef="#br0">286 71 5845 0 0,'0'0'12097'0'0,"-8"2"-9949"0"0,-9 4-313 0 0,1 0 0 0 0,-1 1-1 0 0,2 1 1 0 0,-30 19 0 0 0,6-4 885 0 0,26-16-2633 0 0,0 2 0 0 0,0-1 0 0 0,0 1 0 0 0,1 1 0 0 0,1 0 0 0 0,-1 1 0 0 0,2 1 0 0 0,-12 14 0 0 0,21-26-87 0 0,1 1 0 0 0,-1-1 0 0 0,0 1 0 0 0,1-1 0 0 0,-1 1 0 0 0,1-1 0 0 0,-1 1 0 0 0,1-1 0 0 0,-1 1 0 0 0,1 0 0 0 0,-1-1 0 0 0,1 1 0 0 0,0 0 0 0 0,-1-1 0 0 0,1 1 0 0 0,0 0 0 0 0,0 0 0 0 0,-1-1 0 0 0,1 1 0 0 0,0 0 0 0 0,0 0 0 0 0,0-1 0 0 0,0 1 0 0 0,0 0 0 0 0,0 0 0 0 0,0 0 0 0 0,0-1 0 0 0,1 2 0 0 0,13 11 0 0 0,12-13 0 0 0,-17-3 0 0 0,-1 0 0 0 0,1-1 0 0 0,0 0 0 0 0,-1 0 0 0 0,0-1 0 0 0,0 0 0 0 0,-1 0 0 0 0,1-1 0 0 0,-1 0 0 0 0,0-1 0 0 0,0 1 0 0 0,-1-1 0 0 0,10-14 0 0 0,-9 11 0 0 0,0-1 0 0 0,0 0 0 0 0,-1-1 0 0 0,0 1 0 0 0,-1-1 0 0 0,0-1 0 0 0,-1 1 0 0 0,-1 0 0 0 0,3-18 0 0 0,-5 27 0 0 0,-1 1 0 0 0,1 0 0 0 0,-1 0 0 0 0,0 0 0 0 0,0 0 0 0 0,0 0 0 0 0,0 0 0 0 0,0-1 0 0 0,0 1 0 0 0,-1 0 0 0 0,1 0 0 0 0,-1 0 0 0 0,0 0 0 0 0,1 0 0 0 0,-1 0 0 0 0,0 0 0 0 0,0 0 0 0 0,0 0 0 0 0,0 1 0 0 0,-1-1 0 0 0,1 0 0 0 0,0 1 0 0 0,-1-1 0 0 0,1 0 0 0 0,-1 1 0 0 0,0 0 0 0 0,1-1 0 0 0,-1 1 0 0 0,0 0 0 0 0,-2-1 0 0 0,-13-4 0 0 0,-4 9 0 0 0,20-3 0 0 0,1 0 0 0 0,-1 1 0 0 0,1-1 0 0 0,-1 1 0 0 0,1-1 0 0 0,0 1 0 0 0,-1 0 0 0 0,1-1 0 0 0,0 1 0 0 0,-1-1 0 0 0,1 1 0 0 0,0 0 0 0 0,0-1 0 0 0,-1 1 0 0 0,1 0 0 0 0,0-1 0 0 0,0 1 0 0 0,0 0 0 0 0,0-1 0 0 0,0 1 0 0 0,0 0 0 0 0,0-1 0 0 0,0 1 0 0 0,0 0 0 0 0,0-1 0 0 0,1 2 0 0 0,10 19 0 0 0,4-11 0 0 0,-1-4 0 0 0,1-1 0 0 0,0-1 0 0 0,-1 0 0 0 0,2-1 0 0 0,-1 0 0 0 0,0-1 0 0 0,0-1 0 0 0,1-1 0 0 0,-1 0 0 0 0,17-2 0 0 0,17-6 0 0 0,0-2 0 0 0,57-19 0 0 0,-86 22 0 0 0,-3 0 0 0 0,0 1 0 0 0,-16 6 0 0 0,-1-1 0 0 0,0 1 0 0 0,0 0 0 0 0,0 0 0 0 0,0 0 0 0 0,0 0 0 0 0,0-1 0 0 0,0 1 0 0 0,1 0 0 0 0,-1 0 0 0 0,0 0 0 0 0,0 0 0 0 0,0 0 0 0 0,0 0 0 0 0,0 0 0 0 0,0-1 0 0 0,1 1 0 0 0,-1 0 0 0 0,0 0 0 0 0,0 0 0 0 0,0 0 0 0 0,0 0 0 0 0,1 0 0 0 0,-1 0 0 0 0,0 0 0 0 0,0 0 0 0 0,0 0 0 0 0,0 0 0 0 0,0 0 0 0 0,1 0 0 0 0,-1 0 0 0 0,0 0 0 0 0,0 0 0 0 0,0 0 0 0 0,0 0 0 0 0,1 0 0 0 0,-1 0 0 0 0,0 0 0 0 0,0 0 0 0 0,0 0 0 0 0,0 0 0 0 0,1 0 0 0 0,-1 1 0 0 0,0-1 0 0 0,0 0 0 0 0,0 0 0 0 0,0 0 0 0 0,0 0 0 0 0,0 0 0 0 0,1 0 0 0 0,-1 0 0 0 0,0 1 0 0 0,0-1 0 0 0,0 0 0 0 0,0 0 0 0 0,0 0 0 0 0,0 0 0 0 0,0 0 0 0 0,0 1 0 0 0,0-1 0 0 0,0 0 0 0 0,0 0 0 0 0,0 0 0 0 0,0 0 0 0 0,0 1 0 0 0,0-1 0 0 0,0 0 0 0 0,0 0 0 0 0,0 0 0 0 0,0 1 0 0 0,-6 12 0 0 0,-2 1 0 0 0,0-1 0 0 0,-10 13 0 0 0,4-6 0 0 0,1 0 0 0 0,-14 30 0 0 0,7-6 0 0 0,16-28 0 0 0,2 1 0 0 0,1 3 0 0 0,4-3 0 0 0,4-6 0 0 0,10-9 0 0 0,21-7 0 0 0,-30 0 0 0 0,-3 1 0 0 0,9-3 0 0 0,-1-1 0 0 0,0 0 0 0 0,0 0 0 0 0,0-1 0 0 0,-1-1 0 0 0,0 0 0 0 0,-1 0 0 0 0,11-15 0 0 0,-1 4 0 0 0,0 0 0 0 0,1 2 0 0 0,47-33 0 0 0,-53 45 0 0 0,3 7 0 0 0,-4 12 0 0 0,-10-4 0 0 0,0 1 0 0 0,-1 0 0 0 0,-1 0 0 0 0,6 18 0 0 0,-4-11 0 0 0,13 49 0 0 0,-7-35-12005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49.275"/>
    </inkml:context>
    <inkml:brush xml:id="br0">
      <inkml:brushProperty name="width" value="0.035" units="cm"/>
      <inkml:brushProperty name="height" value="0.035" units="cm"/>
      <inkml:brushProperty name="color" value="#66CC00"/>
    </inkml:brush>
  </inkml:definitions>
  <inkml:trace contextRef="#ctx0" brushRef="#br0">416 66 7441 0 0,'0'0'12840'0'0,"-8"-5"-10899"0"0,-2 0-721 0 0,-1 0 1 0 0,1 1-1 0 0,-1 0 0 0 0,0 0 0 0 0,0 1 1 0 0,-1 1-1 0 0,-21-3 0 0 0,-43-2-437 0 0,16 5-783 0 0,51 3-1 0 0,0-1-1 0 0,0-1 1 0 0,0 1-1 0 0,1-2 0 0 0,-1 1 1 0 0,-10-3-1 0 0,-23-8-1682 0 0,23 12-2300 0 0,-3 2-3454 0 0,19-2 5771 0 0,-2 0-169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49.620"/>
    </inkml:context>
    <inkml:brush xml:id="br0">
      <inkml:brushProperty name="width" value="0.035" units="cm"/>
      <inkml:brushProperty name="height" value="0.035" units="cm"/>
      <inkml:brushProperty name="color" value="#66CC00"/>
    </inkml:brush>
  </inkml:definitions>
  <inkml:trace contextRef="#ctx0" brushRef="#br0">109 0 8097 0 0,'-4'16'2718'0'0,"-1"0"1"0"0,0-1-1 0 0,-1 0 0 0 0,-13 25 1 0 0,-12 30 2681 0 0,21-41-3103 0 0,4-14-1990 0 0,1-1 1 0 0,0 1-1 0 0,1-1 0 0 0,1 1 1 0 0,1 1-1 0 0,0-1 0 0 0,1 0 1 0 0,0 0-1 0 0,1 1 1 0 0,4 28-1 0 0,-2-37-307 0 0,-1 0 0 0 0,1 0 0 0 0,0 0 0 0 0,0-1 0 0 0,1 1 0 0 0,0-1 0 0 0,0 1 0 0 0,0-1 0 0 0,1 0 0 0 0,0 0 0 0 0,0-1 0 0 0,1 1 0 0 0,-1-1 0 0 0,1 0 0 0 0,0 0 0 0 0,8 6 0 0 0,1-4 0 0 0,1 0 0 0 0,-1-1 0 0 0,1-1 0 0 0,0 0 0 0 0,0-1 0 0 0,1-1 0 0 0,-1 0 0 0 0,1-1 0 0 0,20 0 0 0 0,-30-1 0 0 0,1-1 0 0 0,-1 1 0 0 0,0-2 0 0 0,1 1 0 0 0,-1 0 0 0 0,0-1 0 0 0,9-2 0 0 0,2-2 0 0 0,16-5 430 0 0,-6-7-4481 0 0,-12 2-2385 0 0,-2-1-3862 0 0,-12 10 3211 0 0,-1-16 3982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49.953"/>
    </inkml:context>
    <inkml:brush xml:id="br0">
      <inkml:brushProperty name="width" value="0.035" units="cm"/>
      <inkml:brushProperty name="height" value="0.035" units="cm"/>
      <inkml:brushProperty name="color" value="#66CC00"/>
    </inkml:brush>
  </inkml:definitions>
  <inkml:trace contextRef="#ctx0" brushRef="#br0">10 1 7401 0 0,'-9'5'21874'0'0,"29"4"-17336"0"0,22 1-7372 0 0,-30-8 4622 0 0,61 5-3203 0 0,99-2 4194 0 0,-68-6-9311 0 0,-27 1-8977 0 0,-64 0 10956 0 0,-4-1 3216 0 0,-3 1 261 0 0,-1-1-2004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50.646"/>
    </inkml:context>
    <inkml:brush xml:id="br0">
      <inkml:brushProperty name="width" value="0.035" units="cm"/>
      <inkml:brushProperty name="height" value="0.035" units="cm"/>
      <inkml:brushProperty name="color" value="#66CC00"/>
    </inkml:brush>
  </inkml:definitions>
  <inkml:trace contextRef="#ctx0" brushRef="#br0">164 3 7801 0 0,'7'-3'18488'0'0,"-64"115"-12066"0"0,35-73-6411 0 0,2 0 0 0 0,2 1 1 0 0,1 2-1 0 0,-15 56 0 0 0,29-83-11 0 0,2 6 0 0 0,4 15 0 0 0,4-25 0 0 0,-3-7 0 0 0,3 4 0 0 0,-6-7 0 0 0,-1 0 0 0 0,1 0 0 0 0,0-1 0 0 0,-1 1 0 0 0,1 0 0 0 0,0-1 0 0 0,-1 1 0 0 0,1 0 0 0 0,0-1 0 0 0,0 1 0 0 0,-1-1 0 0 0,1 1 0 0 0,0-1 0 0 0,0 1 0 0 0,0-1 0 0 0,0 0 0 0 0,0 1 0 0 0,0-1 0 0 0,2 0 0 0 0,10 4 0 0 0,6 1 0 0 0,6-6 0 0 0,-18 0 0 0 0,1-1 0 0 0,-1 1 0 0 0,1-2 0 0 0,-1 1 0 0 0,0-1 0 0 0,0 0 0 0 0,0-1 0 0 0,0 1 0 0 0,0-1 0 0 0,6-6 0 0 0,87-48 0 0 0,-94 56 0 0 0,-6 5 0 0 0,-19 21 0 0 0,8-5 0 0 0,11-5 0 0 0,12-3 0 0 0,2-5 0 0 0,8-6 0 0 0,-11 0 0 0 0,1-1 0 0 0,0-1 0 0 0,-1 0 0 0 0,1-1 0 0 0,-1 0 0 0 0,0 0 0 0 0,0-1 0 0 0,0-1 0 0 0,-1 0 0 0 0,1 0 0 0 0,-1-1 0 0 0,0 0 0 0 0,-1-1 0 0 0,10-8 0 0 0,-1 1 0 0 0,-9 8 0 0 0,0-1 0 0 0,-1-1 0 0 0,1 0 0 0 0,-1 0 0 0 0,-1 0 0 0 0,0-1 0 0 0,8-11 0 0 0,-10 7 0 0 0,-4-5 0 0 0,-9-2 0 0 0,4 16 0 0 0,-1 0 0 0 0,1 0 0 0 0,-1 0 0 0 0,0 1 0 0 0,-1-1 0 0 0,1 1 0 0 0,0 1 0 0 0,-1-1 0 0 0,0 1 0 0 0,1 0 0 0 0,-1 0 0 0 0,0 0 0 0 0,0 1 0 0 0,0 0 0 0 0,0 0 0 0 0,0 1 0 0 0,-10 0 0 0 0,1 0 0 0 0,1 0 0 0 0,-1 1 0 0 0,0 1 0 0 0,1 1 0 0 0,-1 0 0 0 0,-18 6 0 0 0,-2 12-936 0 0,1 22-7907 0 0,18-18 5567 0 0,15-23 2605 0 0,0 0-1 0 0,1 0 1 0 0,-1 1-1 0 0,1-1 0 0 0,0 0 1 0 0,0 1-1 0 0,0-1 1 0 0,0 0-1 0 0,0 1 0 0 0,0-1 1 0 0,1 0-1 0 0,-1 1 1 0 0,1-1-1 0 0,-1 0 1 0 0,1 0-1 0 0,0 1 0 0 0,0-1 1 0 0,0 0-1 0 0,0 0 1 0 0,1 0-1 0 0,-1 0 0 0 0,2 2 1 0 0,6 3-2327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51.191"/>
    </inkml:context>
    <inkml:brush xml:id="br0">
      <inkml:brushProperty name="width" value="0.035" units="cm"/>
      <inkml:brushProperty name="height" value="0.035" units="cm"/>
      <inkml:brushProperty name="color" value="#66CC00"/>
    </inkml:brush>
  </inkml:definitions>
  <inkml:trace contextRef="#ctx0" brushRef="#br0">185 6 6245 0 0,'-17'-6'9654'0'0,"-3"18"-8617"0"0,5 0 1053 0 0,8-7-1156 0 0,1 0-1 0 0,-1 1 1 0 0,1 0-1 0 0,1 1 1 0 0,-1-1-1 0 0,1 1 1 0 0,0 0-1 0 0,-7 13 1 0 0,1-3 564 0 0,-2 0-47 0 0,7-9-1109 0 0,0 0-1 0 0,0 0 0 0 0,1 0 1 0 0,1 0-1 0 0,-1 1 1 0 0,-5 17-1 0 0,5-12-341 0 0,3 0 0 0 0,5 4 0 0 0,8-8 0 0 0,11-8 0 0 0,17-10 0 0 0,-28 0 0 0 0,-5 2 0 0 0,16-9 0 0 0,-1 0 0 0 0,34-34 0 0 0,50-41 0 0 0,-91 80 0 0 0,0 4 0 0 0,5 6 0 0 0,-3 11 0 0 0,-9-1 0 0 0,-1 1 0 0 0,0 0 0 0 0,-1 0 0 0 0,0 0 0 0 0,-1 0 0 0 0,0 1 0 0 0,-1-1 0 0 0,0 1 0 0 0,0 12 0 0 0,4 5 0 0 0,-7-28-96 0 0,0 0 0 0 0,0-1 0 0 0,0 1 0 0 0,0 0 0 0 0,1 0 0 0 0,-1-1 0 0 0,0 1 0 0 0,0 0 0 0 0,1 0 0 0 0,-1-1 0 0 0,1 1 0 0 0,-1 0 0 0 0,1-1-1 0 0,-1 1 1 0 0,1 0 0 0 0,-1-1 0 0 0,1 1 0 0 0,-1-1 0 0 0,1 1 0 0 0,0-1 0 0 0,-1 1 0 0 0,1-1 0 0 0,0 1 0 0 0,-1-1 0 0 0,1 0 0 0 0,0 1 0 0 0,0-1 0 0 0,-1 0 0 0 0,1 0 0 0 0,0 1 0 0 0,0-1 0 0 0,-1 0 0 0 0,1 0 0 0 0,1 0 0 0 0,-2 0-237 0 0,1 0 198 0 0,-1 1 0 0 0,1-1 0 0 0,-1 0 0 0 0,0 1 0 0 0,1-1 0 0 0,-1 1 0 0 0,0-1 0 0 0,0 1 0 0 0,1-1 0 0 0,-1 1 0 0 0,0-1 0 0 0,0 1 0 0 0,0-1 0 0 0,1 1 0 0 0,-1-1 0 0 0,0 1 0 0 0,0-1 0 0 0,0 1 0 0 0,0-1 0 0 0,0 1 0 0 0,0-1 0 0 0,0 1 0 0 0,0-1 0 0 0,0 1 0 0 0,0-1 0 0 0,-1 1 0 0 0,1-1 0 0 0,0 1 0 0 0,0-1 0 0 0,0 1 0 0 0,-1 0 0 0 0,0 4-5794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52.512"/>
    </inkml:context>
    <inkml:brush xml:id="br0">
      <inkml:brushProperty name="width" value="0.035" units="cm"/>
      <inkml:brushProperty name="height" value="0.035" units="cm"/>
      <inkml:brushProperty name="color" value="#66CC00"/>
    </inkml:brush>
  </inkml:definitions>
  <inkml:trace contextRef="#ctx0" brushRef="#br0">254 63 4696 0 0,'0'0'7558'0'0,"-4"6"-5783"0"0,-127 219 11657 0 0,53-93-8215 0 0,71-125-5131 0 0,-26 55-83 0 0,40-70-3 0 0,0 0 0 0 0,0-1 0 0 0,11-18 0 0 0,100-280 0 0 0,-90 228 0 0 0,-23 64 0 0 0,-2 10 0 0 0,-1 7 0 0 0,1 31 0 0 0,-1 2 0 0 0,-2-35 0 0 0,8 41 0 0 0,-8-36 0 0 0,1 0 0 0 0,1-1 0 0 0,-1 1 0 0 0,1-1 0 0 0,0 1 0 0 0,0-1 0 0 0,0 1 0 0 0,0-1 0 0 0,1 0 0 0 0,-1 0 0 0 0,1 0 0 0 0,0-1 0 0 0,1 1 0 0 0,-1-1 0 0 0,1 1 0 0 0,-1-1 0 0 0,1 0 0 0 0,5 3 0 0 0,-8-5 0 0 0,5 3 0 0 0,0 0 0 0 0,0 0 0 0 0,1-1 0 0 0,-1 1 0 0 0,1-1 0 0 0,0-1 0 0 0,0 1 0 0 0,-1-1 0 0 0,2-1 0 0 0,6 2 0 0 0,10-1 0 0 0,-21-2 0 0 0,1 1 0 0 0,0-1 0 0 0,0 0 0 0 0,0 0 0 0 0,0 0 0 0 0,0 0 0 0 0,0-1 0 0 0,0 1 0 0 0,0-1 0 0 0,0 0 0 0 0,0 0 0 0 0,-1-1 0 0 0,5-1 0 0 0,3-3 0 0 0,7-4 0 0 0,0 0 0 0 0,-1-2 0 0 0,-1 0 0 0 0,0 0 0 0 0,0-2 0 0 0,-2 0 0 0 0,27-32 0 0 0,-1 4 0 0 0,-22 20 0 0 0,-10 12 0 0 0,1 1 0 0 0,-1-1 0 0 0,19-13 0 0 0,-26 22 0 0 0,-1 1 0 0 0,0 0 0 0 0,0 0 0 0 0,0 0 0 0 0,0 0 0 0 0,1-1 0 0 0,-1 1 0 0 0,0 0 0 0 0,0 0 0 0 0,0 0 0 0 0,1 0 0 0 0,-1 0 0 0 0,0 0 0 0 0,0-1 0 0 0,0 1 0 0 0,1 0 0 0 0,-1 0 0 0 0,0 0 0 0 0,0 0 0 0 0,1 0 0 0 0,-1 0 0 0 0,0 0 0 0 0,0 0 0 0 0,1 0 0 0 0,-1 0 0 0 0,0 0 0 0 0,0 0 0 0 0,0 0 0 0 0,1 0 0 0 0,-1 0 0 0 0,0 1 0 0 0,0-1 0 0 0,1 0 0 0 0,-1 0 0 0 0,0 0 0 0 0,0 0 0 0 0,0 0 0 0 0,1 0 0 0 0,-1 1 0 0 0,0-1 0 0 0,0 0 0 0 0,0 0 0 0 0,1 0 0 0 0,6 26 0 0 0,-9-11 0 0 0,0 0 0 0 0,0 0 0 0 0,-1-1 0 0 0,-1 1 0 0 0,-1-1 0 0 0,0 0 0 0 0,0 0 0 0 0,-11 18 0 0 0,-5 15 0 0 0,-71 160 0 0 0,89-201-208 0 0,-10 29-3127 0 0,15-20-3004 0 0,11-4-5688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53.118"/>
    </inkml:context>
    <inkml:brush xml:id="br0">
      <inkml:brushProperty name="width" value="0.035" units="cm"/>
      <inkml:brushProperty name="height" value="0.035" units="cm"/>
      <inkml:brushProperty name="color" value="#66CC00"/>
    </inkml:brush>
  </inkml:definitions>
  <inkml:trace contextRef="#ctx0" brushRef="#br0">163 1 6101 0 0,'0'0'15848'0'0,"-6"6"-14228"0"0,-17 20 1374 0 0,1 2 0 0 0,-24 41 0 0 0,27-38-2886 0 0,-17 43 0 0 0,32-61-108 0 0,-1 4 0 0 0,3-2 0 0 0,7 2 0 0 0,7-7 0 0 0,6-3 0 0 0,18-2 0 0 0,-26-8 0 0 0,-3 0 0 0 0,14-1 0 0 0,-1-1 0 0 0,1-1 0 0 0,-1-1 0 0 0,0 0 0 0 0,0-2 0 0 0,34-20 0 0 0,100-80 0 0 0,-148 104 0 0 0,13-9 0 0 0,47-42 0 0 0,-57 47 0 0 0,-77 61 0 0 0,32-17-217 0 0,-73 79 571 0 0,95-97-1227 0 0,1 1 0 0 0,-17 30 0 0 0,26-36-3768 0 0,5-11 3836 0 0,-1 0-1 0 0,0 0 1 0 0,0 0-1 0 0,1 0 1 0 0,-1 0-1 0 0,0 0 1 0 0,1 0-1 0 0,-1-1 1 0 0,1 1-1 0 0,-1 0 1 0 0,1 0-1 0 0,-1-1 1 0 0,1 1-1 0 0,0 0 1 0 0,-1 0-1 0 0,1-1 1 0 0,0 1-1 0 0,0-1 1 0 0,-1 1-1 0 0,1-1 1 0 0,0 1-1 0 0,1 0 1 0 0,8 2-2766 0 0,-7-2 740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53.714"/>
    </inkml:context>
    <inkml:brush xml:id="br0">
      <inkml:brushProperty name="width" value="0.035" units="cm"/>
      <inkml:brushProperty name="height" value="0.035" units="cm"/>
      <inkml:brushProperty name="color" value="#66CC00"/>
    </inkml:brush>
  </inkml:definitions>
  <inkml:trace contextRef="#ctx0" brushRef="#br0">327 30 6745 0 0,'1'-2'3209'0'0,"3"-12"7576"0"0,-5 13-10492 0 0,0 0 1 0 0,0-1 0 0 0,0 1 0 0 0,0 0 0 0 0,0 0 0 0 0,-1 1 0 0 0,1-1 0 0 0,0 0 0 0 0,-1 0 0 0 0,1 1 0 0 0,-1-1 0 0 0,1 1 0 0 0,0-1 0 0 0,-1 1 0 0 0,1-1 0 0 0,-1 1 0 0 0,0 0-1 0 0,-1 0 1 0 0,-9 1-309 0 0,7 0 765 0 0,-31 12 1855 0 0,-12 18 434 0 0,34-20-2974 0 0,0 0-65 0 0,2-1 0 0 0,2 1 0 0 0,0 0 0 0 0,5 3 0 0 0,3 2 0 0 0,9 1 0 0 0,3-5 0 0 0,0-2 0 0 0,3-1 0 0 0,2-1 0 0 0,2 0 0 0 0,-2 0 0 0 0,-2 1 0 0 0,0 0 0 0 0,-1 0 0 0 0,1 0 0 0 0,-1 0 0 0 0,-4 0 0 0 0,1 4 0 0 0,-6 2 0 0 0,-13 3 0 0 0,2-12 0 0 0,-1 0 0 0 0,0-1 0 0 0,-1 0 0 0 0,1 0 0 0 0,-12 3 0 0 0,5-1 0 0 0,7-4 0 0 0,0 1 0 0 0,0-1 0 0 0,0-1 0 0 0,-1 1 0 0 0,1-2 0 0 0,-1 1 0 0 0,-19-1 0 0 0,8 0 0 0 0,-1-4 0 0 0,-16-9 2 0 0,29 4-12 0 0,3 2-95 0 0,4 5-612 0 0,0-1 0 0 0,0 1 0 0 0,1-1 0 0 0,-1 1 0 0 0,0-1 0 0 0,1 0 0 0 0,-1 0 0 0 0,1 0 0 0 0,-1 0 0 0 0,1 0 0 0 0,0 0 0 0 0,0 0 0 0 0,0 0 0 0 0,0-1 0 0 0,0 1 0 0 0,1 0 0 0 0,-2-5 0 0 0,3 3-860 0 0,-1 0 0 0 0,0-1 0 0 0,1 1-1 0 0,0 0 1 0 0,0 0 0 0 0,0 0 0 0 0,0 0 0 0 0,1 0 0 0 0,2-4-1 0 0,2-6-1334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54.570"/>
    </inkml:context>
    <inkml:brush xml:id="br0">
      <inkml:brushProperty name="width" value="0.035" units="cm"/>
      <inkml:brushProperty name="height" value="0.035" units="cm"/>
      <inkml:brushProperty name="color" value="#66CC00"/>
    </inkml:brush>
  </inkml:definitions>
  <inkml:trace contextRef="#ctx0" brushRef="#br0">296 39 5260 0 0,'10'-23'7822'0'0,"-5"8"5896"0"0,-39 51-11831 0 0,1 1 0 0 0,-27 44-1 0 0,27-32-1809 0 0,1 3 0 0 0,3 0-1 0 0,-28 72 1 0 0,30-49-77 0 0,23-57 0 0 0,2-3 0 0 0,2-15 0 0 0,0 1 0 0 0,0 0 0 0 0,0-1 0 0 0,0 1 0 0 0,1-1 0 0 0,-1 1 0 0 0,0 0 0 0 0,0-1 0 0 0,0 1 0 0 0,1-1 0 0 0,-1 1 0 0 0,0-1 0 0 0,0 1 0 0 0,1-1 0 0 0,-1 1 0 0 0,0-1 0 0 0,1 1 0 0 0,-1-1 0 0 0,1 1 0 0 0,-1-1 0 0 0,1 1 0 0 0,-1-1 0 0 0,1 0 0 0 0,0 1 0 0 0,1-1 0 0 0,-1 0 0 0 0,1 0 0 0 0,0 0 0 0 0,-1 0 0 0 0,1 0 0 0 0,0 0 0 0 0,0 0 0 0 0,-1 0 0 0 0,1-1 0 0 0,0 1 0 0 0,-1-1 0 0 0,4-1 0 0 0,16-8 0 0 0,0-2 0 0 0,-1 0 0 0 0,-1-1 0 0 0,26-23 0 0 0,32-20 0 0 0,-52 40-13 0 0,-11 6-14 0 0,0 1 0 0 0,1 0 0 0 0,0 2-1 0 0,1 0 1 0 0,17-6 0 0 0,11-1-4549 0 0,-55 17 4549 0 0,-44 12 1744 0 0,-83 35 0 0 0,134-50-1454 0 0,-19 17 819 0 0,14-4-1082 0 0,9 3 0 0 0,3-11-361 0 0,-1 1-1 0 0,1-1 1 0 0,0 0-1 0 0,0 0 1 0 0,7 9-1 0 0,2-3 1274 0 0,1 1 1 0 0,0-1-1 0 0,0-1 0 0 0,27 15 1 0 0,8 7-7401 0 0,-26-15-1931 0 0,-3 2-4591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58.709"/>
    </inkml:context>
    <inkml:brush xml:id="br0">
      <inkml:brushProperty name="width" value="0.035" units="cm"/>
      <inkml:brushProperty name="height" value="0.035" units="cm"/>
      <inkml:brushProperty name="color" value="#66CC00"/>
    </inkml:brush>
  </inkml:definitions>
  <inkml:trace contextRef="#ctx0" brushRef="#br0">1 12 7301 0 0,'6'-12'22924'0'0,"18"20"-18875"0"0,17 15-7709 0 0,-29-15 5813 0 0,3 2-2153 0 0,0 0 0 0 0,0 2 0 0 0,-2 0 0 0 0,1 0 0 0 0,-1 1 0 0 0,-1 1 0 0 0,-1 0 0 0 0,0 1 0 0 0,0 0 0 0 0,-2 1 0 0 0,0 0 0 0 0,0 0 0 0 0,-2 1 0 0 0,0 0 0 0 0,-1 0 0 0 0,-1 1 0 0 0,0-1 0 0 0,-2 1 0 0 0,0 0 0 0 0,0 1 0 0 0,-2-1 0 0 0,-1 30 0 0 0,-7 2 0 0 0,-23 89 0 0 0,-19 97 0 0 0,46-220 0 0 0,2 0 0 0 0,5 0 0 0 0,0-11-331 0 0,-2-5-63 0 0,0 0 1 0 0,0 0 0 0 0,0-1-1 0 0,0 1 1 0 0,0 0-1 0 0,0-1 1 0 0,0 1 0 0 0,0-1-1 0 0,-1 0 1 0 0,1 0 0 0 0,3-2-1 0 0,-4 3-340 0 0,0 0-1 0 0,0-1 1 0 0,0 1 0 0 0,-1-1-1 0 0,1 1 1 0 0,0-1-1 0 0,0 1 1 0 0,0-1 0 0 0,-1 0-1 0 0,1 1 1 0 0,0-1-1 0 0,0 0 1 0 0,-1 0-1 0 0,1 0 1 0 0,-1 1 0 0 0,1-1-1 0 0,-1 0 1 0 0,1 0-1 0 0,-1 0 1 0 0,0 0 0 0 0,1-1-1 0 0,1-11-6444 0 0,-1 8 6134 0 0,2-5-1841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59.071"/>
    </inkml:context>
    <inkml:brush xml:id="br0">
      <inkml:brushProperty name="width" value="0.035" units="cm"/>
      <inkml:brushProperty name="height" value="0.035" units="cm"/>
      <inkml:brushProperty name="color" value="#66CC00"/>
    </inkml:brush>
  </inkml:definitions>
  <inkml:trace contextRef="#ctx0" brushRef="#br0">6 0 7721 0 0,'0'0'13625'0'0,"-1"5"-11783"0"0,0-3-1369 0 0,0 1 0 0 0,0 0 0 0 0,1 0 0 0 0,-1 0 0 0 0,1-1 0 0 0,0 1 0 0 0,0 0 0 0 0,0 0 0 0 0,0 0 1 0 0,0 0-1 0 0,2 4 0 0 0,18 51 3429 0 0,-13-41-3902 0 0,0 0 0 0 0,0-1 0 0 0,2 0 0 0 0,0-1 0 0 0,1 1 0 0 0,0-2 0 0 0,2 0 0 0 0,-1 0 0 0 0,2-1 0 0 0,0 0 0 0 0,17 13 0 0 0,-15-15 0 0 0,-1-1 0 0 0,-4-2 0 0 0,-3-2-234 0 0,-5-5-989 0 0,-2-36-29311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9:59.448"/>
    </inkml:context>
    <inkml:brush xml:id="br0">
      <inkml:brushProperty name="width" value="0.035" units="cm"/>
      <inkml:brushProperty name="height" value="0.035" units="cm"/>
      <inkml:brushProperty name="color" value="#66CC00"/>
    </inkml:brush>
  </inkml:definitions>
  <inkml:trace contextRef="#ctx0" brushRef="#br0">235 0 7257 0 0,'0'0'18831'0'0,"-7"5"-17226"0"0,-11 10-760 0 0,1 1 1 0 0,1 0 0 0 0,1 1 0 0 0,0 0-1 0 0,-14 22 1 0 0,11-11-198 0 0,-3 0-6198 0 0,-7-5-4908 0 0,-6-8-3616 0 0,17-11 11137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03.434"/>
    </inkml:context>
    <inkml:brush xml:id="br0">
      <inkml:brushProperty name="width" value="0.035" units="cm"/>
      <inkml:brushProperty name="height" value="0.035" units="cm"/>
      <inkml:brushProperty name="color" value="#66CC00"/>
    </inkml:brush>
  </inkml:definitions>
  <inkml:trace contextRef="#ctx0" brushRef="#br0">2067 117 8209 0 0,'16'-25'23825'0'0,"-11"41"-23733"0"0,0 0-1 0 0,-1 1 1 0 0,-1 0 0 0 0,-1 0-1 0 0,0 0 1 0 0,-1 0-1 0 0,-2 28 1 0 0,1-34-92 0 0,0 0 0 0 0,0-1 0 0 0,0 1 0 0 0,-1-1 0 0 0,-1 1 0 0 0,0-1 0 0 0,0 0 0 0 0,-1 0 0 0 0,0 0 0 0 0,-1 0 0 0 0,0 0 0 0 0,-8 14 0 0 0,11-23 0 0 0,1-1 0 0 0,0 0 0 0 0,0 1 0 0 0,-1-1 0 0 0,1 0 0 0 0,0 0 0 0 0,0 0 0 0 0,0 1 0 0 0,0-1 0 0 0,0 0 0 0 0,-1 0 0 0 0,1 0 0 0 0,0 1 0 0 0,0-1 0 0 0,0 0 0 0 0,0 0 0 0 0,0 0 0 0 0,0 1 0 0 0,0-1 0 0 0,0 0 0 0 0,0 0 0 0 0,0 1 0 0 0,0-1 0 0 0,0 0 0 0 0,0 0 0 0 0,0 0 0 0 0,0 1 0 0 0,0-1 0 0 0,0 0 0 0 0,0 0 0 0 0,0 1 0 0 0,1-1 0 0 0,-1 0 0 0 0,0 0 0 0 0,0 0 0 0 0,0 1 0 0 0,0-1 0 0 0,0 0 0 0 0,0 0 0 0 0,1 0 0 0 0,-1 0 0 0 0,0 1 0 0 0,0-1 0 0 0,0 0 0 0 0,1 0 0 0 0,-1 0 0 0 0,0 0 0 0 0,0 0 0 0 0,0 0 0 0 0,1 0 0 0 0,-1 0 0 0 0,0 0 0 0 0,0 1 0 0 0,1-1 0 0 0,-1 0 0 0 0,0 0 0 0 0,0 0 0 0 0,0 0 0 0 0,1 0 0 0 0,0 0 0 0 0,1 0 0 0 0,-1 1 0 0 0,0-1 0 0 0,1 1 0 0 0,-1-1 0 0 0,0 1 0 0 0,0 0 0 0 0,1-1 0 0 0,-1 1 0 0 0,0 0 0 0 0,0 0 0 0 0,0 0 0 0 0,0 0 0 0 0,0 0 0 0 0,0 0 0 0 0,0 0 0 0 0,0 0 0 0 0,-1 1 0 0 0,2 0 0 0 0,-2-1 0 0 0,-1 0 0 0 0,1-1 0 0 0,0 1 0 0 0,0 0 0 0 0,-1-1 0 0 0,1 1 0 0 0,0 0 0 0 0,-1-1 0 0 0,1 1 0 0 0,-1 0 0 0 0,1-1 0 0 0,-1 1 0 0 0,1-1 0 0 0,-1 1 0 0 0,1-1 0 0 0,-1 0 0 0 0,0 1 0 0 0,1-1 0 0 0,-1 1 0 0 0,0-1 0 0 0,1 0 0 0 0,-1 1 0 0 0,0-1 0 0 0,-1 0 0 0 0,-55 14 0 0 0,51-14 0 0 0,-10 3 0 0 0,3 1 0 0 0,-1-1 0 0 0,0-1 0 0 0,1 0 0 0 0,-1-1 0 0 0,0 0 0 0 0,0-2 0 0 0,0 1 0 0 0,0-2 0 0 0,0 1 0 0 0,0-2 0 0 0,0 0 0 0 0,-16-6 0 0 0,18 3 0 0 0,4 1 0 0 0,-3-6 0 0 0,2 1 0 0 0,1-3 0 0 0,4 1 0 0 0,3-1 0 0 0,1 10-117 0 0,0-1 1 0 0,0 1-1 0 0,1 0 0 0 0,-1-1 1 0 0,1 1-1 0 0,0 0 0 0 0,0-1 1 0 0,0 1-1 0 0,0 0 0 0 0,1 0 1 0 0,-1 0-1 0 0,1 0 0 0 0,0 0 1 0 0,0 0-1 0 0,0 1 0 0 0,0-1 0 0 0,0 0 1 0 0,5-3-1 0 0,-7 6 104 0 0,1-2-438 0 0,-11-1 64 0 0,-4 1 212 0 0,-29-5-373 0 0,43 7 530 0 0,0 0 0 0 0,0 0 0 0 0,0 0 0 0 0,0 0 0 0 0,0 0 0 0 0,0 0 0 0 0,1 0 0 0 0,-1-1 0 0 0,0 1 0 0 0,0 0 0 0 0,0 0 0 0 0,0 0 0 0 0,0 0 0 0 0,0 0 1 0 0,0 0-1 0 0,0 0 0 0 0,0 0 0 0 0,0 0 0 0 0,0 0 0 0 0,0-1 0 0 0,0 1 0 0 0,0 0 0 0 0,0 0 0 0 0,0 0 0 0 0,0 0 0 0 0,0 0 0 0 0,0 0 0 0 0,0 0 0 0 0,0 0 0 0 0,0 0 0 0 0,0-1 0 0 0,0 1 0 0 0,-1 0 0 0 0,1 0 0 0 0,0 0 0 0 0,0 0 0 0 0,0 0 0 0 0,0 0 0 0 0,0 0 0 0 0,0 0 0 0 0,0 0 0 0 0,0 0 0 0 0,0 0 0 0 0,0 0 0 0 0,31-3-1472 0 0,10-7-1284 0 0,-38 9 2584 0 0,1-1 0 0 0,-1 1 1 0 0,1 0-1 0 0,-1 0 1 0 0,1 0-1 0 0,0 0 0 0 0,-1 1 1 0 0,1 0-1 0 0,0-1 0 0 0,-1 1 1 0 0,1 1-1 0 0,0-1 1 0 0,5 2-1 0 0,-7-2 233 0 0,1 1 0 0 0,-1 0-1 0 0,1-1 1 0 0,-1 2 0 0 0,0-1 0 0 0,1 0 0 0 0,-1 0 0 0 0,0 1-1 0 0,0-1 1 0 0,0 1 0 0 0,0-1 0 0 0,0 1 0 0 0,0 0 0 0 0,0 0-1 0 0,-1 0 1 0 0,1 0 0 0 0,-1 0 0 0 0,1 0 0 0 0,-1 1 0 0 0,2 3-1 0 0,-2-4 278 0 0,-14 8-50 0 0,0 0 0 0 0,-1 0 1 0 0,0-2-1 0 0,0 0 0 0 0,-1 0 1 0 0,-27 9-1 0 0,-41 22 1003 0 0,52-22 175 0 0,-1-2 0 0 0,-58 19-1 0 0,87-33-1135 0 0,-2 1-4 0 0,-1 0 1 0 0,0 0-1 0 0,0-1 1 0 0,0 0-1 0 0,0 0 1 0 0,0 0-1 0 0,-9-1 1 0 0,0-7-297 0 0,4-8-12 0 0,7 2 0 0 0,0-3 0 0 0,0 0 0 0 0,2 0 0 0 0,-2-31 0 0 0,4 40 0 0 0,-3-26 0 0 0,5 0 0 0 0,-2-6 0 0 0,13-205 0 0 0,-11 227 0 0 0,-1 10 0 0 0,-1 8 0 0 0,0-1 0 0 0,0 35 0 0 0,0-10 0 0 0,3 0 0 0 0,-1-22 0 0 0,1 2 0 0 0,1 31 0 0 0,6 35 0 0 0,-8-52 0 0 0,-1 1 0 0 0,-1-1 0 0 0,-1-1 0 0 0,-2-2 0 0 0,-1 1 0 0 0,2-2 0 0 0,-1 0 0 0 0,0 1 0 0 0,0 0 0 0 0,3 2 0 0 0,-2-2 0 0 0,-1-4-2 0 0,2-9-18 0 0,-5 4-109 0 0,4-4 124 0 0,0 0 0 0 0,-1 0 0 0 0,1 0-1 0 0,-1 0 1 0 0,0 0 0 0 0,0 0 0 0 0,-4 3 0 0 0,-176 63 197 0 0,169-64-192 0 0,-3 0 0 0 0,2-3-55 0 0,12-2-223 0 0,3-10-352 0 0,-1 8 374 0 0,1-1 1 0 0,0 1-1 0 0,0-1 0 0 0,0 1 1 0 0,0-1-1 0 0,1 1 0 0 0,-1 0 1 0 0,1-1-1 0 0,-1 1 1 0 0,1-1-1 0 0,0 1 0 0 0,0 0 1 0 0,0-1-1 0 0,0 1 0 0 0,2-3 1 0 0,-1 3 33 0 0,-1 0-1 0 0,1 0 1 0 0,0 0 0 0 0,-1 0 0 0 0,0 0-1 0 0,1-1 1 0 0,-1 1 0 0 0,0-1 0 0 0,0 1-1 0 0,1-5 1 0 0,-2 7 236 0 0,0 0 1 0 0,0-1-1 0 0,-1 1 0 0 0,1 0 1 0 0,0-1-1 0 0,0 1 0 0 0,0 0 0 0 0,0-1 1 0 0,-1 1-1 0 0,1 0 0 0 0,0 0 1 0 0,0-1-1 0 0,-1 1 0 0 0,1 0 1 0 0,0 0-1 0 0,0-1 0 0 0,-1 1 0 0 0,1 0 1 0 0,0 0-1 0 0,-1 0 0 0 0,1-1 1 0 0,0 1-1 0 0,-1 0 0 0 0,1 0 1 0 0,0 0-1 0 0,-1 0 0 0 0,1 0 0 0 0,0 0 1 0 0,-1 0-1 0 0,1 0 0 0 0,-1 0 1 0 0,1 0-1 0 0,0 0 0 0 0,-1 0 0 0 0,1 0 1 0 0,0 0-1 0 0,-1 0 0 0 0,1 0 1 0 0,0 0-1 0 0,-1 1 0 0 0,1-1 1 0 0,-60 23 3824 0 0,41-14-3596 0 0,-97 32 2548 0 0,114-40-2928 0 0,-4-4-1261 0 0,6 3 1330 0 0,0 0 1 0 0,-1 0-1 0 0,1 0 1 0 0,0 0-1 0 0,-1 0 1 0 0,1 0-1 0 0,0 0 1 0 0,-1-1 0 0 0,1 1-1 0 0,0 0 1 0 0,-1 0-1 0 0,1 0 1 0 0,0 0-1 0 0,0 0 1 0 0,-1-1-1 0 0,1 1 1 0 0,0 0 0 0 0,0 0-1 0 0,-1 0 1 0 0,1-1-1 0 0,0 1 1 0 0,0 0-1 0 0,-1 0 1 0 0,1-1-1 0 0,0 1 1 0 0,0 0 0 0 0,0 0-1 0 0,0-1 1 0 0,0 1-1 0 0,-1 0 1 0 0,1-1-1 0 0,0 1 1 0 0,0 0-1 0 0,0-1 1 0 0,0 1 0 0 0,0 0-1 0 0,0-1 1 0 0,27-67-6369 0 0,-27 66 8388 0 0,-35 13 728 0 0,-68 31 0 0 0,41-15-1278 0 0,60-26-1312 0 0,-50 17-358 0 0,51-19 184 0 0,0 1 0 0 0,1 0 0 0 0,-1 0 0 0 0,1-1 1 0 0,-1 1-1 0 0,1 0 0 0 0,-1-1 0 0 0,0 1 0 0 0,1-1 1 0 0,-1 1-1 0 0,1-1 0 0 0,0 1 0 0 0,-1-1 0 0 0,1 1 0 0 0,-1-1 1 0 0,1 1-1 0 0,0-1 0 0 0,-1 1 0 0 0,1-1 0 0 0,0 0 0 0 0,0 1 1 0 0,-1-1-1 0 0,1 0 0 0 0,0 1 0 0 0,0-1 0 0 0,0 0 0 0 0,0 1 1 0 0,0-2-1 0 0,6-26-2548 0 0,22-26-1157 0 0,6-2 4181 0 0,-73 84 1250 0 0,1-5 179 0 0,-2-2-1 0 0,0-2 1 0 0,-64 22 0 0 0,46-19-725 0 0,50-17-884 0 0,-38 8 37 0 0,30-10-249 0 0,-5-3 0 0 0,-2-6 0 0 0,10-5 0 0 0,12 9-77 0 0,0 0 1 0 0,0 0-1 0 0,0 0 0 0 0,1 0 0 0 0,-1 0 1 0 0,0 0-1 0 0,1 0 0 0 0,-1 0 0 0 0,1-1 1 0 0,0 1-1 0 0,0 0 0 0 0,-1 0 0 0 0,1 0 1 0 0,1-1-1 0 0,-1 1 0 0 0,0 0 0 0 0,1 0 1 0 0,-1 0-1 0 0,1 0 0 0 0,-1 0 0 0 0,1 0 1 0 0,0 0-1 0 0,1-3 0 0 0,1 0-65 0 0,1-6-760 0 0,0 0 0 0 0,2 1 0 0 0,-1-1 0 0 0,1 1 0 0 0,1 0 0 0 0,0 1 0 0 0,12-15 0 0 0,-10 15-124 0 0,1 1 0 0 0,-1 0 0 0 0,19-12 0 0 0,-5 4-391 0 0,-21 14 1287 0 0,-2 2 59 0 0,1 0 79 0 0,0 0-1 0 0,0 0 0 0 0,-1-1 1 0 0,1 1-1 0 0,0 0 1 0 0,0 0-1 0 0,-1 0 1 0 0,1 0-1 0 0,0 0 1 0 0,0 0-1 0 0,-1 0 0 0 0,1 1 1 0 0,0-1-1 0 0,0 0 1 0 0,-1 0-1 0 0,1 0 1 0 0,0 1-1 0 0,-1-1 1 0 0,1 1-1 0 0,0-1 1 0 0,-1 0-1 0 0,1 1 0 0 0,0-1 1 0 0,-1 1-1 0 0,1-1 1 0 0,-1 1-1 0 0,1-1 1 0 0,-1 1-1 0 0,1 0 1 0 0,-1-1-1 0 0,0 1 0 0 0,1 0 1 0 0,-1 0-1 0 0,0 1 95 0 0,0 1-1 0 0,-1-1 0 0 0,0 1 0 0 0,0-1 1 0 0,0 0-1 0 0,0 1 0 0 0,0-1 1 0 0,0 0-1 0 0,-1 0 0 0 0,1 0 0 0 0,0 0 1 0 0,-1 0-1 0 0,0 0 0 0 0,0 0 1 0 0,1-1-1 0 0,-4 3 0 0 0,-40 29 1956 0 0,19-14-963 0 0,11-6-399 0 0,0 0 0 0 0,-1-1 0 0 0,0-1 0 0 0,-1 0 0 0 0,0-1 0 0 0,0-1 0 0 0,-1-1 0 0 0,-1 0 0 0 0,1-1 0 0 0,-1-1 0 0 0,0-1-1 0 0,0-1 1 0 0,-27 3 0 0 0,20-4-628 0 0,-1-3-67 0 0,2-1 0 0 0,1-4 0 0 0,5-1 0 0 0,4-3 0 0 0,3-4 0 0 0,4-4 0 0 0,6-2 0 0 0,1 17 0 0 0,1-1 0 0 0,-1 1 0 0 0,1-1 0 0 0,0 1 0 0 0,0-1 0 0 0,0 1 0 0 0,0-1 0 0 0,0 1 0 0 0,1-1 0 0 0,-1 1 0 0 0,1-1 0 0 0,0 1 0 0 0,-1-1 0 0 0,1 1 0 0 0,0 0 0 0 0,1 0 0 0 0,1-5 0 0 0,4-2 0 0 0,-2-3 0 0 0,-3 7 0 0 0,-1 1 0 0 0,1-1 0 0 0,0 1 0 0 0,1 0 0 0 0,-1 0 0 0 0,1 0 0 0 0,0 0 0 0 0,0 1 0 0 0,0-1 0 0 0,0 1 0 0 0,1-1 0 0 0,-1 1 0 0 0,1 0 0 0 0,0 1 0 0 0,0-1 0 0 0,0 1 0 0 0,0-1 0 0 0,0 1 0 0 0,1 0 0 0 0,-1 1 0 0 0,1-1 0 0 0,-1 1 0 0 0,8-1 0 0 0,105-24-543 0 0,-114 26 137 0 0,1-1 1 0 0,-1 1-1 0 0,0-1 0 0 0,0 0 0 0 0,0 0 0 0 0,0-1 1 0 0,0 1-1 0 0,0-1 0 0 0,0 1 0 0 0,0-1 0 0 0,-1 0 1 0 0,1 0-1 0 0,0 0 0 0 0,-1 0 0 0 0,0-1 0 0 0,1 1 0 0 0,-1-1 1 0 0,0 1-1 0 0,0-1 0 0 0,2-5 0 0 0,6-7-3061 0 0,28-19-11575 0 0,-28 25 12049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03.808"/>
    </inkml:context>
    <inkml:brush xml:id="br0">
      <inkml:brushProperty name="width" value="0.035" units="cm"/>
      <inkml:brushProperty name="height" value="0.035" units="cm"/>
      <inkml:brushProperty name="color" value="#66CC00"/>
    </inkml:brush>
  </inkml:definitions>
  <inkml:trace contextRef="#ctx0" brushRef="#br0">22 22 8681 0 0,'-1'-2'710'0'0,"-13"-11"13559"0"0,7 6-12579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04.410"/>
    </inkml:context>
    <inkml:brush xml:id="br0">
      <inkml:brushProperty name="width" value="0.035" units="cm"/>
      <inkml:brushProperty name="height" value="0.035" units="cm"/>
      <inkml:brushProperty name="color" value="#66CC00"/>
    </inkml:brush>
  </inkml:definitions>
  <inkml:trace contextRef="#ctx0" brushRef="#br0">19 9 10137 0 0,'-14'-6'24270'0'0,"10"3"-24315"0"0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04.738"/>
    </inkml:context>
    <inkml:brush xml:id="br0">
      <inkml:brushProperty name="width" value="0.035" units="cm"/>
      <inkml:brushProperty name="height" value="0.035" units="cm"/>
      <inkml:brushProperty name="color" value="#66CC00"/>
    </inkml:brush>
  </inkml:definitions>
  <inkml:trace contextRef="#ctx0" brushRef="#br0">0 60 9837 0 0,'0'0'3320'0'0,"15"-9"-484"0"0,-2 4 2285 0 0,10-4-3033 0 0,-5 3-224 0 0,-5 3 673 0 0,20-3-2197 0 0,-9-14-2073 0 0,-4 22 217 0 0,-7-2-3304 0 0,-3 0 387 0 0,15-3-9476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07.738"/>
    </inkml:context>
    <inkml:brush xml:id="br0">
      <inkml:brushProperty name="width" value="0.035" units="cm"/>
      <inkml:brushProperty name="height" value="0.035" units="cm"/>
      <inkml:brushProperty name="color" value="#66CC00"/>
    </inkml:brush>
  </inkml:definitions>
  <inkml:trace contextRef="#ctx0" brushRef="#br0">969 259 8313 0 0,'0'0'2834'0'0,"4"-26"18692"0"0,-20 31-21520 0 0,2 2 1 0 0,-1-1-1 0 0,1 2 0 0 0,0 0 0 0 0,0 1 1 0 0,1 0-1 0 0,0 1 0 0 0,1 0 0 0 0,0 1 1 0 0,1 0-1 0 0,0 1 0 0 0,0 0 0 0 0,2 1 1 0 0,-16 25-1 0 0,21-26-6 0 0,3-10 0 0 0,1 0 0 0 0,-1-1 0 0 0,1 1 0 0 0,0 0 0 0 0,-1 0 0 0 0,1 0 0 0 0,0 0 0 0 0,0 0 0 0 0,0 0 0 0 0,0 0 0 0 0,0 0 0 0 0,1-1 0 0 0,-1 1 0 0 0,0 0 0 0 0,1 0 0 0 0,0 0 0 0 0,-1 0 0 0 0,1-1 0 0 0,0 1 0 0 0,0 0 0 0 0,0-1 0 0 0,0 1 0 0 0,0 0 0 0 0,0-1 0 0 0,1 0 0 0 0,-1 1 0 0 0,0-1 0 0 0,1 0 0 0 0,-1 1 0 0 0,1-1 0 0 0,0 0 0 0 0,-1 0 0 0 0,1 0 0 0 0,0 0 0 0 0,-1-1 0 0 0,1 1 0 0 0,3 0 0 0 0,-2 0 0 0 0,11 4-1175 0 0,1-2 1 0 0,0 0-1 0 0,0-1 1 0 0,1 0-1 0 0,-1-1 1 0 0,0-1-1 0 0,1 0 1 0 0,-1-1-1 0 0,25-5 1 0 0,-13 3 8425 0 0,-35 5-6486 0 0,-118 46 2964 0 0,107-41-3729 0 0,3 1 0 0 0,-2-1 0 0 0,2 0 0 0 0,2-3 0 0 0,-2-1 0 0 0,-5-4 0 0 0,1-5 0 0 0,14 3 0 0 0,1 1 0 0 0,0-1 0 0 0,0-1 0 0 0,0 1 0 0 0,1-1 0 0 0,-1 0 0 0 0,1 0 0 0 0,0 0 0 0 0,0-1 0 0 0,0 1 0 0 0,1-1 0 0 0,-1 0 0 0 0,1 0 0 0 0,0-1 0 0 0,1 1 0 0 0,-4-8 0 0 0,6 12 0 0 0,-7-18 0 0 0,0-1 0 0 0,2 0 0 0 0,0 0 0 0 0,-3-38 0 0 0,5-98 0 0 0,4 72 0 0 0,-1 63 0 0 0,0 0 0 0 0,0 5 0 0 0,0 0 0 0 0,0-2 0 0 0,0 18 0 0 0,0 0 0 0 0,0-1 0 0 0,0 1 0 0 0,0 0 0 0 0,0-1 0 0 0,-1 1 0 0 0,1 0 0 0 0,0 0 0 0 0,0-1 0 0 0,0 1 0 0 0,0 0 0 0 0,1-1 0 0 0,-1 1 0 0 0,0 0 0 0 0,0-1 0 0 0,0 1 0 0 0,0 0 0 0 0,0 0 0 0 0,0-1 0 0 0,0 1 0 0 0,0 0 0 0 0,1-1 0 0 0,-1 1 0 0 0,0 0 0 0 0,0 0 0 0 0,0-1 0 0 0,1 1 0 0 0,-1 0 0 0 0,0 0 0 0 0,0 0 0 0 0,1 0 0 0 0,-1-1 0 0 0,0 1 0 0 0,0 0 0 0 0,1 0 0 0 0,-1 0 0 0 0,0 0 0 0 0,1 0 0 0 0,-1 0 0 0 0,1-1 0 0 0,18 17 0 0 0,-15-12 0 0 0,-1 1 0 0 0,0-1 0 0 0,0 1 0 0 0,0 0 0 0 0,-1-1 0 0 0,0 1 0 0 0,3 7 0 0 0,-3 0 0 0 0,-2 3 0 0 0,0-11-4 0 0,0 1 0 0 0,0 0 0 0 0,-1 0 1 0 0,1 0-1 0 0,-1 0 0 0 0,0-1 0 0 0,-1 1 0 0 0,1 0 0 0 0,-1-1 0 0 0,0 1 1 0 0,0-1-1 0 0,-1 0 0 0 0,-4 7 0 0 0,4-6-36 0 0,-16 19 53 0 0,-1 0-1 0 0,-2-1 1 0 0,0-1 0 0 0,-1 0 0 0 0,-2-2-1 0 0,-31 20 1 0 0,-39 34-8 0 0,87-67-5 0 0,-15 18 0 0 0,13-9 0 0 0,9-15-3 0 0,0 0 1 0 0,1 0-1 0 0,-1-1 0 0 0,0 1 0 0 0,1 0 1 0 0,-1 0-1 0 0,1 0 0 0 0,-1 0 1 0 0,1 0-1 0 0,0 0 0 0 0,-1 0 1 0 0,1 0-1 0 0,0 0 0 0 0,0 0 0 0 0,0 0 1 0 0,0 0-1 0 0,0 0 0 0 0,0 0 1 0 0,0 0-1 0 0,0 0 0 0 0,0 0 0 0 0,0 0 1 0 0,0 0-1 0 0,1 0 0 0 0,-1 0 1 0 0,1 1-1 0 0,0 0-28 0 0,-1 1-145 0 0,23 29-2329 0 0,14 9-3019 0 0,-35-39 5104 0 0,16 35-1868 0 0,-19-32 2460 0 0,0-1 0 0 0,0 1-1 0 0,-1 0 1 0 0,0 0 0 0 0,0-1 0 0 0,0 1 0 0 0,-1-1-1 0 0,0 0 1 0 0,1 1 0 0 0,-1-1 0 0 0,-1 0 0 0 0,1-1-1 0 0,-1 1 1 0 0,1-1 0 0 0,-1 1 0 0 0,0-1 0 0 0,0 0-1 0 0,0 0 1 0 0,-1-1 0 0 0,1 0 0 0 0,-5 3 0 0 0,-14 7 2117 0 0,-1-2-1 0 0,-37 13 1 0 0,54-21-1968 0 0,-10 0-271 0 0,-16-1-50 0 0,25-4 0 0 0,3-1 0 0 0,-3 1 0 0 0,-1 0 0 0 0,1-1 0 0 0,0-1 0 0 0,0 1 0 0 0,1-1 0 0 0,-1-1 0 0 0,1 1 0 0 0,0-1 0 0 0,1 0 0 0 0,-1-1 0 0 0,1 0 0 0 0,1 0 0 0 0,-1 0 0 0 0,1-1 0 0 0,-8-15 0 0 0,9 17 0 0 0,-1-2 100 0 0,1 0 1 0 0,0-1-1 0 0,0 1 1 0 0,1-1-1 0 0,0 1 1 0 0,1-1-1 0 0,0 0 0 0 0,0 0 1 0 0,1 0-1 0 0,0-11 1 0 0,1 8-1087 0 0,0 1 1 0 0,1-1-1 0 0,1 1 1 0 0,0-1-1 0 0,1 1 1 0 0,0 0-1 0 0,6-16 1 0 0,-2 12-883 0 0,1 0 1 0 0,0 0-1 0 0,1 1 0 0 0,0 0 1 0 0,2 0-1 0 0,-1 1 0 0 0,1 0 1 0 0,1 1-1 0 0,1 0 1 0 0,-1 1-1 0 0,17-10 0 0 0,7-3-1076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08.352"/>
    </inkml:context>
    <inkml:brush xml:id="br0">
      <inkml:brushProperty name="width" value="0.035" units="cm"/>
      <inkml:brushProperty name="height" value="0.035" units="cm"/>
      <inkml:brushProperty name="color" value="#66CC00"/>
    </inkml:brush>
  </inkml:definitions>
  <inkml:trace contextRef="#ctx0" brushRef="#br0">61 0 7341 0 0,'-8'27'11625'0'0,"1"8"-4035"0"0,-6 54-1329 0 0,-4 105-7121 0 0,15-168 1670 0 0,-1 8-1333 0 0,4 57-1 0 0,0-81-266 0 0,-2 0 0 0 0,1-1-1 0 0,-1 1 1 0 0,-3 13 0 0 0,0 0-4691 0 0,2-1-4187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08.996"/>
    </inkml:context>
    <inkml:brush xml:id="br0">
      <inkml:brushProperty name="width" value="0.035" units="cm"/>
      <inkml:brushProperty name="height" value="0.035" units="cm"/>
      <inkml:brushProperty name="color" value="#66CC00"/>
    </inkml:brush>
  </inkml:definitions>
  <inkml:trace contextRef="#ctx0" brushRef="#br0">437 1 7421 0 0,'0'3'14847'0'0,"-5"27"-14426"0"0,1-17 335 0 0,-1-1 0 0 0,-1 1 0 0 0,0-1 0 0 0,-1-1 0 0 0,-1 1 0 0 0,1-1 0 0 0,-19 19 0 0 0,6-5 514 0 0,-61 72 1641 0 0,-63 49-3298 0 0,85-88 623 0 0,49-48-236 0 0,0-2 0 0 0,0 1 0 0 0,10-9 0 0 0,0 0 0 0 0,-1 0 0 0 0,1 1 0 0 0,0-1 0 0 0,0 0 0 0 0,0 0 0 0 0,0 0 0 0 0,-1 0 0 0 0,1 0 0 0 0,0 1 0 0 0,0-1 0 0 0,0 0 0 0 0,0 0 0 0 0,0 0 0 0 0,-1 1 0 0 0,1-1 0 0 0,0 0 0 0 0,0 0 0 0 0,0 1 0 0 0,0-1 0 0 0,0 0 0 0 0,0 0 0 0 0,0 1 0 0 0,0-1 0 0 0,0 0 0 0 0,0 0 0 0 0,0 0 0 0 0,0 1 0 0 0,0-1 0 0 0,0 0 0 0 0,0 0 0 0 0,0 1 0 0 0,0-1 0 0 0,0 0 0 0 0,0 0 0 0 0,0 1 0 0 0,1-1 0 0 0,-1 0 0 0 0,0 0 0 0 0,0 0 0 0 0,0 1 0 0 0,0-1 0 0 0,0 0 0 0 0,1 0 0 0 0,-1 0 0 0 0,0 0 0 0 0,0 1 0 0 0,28 5 0 0 0,-4-7 0 0 0,-1 0 0 0 0,1-1 0 0 0,-10 2 0 0 0,-1-1 0 0 0,1-1 0 0 0,-1 0 0 0 0,0-1 0 0 0,0 0 0 0 0,0-1 0 0 0,0 0 0 0 0,14-8 0 0 0,-23 10 0 0 0,1-1 0 0 0,-1 0 0 0 0,0 0 0 0 0,0-1 0 0 0,-1 1 0 0 0,1-1 0 0 0,-1 0 0 0 0,0 0 0 0 0,0 0 0 0 0,0 0 0 0 0,0 0 0 0 0,-1-1 0 0 0,1 1 0 0 0,-1-1 0 0 0,2-6 0 0 0,-3 9 0 0 0,0-1 0 0 0,0 1 0 0 0,0-1 0 0 0,0 0 0 0 0,-1 1 0 0 0,1-1 0 0 0,-1 0 0 0 0,0 0 0 0 0,1 0 0 0 0,-1 1 0 0 0,-1-1 0 0 0,1 0 0 0 0,0 0 0 0 0,-1 1 0 0 0,1-1 0 0 0,-2-5 0 0 0,-2-3 0 0 0,1 2 0 0 0,0 1 0 0 0,0-1 0 0 0,-1 1 0 0 0,0 0 0 0 0,-1 0 0 0 0,0 1 0 0 0,0-1 0 0 0,-1 1 0 0 0,0 0 0 0 0,-11-10 0 0 0,-10-8 0 0 0,-35-26 0 0 0,37 32-153 0 0,0-1-830 0 0,-39-22-1 0 0,42 35-9464 0 0,17 7 4101 0 0,-16 11-6585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09.482"/>
    </inkml:context>
    <inkml:brush xml:id="br0">
      <inkml:brushProperty name="width" value="0.035" units="cm"/>
      <inkml:brushProperty name="height" value="0.035" units="cm"/>
      <inkml:brushProperty name="color" value="#66CC00"/>
    </inkml:brush>
  </inkml:definitions>
  <inkml:trace contextRef="#ctx0" brushRef="#br0">225 1 8477 0 0,'0'0'12755'0'0,"-5"5"-11174"0"0,-29 27 2168 0 0,33-30-2750 0 0,0-2-889 0 0,0 1 1 0 0,0 0 0 0 0,0-1 0 0 0,0 1 0 0 0,0 0 0 0 0,0 0 0 0 0,0 0 0 0 0,1 0 0 0 0,-1 0 0 0 0,0 0 0 0 0,1 0 0 0 0,-1 0 0 0 0,0 0 0 0 0,1 0 0 0 0,-1 0-1 0 0,1 0 1 0 0,0 0 0 0 0,-1 0 0 0 0,1 0 0 0 0,0 1 0 0 0,0-1 0 0 0,0 0 0 0 0,0 0 0 0 0,0 0 0 0 0,0 0 0 0 0,0 1 0 0 0,0-1 0 0 0,0 0 0 0 0,0 0 0 0 0,1 0-1 0 0,-1 0 1 0 0,1 1 0 0 0,-1-1 0 0 0,1 0 0 0 0,-1 0 0 0 0,1 0 0 0 0,-1 0 0 0 0,1 0 0 0 0,0 0 0 0 0,0 0 0 0 0,-1 0 0 0 0,1-1 0 0 0,1 2 0 0 0,7 1-498 0 0,-1-1 1 0 0,0 0-1 0 0,1-1 1 0 0,-1 0-1 0 0,1 0 1 0 0,0-1 0 0 0,-1 0-1 0 0,1 0 1 0 0,0-1-1 0 0,13-3 1 0 0,28 0 706 0 0,-93 16-240 0 0,11-2-968 0 0,-46 11-3455 0 0,44-10-1684 0 0,-1-3-1 0 0,-53 8 1 0 0,60-14 3049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10.191"/>
    </inkml:context>
    <inkml:brush xml:id="br0">
      <inkml:brushProperty name="width" value="0.035" units="cm"/>
      <inkml:brushProperty name="height" value="0.035" units="cm"/>
      <inkml:brushProperty name="color" value="#66CC00"/>
    </inkml:brush>
  </inkml:definitions>
  <inkml:trace contextRef="#ctx0" brushRef="#br0">231 323 4256 0 0,'0'0'5249'0'0,"-3"5"-3786"0"0,0-2-1002 0 0,1 0 1 0 0,1 0-1 0 0,-1 0 0 0 0,0 0 0 0 0,1 1 0 0 0,0-1 0 0 0,-2 7 0 0 0,3-8 582 0 0,19 35 3906 0 0,-16-35-4858 0 0,1 0 1 0 0,-1 0-1 0 0,0 0 1 0 0,1-1-1 0 0,-1 0 1 0 0,1 1-1 0 0,0-1 1 0 0,-1 0-1 0 0,1-1 1 0 0,0 1-1 0 0,-1-1 1 0 0,1 1-1 0 0,0-1 1 0 0,0 0-1 0 0,-1-1 1 0 0,1 1-1 0 0,0-1 1 0 0,0 0-1 0 0,-1 1 1 0 0,1-1 0 0 0,5-3-1 0 0,1 0-253 0 0,-1-1-1 0 0,1 1 1 0 0,-1-2-1 0 0,-1 1 1 0 0,1-1 0 0 0,12-12-1 0 0,-21 18 163 0 0,1-1-1 0 0,-1 1 1 0 0,0-1 0 0 0,1 1-1 0 0,-1-1 1 0 0,0 1-1 0 0,1-1 1 0 0,-1 1-1 0 0,0-1 1 0 0,0 1 0 0 0,0-1-1 0 0,1 1 1 0 0,-1-1-1 0 0,0 0 1 0 0,0 1-1 0 0,0-1 1 0 0,0 1-1 0 0,0-1 1 0 0,0 1 0 0 0,0-1-1 0 0,0 0 1 0 0,0 1-1 0 0,0-1 1 0 0,0 1-1 0 0,0-1 1 0 0,-1 1 0 0 0,1-1-1 0 0,0 1 1 0 0,0-1-1 0 0,-1 0 1 0 0,1 1-1 0 0,0 0 1 0 0,-1-1-1 0 0,1 1 1 0 0,0-1 0 0 0,-1 1-1 0 0,1-1 1 0 0,-1 1-1 0 0,1 0 1 0 0,-1-1-1 0 0,-14-10 269 0 0,14 11-66 0 0,-23 0 524 0 0,10 3-159 0 0,0 1-1 0 0,0 0 0 0 0,0 1 1 0 0,0 0-1 0 0,1 1 0 0 0,0 1 0 0 0,0 0 1 0 0,1 1-1 0 0,-16 12 0 0 0,-84 48 3835 0 0,96-59-4401 0 0,1-1 0 0 0,2-1 0 0 0,-2 0 0 0 0,15-7 0 0 0,-1 0 0 0 0,0 0 0 0 0,1 1 0 0 0,-1-1 0 0 0,1 0 0 0 0,-1 0 0 0 0,1 0 0 0 0,-1 0 0 0 0,1 0 0 0 0,-1 0 0 0 0,0 0 0 0 0,1 0 0 0 0,-1 0 0 0 0,1 0 0 0 0,-1 0 0 0 0,1-1 0 0 0,-1 1 0 0 0,1 0 0 0 0,-1 0 0 0 0,1 0 0 0 0,-1-1 0 0 0,1 1 0 0 0,-1 0 0 0 0,0-1 0 0 0,-9-21 0 0 0,4-13 0 0 0,8 24 0 0 0,1 4 0 0 0,14-153 94 0 0,-8 91-997 0 0,0-69-1 0 0,-10 127 1106 0 0,-9-17-23643 0 0,6 19 19684 0 0,2 7 875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10.763"/>
    </inkml:context>
    <inkml:brush xml:id="br0">
      <inkml:brushProperty name="width" value="0.035" units="cm"/>
      <inkml:brushProperty name="height" value="0.035" units="cm"/>
      <inkml:brushProperty name="color" value="#66CC00"/>
    </inkml:brush>
  </inkml:definitions>
  <inkml:trace contextRef="#ctx0" brushRef="#br0">174 91 7833 0 0,'-1'-1'3279'0'0,"-1"-11"-1510"0"0,2 7 2334 0 0,1 2-3406 0 0,-1-1-1 0 0,1 0 1 0 0,-1 0 0 0 0,1 1 0 0 0,1-1 0 0 0,-1 0 0 0 0,0 1 0 0 0,1-1 0 0 0,0 1 0 0 0,0 0 0 0 0,0-1 0 0 0,0 1 0 0 0,0 0 0 0 0,0 0 0 0 0,7-5 0 0 0,-7 6-623 0 0,1 1 0 0 0,0-1 0 0 0,-1 1 1 0 0,1 0-1 0 0,0 0 0 0 0,0 0 0 0 0,0 0 0 0 0,0 0 0 0 0,0 0 0 0 0,1 1 1 0 0,-1 0-1 0 0,0 0 0 0 0,0-1 0 0 0,0 2 0 0 0,4-1 0 0 0,11 3-1256 0 0,0 1 0 0 0,-1 1 0 0 0,1 0 0 0 0,24 12 0 0 0,-23-8-753 0 0,1-2 0 0 0,40 10 0 0 0,-14 0 775 0 0,-45-16 3008 0 0,-4 0-1641 0 0,-1 1 0 0 0,0 0 1 0 0,1-1-1 0 0,-1 1 0 0 0,0-1 1 0 0,0 0-1 0 0,0 0 0 0 0,-5 0 1 0 0,-13 1 869 0 0,1 1 1 0 0,0 1-1 0 0,0 0 1 0 0,0 2-1 0 0,1 1 0 0 0,0 0 1 0 0,0 2-1 0 0,0 0 1 0 0,-30 20-1 0 0,33-16-910 0 0,1-1-1 0 0,0 2 1 0 0,2 0 0 0 0,-1 1-1 0 0,2 0 1 0 0,0 1 0 0 0,1 1-1 0 0,0 0 1 0 0,1 0-1 0 0,-9 22 1 0 0,6-8-464 0 0,2 1 0 0 0,1-1-1 0 0,1 2 1 0 0,-8 49 0 0 0,10-9-7417 0 0,5 0-9140 0 0,4-60 13691 0 0,-1-10 309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11.300"/>
    </inkml:context>
    <inkml:brush xml:id="br0">
      <inkml:brushProperty name="width" value="0.035" units="cm"/>
      <inkml:brushProperty name="height" value="0.035" units="cm"/>
      <inkml:brushProperty name="color" value="#66CC00"/>
    </inkml:brush>
  </inkml:definitions>
  <inkml:trace contextRef="#ctx0" brushRef="#br0">227 14 6285 0 0,'8'-13'10847'0'0,"-12"24"1015"0"0,-1-1-8772 0 0,2-1-5748 0 0,-40 141 6300 0 0,-19 63-3943 0 0,61-209 317 0 0,-1-1-1 0 0,0 0 1 0 0,1 0 0 0 0,-1 0 0 0 0,0 0-1 0 0,0 0 1 0 0,-1 0 0 0 0,1 0 0 0 0,-1-1-1 0 0,1 1 1 0 0,-1-1 0 0 0,0 0-1 0 0,0 1 1 0 0,0-2 0 0 0,0 1 0 0 0,-5 2-1 0 0,4-2-214 0 0,0 1 0 0 0,0-1 0 0 0,0 1 1 0 0,0 0-1 0 0,1 0 0 0 0,-1 0 0 0 0,-3 5 0 0 0,5-6-244 0 0,1 0 0 0 0,0 1 0 0 0,-1-1-1 0 0,1 1 1 0 0,0-1 0 0 0,0 1 0 0 0,0 0 0 0 0,1-1 0 0 0,-1 1 0 0 0,0 3 0 0 0,-4 17-4882 0 0,-17 29-13009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12.321"/>
    </inkml:context>
    <inkml:brush xml:id="br0">
      <inkml:brushProperty name="width" value="0.035" units="cm"/>
      <inkml:brushProperty name="height" value="0.035" units="cm"/>
      <inkml:brushProperty name="color" value="#66CC00"/>
    </inkml:brush>
  </inkml:definitions>
  <inkml:trace contextRef="#ctx0" brushRef="#br0">904 0 4952 0 0,'2'4'660'0'0,"1"-1"0"0"0,-1 1 0 0 0,1 0 0 0 0,-1 0 0 0 0,0 0-1 0 0,0 0 1 0 0,-1 0 0 0 0,1 0 0 0 0,-1 1 0 0 0,0-1 0 0 0,0 0 0 0 0,0 1-1 0 0,-1-1 1 0 0,0 1 0 0 0,0-1 0 0 0,0 1 0 0 0,-1 7 0 0 0,-2 19 1682 0 0,-1 1 0 0 0,-2-2 0 0 0,-1 1 0 0 0,-13 36 0 0 0,3-24-228 0 0,-25 49-1 0 0,34-79-2113 0 0,0 1 0 0 0,0-1 0 0 0,-1-3 0 0 0,-3-1 0 0 0,-3-3 0 0 0,13-5 0 0 0,0 0 0 0 0,1 0 0 0 0,-1-1 0 0 0,0 1 0 0 0,0-1 0 0 0,0 1 0 0 0,0-1 0 0 0,0 0 0 0 0,0 1 0 0 0,0-1 0 0 0,0 0 0 0 0,0-1 0 0 0,0 1 0 0 0,0 0 0 0 0,0-1 0 0 0,0 1 0 0 0,0-1 0 0 0,0 1 0 0 0,-2-2 0 0 0,-2-1 0 0 0,-3 1 0 0 0,1 0 0 0 0,0-1 0 0 0,0 0 0 0 0,0 0 0 0 0,0-1 0 0 0,0 0 0 0 0,1 0 0 0 0,0-1 0 0 0,-7-6 0 0 0,-57-53 0 0 0,51 43 0 0 0,-99-106 0 0 0,109 115 0 0 0,10 12 0 0 0,-1 0 0 0 0,1 0 0 0 0,0 0 0 0 0,0 0 0 0 0,0 0 0 0 0,0 0 0 0 0,-1 0 0 0 0,1 0 0 0 0,0 0 0 0 0,0 0 0 0 0,0 0 0 0 0,0-1 0 0 0,-1 1 0 0 0,1 0 0 0 0,0 0 0 0 0,0 0 0 0 0,0 0 0 0 0,0 0 0 0 0,0 0 0 0 0,0 0 0 0 0,-1-1 0 0 0,1 1 0 0 0,0 0 0 0 0,0 0 0 0 0,0 0 0 0 0,0 0 0 0 0,0-1 0 0 0,0 1 0 0 0,0 0 0 0 0,0 0 0 0 0,0 0 0 0 0,0 0 0 0 0,0-1 0 0 0,0 1 0 0 0,0 0 0 0 0,0 0 0 0 0,0 0 0 0 0,0 0 0 0 0,0-1 0 0 0,0 1 0 0 0,0 0 0 0 0,0 0 0 0 0,0 0 0 0 0,0 0 0 0 0,0-1 0 0 0,0 1 0 0 0,0 0 0 0 0,0 0 0 0 0,0 0 0 0 0,0 0 0 0 0,1 0 0 0 0,-1-1 0 0 0,0 1 0 0 0,0 0 0 0 0,0 0 0 0 0,0 0 0 0 0,0 0 0 0 0,1 0 0 0 0,-1 0 0 0 0,0 0 0 0 0,0-1 0 0 0,0 1 0 0 0,0 0 0 0 0,0 0 0 0 0,1 0 0 0 0,-1 0 0 0 0,0 0 0 0 0,0 0 0 0 0,37 2 0 0 0,80 18-3357 0 0,-114-19 2847 0 0,48 11-2254 0 0,-49-12 2657 0 0,1 0 1 0 0,0 0-1 0 0,0 1 1 0 0,0-1 0 0 0,0 1-1 0 0,0-1 1 0 0,-1 1-1 0 0,1 0 1 0 0,0 0 0 0 0,0 0-1 0 0,-1 0 1 0 0,1 1-1 0 0,-1-1 1 0 0,1 1-1 0 0,-1 0 1 0 0,0-1 0 0 0,4 5-1 0 0,-5-4 1111 0 0,-4 2-815 0 0,-11 10 299 0 0,-1-1-1 0 0,-1-1 1 0 0,0 0-1 0 0,0-1 1 0 0,-19 9 0 0 0,14-8 205 0 0,0 1 0 0 0,0 1 0 0 0,2 1 0 0 0,-18 17 0 0 0,-106 94 309 0 0,43-41-1041 0 0,-15 23 39 0 0,102-94 0 0 0,11-12-519 0 0,1 0 0 0 0,-1-1-1 0 0,0 1 1 0 0,0 0 0 0 0,1-1 0 0 0,-1 1 0 0 0,0-1-1 0 0,0 1 1 0 0,-1-1 0 0 0,1 0 0 0 0,0 0 0 0 0,-3 1-1 0 0,4-2-92 0 0,0 0-1 0 0,0 1 0 0 0,-1-1 0 0 0,1 0 0 0 0,0 0 0 0 0,0 0 1 0 0,0 0-1 0 0,0-1 0 0 0,0 1 0 0 0,0 0 0 0 0,0 0 0 0 0,0-1 0 0 0,0 1 1 0 0,0 0-1 0 0,0-1 0 0 0,0 1 0 0 0,-1-2 0 0 0,-11-13-8610 0 0,11 11 11000 0 0,-1-3-4932 0 0,1-10 282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12.671"/>
    </inkml:context>
    <inkml:brush xml:id="br0">
      <inkml:brushProperty name="width" value="0.035" units="cm"/>
      <inkml:brushProperty name="height" value="0.035" units="cm"/>
      <inkml:brushProperty name="color" value="#66CC00"/>
    </inkml:brush>
  </inkml:definitions>
  <inkml:trace contextRef="#ctx0" brushRef="#br0">13 43 11609 0 0,'-1'-2'1051'0'0,"-7"-11"14309"0"0,5 6-13401 0 0,3 1-7813 0 0,17-6-13713 0 0,-14 9 16573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13.001"/>
    </inkml:context>
    <inkml:brush xml:id="br0">
      <inkml:brushProperty name="width" value="0.035" units="cm"/>
      <inkml:brushProperty name="height" value="0.035" units="cm"/>
      <inkml:brushProperty name="color" value="#66CC00"/>
    </inkml:brush>
  </inkml:definitions>
  <inkml:trace contextRef="#ctx0" brushRef="#br0">41 43 11405 0 0,'0'0'3336'0'0,"-8"-14"4805"0"0,-2-2-3140 0 0,5 3-4337 0 0,-13 15-9213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13.343"/>
    </inkml:context>
    <inkml:brush xml:id="br0">
      <inkml:brushProperty name="width" value="0.035" units="cm"/>
      <inkml:brushProperty name="height" value="0.035" units="cm"/>
      <inkml:brushProperty name="color" value="#66CC00"/>
    </inkml:brush>
  </inkml:definitions>
  <inkml:trace contextRef="#ctx0" brushRef="#br0">28 17 7821 0 0,'0'-1'3228'0'0,"2"-8"-2329"0"0,-1 3 6190 0 0,1 20 845 0 0,2 18-3920 0 0,15 121-2232 0 0,-18-118-2724 0 0,-2 1-1 0 0,-7 48 1 0 0,-2-32-5332 0 0,-7-3-5905 0 0,2-22 5230 0 0,9-14 3967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14.089"/>
    </inkml:context>
    <inkml:brush xml:id="br0">
      <inkml:brushProperty name="width" value="0.035" units="cm"/>
      <inkml:brushProperty name="height" value="0.035" units="cm"/>
      <inkml:brushProperty name="color" value="#66CC00"/>
    </inkml:brush>
  </inkml:definitions>
  <inkml:trace contextRef="#ctx0" brushRef="#br0">423 32 4440 0 0,'4'-9'2697'0'0,"-1"3"843"0"0,-3 5-3139 0 0,1 0 1 0 0,-1 0-1 0 0,1 0 0 0 0,-1 0 1 0 0,1 0-1 0 0,0 0 0 0 0,-1 0 1 0 0,1 1-1 0 0,0-1 0 0 0,0 0 1 0 0,0 0-1 0 0,-1 1 0 0 0,1-1 1 0 0,0 1-1 0 0,0-1 1 0 0,0 1-1 0 0,0-1 0 0 0,0 1 1 0 0,0-1-1 0 0,0 1 0 0 0,0 0 1 0 0,0-1-1 0 0,0 1 0 0 0,0 0 1 0 0,0 0-1 0 0,0 0 0 0 0,0 0 1 0 0,2 0-1 0 0,10 10 3862 0 0,-3 12-4398 0 0,6 26 1707 0 0,3-1 0 0 0,38 69-1 0 0,-45-94-1550 0 0,-11-18-1 0 0,1-1 0 0 0,-1 1 0 0 0,1 0-1 0 0,-1 0 1 0 0,0-1 0 0 0,-1 1 0 0 0,1 0 0 0 0,-1 0 0 0 0,0 0-1 0 0,0 0 1 0 0,0 0 0 0 0,0 0 0 0 0,0 0 0 0 0,-1 0-1 0 0,0 0 1 0 0,0 0 0 0 0,0 0 0 0 0,0-1 0 0 0,-1 1 0 0 0,1 0-1 0 0,-1-1 1 0 0,0 1 0 0 0,0-1 0 0 0,-1 0 0 0 0,1 1-1 0 0,-6 4 1 0 0,-5 6 181 0 0,0-1 1 0 0,-1-1-1 0 0,-1-1 0 0 0,-21 14 0 0 0,23-17-155 0 0,-36 19-46 0 0,34-19 0 0 0,0 3 0 0 0,-1-2 0 0 0,3 0 0 0 0,2 0 0 0 0,-2 0 0 0 0,4 1 0 0 0,8 2 0 0 0,14 3 0 0 0,2-6 0 0 0,-1-4 0 0 0,2-1-11 0 0,-8-2-291 0 0,-1 1 0 0 0,1-1-1 0 0,-1 1 1 0 0,0 1-1 0 0,0-1 1 0 0,-1 1-1 0 0,9 6 1 0 0,-7-5 10 0 0,-7-4 82 0 0,9 10-265 0 0,-8-11 440 0 0,-1 1 0 0 0,0 0 0 0 0,0 0 1 0 0,0-1-1 0 0,1 1 0 0 0,-1 0 0 0 0,0 0 0 0 0,0 0 0 0 0,-1 0 0 0 0,1 1 0 0 0,0-1 0 0 0,0 0 0 0 0,0 0 0 0 0,-1 1 0 0 0,1-1 0 0 0,-1 0 0 0 0,1 1 1 0 0,0 1-1 0 0,-2 3 105 0 0,1-1-1 0 0,-1 0 1 0 0,-1 0 0 0 0,1 0 0 0 0,-1 0 0 0 0,0 0 0 0 0,0 0 0 0 0,0-1 0 0 0,-1 1 0 0 0,1-1 0 0 0,-1 1 0 0 0,0-1 0 0 0,0 0 0 0 0,-1 0 0 0 0,0 0 0 0 0,1-1 0 0 0,-1 1-1 0 0,0-1 1 0 0,-1 0 0 0 0,-7 5 0 0 0,-1 0 302 0 0,0-1 0 0 0,0-1-1 0 0,-1 0 1 0 0,0 0 0 0 0,0-2-1 0 0,-22 6 1 0 0,27-9-372 0 0,0 0 0 0 0,-1 0 0 0 0,1-1 0 0 0,0 0 0 0 0,-1-1 0 0 0,1 0 0 0 0,-1 0 0 0 0,1-1 0 0 0,0 0 0 0 0,0-1 0 0 0,0 0 0 0 0,0 0 0 0 0,1-1 0 0 0,-15-8 0 0 0,11 3 6 0 0,0-1 1 0 0,0-1-1 0 0,1 0 0 0 0,1 0 0 0 0,0-1 1 0 0,0-1-1 0 0,1 1 0 0 0,1-1 0 0 0,0-1 1 0 0,1 0-1 0 0,0 0 0 0 0,-5-18 0 0 0,7 18-1173 0 0,1 0-1 0 0,1-1 1 0 0,0 1-1 0 0,1-1 1 0 0,0-23-1 0 0,7-17-7319 0 0,12 3-4551 0 0,-10 39 10132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14.703"/>
    </inkml:context>
    <inkml:brush xml:id="br0">
      <inkml:brushProperty name="width" value="0.035" units="cm"/>
      <inkml:brushProperty name="height" value="0.035" units="cm"/>
      <inkml:brushProperty name="color" value="#66CC00"/>
    </inkml:brush>
  </inkml:definitions>
  <inkml:trace contextRef="#ctx0" brushRef="#br0">242 1 12685 0 0,'0'0'3498'0'0,"-29"10"12818"0"0,22-6-16048 0 0,-4 3-268 0 0,1-2 0 0 0,-1 1 0 0 0,-3-3 0 0 0,-11 5 0 0 0,-7-4 0 0 0,25-4 0 0 0,-40 4 0 0 0,31-4-205 0 0,-17-2-9120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21.207"/>
    </inkml:context>
    <inkml:brush xml:id="br0">
      <inkml:brushProperty name="width" value="0.025" units="cm"/>
      <inkml:brushProperty name="height" value="0.025" units="cm"/>
      <inkml:brushProperty name="color" value="#5B2D90"/>
    </inkml:brush>
  </inkml:definitions>
  <inkml:trace contextRef="#ctx0" brushRef="#br0">0 96 4348 0 0,'9'-13'2811'0'0,"-5"6"1117"0"0,1 0-3250 0 0,9-12 5424 0 0,-2 1-2149 0 0,-10 16-2913 0 0,10-18 3405 0 0,-5 10-1470 0 0,-7 10-2934 0 0,0 0 0 0 0,0 0 0 0 0,0 0 0 0 0,0 0 0 0 0,0 0 0 0 0,0 1 0 0 0,0-1 0 0 0,0 0 0 0 0,0 0 0 0 0,0 0 0 0 0,0 0 0 0 0,0 0 0 0 0,0 0 0 0 0,0 0 0 0 0,0 0 0 0 0,0 0 0 0 0,0 0 0 0 0,0 1 0 0 0,0-1 0 0 0,0 0 0 0 0,0 0 0 0 0,0 0 0 0 0,0 0 0 0 0,0 0-1 0 0,0 0 1 0 0,0 0 0 0 0,0 0 0 0 0,0 0 0 0 0,0 0 0 0 0,1 0 0 0 0,-1 0 0 0 0,0 0 0 0 0,0 1 0 0 0,0-1 0 0 0,0 0 0 0 0,0 0 0 0 0,0 0 0 0 0,0 0 0 0 0,0 0 0 0 0,0 0 0 0 0,0 0 0 0 0,0 0 0 0 0,0 0 0 0 0,1 0 0 0 0,-1 0 0 0 0,0 0 0 0 0,0 0 0 0 0,0 0 0 0 0,0 0 0 0 0,0 0 0 0 0,0 0 0 0 0,0 0 0 0 0,0 0 0 0 0,0 0 0 0 0,-59 448 192 0 0,59-445-245 0 0,-4 43-3068 0 0,0 85-17863 0 0,10-79 16063 0 0,-6-49 2152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22.144"/>
    </inkml:context>
    <inkml:brush xml:id="br0">
      <inkml:brushProperty name="width" value="0.025" units="cm"/>
      <inkml:brushProperty name="height" value="0.025" units="cm"/>
      <inkml:brushProperty name="color" value="#5B2D90"/>
    </inkml:brush>
  </inkml:definitions>
  <inkml:trace contextRef="#ctx0" brushRef="#br0">584 0 5713 0 0,'0'0'16011'0'0,"5"2"-14975"0"0,15 5-46 0 0,-15-5 11 0 0,4 15 1847 0 0,1 3-2447 0 0,-1 1 0 0 0,-1 1 0 0 0,-1 0 0 0 0,0 0 0 0 0,-2 0 1 0 0,3 24-1 0 0,-2 10 779 0 0,0 77 0 0 0,-10-62-1180 0 0,4-59 0 0 0,-8 52 0 0 0,-7 12 0 0 0,15-68 0 0 0,-15 31 0 0 0,7-23 0 0 0,-2-3 0 0 0,6-9 0 0 0,-1-1 0 0 0,1 1 0 0 0,-1-1 0 0 0,0 0 0 0 0,0-1 0 0 0,0 1 0 0 0,0-1 0 0 0,-1 0 0 0 0,1 0 0 0 0,-1-1 0 0 0,1 0 0 0 0,-1 0 0 0 0,0 0 0 0 0,1 0 0 0 0,-11-1 0 0 0,5 1 0 0 0,-54 3 0 0 0,-155 3 0 0 0,96-9 0 0 0,92 1 0 0 0,25 0 0 0 0,-12-6 0 0 0,1-1-2704 0 0,15 7 1439 0 0,1 0 0 0 0,-1 0 0 0 0,1-1 0 0 0,0 1 0 0 0,0-1 0 0 0,0 0 0 0 0,0 1 0 0 0,0-1 0 0 0,0 0 0 0 0,0 0 0 0 0,1-1 0 0 0,-1 1 1 0 0,1 0-1 0 0,-1 0 0 0 0,-1-5 0 0 0,-3-16-3568 0 0,6 20 2062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22.982"/>
    </inkml:context>
    <inkml:brush xml:id="br0">
      <inkml:brushProperty name="width" value="0.025" units="cm"/>
      <inkml:brushProperty name="height" value="0.025" units="cm"/>
      <inkml:brushProperty name="color" value="#5B2D90"/>
    </inkml:brush>
  </inkml:definitions>
  <inkml:trace contextRef="#ctx0" brushRef="#br0">56 757 5681 0 0,'-1'7'16480'0'0,"30"-27"-15726"0"0,0-2 1 0 0,-2-1-1 0 0,0-1 0 0 0,35-43 0 0 0,-3 5-427 0 0,345-303-1232 0 0,-403 364 883 0 0,0 0 1 0 0,1 0-1 0 0,-1-1 1 0 0,1 1-1 0 0,-1 1 1 0 0,1-1 0 0 0,-1 0-1 0 0,1 0 1 0 0,-1 0-1 0 0,1 1 1 0 0,0-1-1 0 0,-1 1 1 0 0,1-1-1 0 0,0 1 1 0 0,0 0 0 0 0,-1 0-1 0 0,1 0 1 0 0,0 0-1 0 0,0 0 1 0 0,-1 0-1 0 0,1 0 1 0 0,0 0 0 0 0,-1 1-1 0 0,4 0 1 0 0,-2 1 6 0 0,0 0 1 0 0,0 0 0 0 0,0 0 0 0 0,-1 0 0 0 0,1 0-1 0 0,-1 1 1 0 0,1-1 0 0 0,-1 1 0 0 0,0-1 0 0 0,0 1-1 0 0,3 6 1 0 0,2 3 0 0 0,-1 0 1 0 0,-1 1-1 0 0,0-1 0 0 0,-1 1 0 0 0,3 17 0 0 0,-8-20 55 0 0,0 0-1 0 0,0 0 1 0 0,-1 0-1 0 0,0 0 1 0 0,-1 0-1 0 0,-6 14 1 0 0,5-16 16 0 0,0 0 0 0 0,-1 0 0 0 0,0-1 0 0 0,-1 1 0 0 0,0-1 1 0 0,0-1-1 0 0,0 1 0 0 0,-1-1 0 0 0,0 0 0 0 0,0 0 0 0 0,-1-1 1 0 0,1 0-1 0 0,-1-1 0 0 0,-11 5 0 0 0,-14 7 249 0 0,-2-2 0 0 0,-37 9 0 0 0,61-19-215 0 0,-79 24 735 0 0,-186 53 2490 0 0,266-78-3016 0 0,-9 0 711 0 0,-23-16-411 0 0,39 12-600 0 0,1 0 0 0 0,0 1 0 0 0,-1-1 0 0 0,1 0 0 0 0,0 0 0 0 0,0 0 0 0 0,-1-1 0 0 0,1 1 0 0 0,0 0 0 0 0,0-1 0 0 0,0 0 0 0 0,1 1 0 0 0,-1-1 0 0 0,0 0 0 0 0,0 0 0 0 0,1 0 0 0 0,-1 0 0 0 0,1 0 0 0 0,0 0 0 0 0,0 0 0 0 0,0 0 0 0 0,-1-3 0 0 0,-1-3 0 0 0,-6-14 0 0 0,1-1 0 0 0,1 0 0 0 0,2 0 0 0 0,0-1 0 0 0,1 0 0 0 0,1 0 0 0 0,1 0 0 0 0,2 0 0 0 0,0 0 0 0 0,4-26 0 0 0,-3 31 0 0 0,7-57-2905 0 0,-5 59 1285 0 0,0 0-1 0 0,2 0 1 0 0,0 0 0 0 0,1 1-1 0 0,0 0 1 0 0,2 0 0 0 0,16-27 0 0 0,13-1-12056 0 0,-27 33 11004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23.315"/>
    </inkml:context>
    <inkml:brush xml:id="br0">
      <inkml:brushProperty name="width" value="0.025" units="cm"/>
      <inkml:brushProperty name="height" value="0.025" units="cm"/>
      <inkml:brushProperty name="color" value="#5B2D90"/>
    </inkml:brush>
  </inkml:definitions>
  <inkml:trace contextRef="#ctx0" brushRef="#br0">84 16 6613 0 0,'7'-12'9051'0'0,"3"9"5538"0"0,-6 17-14248 0 0,-1 0-1 0 0,-1 0 0 0 0,-1 0 0 0 0,0 1 1 0 0,0-1-1 0 0,-1 0 0 0 0,-4 23 0 0 0,-23 113-705 0 0,8-55 233 0 0,11-39-4576 0 0,4-22-1454 0 0,-1-1 0 0 0,-2 1 0 0 0,-19 56 0 0 0,14-70 3436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24.919"/>
    </inkml:context>
    <inkml:brush xml:id="br0">
      <inkml:brushProperty name="width" value="0.025" units="cm"/>
      <inkml:brushProperty name="height" value="0.025" units="cm"/>
      <inkml:brushProperty name="color" value="#5B2D90"/>
    </inkml:brush>
  </inkml:definitions>
  <inkml:trace contextRef="#ctx0" brushRef="#br0">977 15 5569 0 0,'0'0'10961'0'0,"0"-10"-9599"0"0,0 6 35 0 0,0 9 7250 0 0,0 22-8171 0 0,0 0 1 0 0,2 0-1 0 0,1 0 0 0 0,2 0 1 0 0,0 0-1 0 0,2-1 1 0 0,15 40-1 0 0,-21-64-473 0 0,0 0-1 0 0,0-1 1 0 0,0 1 0 0 0,0 1-1 0 0,0-1 1 0 0,0 0 0 0 0,0 0-1 0 0,-1 0 1 0 0,1 0 0 0 0,-1 0-1 0 0,0 1 1 0 0,0-1 0 0 0,0 0 0 0 0,0 0-1 0 0,0 1 1 0 0,0-1 0 0 0,0 0-1 0 0,-1 0 1 0 0,1 0 0 0 0,-1 1-1 0 0,1-1 1 0 0,-1 0 0 0 0,0 0-1 0 0,0 0 1 0 0,0 0 0 0 0,0 0-1 0 0,0 0 1 0 0,-1 0 0 0 0,1-1 0 0 0,0 1-1 0 0,-4 3 1 0 0,-4 2-3 0 0,0 0 1 0 0,-1-1-1 0 0,0 0 0 0 0,1-1 1 0 0,-2 1-1 0 0,1-2 0 0 0,-1 0 1 0 0,0 0-1 0 0,0-1 0 0 0,0 0 1 0 0,0-1-1 0 0,-21 2 0 0 0,-10 3 25 0 0,19-3 17 0 0,-1-1 0 0 0,0-2 0 0 0,0 0 0 0 0,-42-4 0 0 0,54 2-136 0 0,0 0 1 0 0,-1 0 0 0 0,1-1-1 0 0,0-1 1 0 0,-21-7 0 0 0,27 7-174 0 0,0 0 0 0 0,0-1 1 0 0,1 1-1 0 0,-1-1 0 0 0,1 0 1 0 0,0-1-1 0 0,0 1 1 0 0,-5-7-1 0 0,9 9-81 0 0,-3-54-1879 0 0,5 53 2041 0 0,18-38-958 0 0,-17 39 1128 0 0,0-1 0 0 0,1 1 1 0 0,-1 0-1 0 0,0 1 0 0 0,1-1 0 0 0,-1 0 0 0 0,1 1 1 0 0,0 0-1 0 0,0-1 0 0 0,-1 1 0 0 0,1 0 0 0 0,0 0 1 0 0,0 1-1 0 0,0-1 0 0 0,0 1 0 0 0,0-1 1 0 0,0 1-1 0 0,4 0 0 0 0,-3 0 51 0 0,43 37 183 0 0,-40-23-20 0 0,0 0 0 0 0,-1 0 0 0 0,0 1 0 0 0,-1 0 1 0 0,-1 0-1 0 0,0 0 0 0 0,2 25 0 0 0,-5-36-152 0 0,0 4 11 0 0,-1-1 0 0 0,0 1 1 0 0,0 0-1 0 0,0 0 0 0 0,-1 0 0 0 0,0 0 0 0 0,-1 0 0 0 0,0-1 0 0 0,0 1 0 0 0,-1-1 1 0 0,0 1-1 0 0,0-1 0 0 0,0 0 0 0 0,-1 0 0 0 0,0 0 0 0 0,-1-1 0 0 0,1 1 0 0 0,-1-1 1 0 0,-1 0-1 0 0,1 0 0 0 0,-9 6 0 0 0,-12 10 163 0 0,-2-1 0 0 0,0-1 0 0 0,-48 25 0 0 0,50-30 34 0 0,16-10-192 0 0,-5 5 257 0 0,0-1-1 0 0,-1 0 1 0 0,0-2-1 0 0,-1 0 1 0 0,1 0-1 0 0,-1-2 1 0 0,-1 0-1 0 0,1-1 1 0 0,-1-1-1 0 0,-28 2 1 0 0,19-5-300 0 0,20 0-19 0 0,0 0 0 0 0,1-1 0 0 0,-1 1 0 0 0,0-1 0 0 0,0-1 0 0 0,1 1 0 0 0,-1-1 0 0 0,1 0 0 0 0,-1-1 0 0 0,1 1 0 0 0,0-1 0 0 0,0 0 0 0 0,0-1 0 0 0,0 0 0 0 0,1 0 0 0 0,0 0 0 0 0,-1 0 0 0 0,2-1 0 0 0,-1 0 0 0 0,0 0 0 0 0,1 0 0 0 0,0 0 0 0 0,0-1 0 0 0,0 0 0 0 0,1 0 0 0 0,0 0 0 0 0,-3-7 0 0 0,1-6 0 0 0,0 1 0 0 0,1-1 0 0 0,1 1 0 0 0,1-1 0 0 0,1 0 0 0 0,0 0 0 0 0,3-21 0 0 0,-2 25-669 0 0,2 0 1 0 0,0 0-1 0 0,4-14 0 0 0,-1 12-1403 0 0,1 0 0 0 0,1 1-1 0 0,0-1 1 0 0,11-18 0 0 0,-5 15-1565 0 0,0 0 0 0 0,27-29 0 0 0,12-3-15 0 0,-27 32 704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25.806"/>
    </inkml:context>
    <inkml:brush xml:id="br0">
      <inkml:brushProperty name="width" value="0.025" units="cm"/>
      <inkml:brushProperty name="height" value="0.025" units="cm"/>
      <inkml:brushProperty name="color" value="#5B2D90"/>
    </inkml:brush>
  </inkml:definitions>
  <inkml:trace contextRef="#ctx0" brushRef="#br0">326 67 7577 0 0,'0'0'23016'0'0,"-7"-1"-22342"0"0,-21-4-135 0 0,21 4 259 0 0,2 2-652 0 0,-13 1-133 0 0,-15 1-1626 0 0,24-2 90 0 0,1-1 0 0 0,-1 0 0 0 0,0-1 0 0 0,0 0 0 0 0,1 0 0 0 0,-11-3 0 0 0,-5-6 1845 0 0,23 9 165 0 0,-4 1 177 0 0,0-1 0 0 0,1 0 0 0 0,-1-1 0 0 0,1 1 0 0 0,-1-1 0 0 0,1 1 0 0 0,0-2 0 0 0,0 1 0 0 0,-1 0 0 0 0,-5-6-1 0 0,-11-4 2432 0 0,19 12-2341 0 0,-1-2-472 0 0,-11-5-247 0 0,-3 2-2829 0 0,3 8-8011 0 0,9 5-514 0 0,5-4 7610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26.343"/>
    </inkml:context>
    <inkml:brush xml:id="br0">
      <inkml:brushProperty name="width" value="0.025" units="cm"/>
      <inkml:brushProperty name="height" value="0.025" units="cm"/>
      <inkml:brushProperty name="color" value="#5B2D90"/>
    </inkml:brush>
  </inkml:definitions>
  <inkml:trace contextRef="#ctx0" brushRef="#br0">0 11 10933 0 0,'0'0'15761'0'0,"12"-11"-24005"0"0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27.376"/>
    </inkml:context>
    <inkml:brush xml:id="br0">
      <inkml:brushProperty name="width" value="0.025" units="cm"/>
      <inkml:brushProperty name="height" value="0.025" units="cm"/>
      <inkml:brushProperty name="color" value="#5B2D90"/>
    </inkml:brush>
  </inkml:definitions>
  <inkml:trace contextRef="#ctx0" brushRef="#br0">105 0 7605 0 0,'0'0'7922'0'0,"2"5"-6155"0"0,0 4-610 0 0,0 1 1 0 0,0 0-1 0 0,-1 0 1 0 0,0 12 0 0 0,-8 81 3074 0 0,2-52-2513 0 0,2 0-711 0 0,-9 115 1161 0 0,0-54-3554 0 0,-11 25-6244 0 0,-12-5-9368 0 0,27-111 14048 0 0,-2-4 239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28.597"/>
    </inkml:context>
    <inkml:brush xml:id="br0">
      <inkml:brushProperty name="width" value="0.025" units="cm"/>
      <inkml:brushProperty name="height" value="0.025" units="cm"/>
      <inkml:brushProperty name="color" value="#5B2D90"/>
    </inkml:brush>
  </inkml:definitions>
  <inkml:trace contextRef="#ctx0" brushRef="#br0">802 144 5681 0 0,'10'-15'4478'0'0,"-1"12"8877"0"0,-14 33-10783 0 0,-16 51 0 0 0,15-61-1889 0 0,2 0 0 0 0,0 0 0 0 0,1 1 0 0 0,-1 28 1 0 0,4-35-598 0 0,-3 29 442 0 0,-2 4-449 0 0,-1 14-79 0 0,4-51 0 0 0,-2 0 0 0 0,1 1 0 0 0,-1-1 0 0 0,0-1 0 0 0,-1 1 0 0 0,-7 9 0 0 0,4-10-54 0 0,0 1 0 0 0,-1-2 0 0 0,0 1 0 0 0,-1-1 0 0 0,1-1 0 0 0,-2 0 0 0 0,1 0 0 0 0,-1-1 0 0 0,0-1 0 0 0,0 1 0 0 0,-13 3 0 0 0,6-4-69 0 0,0 0-1 0 0,0-1 1 0 0,-1 0 0 0 0,1-2-1 0 0,-31 1 1 0 0,46-3 10 0 0,-1 0 0 0 0,1 0 0 0 0,0 0 0 0 0,0 0-1 0 0,-1-1 1 0 0,1 1 0 0 0,0-1 0 0 0,0 0 0 0 0,0 0 0 0 0,0 0 0 0 0,0 0 0 0 0,0-1 0 0 0,0 1 0 0 0,0-1 0 0 0,0 0-1 0 0,1 1 1 0 0,-1-1 0 0 0,-3-4 0 0 0,4 4-72 0 0,1-1 0 0 0,-1 0 0 0 0,1 1 0 0 0,0-1 0 0 0,-1 0 0 0 0,1 0 0 0 0,0 0 0 0 0,1 0 0 0 0,-1 0 0 0 0,1 0 0 0 0,-1 0 0 0 0,1 0 0 0 0,0 0 0 0 0,0 0 0 0 0,1-6 0 0 0,2-9-703 0 0,1 1-1 0 0,1-1 1 0 0,1 1-1 0 0,0 0 1 0 0,11-19 0 0 0,-10 22 403 0 0,28-35-786 0 0,-34 47 1227 0 0,3-6-172 0 0,-4 8 282 0 0,0 0 0 0 0,0 0 0 0 0,0 0 0 0 0,0 0 0 0 0,0 0 0 0 0,-1 0 0 0 0,1 0 0 0 0,0 0 0 0 0,0 0 0 0 0,0 0 0 0 0,0 0 0 0 0,0 0 0 0 0,0 0 0 0 0,0 0 0 0 0,-1 0 0 0 0,1 0 0 0 0,0 0 0 0 0,0 0 0 0 0,0 0 0 0 0,0 0 0 0 0,0 0 0 0 0,0 0 0 0 0,0 0 0 0 0,-1 0 0 0 0,1 0 0 0 0,0 0 0 0 0,0 0 0 0 0,0 0 0 0 0,0 0 0 0 0,0-1 0 0 0,-20 22 274 0 0,0-1 1 0 0,-2-1 0 0 0,0-2-1 0 0,-36 23 1 0 0,-111 56 2576 0 0,132-78-1479 0 0,-38 22 2395 0 0,73-39-3385 0 0,-12 7 993 0 0,0-9-1424 0 0,2-16-17 0 0,10-6 0 0 0,6-17 0 0 0,2 0 0 0 0,1 1 0 0 0,19-57 0 0 0,50-113 0 0 0,-49 138 0 0 0,-12 39-1889 0 0,-5 13-1820 0 0,1 0 1 0 0,1 1 0 0 0,1 1 0 0 0,28-30 0 0 0,-1 12-5776 0 0,-28 24 6843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29.013"/>
    </inkml:context>
    <inkml:brush xml:id="br0">
      <inkml:brushProperty name="width" value="0.025" units="cm"/>
      <inkml:brushProperty name="height" value="0.025" units="cm"/>
      <inkml:brushProperty name="color" value="#5B2D90"/>
    </inkml:brush>
  </inkml:definitions>
  <inkml:trace contextRef="#ctx0" brushRef="#br0">4 289 3672 0 0,'0'0'1292'0'0,"-3"11"7294"0"0,4-11-8457 0 0,0 1 1 0 0,0-1-1 0 0,0 0 0 0 0,0 1 1 0 0,0-1-1 0 0,0 0 0 0 0,1 0 1 0 0,-1 0-1 0 0,0 0 0 0 0,0 0 1 0 0,0 0-1 0 0,0 0 0 0 0,0 0 1 0 0,0-1-1 0 0,1 1 0 0 0,-1 0 1 0 0,0-1-1 0 0,0 1 0 0 0,0-1 1 0 0,0 1-1 0 0,0-1 0 0 0,0 1 1 0 0,1-2-1 0 0,34-26 1262 0 0,26-39-526 0 0,-61 65-805 0 0,37-44 339 0 0,-18 20-16 0 0,1 1 1 0 0,1 1-1 0 0,1 0 1 0 0,29-21-1 0 0,-51 44-365 0 0,0 0 0 0 0,0 0 1 0 0,0 0-1 0 0,0 1 0 0 0,0-1 1 0 0,0 0-1 0 0,0 1 0 0 0,1-1 0 0 0,-1 1 1 0 0,0 0-1 0 0,0-1 0 0 0,0 1 0 0 0,1 0 1 0 0,-1 0-1 0 0,0-1 0 0 0,0 1 0 0 0,1 0 1 0 0,-1 0-1 0 0,0 0 0 0 0,1 1 0 0 0,-1-1 1 0 0,0 0-1 0 0,0 0 0 0 0,0 1 1 0 0,1-1-1 0 0,1 2 0 0 0,-1-1-5 0 0,-1 1 0 0 0,1-1-1 0 0,0 1 1 0 0,-1 0 0 0 0,1 0 0 0 0,-1 0 0 0 0,0 0-1 0 0,0 0 1 0 0,0 0 0 0 0,0 0 0 0 0,0 1-1 0 0,0-1 1 0 0,1 3 0 0 0,1 9-110 0 0,0 1 0 0 0,-1 0 0 0 0,0 21 0 0 0,-1-32 23 0 0,-2 74-2726 0 0,-2-46-4632 0 0,-12 53 0 0 0,9-64 4744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30.335"/>
    </inkml:context>
    <inkml:brush xml:id="br0">
      <inkml:brushProperty name="width" value="0.025" units="cm"/>
      <inkml:brushProperty name="height" value="0.025" units="cm"/>
      <inkml:brushProperty name="color" value="#5B2D90"/>
    </inkml:brush>
  </inkml:definitions>
  <inkml:trace contextRef="#ctx0" brushRef="#br0">1096 37 7021 0 0,'1'-1'3386'0'0,"4"-4"-2413"0"0,-2 0 6540 0 0,-1-1-7288 0 0,7-13 12788 0 0,-9 27-12483 0 0,-4 47-409 0 0,1-45-116 0 0,-2 3-25 0 0,-42 177 20 0 0,30-128 0 0 0,-1 11 0 0 0,-7 6 0 0 0,21-70 0 0 0,-1-1 0 0 0,0 1 0 0 0,0-1 0 0 0,-1 0 0 0 0,0-1 0 0 0,0 1 0 0 0,-1-1 0 0 0,0 0 0 0 0,0-1 0 0 0,-13 9 0 0 0,15-11 0 0 0,-7 6 0 0 0,4-5 0 0 0,-13 3 0 0 0,5-1 0 0 0,-2-3 0 0 0,-1-2 0 0 0,-4-4 0 0 0,3-6 0 0 0,7-2 0 0 0,5-3 0 0 0,5 7-242 0 0,1 0 0 0 0,0 0 0 0 0,0 0 0 0 0,1 0 0 0 0,-1 0 0 0 0,1 0 0 0 0,0 0 0 0 0,1-1 0 0 0,0 1 0 0 0,0 0 0 0 0,1-12 0 0 0,6-14-1618 0 0,17-55-1 0 0,-20 77 1657 0 0,-3 6 139 0 0,1 0 1 0 0,-1 0-1 0 0,1 1 1 0 0,0-1-1 0 0,1 0 1 0 0,-1 1 0 0 0,0-1-1 0 0,5-4 1 0 0,-6 7 26 0 0,0-1-17 0 0,0-5 42 0 0,1 4-6 0 0,3-2 12 0 0,-4 4 451 0 0,-2 6-358 0 0,-2 2-1 0 0,0 0 1 0 0,0 0 0 0 0,0 0 0 0 0,-1 0-1 0 0,0-1 1 0 0,-1 1 0 0 0,1-1 0 0 0,-1 0-1 0 0,0-1 1 0 0,-1 1 0 0 0,-8 6-1 0 0,-49 35 1433 0 0,-109 59-1 0 0,148-93-1189 0 0,-1-2-1 0 0,-1 0 1 0 0,0-2-1 0 0,0-1 1 0 0,-1-1-1 0 0,0-1 1 0 0,0-1-1 0 0,-32 1 1 0 0,47-5-328 0 0,0-1 0 0 0,0-1 0 0 0,0 0 0 0 0,0-1 0 0 0,0 0 0 0 0,0 0 0 0 0,1-1 0 0 0,-1-1 0 0 0,1 0 0 0 0,-12-6 0 0 0,16 6 0 0 0,-1 0 0 0 0,1-1 0 0 0,0 0 0 0 0,1 0 0 0 0,-1-1 0 0 0,1 0 0 0 0,0 0 0 0 0,0-1 0 0 0,1 1 0 0 0,0-1 0 0 0,-8-14 0 0 0,9 12 0 0 0,0-1 0 0 0,0 0 0 0 0,1 0 0 0 0,0 0 0 0 0,1 0 0 0 0,0 0 0 0 0,1-1 0 0 0,0 1 0 0 0,1-1 0 0 0,0 1 0 0 0,0-1 0 0 0,1 1 0 0 0,1-1 0 0 0,-1 1 0 0 0,2 0 0 0 0,-1 0 0 0 0,2 0 0 0 0,-1 0 0 0 0,1 0 0 0 0,10-17 0 0 0,22-20-2839 0 0,-25 36 97 0 0,1 1-1 0 0,0 0 1 0 0,26-15 0 0 0,46-16-8730 0 0,-28 19 7742 0 0,-25 11 1025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30.813"/>
    </inkml:context>
    <inkml:brush xml:id="br0">
      <inkml:brushProperty name="width" value="0.025" units="cm"/>
      <inkml:brushProperty name="height" value="0.025" units="cm"/>
      <inkml:brushProperty name="color" value="#5B2D90"/>
    </inkml:brush>
  </inkml:definitions>
  <inkml:trace contextRef="#ctx0" brushRef="#br0">1 227 5741 0 0,'0'8'2675'0'0,"3"-4"2814"0"0,0-3-5247 0 0,0 0 0 0 0,0 0 0 0 0,0 0 1 0 0,1 0-1 0 0,-1-1 0 0 0,0 1 0 0 0,1-1 0 0 0,-1 0 1 0 0,1 0-1 0 0,-1 0 0 0 0,0 0 0 0 0,1-1 1 0 0,-1 1-1 0 0,0-1 0 0 0,1 0 0 0 0,-1 0 1 0 0,0 0-1 0 0,0 0 0 0 0,0-1 0 0 0,0 1 1 0 0,0-1-1 0 0,0 0 0 0 0,0 0 0 0 0,0 0 0 0 0,-1 0 1 0 0,4-4-1 0 0,11-9-66 0 0,-2-1 0 0 0,0 0 0 0 0,13-20 0 0 0,-10 13 136 0 0,4-6-176 0 0,-13 17 24 0 0,0 0-1 0 0,1 1 0 0 0,0 0 0 0 0,0 0 0 0 0,21-14 1 0 0,-30 24-112 0 0,0 1 0 0 0,1-1 0 0 0,-1 1 0 0 0,1 0 0 0 0,-1 0 0 0 0,1 0 0 0 0,-1-1 0 0 0,1 2 0 0 0,-1-1 0 0 0,1 0 0 0 0,-1 0 0 0 0,0 0 0 0 0,1 1 0 0 0,-1-1 0 0 0,1 0 0 0 0,-1 1 0 0 0,0 0 0 0 0,1-1 0 0 0,-1 1 0 0 0,0 0 0 0 0,1-1 0 0 0,-1 1 0 0 0,0 0 0 0 0,0 0 0 0 0,0 0 1 0 0,0 0-1 0 0,0 0 0 0 0,0 0 0 0 0,0 1 0 0 0,0-1 0 0 0,0 0 0 0 0,-1 0 0 0 0,2 3 0 0 0,22 43 598 0 0,-4 34-2933 0 0,-16-47-7509 0 0,0 56-1 0 0,-4-72 7201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32.717"/>
    </inkml:context>
    <inkml:brush xml:id="br0">
      <inkml:brushProperty name="width" value="0.025" units="cm"/>
      <inkml:brushProperty name="height" value="0.025" units="cm"/>
      <inkml:brushProperty name="color" value="#5B2D90"/>
    </inkml:brush>
  </inkml:definitions>
  <inkml:trace contextRef="#ctx0" brushRef="#br0">1909 18 8017 0 0,'0'0'4775'0'0,"1"-2"-1930"0"0,-3-13 6207 0 0,-4 15-8794 0 0,0 0-1 0 0,0 0 1 0 0,-1 0 0 0 0,1 0 0 0 0,0 1 0 0 0,0 0-1 0 0,0 1 1 0 0,0-1 0 0 0,1 1 0 0 0,-1 0-1 0 0,0 0 1 0 0,1 1 0 0 0,-1 0 0 0 0,1 0-1 0 0,0 0 1 0 0,-5 4 0 0 0,-6 6 481 0 0,0 0 0 0 0,0 0 1 0 0,2 1-1 0 0,-20 24 0 0 0,25-25-739 0 0,2 4 0 0 0,2 0 0 0 0,3 1 0 0 0,7 3 0 0 0,-3-12 0 0 0,-2-8 0 0 0,1 0 0 0 0,-1 0 0 0 0,0 0 0 0 0,0 0 0 0 0,0 0 0 0 0,0 0 0 0 0,1 0 0 0 0,-1 0 0 0 0,1 0 0 0 0,-1 0 0 0 0,0 0 0 0 0,1-1 0 0 0,0 1 0 0 0,-1 0 0 0 0,1 0 0 0 0,-1 0 0 0 0,1-1 0 0 0,0 1 0 0 0,-1 0 0 0 0,1-1 0 0 0,0 1 0 0 0,0-1 0 0 0,1 2 0 0 0,9 4 0 0 0,1 1 0 0 0,0 0 0 0 0,11 1 0 0 0,-14-4-383 0 0,0-1-1 0 0,-1 0 1 0 0,1 0-1 0 0,18 3 1 0 0,-6-3-299 0 0,-19-2 443 0 0,15 7-511 0 0,-8-4 638 0 0,-7-4 962 0 0,-8 4-551 0 0,-18 9-44 0 0,-1 0 0 0 0,0-2 0 0 0,-45 14 0 0 0,-99 18 1070 0 0,85-23-1119 0 0,63-15-206 0 0,-2 0 0 0 0,4-2 0 0 0,1-2 0 0 0,-3-4 0 0 0,8-8-85 0 0,12 9-128 0 0,1-1 0 0 0,-1 0 0 0 0,0 1 0 0 0,1-1 0 0 0,0 0 0 0 0,0 0 0 0 0,0 0 0 0 0,0 1 0 0 0,0-1 1 0 0,0 0-1 0 0,0 0 0 0 0,1 1 0 0 0,0-1 0 0 0,-1 0 0 0 0,1 1 0 0 0,0-1 0 0 0,3-4 0 0 0,0-5-516 0 0,-3 9 544 0 0,0 2 215 0 0,-1 1 0 0 0,0-1 0 0 0,0 1 0 0 0,1-1 0 0 0,-1 1 1 0 0,0-1-1 0 0,0 0 0 0 0,0 1 0 0 0,0-1 0 0 0,1 1 1 0 0,-1-1-1 0 0,0 0 0 0 0,0 1 0 0 0,0-1 0 0 0,-1 0 0 0 0,1 1 1 0 0,0-1-1 0 0,0 0 0 0 0,0 1 0 0 0,0-1 0 0 0,-1 1 0 0 0,1-2 1 0 0,-1 1 65 0 0,-1 0 1 0 0,1 1 0 0 0,0-1-1 0 0,-1 0 1 0 0,1 0-1 0 0,0 1 1 0 0,-1-1 0 0 0,1 1-1 0 0,-1-1 1 0 0,1 1 0 0 0,-1 0-1 0 0,1-1 1 0 0,-1 1 0 0 0,1 0-1 0 0,-1 0 1 0 0,1 0 0 0 0,-1 0-1 0 0,1 1 1 0 0,-1-1-1 0 0,1 0 1 0 0,-1 0 0 0 0,1 1-1 0 0,-1-1 1 0 0,1 1 0 0 0,0 0-1 0 0,-1-1 1 0 0,-1 2 0 0 0,-4 0-71 0 0,-30 11 1315 0 0,-21 7-1276 0 0,44-14-65 0 0,-5 0 0 0 0,0 1 0 0 0,3 0 0 0 0,1-3 0 0 0,0 1 0 0 0,-10-3-434 0 0,16-12-556 0 0,10-8-800 0 0,-1 14 1064 0 0,13-29-1908 0 0,-8 15 1278 0 0,-4 17 1370 0 0,-1 1-1 0 0,0 0 1 0 0,0 0 0 0 0,0 0 0 0 0,0 0-1 0 0,1 0 1 0 0,-1 0 0 0 0,0-1-1 0 0,0 1 1 0 0,0 0 0 0 0,0 0 0 0 0,0 0-1 0 0,0 0 1 0 0,0 0 0 0 0,0-1-1 0 0,0 1 1 0 0,1 0 0 0 0,-1 0 0 0 0,0 0-1 0 0,0-1 1 0 0,0 1 0 0 0,0 0-1 0 0,0 0 1 0 0,0 0 0 0 0,0 0 0 0 0,0-1-1 0 0,0 1 1 0 0,0 0 0 0 0,0 0-1 0 0,0 0 1 0 0,-1-1 0 0 0,1 1 0 0 0,0 0-1 0 0,0 0 1 0 0,0 0 0 0 0,0 0-1 0 0,0-1 1 0 0,0 1 0 0 0,0 0 0 0 0,0 0-1 0 0,0 0 1 0 0,-1 0 0 0 0,1 0-1 0 0,0-1 1 0 0,0 1 0 0 0,0 0 0 0 0,0 0-1 0 0,0 0 1 0 0,-1 0 0 0 0,1 0-1 0 0,0 0 1 0 0,0 0 0 0 0,0 0 0 0 0,-1 0-1 0 0,1 0 1 0 0,0 0 0 0 0,0 0-1 0 0,0-1 1 0 0,0 1 0 0 0,-1 1-1 0 0,-19 2 562 0 0,-30 19 1290 0 0,-47 37 2727 0 0,82-50-4530 0 0,2-1-62 0 0,0-2 0 0 0,-2 1 0 0 0,-1-7 0 0 0,9-19 0 0 0,7-6 0 0 0,18-87 0 0 0,-11 55 0 0 0,-6 49-11 0 0,0 4-2 0 0,-1 0 1 0 0,1-1 0 0 0,-1 1-1 0 0,-1 0 1 0 0,1-1-1 0 0,0 1 1 0 0,-1 0-1 0 0,0 0 1 0 0,0-1 0 0 0,0 1-1 0 0,-1 0 1 0 0,-3-7-1 0 0,4 9 15 0 0,0 0 0 0 0,0 1-1 0 0,0-1 1 0 0,0 1 0 0 0,0-1-1 0 0,0 1 1 0 0,-1 0 0 0 0,1 0 0 0 0,-1-1-1 0 0,1 1 1 0 0,-1 0 0 0 0,1 0-1 0 0,-1 0 1 0 0,0 1 0 0 0,1-1-1 0 0,-1 0 1 0 0,0 0 0 0 0,0 1 0 0 0,1-1-1 0 0,-1 1 1 0 0,-3 0 0 0 0,2-1 91 0 0,-3 3-55 0 0,-15 6-37 0 0,2 0 0 0 0,-1 1 0 0 0,1 2-1 0 0,1-1 1 0 0,-24 19 0 0 0,-76 74-2 0 0,-41 37 1 0 0,44-60 0 0 0,108-75 0 0 0,-22 12 0 0 0,-14 6 0 0 0,28-15 0 0 0,-1-2 0 0 0,0 0 0 0 0,0-1 0 0 0,-1-1 0 0 0,1-1 0 0 0,-22 3 0 0 0,3-6-1905 0 0,31 0 1226 0 0,1-1 0 0 0,0 0 0 0 0,0 1 1 0 0,0-1-1 0 0,0 0 0 0 0,0 0 0 0 0,0-1 0 0 0,0 1 1 0 0,0-1-1 0 0,-3-1 0 0 0,4 1 145 0 0,1 1 0 0 0,-1-1 0 0 0,0 0-1 0 0,1 0 1 0 0,-1 0 0 0 0,1 1 0 0 0,-1-2 0 0 0,1 1 0 0 0,0 0-1 0 0,0 0 1 0 0,0 0 0 0 0,0 0 0 0 0,0-1 0 0 0,1 1 0 0 0,-1 0 0 0 0,1-1-1 0 0,-1 1 1 0 0,1-1 0 0 0,0 1 0 0 0,0-3 0 0 0,4-16-4681 0 0,9-5 2851 0 0,-6 15 507 0 0,7-13-753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33.191"/>
    </inkml:context>
    <inkml:brush xml:id="br0">
      <inkml:brushProperty name="width" value="0.025" units="cm"/>
      <inkml:brushProperty name="height" value="0.025" units="cm"/>
      <inkml:brushProperty name="color" value="#5B2D90"/>
    </inkml:brush>
  </inkml:definitions>
  <inkml:trace contextRef="#ctx0" brushRef="#br0">0 198 5096 0 0,'0'0'3443'0'0,"1"1"-2964"0"0,-1 0 0 0 0,1 0 0 0 0,0-1 0 0 0,-1 1 0 0 0,1 0 0 0 0,0-1 1 0 0,-1 1-1 0 0,1 0 0 0 0,0-1 0 0 0,0 1 0 0 0,0-1 0 0 0,0 1 0 0 0,0-1 0 0 0,0 1 0 0 0,-1-1 1 0 0,1 0-1 0 0,0 0 0 0 0,0 1 0 0 0,0-1 0 0 0,0 0 0 0 0,0 0 0 0 0,0 0 0 0 0,0 0 0 0 0,2 0 1 0 0,11-5-6 0 0,-1-1 1 0 0,1 0 0 0 0,-1-1 0 0 0,0 0-1 0 0,-1-1 1 0 0,0 0 0 0 0,22-20 0 0 0,-6 2 1245 0 0,-1-1 0 0 0,24-32 0 0 0,-28 39-1034 0 0,-23 19-647 0 0,1 1-1 0 0,-1 0 0 0 0,1 0 1 0 0,-1-1-1 0 0,1 1 0 0 0,-1 0 1 0 0,1 0-1 0 0,0 0 1 0 0,-1 0-1 0 0,1 0 0 0 0,-1 0 1 0 0,1 0-1 0 0,0 0 0 0 0,-1 0 1 0 0,1 0-1 0 0,-1 1 0 0 0,1-1 1 0 0,-1 0-1 0 0,1 0 0 0 0,-1 0 1 0 0,1 1-1 0 0,0-1 1 0 0,-1 0-1 0 0,1 1 0 0 0,-1-1 1 0 0,0 0-1 0 0,1 1 0 0 0,0 0 1 0 0,2 4 147 0 0,1 1 1 0 0,-1 0 0 0 0,-1 0-1 0 0,1 1 1 0 0,-1-1 0 0 0,0 0-1 0 0,2 14 1 0 0,-4-19-197 0 0,6 23-2622 0 0,11 36-15495 0 0,-9-37 13641 0 0,-5-17 1376 0 0,6 5 292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39.067"/>
    </inkml:context>
    <inkml:brush xml:id="br0">
      <inkml:brushProperty name="width" value="0.025" units="cm"/>
      <inkml:brushProperty name="height" value="0.025" units="cm"/>
      <inkml:brushProperty name="color" value="#5B2D90"/>
    </inkml:brush>
  </inkml:definitions>
  <inkml:trace contextRef="#ctx0" brushRef="#br0">23 85 6625 0 0,'-1'0'3497'0'0,"-13"0"-2757"0"0,6 0 8847 0 0,180-30 2731 0 0,9 4-12318 0 0,0 8 0 0 0,224 7 0 0 0,-402 11-273 0 0,0 0 1 0 0,1 1-1 0 0,-1-1 0 0 0,1 0 0 0 0,-1 1 1 0 0,1 0-1 0 0,-1 0 0 0 0,0 0 1 0 0,0 0-1 0 0,5 3 0 0 0,7-1-2652 0 0,-14 1-1562 0 0,2 8 2898 0 0,-5-5-7607 0 0,0-4 8033 0 0,-2 2-218 0 0,-3 1-2569 0 0,-3 3 1146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39.387"/>
    </inkml:context>
    <inkml:brush xml:id="br0">
      <inkml:brushProperty name="width" value="0.025" units="cm"/>
      <inkml:brushProperty name="height" value="0.025" units="cm"/>
      <inkml:brushProperty name="color" value="#5B2D90"/>
    </inkml:brush>
  </inkml:definitions>
  <inkml:trace contextRef="#ctx0" brushRef="#br0">608 0 6601 0 0,'-42'36'8533'0'0,"-12"31"-2518"0"0,19-24-3515 0 0,-31 33-1159 0 0,12-13 468 0 0,-17 21 1175 0 0,-60 94 0 0 0,102-135-2984 0 0,7-11 0 0 0,1 1 0 0 0,1 1 0 0 0,2 0 0 0 0,-22 60 0 0 0,40-93 0 0 0,-1 0 0 0 0,1-1 0 0 0,-1 1 1 0 0,1 0-1 0 0,0 0 0 0 0,-1 0 0 0 0,1 0 0 0 0,0-1 0 0 0,-1 1 0 0 0,1 0 1 0 0,0 0-1 0 0,0 0 0 0 0,0 0 0 0 0,0 0 0 0 0,0 0 0 0 0,0 0 1 0 0,0 0-1 0 0,0 0 0 0 0,0 0 0 0 0,0-1 0 0 0,1 1 0 0 0,0 2 0 0 0,0-1-84 0 0,-1 1-535 0 0,7 6-2127 0 0,0-7-2702 0 0,1-4 2413 0 0,-1 0 0 0 0,1-1 0 0 0,-1 0 0 0 0,14-7 1 0 0,1-5-655 0 0,-6 1 839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0.345"/>
    </inkml:context>
    <inkml:brush xml:id="br0">
      <inkml:brushProperty name="width" value="0.025" units="cm"/>
      <inkml:brushProperty name="height" value="0.025" units="cm"/>
      <inkml:brushProperty name="color" value="#5B2D90"/>
    </inkml:brush>
  </inkml:definitions>
  <inkml:trace contextRef="#ctx0" brushRef="#br0">330 0 5404 0 0,'0'0'9921'0'0,"-2"7"-8334"0"0,-2 8-360 0 0,0 0 1 0 0,-2 0-1 0 0,0-1 1 0 0,0 0-1 0 0,-1 0 1 0 0,-11 15 0 0 0,-64 86 4608 0 0,37-55-4415 0 0,24-32-1418 0 0,-90 142-1 0 0,100-153-2 0 0,5-2 0 0 0,5-5 0 0 0,19-8 0 0 0,0-8-149 0 0,-1-1 1 0 0,-1 0-1 0 0,1 0 0 0 0,-1-2 1 0 0,26-19-1 0 0,33-15-393 0 0,-40 26 90 0 0,38-19 236 0 0,-64 33 409 0 0,5 2 102 0 0,-12 2-234 0 0,-1-1 0 0 0,0 0 1 0 0,1 1-1 0 0,-1-1 0 0 0,0 1 1 0 0,0-1-1 0 0,0 1 0 0 0,1 0 1 0 0,-1 0-1 0 0,0-1 0 0 0,0 1 1 0 0,0 0-1 0 0,0 0 1 0 0,0 0-1 0 0,0 0 0 0 0,-1 0 1 0 0,1 0-1 0 0,0 0 0 0 0,0 1 1 0 0,-1-1-1 0 0,1 0 0 0 0,-1 0 1 0 0,1 0-1 0 0,-1 1 0 0 0,1 1 1 0 0,2 14-43 0 0,-4 3-19 0 0,-6 21 0 0 0,-1-9 0 0 0,-9 40 0 0 0,14-53 0 0 0,3-3 0 0 0,4 1 0 0 0,3-6 0 0 0,8-3 0 0 0,5-5 0 0 0,-16-3 0 0 0,0 1 0 0 0,0-1 0 0 0,1 0 0 0 0,-1 0 0 0 0,0 0 0 0 0,1-1 0 0 0,-1 1 0 0 0,0-1 0 0 0,0 0 0 0 0,0 0 0 0 0,0-1 0 0 0,4-1 0 0 0,7-3 0 0 0,43-13-367 0 0,0-3 0 0 0,-2-3 1 0 0,0-2-1 0 0,-2-2 0 0 0,-2-3 0 0 0,61-47 0 0 0,-104 72 245 0 0,-2 3 81 0 0,-1-1 0 0 0,0 0 0 0 0,0 0-1 0 0,0 0 1 0 0,0-1 0 0 0,-1 0 0 0 0,0 0 0 0 0,0 0 0 0 0,5-11 0 0 0,-9 16 160 0 0,1-3 43 0 0,-1 2-66 0 0,0 0 1 0 0,0-1 0 0 0,-1 1-1 0 0,1-1 1 0 0,0 1 0 0 0,-1-1-1 0 0,0 1 1 0 0,1-1 0 0 0,-1 1-1 0 0,-1-5 1 0 0,1 5 679 0 0,-6 2-376 0 0,-5 2-373 0 0,-1 0 0 0 0,1 0 0 0 0,0 1 0 0 0,0 0 0 0 0,-10 6 0 0 0,2 0 18 0 0,0 0 1 0 0,1 2-1 0 0,0 0 1 0 0,-21 19-1 0 0,-23 26 62 0 0,26-16-57 0 0,-15 28-15 0 0,45-59-35 0 0,2 0 0 0 0,-1 0 0 0 0,1 0 0 0 0,0 1 0 0 0,1 0 0 0 0,-4 16 0 0 0,6-23 0 0 0,0 0 0 0 0,1-1 0 0 0,-1 1 0 0 0,1 0 0 0 0,0 0 0 0 0,0 0 0 0 0,0 0 0 0 0,0-1 0 0 0,0 1 0 0 0,1 0 0 0 0,-1 0 0 0 0,1 0 0 0 0,-1-1 0 0 0,1 1 0 0 0,0 0 0 0 0,0-1 0 0 0,1 1 0 0 0,-1-1 0 0 0,0 1 0 0 0,1-1 0 0 0,0 0 0 0 0,-1 1 0 0 0,1-1 0 0 0,0 0 0 0 0,0 0 0 0 0,0 0 0 0 0,1 0 0 0 0,-1-1 0 0 0,0 1 0 0 0,1-1 0 0 0,2 2 0 0 0,10 3-677 0 0,1 0-1 0 0,0-2 1 0 0,24 5 0 0 0,-21-6-1070 0 0,-1-1-1 0 0,1-2 1 0 0,-1 0 0 0 0,1 0 0 0 0,22-5 0 0 0,-17 1-1005 0 0,0-2 1 0 0,-1 0 0 0 0,36-15 0 0 0,22-20-886 0 0,-22 6 820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1.086"/>
    </inkml:context>
    <inkml:brush xml:id="br0">
      <inkml:brushProperty name="width" value="0.025" units="cm"/>
      <inkml:brushProperty name="height" value="0.025" units="cm"/>
      <inkml:brushProperty name="color" value="#5B2D90"/>
    </inkml:brush>
  </inkml:definitions>
  <inkml:trace contextRef="#ctx0" brushRef="#br0">4 435 6153 0 0,'-1'1'7842'0'0,"-1"7"-7190"0"0,8-8 6393 0 0,14-8-5591 0 0,1-1 0 0 0,-2-1-1 0 0,35-21 1 0 0,-25 10-400 0 0,46-42-1 0 0,109-139-2010 0 0,-141 151 725 0 0,-38 45 189 0 0,2-4-36 0 0,24-23-261 0 0,-28 33 858 0 0,-4 7-130 0 0,-8 18 143 0 0,-17 28 600 0 0,-69 98 1170 0 0,59-100-2463 0 0,3 1 0 0 0,2 1 0 0 0,-45 112 0 0 0,73-154 235 0 0,-1 8-6680 0 0,7 2-5850 0 0,6-17 3845 0 0,10-7 5791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1.959"/>
    </inkml:context>
    <inkml:brush xml:id="br0">
      <inkml:brushProperty name="width" value="0.025" units="cm"/>
      <inkml:brushProperty name="height" value="0.025" units="cm"/>
      <inkml:brushProperty name="color" value="#5B2D90"/>
    </inkml:brush>
  </inkml:definitions>
  <inkml:trace contextRef="#ctx0" brushRef="#br0">180 182 5444 0 0,'1'-6'1182'0'0,"0"0"0"0"0,0 0 0 0 0,1 0-1 0 0,-1 0 1 0 0,1 1 0 0 0,1-1-1 0 0,-1 1 1 0 0,1-1 0 0 0,0 1-1 0 0,5-7 1 0 0,-1 4-244 0 0,0 0 0 0 0,0 1 0 0 0,0 0 0 0 0,1 0 0 0 0,14-10 0 0 0,-9 9-282 0 0,1 0 0 0 0,0 1 0 0 0,0 0 0 0 0,0 1 0 0 0,1 1 0 0 0,0 0 0 0 0,30-5 0 0 0,-36 9-348 0 0,0 0 0 0 0,0 1-1 0 0,0 0 1 0 0,17 3 0 0 0,-23-3-247 0 0,1 0 0 0 0,-1 1 1 0 0,0 0-1 0 0,0 0 0 0 0,0 0 0 0 0,0 0 1 0 0,0 0-1 0 0,-1 1 0 0 0,1-1 0 0 0,0 1 0 0 0,-1 0 1 0 0,1 0-1 0 0,-1 0 0 0 0,1 0 0 0 0,-1 0 1 0 0,3 5-1 0 0,-4-6 16 0 0,0 0-63 0 0,0 0 0 0 0,-1 0 0 0 0,1 0 0 0 0,-1 0 0 0 0,0 0 0 0 0,1 0 0 0 0,-1 0 0 0 0,0 0 0 0 0,1 0 0 0 0,-1 0 0 0 0,0 0 0 0 0,0 0 0 0 0,0 0 0 0 0,0 0 0 0 0,0 0 0 0 0,0 1 0 0 0,0-1 0 0 0,-1 0 0 0 0,1 0 0 0 0,0 0 0 0 0,-1 0 0 0 0,1 0 0 0 0,0 0 0 0 0,-1 0 0 0 0,1 0 0 0 0,-1-1 0 0 0,1 1 0 0 0,-1 0 0 0 0,0 1 0 0 0,-16 25 196 0 0,-38 43-127 0 0,17-26-44 0 0,-41 66 0 0 0,51-55-488 0 0,27-54 289 0 0,1 3 101 0 0,0-1 1 0 0,0 0 0 0 0,0 1 0 0 0,0-1-1 0 0,1 0 1 0 0,-1 1 0 0 0,1-1 0 0 0,0 0-1 0 0,0 0 1 0 0,0 0 0 0 0,0 0 0 0 0,1 0-1 0 0,1 3 1 0 0,20 13 23 0 0,-15-14-17 0 0,0 1 1 0 0,-1 1-1 0 0,0 0 1 0 0,8 8 0 0 0,-13-12 51 0 0,-1 0 1 0 0,1-1 0 0 0,-1 1-1 0 0,0 0 1 0 0,0 0 0 0 0,0 0-1 0 0,0 0 1 0 0,0 0 0 0 0,-1 0-1 0 0,1 0 1 0 0,-1 0 0 0 0,0 1-1 0 0,0-1 1 0 0,0 0 0 0 0,0 0-1 0 0,0 0 1 0 0,-2 4 0 0 0,-14 38 111 0 0,16-44-101 0 0,-15 27 496 0 0,-1-2 1 0 0,-21 27-1 0 0,28-41-447 0 0,-3 7-60 0 0,10-17 0 0 0,-25 23 0 0 0,14-15 0 0 0,-2-2 0 0 0,-3-3 0 0 0,-4-4 0 0 0,-19-7 0 0 0,33 2 0 0 0,4-1 0 0 0,-4 1-27 0 0,1 0 0 0 0,0-1 0 0 0,0 0 0 0 0,0-1 0 0 0,0 0 0 0 0,1 0 1 0 0,0 0-1 0 0,0-1 0 0 0,1 1 0 0 0,0-1 0 0 0,-9-16 0 0 0,1-2-500 0 0,1-2 0 0 0,-9-29 0 0 0,19 49 363 0 0,-2-10-4774 0 0,6-23-12078 0 0,4 22 13410 0 0,2 8 767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2.293"/>
    </inkml:context>
    <inkml:brush xml:id="br0">
      <inkml:brushProperty name="width" value="0.025" units="cm"/>
      <inkml:brushProperty name="height" value="0.025" units="cm"/>
      <inkml:brushProperty name="color" value="#5B2D90"/>
    </inkml:brush>
  </inkml:definitions>
  <inkml:trace contextRef="#ctx0" brushRef="#br0">244 1 6541 0 0,'1'1'6376'0'0,"3"14"-4497"0"0,-6-9 2533 0 0,-45 92 4600 0 0,-8 3-5060 0 0,18-37-3777 0 0,3 2 0 0 0,-35 98 0 0 0,65-143-5753 0 0,4-13-236 0 0,5 1-8216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3.040"/>
    </inkml:context>
    <inkml:brush xml:id="br0">
      <inkml:brushProperty name="width" value="0.025" units="cm"/>
      <inkml:brushProperty name="height" value="0.025" units="cm"/>
      <inkml:brushProperty name="color" value="#5B2D90"/>
    </inkml:brush>
  </inkml:definitions>
  <inkml:trace contextRef="#ctx0" brushRef="#br0">47 73 6829 0 0,'0'0'2779'0'0,"-2"-1"347"0"0,-12 0-2244 0 0,7 2 5924 0 0,0 3-6352 0 0,-8 13 6191 0 0,14-14-3423 0 0,12 19-1415 0 0,-7-16-1604 0 0,4-1-202 0 0,1 0 0 0 0,0 0 1 0 0,0-1-1 0 0,0 0 0 0 0,0-1 0 0 0,0 0 0 0 0,1 0 1 0 0,-1-1-1 0 0,1 0 0 0 0,0-1 0 0 0,13 0 1 0 0,-10 0-3 0 0,22 1-136 0 0,0-1-1 0 0,0-3 1 0 0,0 0-1 0 0,58-13 1 0 0,-33 1-417 0 0,105-39 0 0 0,-131 39-956 0 0,0-1 0 0 0,56-35 0 0 0,-89 49 2401 0 0,-9 4-503 0 0,-13 4-13 0 0,1 0 0 0 0,0 2 0 0 0,1 0 0 0 0,0 2-1 0 0,1 0 1 0 0,-33 26 0 0 0,-100 100 2047 0 0,144-132-2422 0 0,0 1 0 0 0,1 0 0 0 0,0 0 0 0 0,0 0 0 0 0,0 1 0 0 0,1 0 0 0 0,0 0 0 0 0,-7 13 0 0 0,6-8 0 0 0,4 3 0 0 0,2-14 0 0 0,1-1 0 0 0,-1 1 0 0 0,0 0 0 0 0,0-1 0 0 0,1 1 0 0 0,-1 0 0 0 0,0-1 0 0 0,1 1 0 0 0,-1 0 0 0 0,1-1 0 0 0,-1 1 0 0 0,1-1 0 0 0,-1 1 0 0 0,1-1 0 0 0,-1 1 0 0 0,1-1 0 0 0,0 1 0 0 0,-1-1 0 0 0,1 1 0 0 0,0-1 0 0 0,-1 0 0 0 0,2 1 0 0 0,27-3 0 0 0,3-9-29 0 0,-1-1-1 0 0,0-1 1 0 0,-1-1 0 0 0,52-35 0 0 0,40-18-80 0 0,-112 61 23 0 0,-9 5 101 0 0,0 0 1 0 0,1 0 0 0 0,-1 1-1 0 0,0-1 1 0 0,0 0 0 0 0,0 1-1 0 0,0-1 1 0 0,0 1 0 0 0,1-1 0 0 0,-1 1-1 0 0,0-1 1 0 0,1 1 0 0 0,-1 0-1 0 0,0 0 1 0 0,0 0 0 0 0,1 0-1 0 0,-1 0 1 0 0,0 0 0 0 0,1 0-1 0 0,1 1 1 0 0,13 7-4 0 0,-4 6-12 0 0,-9 38 0 0 0,-2-23 0 0 0,-4-5 0 0 0,-2 3 0 0 0,-3 32 0 0 0,7-44-2574 0 0,2-1-7403 0 0,3-7-553 0 0,0-6 6974 0 0,4-5 645 0 0,32-14 284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3.583"/>
    </inkml:context>
    <inkml:brush xml:id="br0">
      <inkml:brushProperty name="width" value="0.025" units="cm"/>
      <inkml:brushProperty name="height" value="0.025" units="cm"/>
      <inkml:brushProperty name="color" value="#5B2D90"/>
    </inkml:brush>
  </inkml:definitions>
  <inkml:trace contextRef="#ctx0" brushRef="#br0">825 26 6417 0 0,'-18'-6'1671'0'0,"1"1"0"0"0,-1 0 0 0 0,-1 2 0 0 0,1 0 0 0 0,-20 0 0 0 0,-99 3 5001 0 0,65 1-4544 0 0,-110 2 1693 0 0,48 0-5191 0 0,4-4-9636 0 0,106-3 5735 0 0,7 2-3020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3.927"/>
    </inkml:context>
    <inkml:brush xml:id="br0">
      <inkml:brushProperty name="width" value="0.025" units="cm"/>
      <inkml:brushProperty name="height" value="0.025" units="cm"/>
      <inkml:brushProperty name="color" value="#5B2D90"/>
    </inkml:brush>
  </inkml:definitions>
  <inkml:trace contextRef="#ctx0" brushRef="#br0">235 1 6653 0 0,'-78'220'16174'0'0,"51"-137"-12610"0"0,-4 7-1970 0 0,4 1 0 0 0,4 2 0 0 0,-15 132 0 0 0,37-214-1631 0 0,-7 52-1569 0 0,7-58-3024 0 0,6 3 5312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4.279"/>
    </inkml:context>
    <inkml:brush xml:id="br0">
      <inkml:brushProperty name="width" value="0.025" units="cm"/>
      <inkml:brushProperty name="height" value="0.025" units="cm"/>
      <inkml:brushProperty name="color" value="#5B2D90"/>
    </inkml:brush>
  </inkml:definitions>
  <inkml:trace contextRef="#ctx0" brushRef="#br0">21 91 9573 0 0,'-1'-1'7102'0'0,"-10"-9"3900"0"0,2 8-7983 0 0,14-4-1565 0 0,25-1-837 0 0,56-3-617 0 0,136 3 0 0 0,-75 5 0 0 0,-74-1-2932 0 0,134-18-18918 0 0,-120 6 16753 0 0,-57 8 2421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4.640"/>
    </inkml:context>
    <inkml:brush xml:id="br0">
      <inkml:brushProperty name="width" value="0.025" units="cm"/>
      <inkml:brushProperty name="height" value="0.025" units="cm"/>
      <inkml:brushProperty name="color" value="#5B2D90"/>
    </inkml:brush>
  </inkml:definitions>
  <inkml:trace contextRef="#ctx0" brushRef="#br0">297 1 7085 0 0,'0'0'8257'0'0,"-6"4"-5797"0"0,-3 2-1807 0 0,0 1 0 0 0,1 0 1 0 0,0 1-1 0 0,0 0 0 0 0,1 0 1 0 0,0 1-1 0 0,1 0 0 0 0,-10 16 1 0 0,-44 95 6936 0 0,33-62-6095 0 0,-4 4-1495 0 0,-22 67 0 0 0,43-99 0 0 0,2 0 0 0 0,1 1 0 0 0,1 0 0 0 0,1 0 0 0 0,1 39 0 0 0,3 13-60 0 0,6-63-702 0 0,-4-19 434 0 0,-1 0-1 0 0,1 0 1 0 0,0 0-1 0 0,0-1 1 0 0,-1 1-1 0 0,1 0 0 0 0,0-1 1 0 0,0 1-1 0 0,0 0 1 0 0,0-1-1 0 0,0 1 1 0 0,0-1-1 0 0,0 1 1 0 0,0-1-1 0 0,0 0 1 0 0,0 1-1 0 0,0-1 0 0 0,0 0 1 0 0,1 0-1 0 0,32-5-11178 0 0,-31 3 11038 0 0,4 1-930 0 0,0-1 1 0 0,0 0-1 0 0,0-1 1 0 0,-1 0-1 0 0,0 0 1 0 0,7-4-1 0 0,7-6-1301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5.039"/>
    </inkml:context>
    <inkml:brush xml:id="br0">
      <inkml:brushProperty name="width" value="0.025" units="cm"/>
      <inkml:brushProperty name="height" value="0.025" units="cm"/>
      <inkml:brushProperty name="color" value="#5B2D90"/>
    </inkml:brush>
  </inkml:definitions>
  <inkml:trace contextRef="#ctx0" brushRef="#br0">330 59 5477 0 0,'-2'-5'2588'0'0,"1"4"-2216"0"0,0 0 0 0 0,0 0 0 0 0,0 0 0 0 0,0-1 1 0 0,0 1-1 0 0,0 0 0 0 0,0 0 0 0 0,0 0 0 0 0,0 1 0 0 0,-1-1 1 0 0,1 0-1 0 0,0 0 0 0 0,-1 1 0 0 0,1-1 0 0 0,-1 0 0 0 0,1 1 0 0 0,0 0 1 0 0,-1-1-1 0 0,1 1 0 0 0,-1 0 0 0 0,1 0 0 0 0,-1 0 0 0 0,1 0 1 0 0,-3 0-1 0 0,-2 1 439 0 0,0 0-1 0 0,1 0 1 0 0,-1 0 0 0 0,1 1 0 0 0,-1 0 0 0 0,1 0 0 0 0,-5 4-1 0 0,-13 7 1563 0 0,2 0 0 0 0,-26 22-1 0 0,29-20-2147 0 0,0 0-1 0 0,1 2 0 0 0,1 0 0 0 0,0 0 0 0 0,2 2 1 0 0,0 0-1 0 0,-16 29 0 0 0,24-34-224 0 0,2 5 0 0 0,4-1 0 0 0,8-3 0 0 0,-8-14 0 0 0,1 0 0 0 0,-1 0 0 0 0,1 0 0 0 0,-1 0 0 0 0,1 0 0 0 0,0 0 0 0 0,-1 0 0 0 0,1 0 0 0 0,0 0 0 0 0,0 0 0 0 0,0 0 0 0 0,0-1 0 0 0,0 1 0 0 0,0 0 0 0 0,0-1 0 0 0,0 1 0 0 0,0 0 0 0 0,0-1 0 0 0,0 1 0 0 0,0-1 0 0 0,0 0 0 0 0,1 1 0 0 0,-1-1 0 0 0,0 0 0 0 0,0 0 0 0 0,2 0 0 0 0,0 0 0 0 0,5 2 0 0 0,0 0 0 0 0,0 0 0 0 0,0-1 0 0 0,0-1 0 0 0,0 1 0 0 0,0-1 0 0 0,0-1 0 0 0,0 1 0 0 0,0-1 0 0 0,-1-1 0 0 0,1 1 0 0 0,0-2 0 0 0,0 1 0 0 0,11-6 0 0 0,-5 4 0 0 0,5-4 0 0 0,-1 1 0 0 0,1-2 0 0 0,-1-1 0 0 0,0 0 0 0 0,-1-1 0 0 0,-1-1 0 0 0,0 0 0 0 0,0-1 0 0 0,-1-1 0 0 0,-1-1 0 0 0,0 0 0 0 0,-1-1 0 0 0,-1 0 0 0 0,13-21 0 0 0,-23 30 0 0 0,0 1 0 0 0,0-1 0 0 0,0 0 0 0 0,-1 0 0 0 0,0 0 0 0 0,0 0 0 0 0,-1 0 0 0 0,0-8 0 0 0,-2 11-337 0 0,0 0 0 0 0,0 0 1 0 0,0 0-1 0 0,0 1 0 0 0,0-1 0 0 0,-1 1 0 0 0,1-1 1 0 0,-1 1-1 0 0,0 0 0 0 0,0 0 0 0 0,0 0 1 0 0,0 1-1 0 0,-1-1 0 0 0,1 1 0 0 0,-1 0 0 0 0,0 0 1 0 0,-7-3-1 0 0,5 2-418 0 0,0 0-1 0 0,0 0 1 0 0,-1 1 0 0 0,0 0 0 0 0,1 0-1 0 0,-1 1 1 0 0,0 0 0 0 0,0 0 0 0 0,-13 0-1 0 0,12 2-1561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5.513"/>
    </inkml:context>
    <inkml:brush xml:id="br0">
      <inkml:brushProperty name="width" value="0.025" units="cm"/>
      <inkml:brushProperty name="height" value="0.025" units="cm"/>
      <inkml:brushProperty name="color" value="#5B2D90"/>
    </inkml:brush>
  </inkml:definitions>
  <inkml:trace contextRef="#ctx0" brushRef="#br0">313 63 7953 0 0,'0'0'11701'0'0,"-9"4"-9690"0"0,-21 12-777 0 0,1 1-1 0 0,0 2 1 0 0,1 1-1 0 0,1 1 1 0 0,1 1-1 0 0,1 2 1 0 0,1 0-1 0 0,-39 52 1 0 0,59-71-1234 0 0,-11 26 0 0 0,11-13 0 0 0,6-2 0 0 0,8-2 0 0 0,-6-10 0 0 0,-2-2 0 0 0,0-1 0 0 0,0 1 0 0 0,0-1 0 0 0,0 0 0 0 0,0 0 0 0 0,0 0 0 0 0,0 0 0 0 0,0 0 0 0 0,1 0 0 0 0,-1 0 0 0 0,0-1 0 0 0,0 1 0 0 0,1-1 0 0 0,-1 0 0 0 0,1 1 0 0 0,-1-1 0 0 0,0 0 0 0 0,5-1 0 0 0,10 1 0 0 0,0 0 0 0 0,0-2 0 0 0,0 0 0 0 0,0 0 0 0 0,-1-2 0 0 0,1 0 0 0 0,-1-1 0 0 0,0-1 0 0 0,0 0 0 0 0,-1-1 0 0 0,25-14 0 0 0,-13 4 0 0 0,0-2 0 0 0,-1 0 0 0 0,-1-2 0 0 0,-1 0 0 0 0,28-32 0 0 0,-47 47 0 0 0,1-1 0 0 0,-1 0 0 0 0,0 0 0 0 0,-1-1 0 0 0,1 1 0 0 0,-2-1 0 0 0,6-15 0 0 0,-7 5 0 0 0,-3 13-268 0 0,0 0 0 0 0,-1 0 0 0 0,1 1 0 0 0,-1-1 0 0 0,0 0 0 0 0,-1 1 0 0 0,1 0 0 0 0,-1-1 0 0 0,1 1 0 0 0,-1 0 0 0 0,0 0 0 0 0,-1 1 0 0 0,1-1 0 0 0,-1 0 0 0 0,0 1 0 0 0,0 0 0 0 0,0 0 0 0 0,0 0 0 0 0,0 1 0 0 0,-1-1 0 0 0,1 1 0 0 0,-1 0 0 0 0,-6-2 0 0 0,0 0-533 0 0,0 1 0 0 0,0 0 1 0 0,0 1-1 0 0,0 0 1 0 0,0 0-1 0 0,0 1 0 0 0,0 1 1 0 0,-1 0-1 0 0,-16 2 0 0 0,24-1-3927 0 0,-3 0 2009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5.988"/>
    </inkml:context>
    <inkml:brush xml:id="br0">
      <inkml:brushProperty name="width" value="0.025" units="cm"/>
      <inkml:brushProperty name="height" value="0.025" units="cm"/>
      <inkml:brushProperty name="color" value="#5B2D90"/>
    </inkml:brush>
  </inkml:definitions>
  <inkml:trace contextRef="#ctx0" brushRef="#br0">182 126 5160 0 0,'0'0'3483'0'0,"0"4"-1822"0"0,-3 8 138 0 0,1 0 0 0 0,-2 0 0 0 0,0 0 0 0 0,-7 15 0 0 0,-51 88 6697 0 0,22-47-3863 0 0,-3 17-4294 0 0,36-71-339 0 0,1-1 0 0 0,48-63 0 0 0,101-178 0 0 0,-122 199 0 0 0,2 1 0 0 0,0 2 0 0 0,2 0 0 0 0,0 2 0 0 0,47-35 0 0 0,-63 53 0 0 0,-6 3 0 0 0,0 1 0 0 0,0-1 0 0 0,1 1 0 0 0,-1 0 0 0 0,1 0 0 0 0,-1 0 0 0 0,1 1 0 0 0,0-1 0 0 0,0 1 0 0 0,-1 0 0 0 0,1 0 0 0 0,5 0 0 0 0,14 0 0 0 0,-18 2-235 0 0,-1 1 0 0 0,0-1-1 0 0,0 1 1 0 0,0 0 0 0 0,-1-1 0 0 0,1 2-1 0 0,0-1 1 0 0,-1 0 0 0 0,1 1 0 0 0,-1 0-1 0 0,0 0 1 0 0,0 0 0 0 0,0 0 0 0 0,0 0 0 0 0,0 0-1 0 0,-1 1 1 0 0,0 0 0 0 0,1-1 0 0 0,-1 1-1 0 0,-1 0 1 0 0,3 4 0 0 0,21 77-23173 0 0,-18-72 20624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7.775"/>
    </inkml:context>
    <inkml:brush xml:id="br0">
      <inkml:brushProperty name="width" value="0.025" units="cm"/>
      <inkml:brushProperty name="height" value="0.025" units="cm"/>
      <inkml:brushProperty name="color" value="#5B2D90"/>
    </inkml:brush>
  </inkml:definitions>
  <inkml:trace contextRef="#ctx0" brushRef="#br0">0 455 5208 0 0,'0'0'4764'0'0,"6"18"2373"0"0,2-8 2118 0 0,0-12-9003 0 0,0 0 0 0 0,-1 0 0 0 0,1-1-1 0 0,-1 1 1 0 0,0-2 0 0 0,0 1-1 0 0,0-1 1 0 0,0 0 0 0 0,-1 0-1 0 0,0-1 1 0 0,0 0 0 0 0,0 0 0 0 0,9-10-1 0 0,11-14 1189 0 0,31-43-1 0 0,-20 20-1439 0 0,-2-1 0 0 0,-2-2 0 0 0,44-101 0 0 0,-74 150 0 0 0,-4 9 0 0 0,-5 11 0 0 0,-11 25 0 0 0,5-11 0 0 0,-149 360 0 0 0,150-359 0 0 0,0-1 0 0 0,-3 9 0 0 0,-15 54 0 0 0,19-30 0 0 0,13-38-2332 0 0,-2-19 1071 0 0,0 0 0 0 0,1 1 0 0 0,-1-2 0 0 0,1 1 0 0 0,0 0 0 0 0,0 0-1 0 0,1-1 1 0 0,-1 1 0 0 0,1-1 0 0 0,0 1 0 0 0,0-1 0 0 0,0 0 0 0 0,4 3 0 0 0,16 5-3202 0 0,-16-12 1349 0 0,14-4 283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8.380"/>
    </inkml:context>
    <inkml:brush xml:id="br0">
      <inkml:brushProperty name="width" value="0.025" units="cm"/>
      <inkml:brushProperty name="height" value="0.025" units="cm"/>
      <inkml:brushProperty name="color" value="#5B2D90"/>
    </inkml:brush>
  </inkml:definitions>
  <inkml:trace contextRef="#ctx0" brushRef="#br0">373 123 5549 0 0,'5'-22'7090'0'0,"-1"-13"984"0"0,-15 4-3539 0 0,10 29-4307 0 0,-1 0-1 0 0,1 1 0 0 0,-1-1 0 0 0,1 0 1 0 0,-1 0-1 0 0,0 1 0 0 0,0-1 0 0 0,0 1 1 0 0,0 0-1 0 0,0-1 0 0 0,0 1 0 0 0,0 0 1 0 0,-1 0-1 0 0,1 0 0 0 0,0 1 0 0 0,-1-1 1 0 0,1 0-1 0 0,-3 1 0 0 0,-44-3 1536 0 0,40 3-1271 0 0,-9 1-413 0 0,0 1 0 0 0,0 1-1 0 0,0 0 1 0 0,0 1 0 0 0,0 1 0 0 0,1 1 0 0 0,0 0 0 0 0,0 1-1 0 0,1 1 1 0 0,0 1 0 0 0,-25 17 0 0 0,23-14-79 0 0,10-2 0 0 0,1 2 0 0 0,0 1 0 0 0,6 2 0 0 0,15 1 0 0 0,3-10 0 0 0,-9-4 0 0 0,0-2 0 0 0,0 1 0 0 0,0-1 0 0 0,-1 0 0 0 0,1 0 0 0 0,0-1 0 0 0,0 0 0 0 0,-1 0 0 0 0,1-1 0 0 0,0 0 0 0 0,-1-1 0 0 0,12-4 0 0 0,-3 0 0 0 0,30-11-392 0 0,62-36 1 0 0,-49 20-26 0 0,-20 12 233 0 0,-4 1 130 0 0,-33 20 707 0 0,-1 11-230 0 0,0-9-406 0 0,-1 0 1 0 0,1 0-1 0 0,-1 0 0 0 0,0 0 1 0 0,1 0-1 0 0,-1 0 0 0 0,0 0 1 0 0,1 0-1 0 0,-1 0 0 0 0,0 0 1 0 0,0 0-1 0 0,0 0 0 0 0,0 0 1 0 0,0 0-1 0 0,0 0 0 0 0,0 0 1 0 0,-1 0-1 0 0,1 2 0 0 0,-77 178 23 0 0,48-119-42 0 0,2 1-1 0 0,-24 90 1 0 0,41-104-617 0 0,22-18-3370 0 0,-12-29 3156 0 0,0 0 0 0 0,0 0-1 0 0,0 0 1 0 0,1 0 0 0 0,-1 0-1 0 0,1 0 1 0 0,-1 0 0 0 0,1 0-1 0 0,0 0 1 0 0,-1 0 0 0 0,1 0-1 0 0,0 0 1 0 0,1-1 0 0 0,-1 1-1 0 0,0 0 1 0 0,0-1 0 0 0,1 1-1 0 0,-1-1 1 0 0,1 0 0 0 0,-1 1 0 0 0,1-1-1 0 0,-1 0 1 0 0,1 0 0 0 0,0 0-1 0 0,0 0 1 0 0,0 0 0 0 0,-1 0-1 0 0,1 0 1 0 0,4 0 0 0 0,14 2-1839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8.976"/>
    </inkml:context>
    <inkml:brush xml:id="br0">
      <inkml:brushProperty name="width" value="0.025" units="cm"/>
      <inkml:brushProperty name="height" value="0.025" units="cm"/>
      <inkml:brushProperty name="color" value="#5B2D90"/>
    </inkml:brush>
  </inkml:definitions>
  <inkml:trace contextRef="#ctx0" brushRef="#br0">334 154 7013 0 0,'2'-5'232'0'0,"8"-29"3585"0"0,-9 28-2377 0 0,1 0 0 0 0,-1 0 0 0 0,0-1 0 0 0,-1 1 0 0 0,0 0 0 0 0,0-12-1 0 0,-1 15-935 0 0,1 1 0 0 0,-1-1 0 0 0,0 1 0 0 0,0-1 0 0 0,1 1 0 0 0,-2-1 0 0 0,1 1 0 0 0,0 0 0 0 0,0 0 0 0 0,-1-1 0 0 0,1 1 0 0 0,-1 0 0 0 0,0 0 0 0 0,1 0 0 0 0,-3-1 0 0 0,0 0-207 0 0,0 1 0 0 0,0-1-1 0 0,0 1 1 0 0,0 0 0 0 0,0 1 0 0 0,-1-1 0 0 0,1 1 0 0 0,0-1-1 0 0,-1 1 1 0 0,0 1 0 0 0,-6-2 0 0 0,-4 2-297 0 0,-1 0 0 0 0,1 0 0 0 0,-1 2 0 0 0,1 0 0 0 0,0 0 0 0 0,0 2 0 0 0,0 0 0 0 0,0 0 0 0 0,1 2 0 0 0,-1 0 0 0 0,1 0 0 0 0,-24 16 0 0 0,19-9 0 0 0,15-9 0 0 0,-12 14 0 0 0,6-3 0 0 0,5-1 0 0 0,5 2 0 0 0,9 1 0 0 0,4-8 0 0 0,5-5 0 0 0,6-3 0 0 0,-14-1 0 0 0,0 0 0 0 0,0 0 0 0 0,0-2 0 0 0,0 1 0 0 0,0-1 0 0 0,-1-1 0 0 0,1 1 0 0 0,-1-2 0 0 0,1 1 0 0 0,16-10 0 0 0,-5 2 0 0 0,9-4 0 0 0,42-29 0 0 0,-6 1 0 0 0,-53 41 0 0 0,-12 2 0 0 0,0 1 0 0 0,1 0 0 0 0,-1 0 0 0 0,0-1 0 0 0,0 1 0 0 0,0 0 0 0 0,0 0 0 0 0,0 0 0 0 0,0 0 0 0 0,0 0 0 0 0,-1 0 0 0 0,1 1 0 0 0,0-1 0 0 0,0 2 0 0 0,0-2 0 0 0,-1 1 0 0 0,1-1 0 0 0,-1 1 0 0 0,0-1 0 0 0,0 1 0 0 0,0 0 0 0 0,0-1 0 0 0,0 1 0 0 0,0-1 0 0 0,0 1 0 0 0,-1-1 0 0 0,1 1 0 0 0,-1 2 0 0 0,-74 193 0 0 0,47-131 0 0 0,-20 73 0 0 0,37-109-762 0 0,8-24 316 0 0,1-1 0 0 0,0 1 1 0 0,0 0-1 0 0,1 1 0 0 0,0-1 0 0 0,-1 10 1 0 0,12 1-10505 0 0,-2-15-3409 0 0,19-14 11611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49.624"/>
    </inkml:context>
    <inkml:brush xml:id="br0">
      <inkml:brushProperty name="width" value="0.025" units="cm"/>
      <inkml:brushProperty name="height" value="0.025" units="cm"/>
      <inkml:brushProperty name="color" value="#5B2D90"/>
    </inkml:brush>
  </inkml:definitions>
  <inkml:trace contextRef="#ctx0" brushRef="#br0">345 169 6541 0 0,'11'-8'3459'0'0,"-7"6"-2682"0"0,0 0 0 0 0,-1 0 0 0 0,1 0 0 0 0,0 0 0 0 0,-1-1-1 0 0,0 0 1 0 0,1 0 0 0 0,-1 0 0 0 0,0 0 0 0 0,-1 0 0 0 0,1-1 0 0 0,0 1 0 0 0,-1-1 0 0 0,0 0 0 0 0,0 1 0 0 0,0-1 0 0 0,0 0 0 0 0,-1 0 0 0 0,2-6 0 0 0,-3 8 350 0 0,-7-24 1961 0 0,4 22-2944 0 0,1 0 0 0 0,-1 0-1 0 0,-1 0 1 0 0,1 1 0 0 0,-1-1 0 0 0,1 1-1 0 0,-1 0 1 0 0,0 0 0 0 0,0 0 0 0 0,0 0-1 0 0,-9-3 1 0 0,2 2 71 0 0,1 1-1 0 0,-1-1 1 0 0,0 2 0 0 0,0 0-1 0 0,-21-1 1 0 0,27 2-215 0 0,0 0 0 0 0,0 0 0 0 0,0 1 0 0 0,0 0 0 0 0,0 0 0 0 0,0 1 0 0 0,0-1 0 0 0,0 1 0 0 0,0 0 0 0 0,-6 2 0 0 0,-5 2 0 0 0,4-2 0 0 0,1 0 0 0 0,0 1 0 0 0,0 0 0 0 0,0 0 0 0 0,0 1 0 0 0,1 1 0 0 0,0-1 0 0 0,0 2 0 0 0,0 0 0 0 0,1 0 0 0 0,0 0 0 0 0,0 1 0 0 0,1 0 0 0 0,0 1 0 0 0,1 0 0 0 0,0 0 0 0 0,0 1 0 0 0,-8 15 0 0 0,11-12 0 0 0,2 4 0 0 0,3-1 0 0 0,-1-15 0 0 0,0 0 0 0 0,0 1 0 0 0,0-1 0 0 0,0 0 0 0 0,0 0 0 0 0,0 0 0 0 0,0 1 0 0 0,1-1 0 0 0,-1 0 0 0 0,1 0 0 0 0,-1 0 0 0 0,1 0 0 0 0,-1 0 0 0 0,1 1 0 0 0,-1-1 0 0 0,1 0 0 0 0,0 0 0 0 0,0 0 0 0 0,-1-1 0 0 0,1 1 0 0 0,0 0 0 0 0,0 0 0 0 0,0 0 0 0 0,0-1 0 0 0,0 1 0 0 0,0 0 0 0 0,0-1 0 0 0,2 2 0 0 0,0-2 0 0 0,4 4 0 0 0,0 0 0 0 0,1 0 0 0 0,-1-1 0 0 0,1 0 0 0 0,0-1 0 0 0,0 0 0 0 0,0 0 0 0 0,15 1 0 0 0,-9-2 0 0 0,0 0 0 0 0,0-1 0 0 0,0 0 0 0 0,0-1 0 0 0,0-1 0 0 0,0 0 0 0 0,23-8 0 0 0,-9 0 0 0 0,-1-2 0 0 0,32-18 0 0 0,12-7 0 0 0,-42 22 0 0 0,-29 15 0 0 0,0 0 0 0 0,1-1 0 0 0,-1 1 0 0 0,0 0 0 0 0,0 0 0 0 0,1 0 0 0 0,-1-1 0 0 0,1 1 0 0 0,-1 0 0 0 0,0 0 0 0 0,1 0 0 0 0,-1 0 0 0 0,0 0 0 0 0,1 0 0 0 0,-1 0 0 0 0,0 0 0 0 0,1 0 0 0 0,-1 0 0 0 0,0 0 0 0 0,1 0 0 0 0,-1 0 0 0 0,1 0 0 0 0,-1 0 0 0 0,0 1 0 0 0,1-1 0 0 0,-1 0 0 0 0,0 0 0 0 0,1 0 0 0 0,-1 0 0 0 0,0 1 0 0 0,1-1 0 0 0,-1 23 0 0 0,-5-6 0 0 0,-1 0 0 0 0,-1 0 0 0 0,0-1 0 0 0,-15 22 0 0 0,-6 16 0 0 0,25-47 0 0 0,-51 122 0 0 0,48-112 0 0 0,1 1 0 0 0,0 0 0 0 0,2 0 0 0 0,0 1 0 0 0,-1 27 0 0 0,6-17-2850 0 0,8 7-8161 0 0,9-11-506 0 0,-2-14 7769 0 0,0-4 1015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50.019"/>
    </inkml:context>
    <inkml:brush xml:id="br0">
      <inkml:brushProperty name="width" value="0.025" units="cm"/>
      <inkml:brushProperty name="height" value="0.025" units="cm"/>
      <inkml:brushProperty name="color" value="#5B2D90"/>
    </inkml:brush>
  </inkml:definitions>
  <inkml:trace contextRef="#ctx0" brushRef="#br0">281 1 5957 0 0,'0'0'5446'0'0,"0"7"-3688"0"0,31 179 8798 0 0,12 7-3843 0 0,-20-94-4543 0 0,-12-47-2101 0 0,-1 1 1 0 0,2 80 0 0 0,-11-108-75 0 0,-1 1-1 0 0,-2-1 1 0 0,-1 0 0 0 0,-1 1 0 0 0,-1-1-1 0 0,-1-1 1 0 0,-13 35 0 0 0,-25 28-2822 0 0,29-63 188 0 0,-2 0 0 0 0,0-1 0 0 0,-2-1-1 0 0,0-1 1 0 0,-1-1 0 0 0,-2-1 0 0 0,-40 30 0 0 0,41-36 977 0 0,0 0 1 0 0,-42 17 0 0 0,31-19-1038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0:32:50.894"/>
    </inkml:context>
    <inkml:brush xml:id="br0">
      <inkml:brushProperty name="width" value="0.025" units="cm"/>
      <inkml:brushProperty name="height" value="0.025" units="cm"/>
      <inkml:brushProperty name="color" value="#5B2D90"/>
    </inkml:brush>
  </inkml:definitions>
  <inkml:trace contextRef="#ctx0" brushRef="#br0">381 0 5200 0 0,'-13'12'12072'0'0,"-5"9"-5349"0"0,-2 4-3925 0 0,-56 81-13 0 0,32-38-2303 0 0,4 2 0 0 0,2 2-1 0 0,-37 101 1 0 0,62-138-356 0 0,2 2 0 0 0,1-1 1 0 0,3 2-1 0 0,0-1 0 0 0,3 1 0 0 0,1-1 0 0 0,1 1 1 0 0,2 0-1 0 0,8 51 0 0 0,14 25-2430 0 0,-14-81 475 0 0,2 0 1 0 0,2 0-1 0 0,1-1 0 0 0,1 0 1 0 0,33 53-1 0 0,-41-77 613 0 0,0 0 0 0 0,0 0 0 0 0,0-1 1 0 0,1 0-1 0 0,0 0 0 0 0,1-1 0 0 0,-1 0 0 0 0,1 0 0 0 0,0-1 0 0 0,1 0 0 0 0,13 6 0 0 0,12 0-1576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3:17.797"/>
    </inkml:context>
    <inkml:brush xml:id="br0">
      <inkml:brushProperty name="width" value="0.05" units="cm"/>
      <inkml:brushProperty name="height" value="0.05" units="cm"/>
    </inkml:brush>
  </inkml:definitions>
  <inkml:trace contextRef="#ctx0" brushRef="#br0">15 1 3336 0 0,'0'0'2127'0'0,"14"32"3184"0"0,-11-27-5024 0 0,0 0-1 0 0,0 1 1 0 0,0 0-1 0 0,-1 0 0 0 0,0 0 1 0 0,0 0-1 0 0,0 0 1 0 0,-1 0-1 0 0,0 0 1 0 0,0 1-1 0 0,-1-1 0 0 0,1 0 1 0 0,-2 8-1 0 0,-1 14 596 0 0,-10 49 0 0 0,2-13-150 0 0,-17 666 3907 0 0,60 0-2726 0 0,-4-147-619 0 0,67 581-126 0 0,-29-742-944 0 0,-1 2-124 0 0,20 824-90 0 0,-82-841 12 0 0,13 536-1667 0 0,-17-883-1535 0 0,-1-32-5390 0 0,6 54 0 0 0,-2-68 5685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3:19.045"/>
    </inkml:context>
    <inkml:brush xml:id="br0">
      <inkml:brushProperty name="width" value="0.05" units="cm"/>
      <inkml:brushProperty name="height" value="0.05" units="cm"/>
    </inkml:brush>
  </inkml:definitions>
  <inkml:trace contextRef="#ctx0" brushRef="#br0">0 1 2996 0 0,'0'0'7576'0'0,"6"2"-7200"0"0,90 36 1790 0 0,2-4-1 0 0,160 32 0 0 0,149 17-1028 0 0,15 2-649 0 0,2102 274 2713 0 0,-2282-328-3194 0 0,1653 175 219 0 0,-1145-131-290 0 0,1600 105 118 0 0,-1385-143-443 0 0,-914-33-139 0 0,-1-3 0 0 0,1-2 0 0 0,61-9 1 0 0,-112 10 449 0 0,40-9-6278 0 0,-24 5-2112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3:20.361"/>
    </inkml:context>
    <inkml:brush xml:id="br0">
      <inkml:brushProperty name="width" value="0.05" units="cm"/>
      <inkml:brushProperty name="height" value="0.05" units="cm"/>
    </inkml:brush>
  </inkml:definitions>
  <inkml:trace contextRef="#ctx0" brushRef="#br0">26 8585 3304 0 0,'0'0'1274'0'0,"-6"-27"9315"0"0,3 18-9281 0 0,-1-1-711 0 0,1 1 1 0 0,1-1-1 0 0,-1 0 1 0 0,1-1-1 0 0,1 1 1 0 0,0 0-1 0 0,0 0 1 0 0,1 0-1 0 0,1-1 0 0 0,1-11 1 0 0,5-21 158 0 0,13-47-1 0 0,-4 16 41 0 0,39-176 295 0 0,12-70-242 0 0,3-490 951 0 0,-69 782-1733 0 0,47-461 452 0 0,4-96-238 0 0,-66-154 271 0 0,9 269-392 0 0,6 303-187 0 0,9-54 1 0 0,46-264 0 0 0,6-77-377 0 0,-44-2 216 0 0,-43-269 110 0 0,10 486-119 0 0,-11-136 72 0 0,4 169 42 0 0,17 219-13 0 0,-3-17-103 0 0,-3-70 353 0 0,11 67-3795 0 0,0 105 2241 0 0,1-3-5031 0 0,11-12-9064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3:23.607"/>
    </inkml:context>
    <inkml:brush xml:id="br0">
      <inkml:brushProperty name="width" value="0.05" units="cm"/>
      <inkml:brushProperty name="height" value="0.05" units="cm"/>
    </inkml:brush>
  </inkml:definitions>
  <inkml:trace contextRef="#ctx0" brushRef="#br0">0 1 2856 0 0,'0'0'13819'0'0,"3"4"-13482"0"0,-1-1-233 0 0,1 0 0 0 0,0 0 0 0 0,0-1 0 0 0,0 1 0 0 0,0-1 1 0 0,0 0-1 0 0,0 0 0 0 0,1 0 0 0 0,-1 0 0 0 0,1-1 1 0 0,0 1-1 0 0,-1-1 0 0 0,1 0 0 0 0,0 0 0 0 0,0 0 0 0 0,-1-1 1 0 0,7 1-1 0 0,2 2-28 0 0,95 17 916 0 0,123 8 0 0 0,111-10-779 0 0,-222-13-132 0 0,296 26 45 0 0,-97-6-38 0 0,1014 39-297 0 0,-591-53-124 0 0,284 8 149 0 0,-584-3 237 0 0,974 48-744 0 0,-289 3 588 0 0,-349-26 46 0 0,470 2 88 0 0,-929-27-10 0 0,-194-8-64 0 0,-41-4 31 0 0,55 2 60 0 0,-11 0-125 0 0,-48-2 61 0 0,42 0 194 0 0,-118-4-178 0 0,0 0-13 0 0,11 0 6 0 0,17-1 31 0 0,129 7-386 0 0,-126-1 352 0 0,23 0 51 0 0,-54-5-65 0 0,21 0 84 0 0,-10 0-43 0 0,-11 0 8 0 0,0 0 6 0 0,11 0-2 0 0,40 3-918 0 0,-34 1-6144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3:25.413"/>
    </inkml:context>
    <inkml:brush xml:id="br0">
      <inkml:brushProperty name="width" value="0.05" units="cm"/>
      <inkml:brushProperty name="height" value="0.05" units="cm"/>
    </inkml:brush>
  </inkml:definitions>
  <inkml:trace contextRef="#ctx0" brushRef="#br0">155 36 1268 0 0,'0'0'1651'0'0,"-8"-27"2073"0"0,6 25-2228 0 0,2 1-1433 0 0,0 1 0 0 0,0-1 1 0 0,0 1-1 0 0,0 0 1 0 0,-1 0-1 0 0,1-1 0 0 0,0 1 1 0 0,0 0-1 0 0,-1-1 0 0 0,1 1 1 0 0,0 0-1 0 0,0 0 0 0 0,-1-1 1 0 0,1 1-1 0 0,0 0 0 0 0,-1 0 1 0 0,1 0-1 0 0,0 0 1 0 0,-1-1-1 0 0,1 1 0 0 0,0 0 1 0 0,-1 0-1 0 0,1 0 0 0 0,-1 0 1 0 0,1 0-1 0 0,0 0 0 0 0,-1 0 1 0 0,1 0-1 0 0,0 0 0 0 0,-1 0 1 0 0,1 0-1 0 0,-1 0 1 0 0,1 0-1 0 0,0 0 0 0 0,-1 1 1 0 0,-25 59 1299 0 0,3 2 0 0 0,2 0 0 0 0,-16 84 0 0 0,26-25-596 0 0,11-119-723 0 0,-7 50 431 0 0,4-41-564 0 0,-3 9-2768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3:56.260"/>
    </inkml:context>
    <inkml:brush xml:id="br0">
      <inkml:brushProperty name="width" value="0.05" units="cm"/>
      <inkml:brushProperty name="height" value="0.05" units="cm"/>
    </inkml:brush>
  </inkml:definitions>
  <inkml:trace contextRef="#ctx0" brushRef="#br0">573 300 6133 0 0,'37'-30'17226'0'0,"-34"27"-16051"0"0,0 1-1 0 0,0 0 0 0 0,0-1 0 0 0,0 1 0 0 0,-1-1 1 0 0,1 0-1 0 0,2-4 0 0 0,-34 3-1160 0 0,23 5-14 0 0,-18 4 0 0 0,-13 10 0 0 0,26-11 0 0 0,0-1 0 0 0,0 0 0 0 0,1 2 0 0 0,-1-1 0 0 0,1 1 0 0 0,0 1 0 0 0,0 0 0 0 0,1 0 0 0 0,0 1 0 0 0,0 0 0 0 0,0 1 0 0 0,1-1 0 0 0,-13 17 0 0 0,17-20 0 0 0,-5 18 0 0 0,4-3 0 0 0,4 9 0 0 0,6-21 0 0 0,-3-5 0 0 0,2 4-237 0 0,-1-1 1 0 0,1 1-1 0 0,0-1 0 0 0,0 0 1 0 0,0 0-1 0 0,1 0 0 0 0,-1 0 1 0 0,1-1-1 0 0,1 0 0 0 0,-1 0 1 0 0,0 0-1 0 0,1-1 0 0 0,0 0 1 0 0,7 3-1 0 0,12 4-1568 0 0,0-1 1 0 0,32 7-1 0 0,-19-6 880 0 0,79 17-3943 0 0,-116-26 6134 0 0,-6 0-1006 0 0,-107 17 2163 0 0,2 0-144 0 0,-197 50 5791 0 0,302-67-7760 0 0,-10 0-180 0 0,-10-4-111 0 0,10-5-19 0 0,10 4 0 0 0,1 0 0 0 0,-1 0 0 0 0,1-1 0 0 0,0 1 0 0 0,1-1 0 0 0,-1 0 0 0 0,1-1 0 0 0,0 1 0 0 0,0 0 0 0 0,0-1 0 0 0,1 0 0 0 0,0 1 0 0 0,0-1 0 0 0,0 0 0 0 0,1 0 0 0 0,-1-11 0 0 0,-2-4 0 0 0,-5-25 0 0 0,3-1 0 0 0,1-1 0 0 0,2-76 0 0 0,-2-89 0 0 0,3 191 0 0 0,1 3 0 0 0,-1 3 0 0 0,-3-7-11444 0 0,-25 46-9627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3:57.706"/>
    </inkml:context>
    <inkml:brush xml:id="br0">
      <inkml:brushProperty name="width" value="0.05" units="cm"/>
      <inkml:brushProperty name="height" value="0.05" units="cm"/>
    </inkml:brush>
  </inkml:definitions>
  <inkml:trace contextRef="#ctx0" brushRef="#br0">676 26 6961 0 0,'11'-25'14089'0'0,"-11"25"-13831"0"0,0 0 0 0 0,1 0 0 0 0,-1 0 0 0 0,0 0-1 0 0,1 0 1 0 0,-1 0 0 0 0,0 0 0 0 0,1 0 0 0 0,-1 0 0 0 0,0 0-1 0 0,0 0 1 0 0,1 0 0 0 0,-1 0 0 0 0,1 0 0 0 0,5 16 579 0 0,-1 1 0 0 0,-1-1 0 0 0,0 0 0 0 0,-1 1 0 0 0,-1 0 0 0 0,1 24 0 0 0,-1-15-177 0 0,1 0-1 0 0,8 33 0 0 0,1-12-656 0 0,-1 1 0 0 0,-2 0 0 0 0,4 86 0 0 0,-12-104-3 0 0,-2-20 0 0 0,-2 12 0 0 0,-9 37 0 0 0,8-50 0 0 0,1-1 0 0 0,0 0 0 0 0,-1-1 0 0 0,0 1 0 0 0,0-1 0 0 0,-1 0 0 0 0,0 0 0 0 0,-1-1 0 0 0,1 1 0 0 0,-11 8 0 0 0,4-3 0 0 0,-3-1 0 0 0,3-5 0 0 0,-7-6 0 0 0,-8-10 0 0 0,23 7 0 0 0,1-1 0 0 0,-1 0 0 0 0,0 0 0 0 0,1 0 0 0 0,0 0 0 0 0,0-1 0 0 0,0 0 0 0 0,1 1 0 0 0,-1-1 0 0 0,1 0 0 0 0,0 0 0 0 0,-1-6 0 0 0,-21-94 0 0 0,20 78 0 0 0,-2 1 0 0 0,0-1 0 0 0,-2 1 0 0 0,-18-39 0 0 0,20 53 0 0 0,-5-1 0 0 0,-4 5 0 0 0,-4 8 0 0 0,-2 9 0 0 0,15-4 0 0 0,1 0 0 0 0,0 0 0 0 0,1 0 0 0 0,-1 0 0 0 0,1 1 0 0 0,0 0 0 0 0,-6 12 0 0 0,7-12 0 0 0,0-2 0 0 0,1 0 0 0 0,0 0 0 0 0,0 0 0 0 0,0 1 0 0 0,0-1 0 0 0,1 1 0 0 0,-2 8 0 0 0,-4 18 0 0 0,2-17 0 0 0,2-3 0 0 0,0 0 0 0 0,0 1 0 0 0,1-1 0 0 0,1 1 0 0 0,0 0 0 0 0,0-1 0 0 0,1 1 0 0 0,2 16 0 0 0,3 29 0 0 0,-3-43 0 0 0,-1-6-136 0 0,0 0 0 0 0,0 0 0 0 0,1-1 0 0 0,0 1 0 0 0,1-1 1 0 0,-1 0-1 0 0,2 1 0 0 0,-1-1 0 0 0,1-1 0 0 0,7 12 0 0 0,-10-17 126 0 0,-1 0-158 0 0,5-2-146 0 0,-1 0 181 0 0,0 0 1 0 0,0 0 0 0 0,-1-1-1 0 0,1 0 1 0 0,0 0-1 0 0,0 0 1 0 0,-1 0 0 0 0,0-1-1 0 0,1 1 1 0 0,-1-1-1 0 0,0 0 1 0 0,0 0 0 0 0,0 0-1 0 0,0 0 1 0 0,-1 0 0 0 0,0-1-1 0 0,1 1 1 0 0,-1-1-1 0 0,0 0 1 0 0,-1 1 0 0 0,3-7-1 0 0,5-10-87 0 0,-1 0-1 0 0,-1-1 1 0 0,6-28-1 0 0,-10 31 269 0 0,2 0 0 0 0,0 0-1 0 0,13-30 1 0 0,3-3-48 0 0,-17 42-23 0 0,-1 4 45 0 0,-1 0 0 0 0,0-1 0 0 0,-1 1 0 0 0,1 0 0 0 0,-1-1 0 0 0,1-8 0 0 0,-2 11-7 0 0,-2-8-23 0 0,2 9 4 0 0,0 1 0 0 0,0 0 0 0 0,0 0 0 0 0,0 0 0 0 0,-1-1 0 0 0,1 1 0 0 0,0 0-1 0 0,-1 0 1 0 0,1 0 0 0 0,-1 0 0 0 0,0 0 0 0 0,1 0 0 0 0,-1 0 0 0 0,0 0 0 0 0,1 0 0 0 0,-3-2-1 0 0,1 1-9 0 0,-12-9 43 0 0,-32-3 35 0 0,-99-4 576 0 0,142 17-596 0 0,0 1 57 0 0,-45-3 360 0 0,13 15 47 0 0,23 0-288 0 0,0 0 0 0 0,0 1-1 0 0,2 1 1 0 0,0 0-1 0 0,0 0 1 0 0,-11 24 0 0 0,-42 103 1769 0 0,47-101-1826 0 0,-3 12-179 0 0,2 0 0 0 0,2 1-1 0 0,3 0 1 0 0,2 1 0 0 0,-4 65 0 0 0,17-52-3766 0 0,-1-54 1305 0 0,-1 1 0 0 0,0-1 0 0 0,-1 0 0 0 0,-2 15 0 0 0,-8 45-8459 0 0,5-52 7937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10.195"/>
    </inkml:context>
    <inkml:brush xml:id="br0">
      <inkml:brushProperty name="width" value="0.05" units="cm"/>
      <inkml:brushProperty name="height" value="0.05" units="cm"/>
    </inkml:brush>
  </inkml:definitions>
  <inkml:trace contextRef="#ctx0" brushRef="#br0">1163 95 3860 0 0,'0'0'8237'0'0,"2"3"-5616"0"0,8 16 9428 0 0,-6-11-12566 0 0,7 42 1698 0 0,-10-49-1141 0 0,6 6 123 0 0,-6-6-202 0 0,-1-1 0 0 0,0 1 0 0 0,1 0 0 0 0,-1-1 1 0 0,0 1-1 0 0,1-1 0 0 0,-1 1 0 0 0,1-1 0 0 0,-1 1 0 0 0,1-1 0 0 0,-1 1 0 0 0,1-1 1 0 0,-1 1-1 0 0,1-1 0 0 0,-1 1 0 0 0,1-1 0 0 0,0 0 0 0 0,-1 0 0 0 0,1 1 0 0 0,0-1 1 0 0,-1 0-1 0 0,1 0 0 0 0,0 0 0 0 0,-1 1 0 0 0,1-1 0 0 0,0 0 0 0 0,-1 0 0 0 0,1 0 1 0 0,0 0-1 0 0,-1 0 0 0 0,1-1 0 0 0,1 1 0 0 0,3-2-150 0 0,0 0-1 0 0,0 0 1 0 0,-1 0-1 0 0,1-1 1 0 0,0 0 0 0 0,-1 0-1 0 0,1 0 1 0 0,-1 0-1 0 0,6-7 1 0 0,-9 9 34 0 0,1-1 100 0 0,-1 0 1 0 0,0 0 0 0 0,1 1 0 0 0,-1-1 0 0 0,0 0 0 0 0,0 0-1 0 0,0 0 1 0 0,0-1 0 0 0,-1 1 0 0 0,1 0 0 0 0,-1 0-1 0 0,1 0 1 0 0,-1 0 0 0 0,1-1 0 0 0,-1 1 0 0 0,0 0 0 0 0,0 0-1 0 0,0-1 1 0 0,-1-1 0 0 0,1 1 22 0 0,1 2-60 0 0,-1-1 186 0 0,0 0 1 0 0,1 0-1 0 0,-1 0 1 0 0,0 1-1 0 0,0-1 1 0 0,0 0-1 0 0,0 0 1 0 0,0 0-1 0 0,0 0 0 0 0,-1 1 1 0 0,1-1-1 0 0,0 0 1 0 0,-1 0-1 0 0,0 0 1 0 0,1 1-1 0 0,-3-4 1 0 0,2-1-337 0 0,-6-26 291 0 0,6 31-67 0 0,-3-7 38 0 0,-3-14 37 0 0,6 20 21 0 0,-1 0-77 0 0,2 2 6 0 0,0 0 1 0 0,-1-1 0 0 0,1 1-1 0 0,0 0 1 0 0,0 0 0 0 0,0 0-1 0 0,0-1 1 0 0,0 1 0 0 0,0 0-1 0 0,0 0 1 0 0,-1 0 0 0 0,1 0-1 0 0,0-1 1 0 0,0 1 0 0 0,0 0 0 0 0,0 0-1 0 0,-1 0 1 0 0,1 0 0 0 0,0 0-1 0 0,0 0 1 0 0,0-1 0 0 0,-1 1-1 0 0,1 0 1 0 0,0 0 0 0 0,0 0-1 0 0,-1 0 1 0 0,1 0 0 0 0,0 0-1 0 0,0 0 1 0 0,0 0 0 0 0,-1 0-1 0 0,1 0 1 0 0,0 0 0 0 0,0 0-1 0 0,-1 0 1 0 0,1 0 0 0 0,0 0 0 0 0,0 0-1 0 0,0 1 1 0 0,-1-1 0 0 0,1 0-1 0 0,0 0 1 0 0,0 0 0 0 0,0 0-1 0 0,0 0 1 0 0,-1 0 0 0 0,1 1-1 0 0,0-1 1 0 0,-6 6 54 0 0,1 1 1 0 0,0-1-1 0 0,0 1 0 0 0,1 0 1 0 0,-1 0-1 0 0,1 1 1 0 0,1 0-1 0 0,0-1 0 0 0,0 1 1 0 0,-3 15-1 0 0,-2-2 60 0 0,-2 0 0 0 0,-15 27-1 0 0,21-40-66 0 0,-32 44 143 0 0,35-50-144 0 0,-1-1-23 0 0,-14 8 159 0 0,-1-1 1 0 0,0 0-1 0 0,0-1 0 0 0,-1-1 1 0 0,0-1-1 0 0,-28 5 0 0 0,-7 3 453 0 0,5 4-278 0 0,0 3 0 0 0,2 1 1 0 0,0 3-1 0 0,-50 35 0 0 0,54-36-29 0 0,40-22-252 0 0,9 1-139 0 0,0-1 0 0 0,-1 1 1 0 0,1-1-1 0 0,0-1 1 0 0,0 1-1 0 0,0-1 0 0 0,0 0 1 0 0,9-2-1 0 0,57 5-32 0 0,7 8-42 0 0,-61-9 24 0 0,1 0 0 0 0,-1 1 0 0 0,30 9 0 0 0,-20-2-62 0 0,1 2 0 0 0,-1 0 0 0 0,-1 2 0 0 0,41 26-1 0 0,-60-34-44 0 0,3 7-1582 0 0,-35-6 894 0 0,12-4 1149 0 0,-139 41-59 0 0,94-26 532 0 0,0-2 0 0 0,-114 16 0 0 0,158-30-652 0 0,0-2 1 0 0,0 1-1 0 0,0-2 0 0 0,0 1 1 0 0,0-2-1 0 0,0 1 0 0 0,-22-7 1 0 0,28 5-67 0 0,0 1 0 0 0,1-1 1 0 0,-1 0-1 0 0,1-1 1 0 0,-1 1-1 0 0,1-1 0 0 0,0 0 1 0 0,0-1-1 0 0,1 1 0 0 0,-1-1 1 0 0,1 0-1 0 0,0 0 1 0 0,1 0-1 0 0,-1 0 0 0 0,-4-11 1 0 0,-25-55 78 0 0,-42-138 1 0 0,37 95 265 0 0,-20-25-43 0 0,57 137-280 0 0,0 0-18 0 0,0-1 0 0 0,0 1-1 0 0,0 0 1 0 0,0 0 0 0 0,0 0 0 0 0,-1 0 0 0 0,1 1 0 0 0,-1-1 0 0 0,0 0 0 0 0,0 1 0 0 0,1-1 0 0 0,-1 1-1 0 0,0-1 1 0 0,0 1 0 0 0,0 0 0 0 0,0 0 0 0 0,-1 0 0 0 0,1 0 0 0 0,-4-1 0 0 0,5 2-7 0 0,0 0 1 0 0,0 0 0 0 0,0 1-1 0 0,0-1 1 0 0,1 1-1 0 0,-1-1 1 0 0,0 1 0 0 0,0-1-1 0 0,1 1 1 0 0,-1-1-1 0 0,0 1 1 0 0,1 0 0 0 0,-1-1-1 0 0,0 1 1 0 0,1 0-1 0 0,-1 0 1 0 0,1-1 0 0 0,-1 1-1 0 0,1 0 1 0 0,0 0 0 0 0,-1 0-1 0 0,1 0 1 0 0,0 0-1 0 0,0-1 1 0 0,-1 1 0 0 0,1 0-1 0 0,0 0 1 0 0,0 0-1 0 0,0 1 1 0 0,0 34 26 0 0,7-7 69 0 0,0 0-1 0 0,2 0 1 0 0,1-1 0 0 0,2-1 0 0 0,0 0 0 0 0,25 38 0 0 0,52 41-59 0 0,-83-99-61 0 0,-1 0 0 0 0,0 0 1 0 0,0 0-1 0 0,0 0 0 0 0,-1 1 0 0 0,0-1 0 0 0,-1 1 1 0 0,0 0-1 0 0,0 1 0 0 0,0-1 0 0 0,-1 0 1 0 0,0 1-1 0 0,0 10 0 0 0,-2-17 44 0 0,-15 47-19 0 0,6-38 23 0 0,-1-1 1 0 0,-1-1-1 0 0,0 0 0 0 0,0 0 1 0 0,-1-1-1 0 0,0 0 1 0 0,-1-1-1 0 0,1-1 0 0 0,-1 0 1 0 0,-26 8-1 0 0,3-3 101 0 0,-1-2 1 0 0,-68 8-1 0 0,83-14-526 0 0,-6 0-1299 0 0,11-8-5846 0 0,2-2-4233 0 0,11-8 2737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11.208"/>
    </inkml:context>
    <inkml:brush xml:id="br0">
      <inkml:brushProperty name="width" value="0.05" units="cm"/>
      <inkml:brushProperty name="height" value="0.05" units="cm"/>
    </inkml:brush>
  </inkml:definitions>
  <inkml:trace contextRef="#ctx0" brushRef="#br0">558 71 4820 0 0,'0'0'11694'0'0,"-6"4"-11016"0"0,-29 14 2063 0 0,-42 16-1 0 0,-24-5-188 0 0,98-28-2445 0 0,0-1-136 0 0,0 1 0 0 0,0 0 0 0 0,0-1-1 0 0,0 0 1 0 0,-1 0 0 0 0,1 0 0 0 0,0 0 0 0 0,0 0-1 0 0,0-1 1 0 0,-6 0 0 0 0,8 0-79 0 0,0 0 0 0 0,0 0 1 0 0,-1 0-1 0 0,1-1 0 0 0,0 1 0 0 0,0 0 1 0 0,0 0-1 0 0,1-1 0 0 0,-1 1 0 0 0,0 0 1 0 0,0-1-1 0 0,1 1 0 0 0,-1-1 0 0 0,1 1 1 0 0,-1-1-1 0 0,1 1 0 0 0,0-1 0 0 0,-1 1 1 0 0,1-1-1 0 0,0 0 0 0 0,0 1 0 0 0,0-1 1 0 0,0 1-1 0 0,0-1 0 0 0,1 0 0 0 0,-1 1 1 0 0,1-3-1 0 0,0 0-271 0 0,25-38-1623 0 0,-21 35 1770 0 0,0 1 0 0 0,1-1 1 0 0,0 1-1 0 0,0 0 0 0 0,1 1 0 0 0,-1-1 0 0 0,16-8 0 0 0,-21 13 198 0 0,0 0 37 0 0,-1 1 0 0 0,1-1 0 0 0,0 0 0 0 0,-1 0 0 0 0,1 1 0 0 0,0-1 0 0 0,0 0 0 0 0,0 1 0 0 0,0-1 1 0 0,-1 1-1 0 0,1-1 0 0 0,0 1 0 0 0,0 0 0 0 0,0-1 0 0 0,0 1 0 0 0,0 0 0 0 0,0-1 0 0 0,0 1 0 0 0,0 0 0 0 0,0 0 1 0 0,0 0-1 0 0,0 0 0 0 0,0 0 0 0 0,0 0 0 0 0,0 0 0 0 0,2 1 0 0 0,23 0 307 0 0,-22 0-173 0 0,21 35 586 0 0,1 53 1702 0 0,-13-35-1100 0 0,-11-48-1223 0 0,-1-1 0 0 0,0 1 0 0 0,0-1 0 0 0,-1 1 0 0 0,0-1 0 0 0,0 1 0 0 0,0-1 0 0 0,0 1 0 0 0,-1-1 0 0 0,0 1 0 0 0,0-1 0 0 0,-1 0 0 0 0,0 1 0 0 0,1-1 0 0 0,-2 0 0 0 0,1 0 0 0 0,-1 0 0 0 0,1 0 0 0 0,-1-1 0 0 0,0 1 0 0 0,-1-1 0 0 0,1 0 0 0 0,-1 0 0 0 0,0 0 0 0 0,0 0 0 0 0,-6 4 0 0 0,-12 8 389 0 0,-1-1-1 0 0,0-1 1 0 0,-1-1 0 0 0,-30 11-1 0 0,7-2 57 0 0,-104 46-1702 0 0,118-63-2171 0 0,6-2-4401 0 0,24-2 6306 0 0,-1-1-8 0 0,-30 2-9610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12.181"/>
    </inkml:context>
    <inkml:brush xml:id="br0">
      <inkml:brushProperty name="width" value="0.05" units="cm"/>
      <inkml:brushProperty name="height" value="0.05" units="cm"/>
    </inkml:brush>
  </inkml:definitions>
  <inkml:trace contextRef="#ctx0" brushRef="#br0">413 22 5232 0 0,'0'0'2177'0'0,"0"-4"-124"0"0,2-14 12510 0 0,0 25-14082 0 0,22 54 1031 0 0,23 68 1502 0 0,-33-84-2307 0 0,-9-36-584 0 0,-2 0 1 0 0,0 0-1 0 0,0 1 1 0 0,0 0-1 0 0,-1-1 1 0 0,-1 1-1 0 0,1 0 1 0 0,-2 0-1 0 0,1 0 1 0 0,-2 0-1 0 0,1 0 1 0 0,-4 18-1 0 0,0-16-44 0 0,0 0 0 0 0,0 0 0 0 0,-1 0 0 0 0,-1 0 0 0 0,1-1 0 0 0,-2 0 1 0 0,0 0-1 0 0,0-1 0 0 0,-1 0 0 0 0,0 0 0 0 0,-1-1 0 0 0,0 0 0 0 0,-1 0 0 0 0,0-1 0 0 0,0 0 0 0 0,0-1 0 0 0,-23 12 0 0 0,15-11-79 0 0,-7 6 0 0 0,-2-2 0 0 0,1-2 0 0 0,-2 0 0 0 0,1-1 0 0 0,-43 6 0 0 0,50-11 0 0 0,-3-1 0 0 0,3 0 0 0 0,-43 2-101 0 0,60-5-584 0 0,-7-4-4304 0 0,6 4 4319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13.074"/>
    </inkml:context>
    <inkml:brush xml:id="br0">
      <inkml:brushProperty name="width" value="0.05" units="cm"/>
      <inkml:brushProperty name="height" value="0.05" units="cm"/>
    </inkml:brush>
  </inkml:definitions>
  <inkml:trace contextRef="#ctx0" brushRef="#br0">97 55 6973 0 0,'0'-18'6582'0'0,"6"-18"5685"0"0,-5 53-7065 0 0,-6 67-3531 0 0,-7 125-2214 0 0,-3 36 2397 0 0,-2-124-8687 0 0,-12-2-10128 0 0,11-75 10461 0 0,10-24 3716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15.323"/>
    </inkml:context>
    <inkml:brush xml:id="br0">
      <inkml:brushProperty name="width" value="0.05" units="cm"/>
      <inkml:brushProperty name="height" value="0.05" units="cm"/>
    </inkml:brush>
  </inkml:definitions>
  <inkml:trace contextRef="#ctx0" brushRef="#br0">1267 67 4532 0 0,'16'-47'11083'0'0,"-8"30"-5629"0"0,-8 17-5344 0 0,0-1 1 0 0,0 1-1 0 0,0 0 0 0 0,0 0 1 0 0,1 0-1 0 0,-1 0 0 0 0,0-1 0 0 0,0 1 1 0 0,0 0-1 0 0,1 0 0 0 0,-1 0 1 0 0,0 0-1 0 0,0 0 0 0 0,1 0 1 0 0,-1 0-1 0 0,0 0 0 0 0,0 0 0 0 0,1 0 1 0 0,-1 0-1 0 0,0 0 0 0 0,0 0 1 0 0,1 0-1 0 0,-1 0 0 0 0,0 0 1 0 0,0 0-1 0 0,1 0 0 0 0,-1 0 0 0 0,0 0 1 0 0,0 0-1 0 0,0 0 0 0 0,1 0 1 0 0,-1 0-1 0 0,0 0 0 0 0,0 0 1 0 0,0 1-1 0 0,1-1 0 0 0,-1 0 0 0 0,0 0 1 0 0,25 44 2798 0 0,25 48-1086 0 0,-28-53-1170 0 0,-2 0 0 0 0,25 67 0 0 0,-41-97-609 0 0,-1 1 0 0 0,-1 0 0 0 0,1-1-1 0 0,-2 1 1 0 0,1 0 0 0 0,-1 0 0 0 0,-1 17-1 0 0,-1-22-38 0 0,0 1 0 0 0,-1 0-1 0 0,0 0 1 0 0,0-1-1 0 0,-1 1 1 0 0,0-1 0 0 0,0 0-1 0 0,0 1 1 0 0,0-2 0 0 0,-1 1-1 0 0,0 0 1 0 0,0-1-1 0 0,-7 7 1 0 0,-20 20 66 0 0,-59 44-1 0 0,-71 34 78 0 0,145-99-147 0 0,-2 1-1 0 0,4-1 0 0 0,2-3 0 0 0,-1 0 0 0 0,4-1-16 0 0,7-4-59 0 0,2-2-285 0 0,0 0 324 0 0,-1 0 1 0 0,1-1-1 0 0,0 1 0 0 0,0 0 1 0 0,-1 0-1 0 0,1 0 1 0 0,0 1-1 0 0,0-1 0 0 0,-1 0 1 0 0,1 0-1 0 0,0 0 0 0 0,0 0 1 0 0,0 0-1 0 0,-1 0 1 0 0,1 0-1 0 0,0 0 0 0 0,0 0 1 0 0,-1 0-1 0 0,1 1 1 0 0,0-1-1 0 0,0 0 0 0 0,0 0 1 0 0,0 0-1 0 0,-1 0 1 0 0,1 1-1 0 0,0-1 0 0 0,0 0 1 0 0,0 0-1 0 0,0 0 1 0 0,0 1-1 0 0,0-1 0 0 0,-1 0 1 0 0,1 0-1 0 0,0 0 1 0 0,0 1-1 0 0,0-1 0 0 0,0 0 1 0 0,0 0-1 0 0,0 1 0 0 0,0-1 1 0 0,0 0-1 0 0,0 0 1 0 0,0 1-1 0 0,0-1 0 0 0,0 0 1 0 0,0 0-1 0 0,0 1 1 0 0,0-1-1 0 0,0 0 0 0 0,1 0 1 0 0,-1 0-1 0 0,0 1 1 0 0,0-1-1 0 0,0 0 0 0 0,0 0 1 0 0,0 0-1 0 0,0 1 1 0 0,1-1-1 0 0,-1 0 0 0 0,123 9-784 0 0,51-1 184 0 0,-171-8 586 0 0,1 0 12 0 0,-3 0 34 0 0,4 0-37 0 0,0 0-1 0 0,0 0 1 0 0,0 1-1 0 0,0-1 1 0 0,0 1-1 0 0,0 0 1 0 0,-1 0-1 0 0,1 1 1 0 0,0-1-1 0 0,5 4 1 0 0,-8-4 61 0 0,8 11 57 0 0,-11-9-55 0 0,0 0 0 0 0,-1 0-1 0 0,1 0 1 0 0,0 0 0 0 0,-1-1 0 0 0,1 1 0 0 0,-1-1 0 0 0,0 1-1 0 0,0-1 1 0 0,0 0 0 0 0,0 1 0 0 0,-1-1 0 0 0,1 0 0 0 0,0-1-1 0 0,-1 1 1 0 0,0 0 0 0 0,1-1 0 0 0,-6 3 0 0 0,-67 33 568 0 0,51-26-273 0 0,-89 46 299 0 0,-238 109 1941 0 0,336-159-2557 0 0,1-1 0 0 0,-2 1 0 0 0,2-1 0 0 0,14-6 0 0 0,-6 4 0 0 0,8-1 0 0 0,32-3 0 0 0,65-9 0 0 0,-30 4 0 0 0,-60 4 0 0 0,52 1 0 0 0,-35 2 0 0 0,-4 1 0 0 0,-2 1 0 0 0,-2 1 0 0 0,-1 2 0 0 0,-2 2 0 0 0,-2 0 0 0 0,1 2 0 0 0,-3 1 0 0 0,-1 1 0 0 0,-2-2 0 0 0,-1 2 0 0 0,-4 3 0 0 0,-4 3 0 0 0,-7 2 0 0 0,-1-4 0 0 0,-2 0 0 0 0,-9-1 0 0 0,7-5 0 0 0,1-2 0 0 0,-2 1 0 0 0,1-2 0 0 0,-1 0 0 0 0,0 0 0 0 0,-1-1 0 0 0,0-1 0 0 0,0-1 0 0 0,0 0 0 0 0,-1-1 0 0 0,1 0 0 0 0,-1-1 0 0 0,0-1 0 0 0,0-1 0 0 0,0 0 0 0 0,0-1 0 0 0,0-1 0 0 0,-26-4 0 0 0,21 1 0 0 0,1-2 0 0 0,0 0 0 0 0,1-1 0 0 0,0-1 0 0 0,0 0 0 0 0,-20-13 0 0 0,-104-77 0 0 0,143 98 0 0 0,-54-30 2 0 0,18 13-13 0 0,25 13-31 0 0,3 2-76 0 0,0 0 0 0 0,1 0 0 0 0,-1 0 0 0 0,0 1 0 0 0,0 1 0 0 0,-12 0 0 0 0,16 0 105 0 0,0 1 1 0 0,0 0 0 0 0,0 0 0 0 0,0 0-1 0 0,1 1 1 0 0,-1 0 0 0 0,0-1 0 0 0,1 1-1 0 0,0 0 1 0 0,-1 1 0 0 0,1-1 0 0 0,0 0-1 0 0,0 1 1 0 0,0 0 0 0 0,-3 3 0 0 0,3-1 40 0 0,-1 0 1 0 0,1-1 0 0 0,0 2 0 0 0,1-1 0 0 0,-1 0 0 0 0,1 0 0 0 0,0 1 0 0 0,0-1 0 0 0,1 1 0 0 0,0 0 0 0 0,0-1 0 0 0,0 1-1 0 0,0 0 1 0 0,1 0 0 0 0,0-1 0 0 0,0 1 0 0 0,1 0 0 0 0,1 8 0 0 0,-1-7-130 0 0,1 1 0 0 0,0-1 0 0 0,0 1 0 0 0,0-1 0 0 0,1 0 0 0 0,0 0 0 0 0,1-1 0 0 0,-1 1 0 0 0,1 0 0 0 0,0-1 0 0 0,1 0 0 0 0,0 0 0 0 0,9 9 0 0 0,-12-13-250 0 0,0-1 221 0 0,-1 0 1 0 0,0 0-1 0 0,1 0 0 0 0,-1 0 0 0 0,1 0 0 0 0,-1 0 0 0 0,1-1 1 0 0,0 1-1 0 0,-1 0 0 0 0,1-1 0 0 0,0 1 0 0 0,-1-1 1 0 0,1 0-1 0 0,0 0 0 0 0,0 1 0 0 0,-1-1 0 0 0,1 0 1 0 0,0 0-1 0 0,2-1 0 0 0,0-1-52 0 0,0 0 0 0 0,0-1 0 0 0,0 1 0 0 0,-1-1 0 0 0,1 0 0 0 0,0 0 1 0 0,-1 0-1 0 0,0 0 0 0 0,0-1 0 0 0,0 1 0 0 0,0-1 0 0 0,-1 0 0 0 0,1 0 0 0 0,-1 0 0 0 0,0 0 0 0 0,0 0 1 0 0,2-8-1 0 0,-1 6 79 0 0,0-1 0 0 0,-1-1 0 0 0,0 1 0 0 0,0 0 0 0 0,-1 0 0 0 0,0-1 0 0 0,0 1 0 0 0,-1 0 0 0 0,0-1 0 0 0,0 1 0 0 0,-2-10 0 0 0,1 13 82 0 0,0-1 0 0 0,0 0 0 0 0,0 1 0 0 0,-1-1 0 0 0,0 1 0 0 0,0 0 0 0 0,0-1 0 0 0,-1 1 0 0 0,1 0 0 0 0,-1 0 0 0 0,0 0 0 0 0,0 1 0 0 0,0-1 0 0 0,-1 1 0 0 0,1 0 0 0 0,-1 0 0 0 0,0 0 0 0 0,0 0 0 0 0,0 1 0 0 0,-4-3 0 0 0,-10-2 176 0 0,-1 1 1 0 0,0 0-1 0 0,0 2 1 0 0,0 0-1 0 0,-22-1 1 0 0,38 5-20 0 0,-41-2 403 0 0,40 2-452 0 0,-17 1-34 0 0,-10 7 257 0 0,3 7 164 0 0,23-11-380 0 0,1-1-1 0 0,-1 1 0 0 0,1 0 0 0 0,0 0 0 0 0,1 1 1 0 0,-1-1-1 0 0,-3 8 0 0 0,-8 15 357 0 0,2 0 0 0 0,1 2 1 0 0,1-1-1 0 0,2 1 0 0 0,0 1 0 0 0,3 0 1 0 0,0 0-1 0 0,-2 32 0 0 0,1 93-1389 0 0,9-3-4730 0 0,-1-128 4171 0 0,-3 42-3639 0 0,-12 29-8166 0 0,12-75 10496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15.820"/>
    </inkml:context>
    <inkml:brush xml:id="br0">
      <inkml:brushProperty name="width" value="0.05" units="cm"/>
      <inkml:brushProperty name="height" value="0.05" units="cm"/>
    </inkml:brush>
  </inkml:definitions>
  <inkml:trace contextRef="#ctx0" brushRef="#br0">16 59 5905 0 0,'0'0'5180'0'0,"-3"4"-3744"0"0,-9 23 18786 0 0,15-29-20241 0 0,-1-1 0 0 0,1 1 0 0 0,-1-1-1 0 0,1 0 1 0 0,-1 1 0 0 0,0-1 0 0 0,0 0 0 0 0,0 0 0 0 0,-1 0-1 0 0,1-1 1 0 0,-1 1 0 0 0,3-7 0 0 0,-2 9-1982 0 0,-3 1 1687 0 0,1 0 0 0 0,-1-1 0 0 0,1 1 1 0 0,-1 0-1 0 0,1-1 0 0 0,-1 1 0 0 0,1-1 0 0 0,-1 1 1 0 0,1-1-1 0 0,0 1 0 0 0,-1-1 0 0 0,1 1 0 0 0,-1-1 0 0 0,1 1 1 0 0,0-1-1 0 0,0 0 0 0 0,-1 1 0 0 0,1-1 0 0 0,0 0 1 0 0,0 1-1 0 0,0-1 0 0 0,0 1 0 0 0,0-1 0 0 0,0 0 1 0 0,0 1-1 0 0,0-1 0 0 0,0 0 0 0 0,-20-28-19816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18.924"/>
    </inkml:context>
    <inkml:brush xml:id="br0">
      <inkml:brushProperty name="width" value="0.05" units="cm"/>
      <inkml:brushProperty name="height" value="0.05" units="cm"/>
    </inkml:brush>
  </inkml:definitions>
  <inkml:trace contextRef="#ctx0" brushRef="#br0">758 100 4976 0 0,'0'0'12852'0'0,"4"3"-11955"0"0,9 5 756 0 0,0 0 1 0 0,0 0-1 0 0,21 7 0 0 0,-32-14-1448 0 0,8 1-438 0 0,0-1 1 0 0,-1 0-1 0 0,1-1 1 0 0,13 0-1 0 0,-20-1 108 0 0,0 1-1 0 0,1-1 1 0 0,-1 1 0 0 0,0-1-1 0 0,0 0 1 0 0,0 0-1 0 0,0-1 1 0 0,0 1-1 0 0,0-1 1 0 0,0 1 0 0 0,0-1-1 0 0,-1 0 1 0 0,1 0-1 0 0,-1 0 1 0 0,1-1-1 0 0,-1 1 1 0 0,0 0 0 0 0,0-1-1 0 0,0 0 1 0 0,0 1-1 0 0,0-1 1 0 0,-1 0-1 0 0,1 0 1 0 0,-1 0 0 0 0,0 0-1 0 0,0 0 1 0 0,0 0-1 0 0,0 0 1 0 0,0-1 0 0 0,-1 1-1 0 0,1 0 1 0 0,-1 0-1 0 0,0-6 1 0 0,0 7 34 0 0,-9-41 40 0 0,8 41 122 0 0,-1 0-1 0 0,0 0 1 0 0,0 1-1 0 0,1-1 1 0 0,-1 0-1 0 0,0 1 1 0 0,0 0-1 0 0,-1-1 1 0 0,1 1-1 0 0,0 0 1 0 0,0 0-1 0 0,-1 0 1 0 0,1 0-1 0 0,-4 0 1 0 0,3 1 100 0 0,-33 12 657 0 0,-6 13 440 0 0,2 2 0 0 0,1 3-1 0 0,1 0 1 0 0,-48 52-1 0 0,51-48-571 0 0,-5 5 262 0 0,39-38-910 0 0,1-1-13 0 0,-6 5 15 0 0,4-3-39 0 0,0-1 1 0 0,-1 1 21 0 0,-28 5 271 0 0,27-7-207 0 0,0-2-60 0 0,-14-11-171 0 0,1-1 1 0 0,0 0-1 0 0,1-1 0 0 0,0-1 1 0 0,-22-31-1 0 0,-32-30-440 0 0,65 71 501 0 0,-11-12-112 0 0,16 17 177 0 0,0 1 0 0 0,0 0 0 0 0,0 0 0 0 0,-1-1 0 0 0,1 1 1 0 0,0 0-1 0 0,0-1 0 0 0,0 1 0 0 0,0 0 0 0 0,0 0 0 0 0,0 0 0 0 0,-1-1 0 0 0,1 1 0 0 0,0 0 0 0 0,0 0 0 0 0,0-1 0 0 0,0 1 0 0 0,-1 0 0 0 0,1 0 0 0 0,0 0 0 0 0,0 0 1 0 0,-1-1-1 0 0,1 1 0 0 0,0 0 0 0 0,0 0 0 0 0,-1 0 0 0 0,1 0 0 0 0,0 0 0 0 0,0 0 0 0 0,-1 0 0 0 0,1 0 0 0 0,0 0 0 0 0,0 0 0 0 0,-1 0 0 0 0,1 0 0 0 0,0 0 0 0 0,-1 0 1 0 0,1 0-1 0 0,0 0 0 0 0,0 0 0 0 0,-1 0 0 0 0,1 0 0 0 0,0 0 0 0 0,0 0 0 0 0,-1 0 0 0 0,1 1 0 0 0,0-1 0 0 0,-1 0 0 0 0,1 8 51 0 0,1 1 0 0 0,0-1 0 0 0,0 0 0 0 0,0 0 0 0 0,1 0 0 0 0,0 0-1 0 0,1-1 1 0 0,-1 1 0 0 0,5 8 0 0 0,18 30 274 0 0,-18-36-264 0 0,-2 0-1 0 0,1 1 1 0 0,-1-1 0 0 0,-1 1 0 0 0,0 0 0 0 0,0 0-1 0 0,-1 0 1 0 0,-1 1 0 0 0,3 20 0 0 0,-1 20 3 0 0,-2-29-28 0 0,-1-17-22 0 0,-1-1 0 0 0,1 1 1 0 0,-1 0-1 0 0,-1 0 1 0 0,1-1-1 0 0,-1 1 0 0 0,0 0 1 0 0,-3 10-1 0 0,1-4 59 0 0,0 0 0 0 0,-1 0 0 0 0,0 0 0 0 0,-10 19 0 0 0,11-26 13 0 0,0 0 0 0 0,0-1 0 0 0,-1 0 0 0 0,1 1 0 0 0,-1-1 0 0 0,0 0-1 0 0,0-1 1 0 0,-1 1 0 0 0,1-1 0 0 0,-1 0 0 0 0,1 0 0 0 0,-1 0 0 0 0,-10 4 0 0 0,4-3 121 0 0,-1-1-1 0 0,0 0 1 0 0,1-1-1 0 0,-19 2 1 0 0,23-4-181 0 0,0 1-1 0 0,0-1 1 0 0,0-1-1 0 0,1 1 1 0 0,-1-1-1 0 0,0 0 1 0 0,0-1-1 0 0,1 0 1 0 0,-1 0 0 0 0,0 0-1 0 0,1-1 1 0 0,0 0-1 0 0,0 0 1 0 0,0 0-1 0 0,0-1 1 0 0,0 0-1 0 0,-7-7 1 0 0,5 3-16 0 0,0-1 0 0 0,1 1 0 0 0,0-1 1 0 0,0-1-1 0 0,1 1 0 0 0,1-1 0 0 0,0 0 0 0 0,0 0 0 0 0,0-1 0 0 0,2 1 1 0 0,-5-19-1 0 0,4 14-17 0 0,1 0 1 0 0,1 0 0 0 0,1 0 0 0 0,0 0-1 0 0,1 0 1 0 0,0 0 0 0 0,1-1 0 0 0,4-17-1 0 0,-4 30-116 0 0,-1 1 0 0 0,1-1 0 0 0,-1 0 0 0 0,0 0-1 0 0,0 0 1 0 0,0 0 0 0 0,0 1 0 0 0,-1-1 0 0 0,1 0 0 0 0,-1 0-1 0 0,1 0 1 0 0,-1 1 0 0 0,0-1 0 0 0,-2-4 0 0 0,3 5-329 0 0,-1 0 0 0 0,1 0-1 0 0,0 0 1 0 0,0 0 0 0 0,0 0 0 0 0,0 0 0 0 0,1 0 0 0 0,-1-1 0 0 0,1 1 0 0 0,-1 0 0 0 0,1 0 0 0 0,-1 0-1 0 0,1 0 1 0 0,0 0 0 0 0,0 1 0 0 0,0-1 0 0 0,0 0 0 0 0,1 0 0 0 0,1-2 0 0 0,0-1-1241 0 0,38-78-13320 0 0,-34 64 12100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19.271"/>
    </inkml:context>
    <inkml:brush xml:id="br0">
      <inkml:brushProperty name="width" value="0.05" units="cm"/>
      <inkml:brushProperty name="height" value="0.05" units="cm"/>
    </inkml:brush>
  </inkml:definitions>
  <inkml:trace contextRef="#ctx0" brushRef="#br0">56 56 8977 0 0,'0'-23'9039'0'0,"0"6"2163"0"0,-2 1-19801 0 0,-6 21 2537 0 0,-17 32-1860 0 0,17-24 4773 0 0,-5 6 427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20.860"/>
    </inkml:context>
    <inkml:brush xml:id="br0">
      <inkml:brushProperty name="width" value="0.05" units="cm"/>
      <inkml:brushProperty name="height" value="0.05" units="cm"/>
    </inkml:brush>
  </inkml:definitions>
  <inkml:trace contextRef="#ctx0" brushRef="#br0">1047 93 4400 0 0,'0'0'7905'0'0,"0"5"-6751"0"0,-1 10-95 0 0,-1 0 0 0 0,-1 0 0 0 0,0 0 0 0 0,-1-1 1 0 0,0 1-1 0 0,-1-1 0 0 0,-8 15 0 0 0,-56 103 4594 0 0,55-107-4679 0 0,-4 9 34 0 0,-10 15 864 0 0,7-14-589 0 0,12-23-1238 0 0,3-3-45 0 0,-1 3 0 0 0,-6-1 0 0 0,13-10 0 0 0,-1 0 0 0 0,0-1 0 0 0,0 1 0 0 0,0-1 0 0 0,0 0 0 0 0,0 1 0 0 0,0-1 0 0 0,1 0 0 0 0,-1 1 0 0 0,0-1 0 0 0,0 0 0 0 0,0 0 0 0 0,0 0 0 0 0,0 0 0 0 0,0 0 0 0 0,0 0 0 0 0,0 0 0 0 0,-2 0 0 0 0,-2-2 0 0 0,-1 0 0 0 0,0 0 0 0 0,1 0 0 0 0,0-1 0 0 0,-1 0 0 0 0,1 0 0 0 0,0 0 0 0 0,0 0 0 0 0,1-1 0 0 0,-1 0 0 0 0,1 0 0 0 0,0 0 0 0 0,-7-9 0 0 0,-8-12 0 0 0,-23-40 0 0 0,17 26 0 0 0,-167-240-235 0 0,192 278 235 0 0,-13-22-95 0 0,14 22 91 0 0,-1 0 0 0 0,1 0 0 0 0,-1 1 0 0 0,1-1 0 0 0,-1 1 0 0 0,1-1 0 0 0,-1 0-1 0 0,1 1 1 0 0,0-1 0 0 0,-1 1 0 0 0,1-1 0 0 0,0 1 0 0 0,-1-1 0 0 0,1 1 0 0 0,0 0 0 0 0,0-1 0 0 0,0 1-1 0 0,-1 0 1 0 0,1 0 0 0 0,0-1 0 0 0,0 1 0 0 0,1 0 0 0 0,2-1-15 0 0,0 1-68 0 0,11 0-89 0 0,-11 0-35 0 0,1 0-16 0 0,40-2-2735 0 0,0-2 1 0 0,84-18-1 0 0,-127 22 2748 0 0,14-2-798 0 0,-16 3 1011 0 0,1 0 0 0 0,0-1 0 0 0,0 1 0 0 0,-1 0 0 0 0,1-1 0 0 0,-1 1 0 0 0,1 0 0 0 0,0 0 0 0 0,-1-1 0 0 0,1 1 0 0 0,-1 0 0 0 0,0 0 0 0 0,1 0 0 0 0,-1 0 1 0 0,0 0-1 0 0,1 0 0 0 0,-1 0 0 0 0,0 0 0 0 0,0 0 0 0 0,0 0 0 0 0,0 0 0 0 0,0 0 0 0 0,0 1 0 0 0,-9 34 269 0 0,-27 38 573 0 0,27-58-628 0 0,-107 181 2263 0 0,58-103-831 0 0,42-68-1064 0 0,-1-2-1 0 0,-25 29 1 0 0,40-51-454 0 0,-2 3 206 0 0,4-5-308 0 0,0 1 0 0 0,0 0 0 0 0,0-1 0 0 0,0 1 0 0 0,-1-1-1 0 0,1 1 1 0 0,0-1 0 0 0,0 1 0 0 0,-1-1 0 0 0,1 0-1 0 0,0 1 1 0 0,-1-1 0 0 0,1 1 0 0 0,-1-1 0 0 0,1 0-1 0 0,0 1 1 0 0,-1-1 0 0 0,1 0 0 0 0,-1 1 0 0 0,1-1 0 0 0,-1 0-1 0 0,1 0 1 0 0,-1 1 0 0 0,1-1 0 0 0,-1 0 0 0 0,0 0-1 0 0,1 0 1 0 0,-1 0 0 0 0,1 0 0 0 0,-1 0 0 0 0,1 0-1 0 0,-1 0 1 0 0,1 0 0 0 0,-1 0 0 0 0,0 0 0 0 0,1 0-1 0 0,-1 0 1 0 0,1 0 0 0 0,-1 0 0 0 0,1-1 0 0 0,-1 1 0 0 0,1 0-1 0 0,-2-1 1 0 0,-5-7 9 0 0,0 0 0 0 0,1 0 0 0 0,0-1 0 0 0,0 0 0 0 0,0 0 0 0 0,1-1 0 0 0,1 1 0 0 0,-5-16 0 0 0,-26-95-443 0 0,11 31 185 0 0,-1 9 193 0 0,-39-108 113 0 0,63 186-101 0 0,-2-5 15 0 0,3 3 0 0 0,1 7-52 0 0,7 12 51 0 0,0 0 0 0 0,0-1 1 0 0,2 0-1 0 0,0 0 0 0 0,12 13 1 0 0,-15-19 5 0 0,-2 0-1 0 0,0 0 1 0 0,0 0 0 0 0,0 1 0 0 0,-1 0 0 0 0,4 11 0 0 0,-2-8 15 0 0,19 53 32 0 0,-20-49 20 0 0,0 0 0 0 0,-1 0-1 0 0,0 1 1 0 0,-1-1 0 0 0,-1 1 0 0 0,-1-1 0 0 0,-1 1 0 0 0,0 0 0 0 0,-1 0 0 0 0,0-1 0 0 0,-2 1-1 0 0,0-1 1 0 0,0 1 0 0 0,-2-1 0 0 0,0 0 0 0 0,-1 0 0 0 0,-11 21 0 0 0,12-29 136 0 0,0 0 0 0 0,-1 1-1 0 0,0-2 1 0 0,0 1 0 0 0,0-1 0 0 0,-1 0 0 0 0,-14 11 0 0 0,9-10-199 0 0,9-6-165 0 0,-1 0 0 0 0,0 0 0 0 0,0-1 0 0 0,0 1 0 0 0,0-1 0 0 0,0 0 0 0 0,-1 0 0 0 0,1 0 0 0 0,0 0 0 0 0,-1-1 0 0 0,1 0 0 0 0,0 0 0 0 0,-1 0 0 0 0,1 0 0 0 0,-7-2 0 0 0,-1 0-561 0 0,6 1-640 0 0,-1-1 1 0 0,0 1-1 0 0,1-1 0 0 0,-1 0 1 0 0,1-1-1 0 0,0 0 1 0 0,0 0-1 0 0,0 0 0 0 0,0-1 1 0 0,-10-7-1 0 0,4 1-1541 0 0,1-1 0 0 0,0 0 0 0 0,-15-19 0 0 0,9 7 195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21.847"/>
    </inkml:context>
    <inkml:brush xml:id="br0">
      <inkml:brushProperty name="width" value="0.05" units="cm"/>
      <inkml:brushProperty name="height" value="0.05" units="cm"/>
    </inkml:brush>
  </inkml:definitions>
  <inkml:trace contextRef="#ctx0" brushRef="#br0">736 1 4104 0 0,'0'0'4742'0'0,"1"5"-3383"0"0,3 31 1995 0 0,-1-6 80 0 0,-1 0 0 0 0,-2 51 0 0 0,0-74-2996 0 0,-1 1 0 0 0,0 0 0 0 0,-1-1 0 0 0,0 1 0 0 0,0-1 0 0 0,0 0 1 0 0,-1 0-1 0 0,0 0 0 0 0,0 0 0 0 0,-1 0 0 0 0,0 0 0 0 0,0-1 0 0 0,-1 0 0 0 0,1 0 0 0 0,-12 11 0 0 0,12-14-343 0 0,0 0 0 0 0,0 0 0 0 0,0-1 0 0 0,0 1 0 0 0,0-1 0 0 0,-1 0 1 0 0,-5 2-1 0 0,3-2-8 0 0,1-1 0 0 0,0 0 1 0 0,0-1-1 0 0,-1 1 1 0 0,1-1-1 0 0,0 0 1 0 0,0-1-1 0 0,-1 0 0 0 0,1 0 1 0 0,0 0-1 0 0,0-1 1 0 0,-9-3-1 0 0,14 5-87 0 0,-9-3 0 0 0,-1-1 0 0 0,0-1 0 0 0,1 0 0 0 0,-1 0 0 0 0,1-1 0 0 0,1 0 0 0 0,-1 0 0 0 0,1-1 0 0 0,-12-12 0 0 0,10 10 0 0 0,0 0 0 0 0,1 1 0 0 0,-5-2-101 0 0,14 14-154 0 0,25 29-420 0 0,2 3 272 0 0,-14-13 386 0 0,0 2 1 0 0,-2 0-1 0 0,-1 0 1 0 0,0 1-1 0 0,5 30 1 0 0,-12-39 35 0 0,0-1 0 0 0,-1 1 1 0 0,-1 0-1 0 0,0-1 0 0 0,-2 1 1 0 0,0-1-1 0 0,0 1 0 0 0,-1-1 1 0 0,-10 27-1 0 0,9-31 78 0 0,0 0 0 0 0,-1 0-1 0 0,-1-1 1 0 0,0 0 0 0 0,0 0 0 0 0,-10 13 0 0 0,11-19-58 0 0,1 0 0 0 0,-1-1 0 0 0,0 1 0 0 0,0-1 0 0 0,0 0 0 0 0,0-1 0 0 0,-1 1 0 0 0,0-1-1 0 0,1 0 1 0 0,-1 0 0 0 0,0-1 0 0 0,-1 0 0 0 0,1 0 0 0 0,0 0 0 0 0,-1-1 0 0 0,-6 1 0 0 0,3-1-39 0 0,-1-1 0 0 0,1 0 0 0 0,-1 0 0 0 0,1-1 0 0 0,0-1 0 0 0,0 0 0 0 0,0 0 0 0 0,0-1 0 0 0,0 0 0 0 0,0-1 0 0 0,1 0 0 0 0,-1-1 0 0 0,1 0 0 0 0,0 0 0 0 0,0-1 0 0 0,-12-10 0 0 0,9 7 0 0 0,-2-2-285 0 0,1 0 0 0 0,1 0 0 0 0,0-2 0 0 0,0 1 0 0 0,1-1 0 0 0,1-1 0 0 0,0 0 0 0 0,1-1 0 0 0,1 0 0 0 0,0 0 0 0 0,1 0 0 0 0,0-1 0 0 0,2 0 0 0 0,0-1 0 0 0,0 1 0 0 0,2-1 0 0 0,0 0 0 0 0,1 0 0 0 0,0 0 0 0 0,2 0 1 0 0,0 0-1 0 0,1 0 0 0 0,0 0 0 0 0,2 0 0 0 0,4-19 0 0 0,20-72-19560 0 0,-24 90 16868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22.387"/>
    </inkml:context>
    <inkml:brush xml:id="br0">
      <inkml:brushProperty name="width" value="0.05" units="cm"/>
      <inkml:brushProperty name="height" value="0.05" units="cm"/>
    </inkml:brush>
  </inkml:definitions>
  <inkml:trace contextRef="#ctx0" brushRef="#br0">17 37 6205 0 0,'0'0'11520'0'0,"1"7"-10668"0"0,4 20 1 0 0,-4-20-2 0 0,8 43 9131 0 0,-9-50-9966 0 0,0 0-1 0 0,0 0 0 0 0,0 0 0 0 0,0 0 0 0 0,0 0 1 0 0,0 0-1 0 0,0 0 0 0 0,0 0 0 0 0,0 0 1 0 0,0 0-1 0 0,0 0 0 0 0,0 0 0 0 0,0 0 0 0 0,0 0 1 0 0,0 0-1 0 0,0 0 0 0 0,0 0 0 0 0,0 0 0 0 0,0 0 1 0 0,0 0-1 0 0,0 0 0 0 0,0 0 0 0 0,0 0 0 0 0,-1 0 1 0 0,1 0-1 0 0,0 0 0 0 0,0 0 0 0 0,0 0 1 0 0,0 0-1 0 0,0 0 0 0 0,0 0 0 0 0,0 0 0 0 0,0 0 1 0 0,0 0-1 0 0,4 7 830 0 0,0-13-63 0 0,-5-28-438 0 0,-5 5-344 0 0,0 10 0 0 0,-1 3 0 0 0,0 2 0 0 0,-6-3-3264 0 0,19 37-4785 0 0,1 22-7556 0 0,-7-27 14733 0 0,1 3-2037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23.093"/>
    </inkml:context>
    <inkml:brush xml:id="br0">
      <inkml:brushProperty name="width" value="0.05" units="cm"/>
      <inkml:brushProperty name="height" value="0.05" units="cm"/>
    </inkml:brush>
  </inkml:definitions>
  <inkml:trace contextRef="#ctx0" brushRef="#br0">133 32 4760 0 0,'0'0'3471'0'0,"-4"3"-1819"0"0,-13 10 644 0 0,-27 34 9344 0 0,44-46-10782 0 0,-7 12 6425 0 0,10-17-7284 0 0,1 1-1 0 0,-1-1 0 0 0,1 0 1 0 0,-1 0-1 0 0,0 0 0 0 0,0 0 1 0 0,-1 0-1 0 0,1-1 0 0 0,3-9 1 0 0,-6 12-21 0 0,0 1-33 0 0,0-1 31 0 0,1-1 0 0 0,-1 1 1 0 0,0 0-1 0 0,0 0 1 0 0,0 0-1 0 0,0-1 1 0 0,-1 1-1 0 0,1 0 1 0 0,0 0-1 0 0,-1 0 1 0 0,0 0-1 0 0,1 0 0 0 0,-3-3 1 0 0,3 3-68 0 0,-1 1 1 0 0,0 0-1 0 0,1-1 0 0 0,-1 1 1 0 0,0 0-1 0 0,0 0 1 0 0,0-1-1 0 0,0 1 0 0 0,0 0 1 0 0,-1 0-1 0 0,1 0 0 0 0,0 0 1 0 0,0 0-1 0 0,-1 1 0 0 0,1-1 1 0 0,0 0-1 0 0,-1 1 1 0 0,1-1-1 0 0,-1 0 0 0 0,1 1 1 0 0,-1 0-1 0 0,1-1 0 0 0,-1 1 1 0 0,1 0-1 0 0,-1 0 1 0 0,1 0-1 0 0,-1 0 0 0 0,1 0 1 0 0,-1 0-1 0 0,-2 1 0 0 0,0-1-1397 0 0,-1 1-1 0 0,1 0 0 0 0,0 0 0 0 0,-1 1 0 0 0,1-1 0 0 0,0 1 0 0 0,0 0 0 0 0,-7 4 0 0 0,8 3-4389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23.533"/>
    </inkml:context>
    <inkml:brush xml:id="br0">
      <inkml:brushProperty name="width" value="0.05" units="cm"/>
      <inkml:brushProperty name="height" value="0.05" units="cm"/>
    </inkml:brush>
  </inkml:definitions>
  <inkml:trace contextRef="#ctx0" brushRef="#br0">20 18 5300 0 0,'0'0'7333'0'0,"-1"4"-6170"0"0,-13 42 5476 0 0,14-44-5872 0 0,0-2-718 0 0,-1 0 1 0 0,1 0 0 0 0,0 0-1 0 0,0 0 1 0 0,0 0-1 0 0,-1 0 1 0 0,1 0-1 0 0,0 1 1 0 0,0-1-1 0 0,0 0 1 0 0,-1 0 0 0 0,1 0-1 0 0,0 0 1 0 0,0 1-1 0 0,0-1 1 0 0,0 0-1 0 0,-1 0 1 0 0,1 1-1 0 0,0-1 1 0 0,0 0 0 0 0,0 0-1 0 0,0 0 1 0 0,0 1-1 0 0,0-1 1 0 0,0 0-1 0 0,0 0 1 0 0,0 1-1 0 0,0-1 1 0 0,0 0 0 0 0,0 0-1 0 0,0 1 1 0 0,0-1-1 0 0,0 0 1 0 0,0 0-1 0 0,0 1 1 0 0,0-1-1 0 0,0 0 1 0 0,0 0 0 0 0,0 1-1 0 0,0-1 1 0 0,1 0-1 0 0,-1 0 1 0 0,0 0-1 0 0,0 1 1 0 0,0-1-1 0 0,0 0 1 0 0,0 0-1 0 0,1 0 1 0 0,-1 1 0 0 0,9 14 2703 0 0,-7-13-2664 0 0,-1-1 1017 0 0,33-14 649 0 0,-32 10-1658 0 0,-1 0 0 0 0,1 0 0 0 0,-1 0 0 0 0,1-1 0 0 0,-1 1 0 0 0,0 0 0 0 0,-1-1 0 0 0,1 1 0 0 0,0-1 0 0 0,-1-3 0 0 0,0 6-170 0 0,0-1 0 0 0,0 1 0 0 0,0 0-1 0 0,0 0 1 0 0,0-1 0 0 0,0 1 0 0 0,-1 0 0 0 0,1 0 0 0 0,0 0 0 0 0,-1-1 0 0 0,1 1 0 0 0,-1 0 0 0 0,1 0 0 0 0,-1 0-1 0 0,1 0 1 0 0,-1 0 0 0 0,0 0 0 0 0,0 0 0 0 0,1 0 0 0 0,-1 0 0 0 0,0 0 0 0 0,0 0 0 0 0,0 1 0 0 0,0-1-1 0 0,0 0 1 0 0,0 0 0 0 0,0 1 0 0 0,-1-1 0 0 0,1 1 0 0 0,-2-1 0 0 0,1 0-1035 0 0,-12-6-1926 0 0,3 2-2036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24.116"/>
    </inkml:context>
    <inkml:brush xml:id="br0">
      <inkml:brushProperty name="width" value="0.05" units="cm"/>
      <inkml:brushProperty name="height" value="0.05" units="cm"/>
    </inkml:brush>
  </inkml:definitions>
  <inkml:trace contextRef="#ctx0" brushRef="#br0">33 0 6481 0 0,'1'1'455'0'0,"-1"0"0"0"0,1 0 0 0 0,-1 0 0 0 0,1 0 0 0 0,-1 0 0 0 0,1 0 0 0 0,-1 0 1 0 0,0 0-1 0 0,0 1 0 0 0,1-1 0 0 0,-1 0 0 0 0,0 0 0 0 0,0 0 0 0 0,0 0 0 0 0,0 0 1 0 0,0 1-1 0 0,0-1 0 0 0,-1 0 0 0 0,1 0 0 0 0,0 0 0 0 0,0 0 0 0 0,-1 0 0 0 0,1 0 1 0 0,-1 0-1 0 0,1 0 0 0 0,-1 0 0 0 0,1 0 0 0 0,-1 0 0 0 0,0 0 0 0 0,0 0 0 0 0,1 0 1 0 0,-2 0-1 0 0,-8 17 1369 0 0,9-16-556 0 0,-13 25 6801 0 0,11-18-8300 0 0,11-18-2717 0 0,1-1 1057 0 0,-5 3-2159 0 0,-14-26-15891 0 0,8 29 17249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32.157"/>
    </inkml:context>
    <inkml:brush xml:id="br0">
      <inkml:brushProperty name="width" value="0.025" units="cm"/>
      <inkml:brushProperty name="height" value="0.025" units="cm"/>
      <inkml:brushProperty name="color" value="#008C3A"/>
    </inkml:brush>
  </inkml:definitions>
  <inkml:trace contextRef="#ctx0" brushRef="#br0">0 4 2436 0 0,'0'0'3647'0'0,"7"0"-2376"0"0,46-3 4419 0 0,0 3 0 0 0,104 12 0 0 0,-51-1-3969 0 0,507 72 3908 0 0,-466-54-5483 0 0,407 63 701 0 0,-233-58-847 0 0,228 20 0 0 0,198 6 0 0 0,-670-54 0 0 0,988 57 0 0 0,-164-20 0 0 0,118 30 0 0 0,-303 3 0 0 0,-452-44 0 0 0,187 25 0 0 0,165 17 0 0 0,-277-33 0 0 0,283 23 0 0 0,-273-34 0 0 0,-130-9 0 0 0,15 13 0 0 0,-128-16 0 0 0,154 8 0 0 0,31 7 0 0 0,-20 0 0 0 0,-175-26 0 0 0,-81-7 0 0 0,-1 0 0 0 0,-2 1 0 0 0,2 0 0 0 0,-1 0 0 0 0,-3 0-9 0 0,-7 0-44 0 0,-9-4-570 0 0,-175-84 155 0 0,-6-2 708 0 0,154 71 153 0 0,-63-23 0 0 0,94 40-301 0 0,0 0-62 0 0,7 6-30 0 0,0 0 1 0 0,0-1 0 0 0,0 0 0 0 0,0 0-1 0 0,1 0 1 0 0,9 4 0 0 0,339 130-1 0 0,-351-137 0 0 0,0 0 0 0 0,-1 0 0 0 0,1 1 0 0 0,-1-1 0 0 0,1 0 0 0 0,-1 1 0 0 0,0 0 0 0 0,1 0 0 0 0,-1-1 0 0 0,0 1 0 0 0,0 0 0 0 0,0 1 0 0 0,-1-1 0 0 0,1 0 0 0 0,0 0 0 0 0,-1 1 0 0 0,0-1 0 0 0,1 1 0 0 0,-1 0 0 0 0,0-1 0 0 0,0 1 0 0 0,0 0 0 0 0,-1-1 0 0 0,1 1 0 0 0,-1 0 0 0 0,0 0 0 0 0,1 0 0 0 0,-1 0 0 0 0,0-1 0 0 0,-1 1 0 0 0,1 0 0 0 0,0 0 0 0 0,-1 0 0 0 0,0-1 0 0 0,1 1 0 0 0,-1 0 0 0 0,0-1 0 0 0,-1 1 0 0 0,1 0 0 0 0,0-1 0 0 0,-3 4 0 0 0,-23 29 0 0 0,-1-1 0 0 0,-2-2 0 0 0,-1 0 0 0 0,-2-2 0 0 0,-36 26 0 0 0,-55 50 0 0 0,117-98 0 0 0,-4 1 0 0 0,6-5-181 0 0,-16 8-11204 0 0,14-11 8162 0 0,11-7-4604 0 0,1-2 6671 0 0,3-2-228 0 0,2-4-2513 0 0,-1 4 1183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33.693"/>
    </inkml:context>
    <inkml:brush xml:id="br0">
      <inkml:brushProperty name="width" value="0.025" units="cm"/>
      <inkml:brushProperty name="height" value="0.025" units="cm"/>
      <inkml:brushProperty name="color" value="#008C3A"/>
    </inkml:brush>
  </inkml:definitions>
  <inkml:trace contextRef="#ctx0" brushRef="#br0">573 2 7433 0 0,'6'-2'20340'0'0,"-50"36"-19175"0"0,-1-1 1 0 0,-59 30-1 0 0,-31 23 333 0 0,79-48-1493 0 0,17-12-124 0 0,1 1-1 0 0,2 2 1 0 0,-36 36 0 0 0,70-62-2290 0 0,-4 9 2343 0 0,4-7-3151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34.025"/>
    </inkml:context>
    <inkml:brush xml:id="br0">
      <inkml:brushProperty name="width" value="0.025" units="cm"/>
      <inkml:brushProperty name="height" value="0.025" units="cm"/>
      <inkml:brushProperty name="color" value="#008C3A"/>
    </inkml:brush>
  </inkml:definitions>
  <inkml:trace contextRef="#ctx0" brushRef="#br0">0 0 7053 0 0,'0'0'16104'0'0,"1"9"-14196"0"0,0 5-946 0 0,0 0-1 0 0,1 0 1 0 0,1-1 0 0 0,0 1-1 0 0,1-1 1 0 0,1 1 0 0 0,8 16-1 0 0,13 18-958 0 0,3-1 0 0 0,37 46 0 0 0,-27-65-884 0 0,-33-22-876 0 0,36 41-10572 0 0,-39-44 10550 0 0,0 0 0 0 0,1 0 0 0 0,0-1 0 0 0,-1 1 0 0 0,1-1 0 0 0,0 0 0 0 0,5 2 0 0 0,3 0-941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34.511"/>
    </inkml:context>
    <inkml:brush xml:id="br0">
      <inkml:brushProperty name="width" value="0.025" units="cm"/>
      <inkml:brushProperty name="height" value="0.025" units="cm"/>
      <inkml:brushProperty name="color" value="#008C3A"/>
    </inkml:brush>
  </inkml:definitions>
  <inkml:trace contextRef="#ctx0" brushRef="#br0">545 350 1144 0 0,'-63'-43'472'0'0,"-3"-1"-84"0"0,-17-9-40 0 0,3 0-132 0 0,-4-1-112 0 0,-2 1-56 0 0,3 3-2536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38.607"/>
    </inkml:context>
    <inkml:brush xml:id="br0">
      <inkml:brushProperty name="width" value="0.025" units="cm"/>
      <inkml:brushProperty name="height" value="0.025" units="cm"/>
      <inkml:brushProperty name="color" value="#008C3A"/>
    </inkml:brush>
  </inkml:definitions>
  <inkml:trace contextRef="#ctx0" brushRef="#br0">177 8952 4360 0 0,'0'0'1523'0'0,"4"-6"882"0"0,-1 1 3041 0 0,16-58 3046 0 0,-15 21-6068 0 0,-4 38-2000 0 0,-4-32 1182 0 0,0 19-875 0 0,-5-30 867 0 0,1 0 0 0 0,-2-74 1 0 0,11 110-1466 0 0,-1 15 55 0 0,-14-71 52 0 0,10 51-240 0 0,-1 2 0 0 0,1-4 0 0 0,0-1 0 0 0,-1 3 0 0 0,3 0 0 0 0,0-3 0 0 0,2 1 0 0 0,-2 0 0 0 0,1-1 0 0 0,3 0 0 0 0,0 4 0 0 0,0-1 0 0 0,1-1 0 0 0,0 0 0 0 0,-1 1 0 0 0,0 0 0 0 0,-1-4 0 0 0,-1 2 0 0 0,0-3 0 0 0,0 3 0 0 0,-1-1 0 0 0,0 2 0 0 0,1-3 0 0 0,0-2 0 0 0,-1 1 0 0 0,-1 5 0 0 0,2-4 0 0 0,0 2 0 0 0,2 0 0 0 0,-1 0 0 0 0,0 1 0 0 0,0-1 0 0 0,-1 0 0 0 0,2-1 0 0 0,1 1 0 0 0,-1-2 0 0 0,-1 2 0 0 0,-1 1 0 0 0,1-2 0 0 0,0-1 0 0 0,2-9 0 0 0,-3 28 0 0 0,0-47 0 0 0,2-13 0 0 0,3-17 0 0 0,0 36 0 0 0,6-73 0 0 0,-6 71 0 0 0,1 10 0 0 0,0-62 0 0 0,-6 38 0 0 0,0-3 0 0 0,0 0 0 0 0,2-2 0 0 0,-2 46 0 0 0,1-47 0 0 0,-2 3 0 0 0,2-19 0 0 0,-2 16 0 0 0,-1-76 0 0 0,2 90 0 0 0,-3-1 0 0 0,-19-100 0 0 0,11 77 0 0 0,-3-144 0 0 0,10 114 0 0 0,-26-374 0 0 0,-4 83 0 0 0,18-3 0 0 0,7 107 0 0 0,5-436 0 0 0,35 140 0 0 0,-6 151 0 0 0,6 80 0 0 0,2-51 0 0 0,-31 346 0 0 0,25-461 0 0 0,-20 454 0 0 0,24-451 0 0 0,-29 483 0 0 0,4-109 0 0 0,-5 39 0 0 0,-2 84 0 0 0,0 0 0 0 0,-1 0 0 0 0,2 1 0 0 0,0 1 0 0 0,0 1 0 0 0,0 1 0 0 0,0 0 0 0 0,2-3 0 0 0,-1 4 0 0 0,-1-4 0 0 0,0 3 0 0 0,1 0 0 0 0,2 2 0 0 0,-2-1 0 0 0,-1-1 0 0 0,0 18 0 0 0,0 0 0 0 0,-1 0 0 0 0,1 1 0 0 0,0-1 0 0 0,0 0 0 0 0,0 0 0 0 0,0 0 0 0 0,0 0 0 0 0,-1 0 0 0 0,1 0 0 0 0,0 0 0 0 0,0 0 0 0 0,0 0 0 0 0,0 0 0 0 0,-1 0 0 0 0,1 0 0 0 0,0 0 0 0 0,0 0 0 0 0,0 0 0 0 0,0 0 0 0 0,-1-1 0 0 0,1 1 0 0 0,0 0 0 0 0,0 0 0 0 0,0 0 0 0 0,0 0 0 0 0,0 0 0 0 0,-1 0 0 0 0,1 0 0 0 0,0 0 0 0 0,0 0 0 0 0,0-1 0 0 0,0 1 0 0 0,0 0 0 0 0,0 0 0 0 0,0 0 0 0 0,0 0 0 0 0,-1 0 0 0 0,1-1 0 0 0,0 1 0 0 0,0 0 0 0 0,0 0 0 0 0,0 0 0 0 0,0 0 0 0 0,0-1 0 0 0,0 1 0 0 0,0 0 0 0 0,0 0 0 0 0,0 0 0 0 0,0 0 0 0 0,0-1 0 0 0,0 1 0 0 0,0 0 0 0 0,0 0 0 0 0,0 0 0 0 0,0 0 0 0 0,0 0 0 0 0,0-1 0 0 0,1 1 0 0 0,-1 0 0 0 0,0 0 0 0 0,0 0 0 0 0,0 0 0 0 0,0-1 0 0 0,-11 16 0 0 0,1 0 0 0 0,0 1 0 0 0,1-1 0 0 0,1 2 0 0 0,1-1 0 0 0,-10 32 0 0 0,-25 50 0 0 0,20-55 0 0 0,-28 79 0 0 0,4-2 0 0 0,39-103 0 0 0,2-3 0 0 0,1-1 0 0 0,28-73 0 0 0,2 1 0 0 0,43-70 0 0 0,-41 77 0 0 0,-10 20 0 0 0,2 0 0 0 0,1 1 0 0 0,46-52 0 0 0,-52 68 0 0 0,0 0 0 0 0,1 1 0 0 0,0 0 0 0 0,1 1 0 0 0,1 1 0 0 0,0 1 0 0 0,0 1 0 0 0,25-11 0 0 0,-40 19 0 0 0,2-2 0 0 0,21 5 0 0 0,-19 0-227 0 0,0 0 0 0 0,-1 1 0 0 0,1 0 0 0 0,0 0 0 0 0,-1 1-1 0 0,1-1 1 0 0,-1 2 0 0 0,0-1 0 0 0,0 1 0 0 0,0-1 0 0 0,0 2 0 0 0,-1-1 0 0 0,0 1 0 0 0,1-1 0 0 0,-2 2 0 0 0,6 4-1 0 0,9 16-2072 0 0,0 0-1 0 0,20 37 0 0 0,-12-18 171 0 0,-9-26-6435 0 0,-5-11 2201 0 0,1 1 3455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39.582"/>
    </inkml:context>
    <inkml:brush xml:id="br0">
      <inkml:brushProperty name="width" value="0.025" units="cm"/>
      <inkml:brushProperty name="height" value="0.025" units="cm"/>
      <inkml:brushProperty name="color" value="#008C3A"/>
    </inkml:brush>
  </inkml:definitions>
  <inkml:trace contextRef="#ctx0" brushRef="#br0">86 28 5232 0 0,'1'-4'3448'0'0,"11"-19"16550"0"0,-19 51-15909 0 0,-1 38-4089 0 0,8-49 0 0 0,-1 16 0 0 0,1-28 0 0 0,6 15 0 0 0,2 8 0 0 0,-1-15 0 0 0,3 0 0 0 0,0-5 0 0 0,4-2 0 0 0,8-7 0 0 0,-15-1 0 0 0,0 0 0 0 0,0 0 0 0 0,0-1 0 0 0,0 0 0 0 0,-1 0 0 0 0,1-1 0 0 0,-1 0 0 0 0,0 0 0 0 0,0 0 0 0 0,-1-1 0 0 0,6-5 0 0 0,13-15 0 0 0,27-40 0 0 0,-32 41 0 0 0,-12 13 0 0 0,1 0 0 0 0,-2-2 0 0 0,-6 18 0 0 0,1-1 0 0 0,-1 1 0 0 0,1-1 0 0 0,-1 0 0 0 0,0 1 0 0 0,0-1 0 0 0,0 0 0 0 0,-1 1 0 0 0,1-1 0 0 0,-3 8 0 0 0,-12 77 0 0 0,-24 105 0 0 0,33-171 0 0 0,-1 0 0 0 0,-2-1 0 0 0,0 0 0 0 0,-1 0 0 0 0,-1-1 0 0 0,-16 23 0 0 0,-5-11-2750 0 0,29-31 1922 0 0,-1 0-1 0 0,1 0 1 0 0,0-1 0 0 0,-1 1-1 0 0,0-1 1 0 0,1 1 0 0 0,-1-1-1 0 0,0 0 1 0 0,0 0 0 0 0,1-1-1 0 0,-1 1 1 0 0,-4-1 0 0 0,0 0-1121 0 0,0-1 0 0 0,0 0-1 0 0,0 0 1 0 0,0-1 0 0 0,-9-3 0 0 0,-24-9-2448 0 0,34 12 4122 0 0,-26-10-2435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4:47.708"/>
    </inkml:context>
    <inkml:brush xml:id="br0">
      <inkml:brushProperty name="width" value="0.025" units="cm"/>
      <inkml:brushProperty name="height" value="0.025" units="cm"/>
      <inkml:brushProperty name="color" value="#008C3A"/>
    </inkml:brush>
  </inkml:definitions>
  <inkml:trace contextRef="#ctx0" brushRef="#br0">316 21 8589 0 0,'0'0'23359'0'0,"-6"-2"-22667"0"0,-23-9-565 0 0,7 4-127 0 0,0 6 0 0 0,-4 3 0 0 0,6 2 0 0 0,-2 0 0 0 0,4 1 0 0 0,3 0 0 0 0,0 2 0 0 0,-2 0 0 0 0,0 2 0 0 0,4-1 0 0 0,0 1 0 0 0,-1-1 0 0 0,3-1 0 0 0,-1 2 0 0 0,2 1 0 0 0,4 2 0 0 0,2 4 0 0 0,1 0 0 0 0,2 3 0 0 0,2-1 0 0 0,3 2 0 0 0,-1-2 0 0 0,0-5 0 0 0,4 0 0 0 0,0 0 0 0 0,1-2 0 0 0,3-2 0 0 0,3 0 0 0 0,-3-1 0 0 0,1-3 0 0 0,1 2 0 0 0,2-2 0 0 0,0 1 0 0 0,1-1 0 0 0,1-1 0 0 0,-2-1 0 0 0,0 1 0 0 0,3-1 0 0 0,0 1 0 0 0,2-2 0 0 0,0 0 0 0 0,0-3 0 0 0,0-2 0 0 0,-2-1 0 0 0,-2-2 0 0 0,-4-2 0 0 0,2-1 0 0 0,-4-2 0 0 0,-2 1 0 0 0,0-1 0 0 0,1-1 0 0 0,-1-1 0 0 0,0 2 0 0 0,-3-2 0 0 0,0 0 0 0 0,-1-2 0 0 0,-3-2 0 0 0,-1-2 0 0 0,-3 1 0 0 0,-2 2 0 0 0,0 1 0 0 0,0 2 0 0 0,-2 0 0 0 0,-1-2 0 0 0,1 2 0 0 0,-1 0 0 0 0,0 2 0 0 0,-5 2 0 0 0,-2 2 0 0 0,-4 2 0 0 0,0 3 0 0 0,-4 4 0 0 0,4 1 0 0 0,-1 1 0 0 0,0 1 0 0 0,5-2 0 0 0,0 1 0 0 0,-1 0 0 0 0,2 4 0 0 0,2 3 0 0 0,-12 8 0 0 0,16-12 0 0 0,0 1 0 0 0,0-1 0 0 0,0 1 0 0 0,1 0 0 0 0,1 1 0 0 0,-1 0 0 0 0,1 0 0 0 0,-6 13 0 0 0,4-8 0 0 0,4 0 0 0 0,3 4 0 0 0,1 2 0 0 0,1-2 0 0 0,4-2 0 0 0,3-1 0 0 0,0 8 0 0 0,-6-20 0 0 0,17 21 0 0 0,-9-13 0 0 0,3-2 0 0 0,1-1 0 0 0,2-2 0 0 0,1-3 0 0 0,3-2 0 0 0,-1-2 0 0 0,-11 0 0 0 0,0-1 0 0 0,-1 0 0 0 0,1 0 0 0 0,0 0 0 0 0,-1-1 0 0 0,1 0 0 0 0,-1-1 0 0 0,0 1 0 0 0,0-1 0 0 0,0-1 0 0 0,-1 1 0 0 0,1-1 0 0 0,9-11 0 0 0,-2 4 0 0 0,3-3 0 0 0,0-1 0 0 0,-1 0 0 0 0,21-28 0 0 0,-26 29 0 0 0,-4 1 0 0 0,-4 1 0 0 0,-5-3 0 0 0,-8 3 0 0 0,-5 6 0 0 0,-2 2 0 0 0,-4 2 0 0 0,12 2 0 0 0,0 0 0 0 0,0 1 0 0 0,0 1 0 0 0,0-1 0 0 0,0 1 0 0 0,1 1 0 0 0,-1 0 0 0 0,0 0 0 0 0,1 1 0 0 0,-1 0 0 0 0,1 0 0 0 0,-14 8 0 0 0,-3 1 0 0 0,10-6 0 0 0,6-2 0 0 0,1-1 0 0 0,0 1 0 0 0,0 1 0 0 0,0-1 0 0 0,1 1 0 0 0,-1 1 0 0 0,1 0 0 0 0,0 0 0 0 0,-11 12 0 0 0,15-15 0 0 0,-9 20 0 0 0,6-8 0 0 0,6 2 0 0 0,7 3 0 0 0,4-6 0 0 0,1-3 0 0 0,7-3 0 0 0,0-2 0 0 0,2-3 0 0 0,2-3 0 0 0,-17 0 0 0 0,1-1 0 0 0,-1 0 0 0 0,0 0 0 0 0,0 0 0 0 0,1 0 0 0 0,-1-1 0 0 0,0 0 0 0 0,0-1 0 0 0,0 1 0 0 0,-1-1 0 0 0,1 0 0 0 0,-1-1 0 0 0,1 1 0 0 0,-1-1 0 0 0,0 0 0 0 0,7-8 0 0 0,-9 9 0 0 0,7-5 0 0 0,-6 5 0 0 0,-1-1 0 0 0,0 1 0 0 0,1-1 0 0 0,-1 1 0 0 0,0-1 0 0 0,-1 0 0 0 0,1 0 0 0 0,-1 0 0 0 0,0-1 0 0 0,0 1 0 0 0,0 0 0 0 0,0-1 0 0 0,-1 1 0 0 0,0-1 0 0 0,1-6 0 0 0,0-2 0 0 0,-6-1 0 0 0,-4 4 0 0 0,-2 6 0 0 0,8 3 0 0 0,1 0 0 0 0,-1 1 0 0 0,1-1 0 0 0,0 1 0 0 0,-1 0 0 0 0,1 0 0 0 0,-1-1 0 0 0,1 1 0 0 0,-1 0 0 0 0,1 0 0 0 0,-1 0 0 0 0,1 0 0 0 0,-1 1 0 0 0,1-1 0 0 0,0 0 0 0 0,-1 1 0 0 0,1-1 0 0 0,-1 1 0 0 0,1-1 0 0 0,0 1 0 0 0,-1-1 0 0 0,1 1 0 0 0,-2 1 0 0 0,0 1 0 0 0,-3-2 0 0 0,0 1 0 0 0,0 0 0 0 0,1 0 0 0 0,-1 1 0 0 0,1 0 0 0 0,-1 0 0 0 0,1 0 0 0 0,0 1 0 0 0,0-1 0 0 0,1 1 0 0 0,-1 0 0 0 0,1 1 0 0 0,0-1 0 0 0,0 1 0 0 0,0 0 0 0 0,0 0 0 0 0,1 0 0 0 0,-4 7 0 0 0,4-9 0 0 0,-5 31 0 0 0,8-19 0 0 0,4-1 0 0 0,-3-11 0 0 0,0-1 0 0 0,0 0 0 0 0,0 0 0 0 0,0 0 0 0 0,0 0 0 0 0,1 0 0 0 0,-1 0 0 0 0,1 0 0 0 0,0 0 0 0 0,-1-1 0 0 0,1 1 0 0 0,0 0 0 0 0,0-1 0 0 0,0 0 0 0 0,0 1 0 0 0,3 1 0 0 0,0-2 0 0 0,1 1 0 0 0,-1-1 0 0 0,0 0 0 0 0,0-1 0 0 0,1 1 0 0 0,-1-1 0 0 0,0 0 0 0 0,1 0 0 0 0,-1-1 0 0 0,0 1 0 0 0,6-3 0 0 0,-5 3 0 0 0,0-1 0 0 0,0-1 0 0 0,0 1 0 0 0,-1-1 0 0 0,1 0 0 0 0,-1 0 0 0 0,1-1 0 0 0,-1 1 0 0 0,0-1 0 0 0,0-1 0 0 0,0 1 0 0 0,0-1 0 0 0,-1 1 0 0 0,0-1 0 0 0,1-1 0 0 0,-1 1 0 0 0,-1-1 0 0 0,1 1 0 0 0,-1-1 0 0 0,1 0 0 0 0,-1 0 0 0 0,-1 0 0 0 0,1-1 0 0 0,-1 1 0 0 0,0-1 0 0 0,0 1 0 0 0,-1-1 0 0 0,1 0 0 0 0,0-9 0 0 0,-2 3 0 0 0,0-2 0 0 0,-3 2 0 0 0,-4 1 0 0 0,-4 2 0 0 0,-3 4 0 0 0,-1 1 0 0 0,10 3 0 0 0,1 1 0 0 0,0 0 0 0 0,-1 0 0 0 0,1 0 0 0 0,-1 1 0 0 0,1 0 0 0 0,0-1 0 0 0,0 1 0 0 0,-1 1 0 0 0,1-1 0 0 0,0 1 0 0 0,0-1 0 0 0,0 1 0 0 0,0 0 0 0 0,1 1 0 0 0,-1-1 0 0 0,1 1 0 0 0,-4 2 0 0 0,-3 3 0 0 0,-9 3 0 0 0,13-7 0 0 0,-1-1 0 0 0,1 1 0 0 0,0 0 0 0 0,1 1 0 0 0,-1-1 0 0 0,1 1 0 0 0,0 1 0 0 0,0-1 0 0 0,0 0 0 0 0,1 1 0 0 0,0 0 0 0 0,0 0 0 0 0,0 1 0 0 0,-3 9 0 0 0,4-6 0 0 0,3 3 0 0 0,9-3 0 0 0,3-8 0 0 0,-6-2 0 0 0,-1 0 0 0 0,0-1 0 0 0,1 1 0 0 0,-1-1 0 0 0,0-1 0 0 0,0 1 0 0 0,0-1 0 0 0,0 0 0 0 0,0 0 0 0 0,0 0 0 0 0,0-1 0 0 0,-1 1 0 0 0,1-1 0 0 0,-1-1 0 0 0,0 1 0 0 0,0 0 0 0 0,0-1 0 0 0,0 0 0 0 0,5-7 0 0 0,3-2 0 0 0,-10 11 0 0 0,2-1 0 0 0,1-2 0 0 0,-1 1 0 0 0,0 0 0 0 0,-1-1 0 0 0,1 0 0 0 0,-1 1 0 0 0,0-1 0 0 0,0-1 0 0 0,-1 1 0 0 0,1 0 0 0 0,-1-1 0 0 0,0 1 0 0 0,-1-1 0 0 0,1 0 0 0 0,0-5 0 0 0,-1-6 0 0 0,-3 1 0 0 0,-6 4 0 0 0,-2 3 0 0 0,-4 4 0 0 0,-3 3 0 0 0,13 2 0 0 0,-1 1 0 0 0,0-1 0 0 0,0 1 0 0 0,1-1 0 0 0,-1 1 0 0 0,0 0 0 0 0,1 1 0 0 0,-1-1 0 0 0,1 1 0 0 0,0 0 0 0 0,0 0 0 0 0,-1 1 0 0 0,1-1 0 0 0,0 1 0 0 0,1 0 0 0 0,-1 0 0 0 0,0 0 0 0 0,-5 7 0 0 0,2-3 0 0 0,-7 5 0 0 0,9-8 0 0 0,1 0 0 0 0,-1 1 0 0 0,1 0 0 0 0,-1 0 0 0 0,1 0 0 0 0,1 0 0 0 0,-1 0 0 0 0,1 1 0 0 0,0-1 0 0 0,0 1 0 0 0,-3 10 0 0 0,3-5 0 0 0,2 1 0 0 0,5 0 0 0 0,4-5 0 0 0,5-3 0 0 0,-8-3 0 0 0,0-1 0 0 0,1 0 0 0 0,-1 0 0 0 0,0-1 0 0 0,1 0 0 0 0,-1 1 0 0 0,0-2 0 0 0,0 1 0 0 0,0 0 0 0 0,0-1 0 0 0,0 0 0 0 0,0-1 0 0 0,0 1 0 0 0,-1-1 0 0 0,1 1 0 0 0,6-7 0 0 0,-6 5 0 0 0,4-2 0 0 0,0 0 0 0 0,0-1 0 0 0,-1 0 0 0 0,0 0 0 0 0,-1-1 0 0 0,0 0 0 0 0,0 0 0 0 0,0-1 0 0 0,-1 0 0 0 0,-1 0 0 0 0,1 0 0 0 0,-1-1 0 0 0,-1 1 0 0 0,5-15 0 0 0,-10 14 0 0 0,-6-2 0 0 0,-6 5 0 0 0,-2 5 0 0 0,8 2 0 0 0,0 0 0 0 0,1 1 0 0 0,-1 0 0 0 0,0 0 0 0 0,1 0 0 0 0,-1 1 0 0 0,1 0 0 0 0,-1 0 0 0 0,1 1 0 0 0,0 0 0 0 0,0 0 0 0 0,0 0 0 0 0,-10 8 0 0 0,-4 2 0 0 0,-1-1 0 0 0,7-5 0 0 0,1 1 0 0 0,0 1 0 0 0,1 0 0 0 0,0 1 0 0 0,-16 16 0 0 0,20-18 0 0 0,35-13 0 0 0,-16-1 0 0 0,-1-1 0 0 0,0 0 0 0 0,0-1 0 0 0,-1 0 0 0 0,0 0 0 0 0,-1-1 0 0 0,1 0 0 0 0,-2-1 0 0 0,1 1 0 0 0,-1-2 0 0 0,9-17 0 0 0,-11 18 0 0 0,0-4 0 0 0,-4 1 0 0 0,-8 0 0 0 0,-5 7 0 0 0,-6 4 0 0 0,11 1 0 0 0,1 1 0 0 0,-1 0 0 0 0,0 0 0 0 0,0 1 0 0 0,0 0 0 0 0,0 0 0 0 0,0 1 0 0 0,0-1 0 0 0,1 1 0 0 0,-1 1 0 0 0,1 0 0 0 0,-1-1 0 0 0,1 2 0 0 0,-7 4 0 0 0,-9 4 0 0 0,4-3 0 0 0,14-6 0 0 0,-6 5 0 0 0,3 0 0 0 0,1 3 0 0 0,0-1 0 0 0,5 2 0 0 0,2 2 0 0 0,4-3 0 0 0,-5-10 0 0 0,0 0 0 0 0,1-1 0 0 0,-1 1 0 0 0,1 0 0 0 0,-1 0 0 0 0,1 0 0 0 0,-1-1 0 0 0,1 1 0 0 0,0 0 0 0 0,-1-1 0 0 0,1 1 0 0 0,0 0 0 0 0,-1-1 0 0 0,1 1 0 0 0,0-1 0 0 0,0 1 0 0 0,0-1 0 0 0,0 0 0 0 0,-1 1 0 0 0,1-1 0 0 0,0 0 0 0 0,0 1 0 0 0,0-1 0 0 0,0 0 0 0 0,0 0 0 0 0,0 0 0 0 0,0 0 0 0 0,2 0 0 0 0,6 0 0 0 0,0 1 0 0 0,-1-1 0 0 0,1 0 0 0 0,0-1 0 0 0,0 0 0 0 0,-1 0 0 0 0,1-1 0 0 0,-1 0 0 0 0,1 0 0 0 0,-1-1 0 0 0,0 0 0 0 0,1-1 0 0 0,-2 0 0 0 0,12-7 0 0 0,-2 2 0 0 0,-3-5 0 0 0,-8 6 0 0 0,1-4 0 0 0,-2 2-11 0 0,-4 8-59 0 0,-1 0 54 0 0,0 1-1 0 0,-1-1 0 0 0,1 1 0 0 0,-1 0 1 0 0,0-1-1 0 0,1 1 0 0 0,-1-1 1 0 0,0 1-1 0 0,0 0 0 0 0,0 0 0 0 0,0-1 1 0 0,0 1-1 0 0,0 0 0 0 0,0 0 1 0 0,-1 0-1 0 0,1 0 0 0 0,0 0 0 0 0,0 1 1 0 0,-1-1-1 0 0,1 0 0 0 0,-1 0 1 0 0,1 1-1 0 0,-1-1 0 0 0,1 1 0 0 0,-1-1 1 0 0,1 1-1 0 0,-1 0 0 0 0,-2 0 1 0 0,-47-6-46 0 0,43 5 61 0 0,2 1-7 0 0,0 0-1 0 0,0 0 1 0 0,-1 0 0 0 0,1 1 0 0 0,0 0-1 0 0,-1 0 1 0 0,1 1 0 0 0,0 0-1 0 0,0 0 1 0 0,0 0 0 0 0,1 1 0 0 0,-1-1-1 0 0,0 2 1 0 0,-9 6 0 0 0,12-8 28 0 0,0 1 0 0 0,0-1 1 0 0,0 1-1 0 0,1 0 0 0 0,-1-1 1 0 0,1 1-1 0 0,-1 0 0 0 0,1 1 1 0 0,0-1-1 0 0,0 0 0 0 0,1 1 1 0 0,-1-1-1 0 0,1 1 0 0 0,-1-1 1 0 0,1 1-1 0 0,0 0 0 0 0,1 0 1 0 0,-1-1-1 0 0,1 1 0 0 0,-1 0 1 0 0,1 0-1 0 0,1 4 0 0 0,0-5-6 0 0,0-1-1 0 0,0 0 1 0 0,0 1-1 0 0,0-1 0 0 0,1 0 1 0 0,-1 0-1 0 0,1 0 1 0 0,-1 0-1 0 0,1 0 1 0 0,0 0-1 0 0,0-1 0 0 0,0 1 1 0 0,0 0-1 0 0,0-1 1 0 0,0 0-1 0 0,0 1 1 0 0,1-1-1 0 0,-1 0 0 0 0,0 0 1 0 0,1 0-1 0 0,-1 0 1 0 0,1-1-1 0 0,3 1 1 0 0,1 1-49 0 0,0 0 1 0 0,1-1 0 0 0,-1 0 0 0 0,0 0 0 0 0,1-1 0 0 0,-1 0 0 0 0,9-1 0 0 0,-6 0-24 0 0,1 0 0 0 0,-1-1 0 0 0,0-1 0 0 0,0 0 0 0 0,0 0 0 0 0,-1 0 0 0 0,1-1 0 0 0,-1-1 1 0 0,0 0-1 0 0,0 0 0 0 0,0-1 0 0 0,12-10 0 0 0,-20 15 34 0 0,0 0 1 0 0,1 0-1 0 0,-1 0 1 0 0,0 0-1 0 0,1-1 1 0 0,-1 1-1 0 0,0 0 1 0 0,0-1-1 0 0,0 1 1 0 0,-1-1-1 0 0,1 0 1 0 0,0 1-1 0 0,0-3 1 0 0,-1 4 13 0 0,0-1 0 0 0,0 1 1 0 0,0 0-1 0 0,0-1 1 0 0,0 1-1 0 0,0 0 1 0 0,0-1-1 0 0,0 1 1 0 0,0-1-1 0 0,0 1 0 0 0,-1 0 1 0 0,1-1-1 0 0,0 1 1 0 0,0 0-1 0 0,0-1 1 0 0,-1 1-1 0 0,1 0 1 0 0,0 0-1 0 0,0-1 1 0 0,-1 1-1 0 0,1 0 0 0 0,0 0 1 0 0,-1-1-1 0 0,1 1 1 0 0,0 0-1 0 0,-1 0 1 0 0,1 0-1 0 0,0-1 1 0 0,-1 1-1 0 0,1 0 1 0 0,-1 0-1 0 0,1 0 0 0 0,0 0 1 0 0,-1 0-1 0 0,-2 0 12 0 0,0-1 0 0 0,-1 1-1 0 0,1 0 1 0 0,0 1 0 0 0,0-1-1 0 0,0 0 1 0 0,0 1 0 0 0,0 0-1 0 0,0 0 1 0 0,0 0 0 0 0,0 0-1 0 0,-5 3 1 0 0,-7 4 185 0 0,5-3-10 0 0,1 1 0 0 0,-1-1 0 0 0,2 2 0 0 0,-1-1 0 0 0,1 1 0 0 0,0 0 0 0 0,-8 9 0 0 0,10-6-150 0 0,1 0-27 0 0,4-1 0 0 0,11 2 0 0 0,3-8 0 0 0,3-5 0 0 0,-10 2 0 0 0,-1 0 0 0 0,0-1 0 0 0,0 0 0 0 0,0-1 0 0 0,0 1 0 0 0,1-1 0 0 0,-2 0 0 0 0,1 0 0 0 0,0 0 0 0 0,0-1 0 0 0,-1 0 0 0 0,1 1 0 0 0,-1-2 0 0 0,7-5 0 0 0,-4 2 0 0 0,-5 6 0 0 0,3-3 0 0 0,0 0 0 0 0,0 0 0 0 0,-1 0 0 0 0,1-1 0 0 0,-1 1 0 0 0,0-1 0 0 0,0 0 0 0 0,-1-1 0 0 0,1 1 0 0 0,-1 0 0 0 0,0-1 0 0 0,-1 0 0 0 0,1 0 0 0 0,-1 0 0 0 0,0 0 0 0 0,1-11 0 0 0,-2 15 0 0 0,-1 0 0 0 0,1 0 0 0 0,-1 0 0 0 0,0 0 0 0 0,1-1 0 0 0,-1 1 0 0 0,0 0 0 0 0,0 0 0 0 0,-1-1 0 0 0,1 1 0 0 0,0 0 0 0 0,-1 0 0 0 0,0 0 0 0 0,1 0 0 0 0,-1 0 0 0 0,0 0 0 0 0,0 0 0 0 0,0 0 0 0 0,0 0 0 0 0,0 0 0 0 0,-1 0 0 0 0,-2-3 0 0 0,1 1 0 0 0,-6-3 0 0 0,-5 1 0 0 0,-4 3 0 0 0,1 3 0 0 0,15 1-209 0 0,-1-1-1 0 0,1 1 1 0 0,0-1-1 0 0,-1 1 1 0 0,1 0-1 0 0,0 0 1 0 0,-1 0-1 0 0,1 0 1 0 0,0 0-1 0 0,0 0 1 0 0,-3 3-1 0 0,4-3-363 0 0,0 1 0 0 0,0-1-1 0 0,0 1 1 0 0,0 0 0 0 0,0-1-1 0 0,0 1 1 0 0,0 0 0 0 0,0 0 0 0 0,1 0-1 0 0,-1 0 1 0 0,1 0 0 0 0,-1 0-1 0 0,1 0 1 0 0,0 0 0 0 0,0 0-1 0 0,0 0 1 0 0,0 0 0 0 0,0 0 0 0 0,0 0-1 0 0,1 0 1 0 0,0 2 0 0 0,-1 0-262 0 0,1-1-3293 0 0,3 1-264 0 0,3 2 2490 0 0,0-3-1732 0 0,6 2 1004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17.433"/>
    </inkml:context>
    <inkml:brush xml:id="br0">
      <inkml:brushProperty name="width" value="0.025" units="cm"/>
      <inkml:brushProperty name="height" value="0.025" units="cm"/>
      <inkml:brushProperty name="color" value="#008C3A"/>
    </inkml:brush>
  </inkml:definitions>
  <inkml:trace contextRef="#ctx0" brushRef="#br0">6 41 6829 0 0,'-6'-7'19712'0'0,"26"3"-19612"0"0,8-2-3506 0 0,61-14-15291 0 0,-73 16 15867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17.786"/>
    </inkml:context>
    <inkml:brush xml:id="br0">
      <inkml:brushProperty name="width" value="0.025" units="cm"/>
      <inkml:brushProperty name="height" value="0.025" units="cm"/>
      <inkml:brushProperty name="color" value="#008C3A"/>
    </inkml:brush>
  </inkml:definitions>
  <inkml:trace contextRef="#ctx0" brushRef="#br0">1 44 9481 0 0,'3'-2'2923'0'0,"0"0"-1586"0"0,30-17 8089 0 0,-14 13-7151 0 0,-5 8-5546 0 0,3 20-444 0 0,-16-22 3498 0 0,0 0 0 0 0,0 0 0 0 0,0 0 0 0 0,0 0-1 0 0,0 0 1 0 0,0 0 0 0 0,0 0 0 0 0,0 0 0 0 0,0 0-1 0 0,0 0 1 0 0,0-1 0 0 0,0 1 0 0 0,0 0 0 0 0,0-1-1 0 0,0 1 1 0 0,0-1 0 0 0,0 1 0 0 0,0-1 0 0 0,0 1-1 0 0,0-1 1 0 0,-1 0 0 0 0,1 1 0 0 0,0-1 0 0 0,1-1 0 0 0,28-20-9766 0 0,-20 15 7255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18.113"/>
    </inkml:context>
    <inkml:brush xml:id="br0">
      <inkml:brushProperty name="width" value="0.025" units="cm"/>
      <inkml:brushProperty name="height" value="0.025" units="cm"/>
      <inkml:brushProperty name="color" value="#008C3A"/>
    </inkml:brush>
  </inkml:definitions>
  <inkml:trace contextRef="#ctx0" brushRef="#br0">0 216 6501 0 0,'0'0'3380'0'0,"10"-10"-1356"0"0,-5 4-1428 0 0,5 0-720 0 0,8-7-1536 0 0,-5 5-572 0 0,-3 4-829 0 0,0 1 185 0 0</inkml:trace>
  <inkml:trace contextRef="#ctx0" brushRef="#br0" timeOffset="1">474 33 6849 0 0,'0'0'7280'0'0,"8"-7"-4803"0"0,2 3-2714 0 0,0-11-807 0 0,0 15-204 0 0,6-2-5828 0 0,-4-2 1159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18.456"/>
    </inkml:context>
    <inkml:brush xml:id="br0">
      <inkml:brushProperty name="width" value="0.025" units="cm"/>
      <inkml:brushProperty name="height" value="0.025" units="cm"/>
      <inkml:brushProperty name="color" value="#008C3A"/>
    </inkml:brush>
  </inkml:definitions>
  <inkml:trace contextRef="#ctx0" brushRef="#br0">0 137 7513 0 0,'0'0'4469'0'0,"23"-9"1480"0"0,3 1-6890 0 0,-24 7-29 0 0,51-8-11074 0 0,-41 8 9264 0 0</inkml:trace>
  <inkml:trace contextRef="#ctx0" brushRef="#br0" timeOffset="1">493 27 5517 0 0,'0'0'7372'0'0,"15"-7"-4544"0"0,3 2-3104 0 0,16-8-1968 0 0,-16 13 872 0 0,-13 0-1968 0 0,8-1-2609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18.813"/>
    </inkml:context>
    <inkml:brush xml:id="br0">
      <inkml:brushProperty name="width" value="0.025" units="cm"/>
      <inkml:brushProperty name="height" value="0.025" units="cm"/>
      <inkml:brushProperty name="color" value="#008C3A"/>
    </inkml:brush>
  </inkml:definitions>
  <inkml:trace contextRef="#ctx0" brushRef="#br0">0 39 7485 0 0,'0'0'2240'0'0,"16"-10"1476"0"0,-14 3-1544 0 0,8 1-1436 0 0,6-9-1176 0 0,1 18-11049 0 0,-6-5 8765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19.527"/>
    </inkml:context>
    <inkml:brush xml:id="br0">
      <inkml:brushProperty name="width" value="0.025" units="cm"/>
      <inkml:brushProperty name="height" value="0.025" units="cm"/>
      <inkml:brushProperty name="color" value="#008C3A"/>
    </inkml:brush>
  </inkml:definitions>
  <inkml:trace contextRef="#ctx0" brushRef="#br0">1 2 6193 0 0,'0'0'8528'0'0,"13"-1"-6855"0"0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20.019"/>
    </inkml:context>
    <inkml:brush xml:id="br0">
      <inkml:brushProperty name="width" value="0.025" units="cm"/>
      <inkml:brushProperty name="height" value="0.025" units="cm"/>
      <inkml:brushProperty name="color" value="#008C3A"/>
    </inkml:brush>
  </inkml:definitions>
  <inkml:trace contextRef="#ctx0" brushRef="#br0">0 23 3860 0 0,'0'0'18373'0'0,"6"-3"-20559"0"0,15-6 2075 0 0,-15 7 13 0 0,-2-7 236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21.449"/>
    </inkml:context>
    <inkml:brush xml:id="br0">
      <inkml:brushProperty name="width" value="0.025" units="cm"/>
      <inkml:brushProperty name="height" value="0.025" units="cm"/>
      <inkml:brushProperty name="color" value="#008C3A"/>
    </inkml:brush>
  </inkml:definitions>
  <inkml:trace contextRef="#ctx0" brushRef="#br0">0 1 5497 0 0,'0'0'10965'0'0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30.748"/>
    </inkml:context>
    <inkml:brush xml:id="br0">
      <inkml:brushProperty name="width" value="0.025" units="cm"/>
      <inkml:brushProperty name="height" value="0.025" units="cm"/>
      <inkml:brushProperty name="color" value="#008C3A"/>
    </inkml:brush>
  </inkml:definitions>
  <inkml:trace contextRef="#ctx0" brushRef="#br0">15 13 5260 0 0,'0'0'4577'0'0,"-10"-7"8331"0"0,5 3-6439 0 0,8 2-3019 0 0,25 4-3347 0 0,49 9-103 0 0,136 2 0 0 0,-173-12 0 0 0,-24-3 0 0 0,83 5 0 0 0,-83-3 0 0 0,3-1 0 0 0,-5 2 0 0 0,0 1 0 0 0,-9 5 0 0 0,-4-2 0 0 0,-1 0 0 0 0,0 1 0 0 0,0-1 0 0 0,-1 0 0 0 0,0 0 0 0 0,0 0 0 0 0,0 0 0 0 0,0 0 0 0 0,-1 0 0 0 0,1 0 0 0 0,-1 0 0 0 0,-1-1 0 0 0,-3 7 0 0 0,-2 5 0 0 0,-5 18 59 0 0,8-19-162 0 0,-1-1 0 0 0,-1 1-1 0 0,0-1 1 0 0,-15 21 0 0 0,4-2-8460 0 0,7 9-10568 0 0,8-29 16131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25.585"/>
    </inkml:context>
    <inkml:brush xml:id="br0">
      <inkml:brushProperty name="width" value="0.025" units="cm"/>
      <inkml:brushProperty name="height" value="0.025" units="cm"/>
      <inkml:brushProperty name="color" value="#008C3A"/>
    </inkml:brush>
  </inkml:definitions>
  <inkml:trace contextRef="#ctx0" brushRef="#br0">166 112 2168 0 0,'0'0'896'0'0,"1"-13"2298"0"0,-4-12 8897 0 0,1 23-11718 0 0,-1 1 1 0 0,1 0-1 0 0,-1 0 1 0 0,0 0-1 0 0,0 0 1 0 0,1 0-1 0 0,-1 1 0 0 0,0-1 1 0 0,0 1-1 0 0,0 0 1 0 0,0 0-1 0 0,0 0 1 0 0,1 0-1 0 0,-1 0 0 0 0,0 1 1 0 0,0-1-1 0 0,0 1 1 0 0,0 0-1 0 0,-4 1 1 0 0,1 1 257 0 0,0 1 1 0 0,0-1 0 0 0,1 1 0 0 0,-1 0-1 0 0,1 0 1 0 0,0 0 0 0 0,0 1 0 0 0,0 0-1 0 0,1 0 1 0 0,-7 9 0 0 0,4-3-632 0 0,3 0 0 0 0,0 0 0 0 0,5 0 0 0 0,7-4 0 0 0,10-6 0 0 0,-1-4 0 0 0,-12 1 0 0 0,-1 1 0 0 0,1-1 0 0 0,-1 0 0 0 0,0 0 0 0 0,0 0 0 0 0,0 0 0 0 0,0-1 0 0 0,0 0 0 0 0,-1 0 0 0 0,1 0 0 0 0,-1 0 0 0 0,0 0 0 0 0,0-1 0 0 0,0 0 0 0 0,0 1 0 0 0,4-9 0 0 0,-1 0 0 0 0,-2 0 0 0 0,-2 1 0 0 0,-4-1 0 0 0,-11 7 0 0 0,-6 6 0 0 0,14 0 0 0 0,0-1 0 0 0,1 1 0 0 0,-1 1 0 0 0,1-1 0 0 0,0 1 0 0 0,-1 0 0 0 0,1 0 0 0 0,0 0 0 0 0,0 0 0 0 0,0 1 0 0 0,1 0 0 0 0,-1-1 0 0 0,-6 8 0 0 0,5-6 0 0 0,-12 8 0 0 0,13-6 0 0 0,-5 13 0 0 0,5-9 0 0 0,3 2 0 0 0,8 0 0 0 0,6-6 0 0 0,1-6 0 0 0,-8 0 0 0 0,0-1 0 0 0,0 1 0 0 0,0-1 0 0 0,0-1 0 0 0,0 1 0 0 0,0-1 0 0 0,0 0 0 0 0,-1 0 0 0 0,1-1 0 0 0,-1 0 0 0 0,0 0 0 0 0,1 0 0 0 0,-1-1 0 0 0,5-4 0 0 0,-4 3 0 0 0,-3 2 0 0 0,0 1 0 0 0,0-1 0 0 0,0 0 0 0 0,0-1 0 0 0,0 1 0 0 0,-1 0 0 0 0,0-1 0 0 0,1 0 0 0 0,-1 1 0 0 0,-1-1 0 0 0,1 0 0 0 0,0 0 0 0 0,-1 0 0 0 0,0 0 0 0 0,0-1 0 0 0,1-6 0 0 0,-2-3 0 0 0,-10 2 0 0 0,-5 7 0 0 0,10 5 0 0 0,0 0 0 0 0,0 0 0 0 0,1 1 0 0 0,-1-1 0 0 0,0 1 0 0 0,1 0 0 0 0,-1 0 0 0 0,1 1 0 0 0,-1-1 0 0 0,1 1 0 0 0,0 0 0 0 0,0 0 0 0 0,0 1 0 0 0,0-1 0 0 0,0 1 0 0 0,0 0 0 0 0,-4 4 0 0 0,1-1 0 0 0,-4 2 0 0 0,7-6 0 0 0,0 1 0 0 0,0 0 0 0 0,1 0 0 0 0,-1 0 0 0 0,1 0 0 0 0,0 1 0 0 0,0-1 0 0 0,0 1 0 0 0,0 0 0 0 0,1 0 0 0 0,0 0 0 0 0,0 0 0 0 0,0 0 0 0 0,-2 6 0 0 0,0 1 0 0 0,5 3 0 0 0,8-4 0 0 0,4-7 0 0 0,4-4 0 0 0,-10 0 0 0 0,-1 1 0 0 0,1-1 0 0 0,-1 0 0 0 0,0-1 0 0 0,0 0 0 0 0,0 0 0 0 0,0 0 0 0 0,0 0 0 0 0,0-1 0 0 0,-1 0 0 0 0,1 0 0 0 0,-1-1 0 0 0,1 1 0 0 0,-1-1 0 0 0,-1 0 0 0 0,6-6 0 0 0,-2 3 0 0 0,-5 4 0 0 0,-1 1 0 0 0,1-2 0 0 0,0 1 0 0 0,-1 0 0 0 0,1 0 0 0 0,-1-1 0 0 0,0 1 0 0 0,0-1 0 0 0,0 0 0 0 0,-1 0 0 0 0,1 1 0 0 0,-1-1 0 0 0,0 0 0 0 0,0 0 0 0 0,0 0 0 0 0,-1-1 0 0 0,0 1 0 0 0,1 0 0 0 0,-1 0 0 0 0,-1 0 0 0 0,0-7 0 0 0,-8-11-3000 0 0,8 20 2017 0 0,0 1-1 0 0,-1-1 1 0 0,1 1-1 0 0,-1-1 1 0 0,1 1-1 0 0,-1 0 1 0 0,0 0-1 0 0,0 0 1 0 0,1 0-1 0 0,-1 0 1 0 0,0 0-1 0 0,0 1 1 0 0,0-1-1 0 0,0 1 1 0 0,-4-1-1 0 0,1-1-1135 0 0,2 1-1476 0 0,-1 2 367 0 0,-17 1 275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27.835"/>
    </inkml:context>
    <inkml:brush xml:id="br0">
      <inkml:brushProperty name="width" value="0.025" units="cm"/>
      <inkml:brushProperty name="height" value="0.025" units="cm"/>
      <inkml:brushProperty name="color" value="#008C3A"/>
    </inkml:brush>
  </inkml:definitions>
  <inkml:trace contextRef="#ctx0" brushRef="#br0">1 116 7433 0 0,'0'0'4911'0'0,"1"-5"-2876"0"0,1 1-1359 0 0,1 0 0 0 0,-1 0-1 0 0,1 0 1 0 0,0 1 0 0 0,0-1-1 0 0,0 1 1 0 0,0-1-1 0 0,0 1 1 0 0,1 0 0 0 0,6-4-1 0 0,15-8-807 0 0,-18 11-146 0 0,-1 1-1 0 0,1 0 0 0 0,0 1 1 0 0,-1-1-1 0 0,1 1 0 0 0,1 0 0 0 0,-1 1 1 0 0,0 0-1 0 0,0 0 0 0 0,0 1 1 0 0,13 0-1 0 0,-17-1-552 0 0,0 0 0 0 0,1 0 0 0 0,-1 0 0 0 0,0 0 0 0 0,1-1 0 0 0,-1 1 0 0 0,0-1 0 0 0,0 0 0 0 0,3-2 0 0 0,5-3-5666 0 0,3-1 3693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28.217"/>
    </inkml:context>
    <inkml:brush xml:id="br0">
      <inkml:brushProperty name="width" value="0.025" units="cm"/>
      <inkml:brushProperty name="height" value="0.025" units="cm"/>
      <inkml:brushProperty name="color" value="#008C3A"/>
    </inkml:brush>
  </inkml:definitions>
  <inkml:trace contextRef="#ctx0" brushRef="#br0">1 351 5805 0 0,'4'-6'1754'0'0,"0"1"1"0"0,1 0 0 0 0,0 0 0 0 0,0 1-1 0 0,7-6 1 0 0,28-13-760 0 0,-37 22-1627 0 0,31-12-2229 0 0,3-1-5661 0 0,-25 8 5541 0 0</inkml:trace>
  <inkml:trace contextRef="#ctx0" brushRef="#br0" timeOffset="1">569 44 5160 0 0,'0'0'1565'0'0,"7"-5"1867"0"0,10-4-2164 0 0,-7 1-1184 0 0,5 2-412 0 0,3-2-1128 0 0,-13 3-1728 0 0,5 2 183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28.547"/>
    </inkml:context>
    <inkml:brush xml:id="br0">
      <inkml:brushProperty name="width" value="0.025" units="cm"/>
      <inkml:brushProperty name="height" value="0.025" units="cm"/>
      <inkml:brushProperty name="color" value="#008C3A"/>
    </inkml:brush>
  </inkml:definitions>
  <inkml:trace contextRef="#ctx0" brushRef="#br0">1 66 6685 0 0,'13'-9'3624'0'0,"-3"-1"-776"0"0,2 4-1036 0 0,0-4-1108 0 0,42 0-1288 0 0,-47 13 168 0 0,6-13-2024 0 0,-5 3-2596 0 0,2 0-801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28.909"/>
    </inkml:context>
    <inkml:brush xml:id="br0">
      <inkml:brushProperty name="width" value="0.025" units="cm"/>
      <inkml:brushProperty name="height" value="0.025" units="cm"/>
      <inkml:brushProperty name="color" value="#008C3A"/>
    </inkml:brush>
  </inkml:definitions>
  <inkml:trace contextRef="#ctx0" brushRef="#br0">0 163 4208 0 0,'7'-6'4997'0'0,"6"1"-4097"0"0,22-8-1248 0 0,-42 1-472 0 0,17 10-3777 0 0</inkml:trace>
  <inkml:trace contextRef="#ctx0" brushRef="#br0" timeOffset="1">449 13 5733 0 0,'0'0'1536'0'0,"10"-5"1636"0"0,0-2-9049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29.257"/>
    </inkml:context>
    <inkml:brush xml:id="br0">
      <inkml:brushProperty name="width" value="0.025" units="cm"/>
      <inkml:brushProperty name="height" value="0.025" units="cm"/>
      <inkml:brushProperty name="color" value="#008C3A"/>
    </inkml:brush>
  </inkml:definitions>
  <inkml:trace contextRef="#ctx0" brushRef="#br0">1 142 3508 0 0,'0'0'1660'0'0,"13"-76"-1456"0"0,2 83 729 0 0,-11-5-3338 0 0</inkml:trace>
  <inkml:trace contextRef="#ctx0" brushRef="#br0" timeOffset="1">459 0 4208 0 0,'0'0'5189'0'0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32.787"/>
    </inkml:context>
    <inkml:brush xml:id="br0">
      <inkml:brushProperty name="width" value="0.025" units="cm"/>
      <inkml:brushProperty name="height" value="0.025" units="cm"/>
      <inkml:brushProperty name="color" value="#008C3A"/>
    </inkml:brush>
  </inkml:definitions>
  <inkml:trace contextRef="#ctx0" brushRef="#br0">119 55 7105 0 0,'0'0'12403'0'0,"-1"0"-12133"0"0,0-1 0 0 0,0 1 0 0 0,0-1 0 0 0,1 1-1 0 0,-1-1 1 0 0,0 1 0 0 0,0 0 0 0 0,0 0-1 0 0,0 0 1 0 0,0-1 0 0 0,0 1 0 0 0,0 0 0 0 0,0 0-1 0 0,0 0 1 0 0,0 0 0 0 0,0 1 0 0 0,0-1-1 0 0,-2 1 1 0 0,-5 4 364 0 0,-1 1-1 0 0,1 0 1 0 0,1 1 0 0 0,-1-1-1 0 0,1 2 1 0 0,1-1 0 0 0,-1 1-1 0 0,1 0 1 0 0,0 0-1 0 0,1 1 1 0 0,-6 11 0 0 0,8-14-412 0 0,2-4-197 0 0,0 0 1 0 0,0 1 0 0 0,0-1-1 0 0,0 0 1 0 0,1 1-1 0 0,-1-1 1 0 0,1 0 0 0 0,-1 1-1 0 0,1-1 1 0 0,0 1-1 0 0,0 2 1 0 0,2 8-26 0 0,1-1 0 0 0,-3-11 0 0 0,0 0 0 0 0,1 0 0 0 0,-1-1 0 0 0,1 1 0 0 0,-1 0 0 0 0,1 0 0 0 0,-1 0 0 0 0,1 0 0 0 0,-1-1 0 0 0,1 1 0 0 0,0 0 0 0 0,-1 0 0 0 0,1-1 0 0 0,0 1 0 0 0,0-1 0 0 0,-1 1 0 0 0,1 0 0 0 0,0-1 0 0 0,0 0 0 0 0,0 1 0 0 0,0-1 0 0 0,0 1 0 0 0,0-1 0 0 0,0 0 0 0 0,0 0 0 0 0,0 0 0 0 0,0 1 0 0 0,0-1 0 0 0,0 0 0 0 0,0 0 0 0 0,0 0 0 0 0,0-1 0 0 0,-1 1 0 0 0,3 0 0 0 0,0 0 0 0 0,1 0 0 0 0,1 0 0 0 0,-1 0 0 0 0,0 0 0 0 0,1 0 0 0 0,-1-1 0 0 0,0 1 0 0 0,0-1 0 0 0,1 0 0 0 0,-1-1 0 0 0,0 1 0 0 0,0-1 0 0 0,0 1 0 0 0,0-1 0 0 0,-1-1 0 0 0,1 1 0 0 0,0 0 0 0 0,-1-1 0 0 0,0 0 0 0 0,1 0 0 0 0,-1 0 0 0 0,0 0 0 0 0,-1 0 0 0 0,1 0 0 0 0,0-1 0 0 0,-1 0 0 0 0,0 1 0 0 0,0-1 0 0 0,0 0 0 0 0,0 0 0 0 0,-1 0 0 0 0,1 0 0 0 0,0-8 0 0 0,-2-1 0 0 0,1 11 0 0 0,-1-1 0 0 0,0 1 0 0 0,0 0 0 0 0,0-1 0 0 0,-1 1 0 0 0,1 0 0 0 0,-1 0 0 0 0,1-1 0 0 0,-1 1 0 0 0,0 0 0 0 0,1 0 0 0 0,-1 0 0 0 0,0 0 0 0 0,-1 0 0 0 0,-1-3 0 0 0,-2-2 0 0 0,5 7-26 0 0,-1 0 0 0 0,1-1 0 0 0,0 1 0 0 0,0-1 0 0 0,-1 1-1 0 0,1 0 1 0 0,0-1 0 0 0,0 1 0 0 0,0-1 0 0 0,-1 1 0 0 0,1-1 0 0 0,0 1 0 0 0,0-1 0 0 0,0 1 0 0 0,0-1-1 0 0,0 1 1 0 0,0-1 0 0 0,0 1 0 0 0,0-1 0 0 0,0 1 0 0 0,0-1 0 0 0,0 1 0 0 0,0 0 0 0 0,1-1 0 0 0,-1 1 0 0 0,0-1-1 0 0,0 1 1 0 0,0-1 0 0 0,1 1 0 0 0,-1 0 0 0 0,0-1 0 0 0,0 1 0 0 0,1-1 0 0 0,-1 1 0 0 0,0 0 0 0 0,1-1-1 0 0,-1 1 1 0 0,1 0 0 0 0,-1 0 0 0 0,0-1 0 0 0,1 1 0 0 0,-1 0 0 0 0,1-1 0 0 0,-1 1-34 0 0,1 0 1 0 0,-1 0-1 0 0,0 0 1 0 0,1 0 0 0 0,-1 0-1 0 0,0 0 1 0 0,0 0-1 0 0,1-1 1 0 0,-1 1-1 0 0,0 0 1 0 0,0 0-1 0 0,0 0 1 0 0,1-1 0 0 0,-1 1-1 0 0,0 0 1 0 0,0 0-1 0 0,0 0 1 0 0,0-1-1 0 0,1 1 1 0 0,-1 0-1 0 0,0 0 1 0 0,0-1 0 0 0,0 1-1 0 0,0 0 1 0 0,0 0-1 0 0,0-1 1 0 0,0 1-1 0 0,0 0 1 0 0,0-1-1 0 0,0 1 1 0 0,0 0 0 0 0,0 0-1 0 0,0-1 1 0 0,0 1-1 0 0,0 0 1 0 0,0-1-1 0 0,0 1 1 0 0,0 0-1 0 0,0 0 1 0 0,0-1 0 0 0,0 1-1 0 0,-1 0 1 0 0,-4-11-4671 0 0,5 9 3739 0 0,0 1 1 0 0,0-1-1 0 0,-1 1 0 0 0,1-1 0 0 0,0 1 1 0 0,0 0-1 0 0,0-1 0 0 0,1 1 0 0 0,-1-1 0 0 0,0 1 1 0 0,0-1-1 0 0,1 1 0 0 0,-1-1 0 0 0,1 1 0 0 0,0 0 1 0 0,0-3-1 0 0,13-10-1869 0 0,-2 5-42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34.032"/>
    </inkml:context>
    <inkml:brush xml:id="br0">
      <inkml:brushProperty name="width" value="0.025" units="cm"/>
      <inkml:brushProperty name="height" value="0.025" units="cm"/>
      <inkml:brushProperty name="color" value="#008C3A"/>
    </inkml:brush>
  </inkml:definitions>
  <inkml:trace contextRef="#ctx0" brushRef="#br0">0 1 3348 0 0,'0'0'4033'0'0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34.394"/>
    </inkml:context>
    <inkml:brush xml:id="br0">
      <inkml:brushProperty name="width" value="0.025" units="cm"/>
      <inkml:brushProperty name="height" value="0.025" units="cm"/>
      <inkml:brushProperty name="color" value="#008C3A"/>
    </inkml:brush>
  </inkml:definitions>
  <inkml:trace contextRef="#ctx0" brushRef="#br0">1 18 1852 0 0,'13'-2'1124'0'0,"-3"-1"-272"0"0,8-5-884 0 0,-3 3-744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5:35.243"/>
    </inkml:context>
    <inkml:brush xml:id="br0">
      <inkml:brushProperty name="width" value="0.025" units="cm"/>
      <inkml:brushProperty name="height" value="0.025" units="cm"/>
      <inkml:brushProperty name="color" value="#008C3A"/>
    </inkml:brush>
  </inkml:definitions>
  <inkml:trace contextRef="#ctx0" brushRef="#br0">32 25 5148 0 0,'0'0'3551'0'0,"-5"-2"-2685"0"0,-12-6 9094 0 0,7 3 3215 0 0,45 15-13108 0 0,-10-4-67 0 0,-2-2 0 0 0,16-5 0 0 0,7 1 0 0 0,1-1 0 0 0,81-15 0 0 0,-35 4 0 0 0,-76 13 0 0 0,-17-1 0 0 0,1 1 0 0 0,-1-1 0 0 0,1 1 0 0 0,-1-1 0 0 0,1 1 0 0 0,-1-1 0 0 0,1 1 0 0 0,-1-1 0 0 0,1 1 0 0 0,-1-1 0 0 0,0 1 0 0 0,1-1 0 0 0,-1 1 0 0 0,0 0 0 0 0,1-1 0 0 0,-1 1 0 0 0,0 0 0 0 0,0-1 0 0 0,0 1 0 0 0,0 0 0 0 0,0-1 0 0 0,1 1 0 0 0,-1 1 0 0 0,-7 22 0 0 0,-88 166-1027 0 0,67-148-11376 0 0,6-11-2557 0 0,15-21 12067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6:18.997"/>
    </inkml:context>
    <inkml:brush xml:id="br0">
      <inkml:brushProperty name="width" value="0.025" units="cm"/>
      <inkml:brushProperty name="height" value="0.025" units="cm"/>
      <inkml:brushProperty name="color" value="#33CCFF"/>
    </inkml:brush>
  </inkml:definitions>
  <inkml:trace contextRef="#ctx0" brushRef="#br0">58 1 2732 0 0,'0'0'3176'0'0,"-3"2"-286"0"0,-13 11 20740 0 0,11-9-20559 0 0,3-2-5826 0 0,-5 5 2778 0 0,0 0-23 0 0,1 1 0 0 0,0-1 0 0 0,1 7 0 0 0,5 6 0 0 0,1-1 0 0 0,0-2 0 0 0,3-1 0 0 0,-1 1 0 0 0,-1-2 0 0 0,2-1 0 0 0,1 3 0 0 0,-1-1 0 0 0,-1-3 0 0 0,2 0 0 0 0,0 2 0 0 0,0 3 0 0 0,-3-1 0 0 0,3 7 0 0 0,0-1 0 0 0,2 0 0 0 0,0 0 0 0 0,2 0 0 0 0,0-1 0 0 0,19 30 0 0 0,-12-20 0 0 0,100 185 0 0 0,-8-8 0 0 0,-85-173 0 0 0,2-2 0 0 0,2 0 0 0 0,1-2 0 0 0,1-1 0 0 0,2-1 0 0 0,1-1 0 0 0,1-2 0 0 0,47 29 0 0 0,152 79 0 0 0,-65-70 0 0 0,-68-32 0 0 0,266 78 0 0 0,202 3 0 0 0,-478-106 0 0 0,-40-6 0 0 0,63-6 0 0 0,-44-3 0 0 0,-1-3 0 0 0,1-3 0 0 0,-2-2 0 0 0,121-47 0 0 0,-149 46 0 0 0,391-186 0 0 0,-361 156 0 0 0,-1-3 0 0 0,72-69 0 0 0,-115 97 0 0 0,139-139 0 0 0,-74 69 0 0 0,63-78 0 0 0,-52 54 0 0 0,-68 79 0 0 0,-1-1 0 0 0,32-50 0 0 0,47-82 0 0 0,-104 161 0 0 0,1-2 0 0 0,-2 0 0 0 0,0-1 0 0 0,0 2 0 0 0,-1 0 0 0 0,2 0 0 0 0,-2-1 0 0 0,1 0 0 0 0,1 0 0 0 0,-3 4 0 0 0,-2 4 0 0 0,3-8 0 0 0,-3 8 0 0 0,4-7 0 0 0,2-2 0 0 0,-2 0 0 0 0,-2 0 0 0 0,2 3 0 0 0,0-2 0 0 0,0 1 0 0 0,0 1 0 0 0,0-1 0 0 0,2 0 0 0 0,-2 0 0 0 0,-2 0 0 0 0,2 1 0 0 0,-1 1-811 0 0,-8 0-10478 0 0,1-2 8957 0 0,-2 5-5900 0 0,5 3 7465 0 0,-7-5-549 0 0,2 4-3112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6:20.350"/>
    </inkml:context>
    <inkml:brush xml:id="br0">
      <inkml:brushProperty name="width" value="0.025" units="cm"/>
      <inkml:brushProperty name="height" value="0.025" units="cm"/>
      <inkml:brushProperty name="color" value="#33CCFF"/>
    </inkml:brush>
  </inkml:definitions>
  <inkml:trace contextRef="#ctx0" brushRef="#br0">316 82 3080 0 0,'0'0'1854'0'0,"5"-21"18942"0"0,-15 22-20573 0 0,-18 5 558 0 0,0 1 0 0 0,1 1 0 0 0,0 1-1 0 0,1 1 1 0 0,-28 15 0 0 0,49-21-610 0 0,-2 0 58 0 0,-11 5 273 0 0,5-2-116 0 0,3-1-74 0 0,-52 29 217 0 0,60-34-529 0 0,-1 1 0 0 0,4-4 0 0 0,20-18 0 0 0,-6 9 0 0 0,-4 2 0 0 0,-1 0 0 0 0,4-2 0 0 0,-3 1 0 0 0,1 2 0 0 0,2 0 0 0 0,0-1 0 0 0,-1 1 0 0 0,2-1 0 0 0,0 1 0 0 0,-1 1 0 0 0,-1 0 0 0 0,-2 0 0 0 0,4-1 0 0 0,0 1 0 0 0,-3-1 0 0 0,1-1 0 0 0,0 2 0 0 0,0 0 0 0 0,2 2 0 0 0,2 6 0 0 0,-7 4 0 0 0,-3-1 0 0 0,6 7 0 0 0,-9-8 0 0 0,3 3 0 0 0,2 5 0 0 0,2 3 0 0 0,7 14-2112 0 0,-3 0-6020 0 0,5 4-2654 0 0,-13-26 6087 0 0,1-4 3561 0 0,-6-2 187 0 0,1 2-1922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7:07.318"/>
    </inkml:context>
    <inkml:brush xml:id="br0">
      <inkml:brushProperty name="width" value="0.025" units="cm"/>
      <inkml:brushProperty name="height" value="0.025" units="cm"/>
      <inkml:brushProperty name="color" value="#33CCFF"/>
    </inkml:brush>
  </inkml:definitions>
  <inkml:trace contextRef="#ctx0" brushRef="#br0">200 62 2280 0 0,'-4'0'26292'0'0,"0"1"-24269"0"0,-9 2-6372 0 0,7-1 6596 0 0,0 1-1328 0 0,0 14 1545 0 0,6-16-2354 0 0,2 14 626 0 0,8-3-691 0 0,-10-11-45 0 0,1-1 0 0 0,-1 0 0 0 0,1 0 0 0 0,0 1 0 0 0,-1-1 0 0 0,1 0 0 0 0,-1 0 0 0 0,1 1 0 0 0,-1-1 0 0 0,1 0 0 0 0,0 0 0 0 0,-1 0 0 0 0,1 0 0 0 0,0 0 0 0 0,-1 0 0 0 0,1 0 0 0 0,-1 0 0 0 0,1 0 0 0 0,0 0 0 0 0,-1-1 0 0 0,1 1 0 0 0,-1 0 0 0 0,1 0 0 0 0,-1 0 0 0 0,2-1 0 0 0,14-15 0 0 0,-7 2 0 0 0,-6 0 0 0 0,-4 13 0 0 0,1 1 0 0 0,0-1 0 0 0,0 0 0 0 0,0 1 0 0 0,-1-1 0 0 0,1 0 0 0 0,0 1 0 0 0,-1-1 0 0 0,1 1 0 0 0,-1-1 0 0 0,1 0 0 0 0,-1 1 0 0 0,1-1 0 0 0,0 1 0 0 0,-1 0 0 0 0,0-1 0 0 0,1 1 0 0 0,-1-1 0 0 0,1 1 0 0 0,-1 0 0 0 0,0-1 0 0 0,1 1 0 0 0,-1 0 0 0 0,0 0 0 0 0,1-1 0 0 0,-1 1 0 0 0,-1 0 0 0 0,-29 10 0 0 0,12 2 0 0 0,6-1 0 0 0,0 2 0 0 0,1-1 0 0 0,4-1 0 0 0,1 0 0 0 0,4 3 0 0 0,3-13 0 0 0,0 0 0 0 0,0 0 0 0 0,1 0 0 0 0,-1-1 0 0 0,0 1 0 0 0,1 0 0 0 0,-1 0 0 0 0,1 0 0 0 0,-1 0 0 0 0,1 0 0 0 0,-1-1 0 0 0,1 1 0 0 0,-1 0 0 0 0,1 0 0 0 0,0-1 0 0 0,0 1 0 0 0,-1-1 0 0 0,2 2 0 0 0,23-1 0 0 0,8-8 0 0 0,-27 1 0 0 0,-3 2 0 0 0,34-28 0 0 0,-27 21 0 0 0,-1-2 0 0 0,-2-1 0 0 0,-7-2 0 0 0,-15 0 0 0 0,-6 11 0 0 0,-5 7 0 0 0,13-1 0 0 0,11-1 0 0 0,1 0 0 0 0,0 0 0 0 0,-1 0 0 0 0,1 0 0 0 0,-1 0 0 0 0,1 0 0 0 0,-1 0 0 0 0,1 1 0 0 0,-1-1 0 0 0,1 1 0 0 0,0-1 0 0 0,-1 1 0 0 0,1-1 0 0 0,0 1 0 0 0,-1 0 0 0 0,1-1 0 0 0,-2 3 0 0 0,-11 9 0 0 0,0-3 0 0 0,-1 2 0 0 0,3 2 0 0 0,4 1 0 0 0,0-3 0 0 0,5 4 0 0 0,10 4 0 0 0,4-9 0 0 0,7-5 0 0 0,5-6 0 0 0,1-4 0 0 0,2-5 0 0 0,-22 4 0 0 0,-2 2 0 0 0,5-6 0 0 0,0-4 0 0 0,0-1 0 0 0,-5-1 0 0 0,-7-6 0 0 0,-6 7 0 0 0,-2 6 0 0 0,0 3 0 0 0,-3 1 0 0 0,-3 0 0 0 0,-4 4 0 0 0,0 6 0 0 0,7 5 0 0 0,8 2 0 0 0,3 0 0 0 0,1 6 0 0 0,6 0 0 0 0,7-3 0 0 0,4-5 0 0 0,2-2 0 0 0,3-2 0 0 0,1-3 0 0 0,2-1 0 0 0,1-2 0 0 0,0-1 0 0 0,-21 1 0 0 0,0 0 0 0 0,-1 0 0 0 0,1 0 0 0 0,0 0 0 0 0,0 0 0 0 0,0 0 0 0 0,0 0 0 0 0,0-1 0 0 0,-1 1 0 0 0,1 0 0 0 0,0 0 0 0 0,0-1 0 0 0,0 1 0 0 0,-1 0 0 0 0,1-1 0 0 0,0 1 0 0 0,0-1 0 0 0,-1 1 0 0 0,1-1 0 0 0,0 1 0 0 0,-1-1 0 0 0,2-1 0 0 0,11-9 0 0 0,-12 11 0 0 0,2-2 0 0 0,0 0 0 0 0,0 0 0 0 0,0 0 0 0 0,-1 0 0 0 0,1 0 0 0 0,0-1 0 0 0,-1 1 0 0 0,0-1 0 0 0,1 0 0 0 0,-1 0 0 0 0,0 0 0 0 0,0 0 0 0 0,-1 0 0 0 0,1 0 0 0 0,-1 0 0 0 0,0 0 0 0 0,1-1 0 0 0,-1 1 0 0 0,-1-1 0 0 0,2-5 0 0 0,0-9 0 0 0,-6-1 0 0 0,-5 3 0 0 0,-6 6 0 0 0,-3 6 0 0 0,-7 6 0 0 0,21-2 0 0 0,0 1 0 0 0,0 0 0 0 0,-1 0 0 0 0,1 0 0 0 0,0 0 0 0 0,0 1 0 0 0,0-1 0 0 0,1 1 0 0 0,-1 0 0 0 0,0 0 0 0 0,1 1 0 0 0,-1-1 0 0 0,1 1 0 0 0,-6 5 0 0 0,6-5 0 0 0,-17 10 0 0 0,15-7 0 0 0,-13 23 0 0 0,9-14 0 0 0,4-1 0 0 0,2 0 0 0 0,7 5 0 0 0,4-5 0 0 0,2-6 0 0 0,5-4 0 0 0,4-3 0 0 0,2-3 0 0 0,-1-2 0 0 0,-4-8 0 0 0,-2 2 0 0 0,-1-1 0 0 0,-3 1 0 0 0,-9-3 0 0 0,-16-6 0 0 0,-5 13 0 0 0,-5 7 0 0 0,3 1 0 0 0,2 3 0 0 0,1 2 0 0 0,-8 2 0 0 0,23-6 0 0 0,-21 19 0 0 0,12-11 0 0 0,2 1 0 0 0,3-1 0 0 0,3 2 0 0 0,7 2 0 0 0,-2-14 0 0 0,1 0 0 0 0,-1-1 0 0 0,1 1 0 0 0,-1-1 0 0 0,1 1 0 0 0,0 0 0 0 0,-1-1 0 0 0,1 1 0 0 0,0-1 0 0 0,-1 0 0 0 0,1 1 0 0 0,0-1 0 0 0,0 1 0 0 0,-1-1 0 0 0,1 0 0 0 0,0 0 0 0 0,0 0 0 0 0,0 1 0 0 0,1-1 0 0 0,25-2 0 0 0,-18 0 0 0 0,0-1 0 0 0,-1 0 0 0 0,0 0 0 0 0,1-1 0 0 0,-1 0 0 0 0,-1 0 0 0 0,1-1 0 0 0,-1 0 0 0 0,1 0 0 0 0,-1-1 0 0 0,-1 0 0 0 0,1 0 0 0 0,-1-1 0 0 0,0 1 0 0 0,-1-1 0 0 0,9-14 0 0 0,-7 9 0 0 0,-3-2 0 0 0,-7-3 0 0 0,-13 4 0 0 0,-2 9 0 0 0,-4 5 0 0 0,-4 2 0 0 0,6 3 0 0 0,-18 2-632 0 0,38-8 589 0 0,0 0 1 0 0,0 0 0 0 0,-1 0 0 0 0,1 0 0 0 0,0 0 0 0 0,-1 0 0 0 0,1 0 0 0 0,0 0 0 0 0,0 0 0 0 0,-1 0 0 0 0,1 0 0 0 0,0 0 0 0 0,0 0 0 0 0,-1-1 0 0 0,1 1-1 0 0,0 0 1 0 0,0 0 0 0 0,-1 0 0 0 0,1 0 0 0 0,0 0 0 0 0,0-1 0 0 0,0 1 0 0 0,-1 0 0 0 0,1 0 0 0 0,0 0 0 0 0,0-1 0 0 0,0 1 0 0 0,0 0 0 0 0,-1 0 0 0 0,1-1-1 0 0,0 1 1 0 0,0 0 0 0 0,0 0 0 0 0,0-1 0 0 0,0 1 0 0 0,-3-6-853 0 0,-5 9-1853 0 0,6 0 713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7:08.287"/>
    </inkml:context>
    <inkml:brush xml:id="br0">
      <inkml:brushProperty name="width" value="0.025" units="cm"/>
      <inkml:brushProperty name="height" value="0.025" units="cm"/>
      <inkml:brushProperty name="color" value="#33CCFF"/>
    </inkml:brush>
  </inkml:definitions>
  <inkml:trace contextRef="#ctx0" brushRef="#br0">405 28 6509 0 0,'0'0'17565'0'0,"-8"4"-16338"0"0,-8 5-684 0 0,1 1 1 0 0,0 0-1 0 0,0 1 1 0 0,1 1-1 0 0,-12 14 1 0 0,-71 80 3274 0 0,66-72-3431 0 0,-121 147-387 0 0,144-170 0 0 0,0 3 0 0 0,10-11 0 0 0,6-7 0 0 0,7-6 0 0 0,18-23 0 0 0,-1-2 0 0 0,35-50 0 0 0,-19 23 0 0 0,125-132 0 0 0,-164 182 0 0 0,1 1 0 0 0,-1 1 0 0 0,-8 10 0 0 0,-1 0 0 0 0,0-1 0 0 0,1 1 0 0 0,-1 0 0 0 0,0 0 0 0 0,1 0 0 0 0,-1-1 0 0 0,0 1 0 0 0,1 0 0 0 0,-1 0 0 0 0,1 0 0 0 0,-1 0 0 0 0,0 0 0 0 0,1-1 0 0 0,-1 1 0 0 0,1 0 0 0 0,-1 0 0 0 0,1 0 0 0 0,-1 0 0 0 0,0 0 0 0 0,1 1 0 0 0,-1-1 0 0 0,1 0 0 0 0,-1 0 0 0 0,1 0 0 0 0,-1 0 0 0 0,0 0 0 0 0,1 0 0 0 0,-1 1 0 0 0,1-1 0 0 0,8 23 0 0 0,-5 10 0 0 0,-1 0 0 0 0,-2 0 0 0 0,-4 41 0 0 0,0 4 0 0 0,3-51 0 0 0,1-1 0 0 0,1 1 0 0 0,1-1 0 0 0,2 1 0 0 0,12 43 0 0 0,-12-61 0 0 0,-1 2-50 0 0,-3-9-573 0 0,6 5-6115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7:08.639"/>
    </inkml:context>
    <inkml:brush xml:id="br0">
      <inkml:brushProperty name="width" value="0.025" units="cm"/>
      <inkml:brushProperty name="height" value="0.025" units="cm"/>
      <inkml:brushProperty name="color" value="#33CCFF"/>
    </inkml:brush>
  </inkml:definitions>
  <inkml:trace contextRef="#ctx0" brushRef="#br0">14 71 9521 0 0,'-3'0'4192'0'0,"-7"-6"11308"0"0,34-2-14516 0 0,1 2-1 0 0,0 1 1 0 0,0 0-1 0 0,29 0 1 0 0,18 0-4313 0 0,-7 0-8888 0 0,-65 5 11847 0 0,14-2-4881 0 0,12-6 1562 0 0,-15 2-1665 0 0,3-3 2557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7:00.854"/>
    </inkml:context>
    <inkml:brush xml:id="br0">
      <inkml:brushProperty name="width" value="0.025" units="cm"/>
      <inkml:brushProperty name="height" value="0.025" units="cm"/>
      <inkml:brushProperty name="color" value="#33CCFF"/>
    </inkml:brush>
  </inkml:definitions>
  <inkml:trace contextRef="#ctx0" brushRef="#br0">2555 1827 2856 0 0,'2'-2'2999'0'0,"8"-16"21092"0"0,-8 13-20607 0 0,-1 1-5602 0 0,-1-4 2559 0 0,15-63 573 0 0,-11 53-1014 0 0,0 1 0 0 0,-2 4 0 0 0,1-4 0 0 0,2-2 0 0 0,-1 5 0 0 0,-1-3 0 0 0,-1-1 0 0 0,1 1 0 0 0,2-1 0 0 0,-3 0 0 0 0,-1 0 0 0 0,1 3 0 0 0,1 0 0 0 0,1 1 0 0 0,-1 0 0 0 0,0-2 0 0 0,1-1 0 0 0,0-1 0 0 0,-3 2 0 0 0,0 0 0 0 0,1-1 0 0 0,1 0 0 0 0,-1-2 0 0 0,-2 1 0 0 0,0 1 0 0 0,0-4 0 0 0,-1 3 0 0 0,0-1 0 0 0,-2 0 0 0 0,0-2 0 0 0,1 3 0 0 0,-1 0 0 0 0,-1 2 0 0 0,2-2 0 0 0,1-1 0 0 0,-4 3 0 0 0,1 1 0 0 0,0 0 0 0 0,-3-1 0 0 0,1-1 0 0 0,-1 0 0 0 0,-1 2 0 0 0,-1-2 0 0 0,1 0 0 0 0,0-1 0 0 0,-1 1 0 0 0,1 1 0 0 0,0 1 0 0 0,1 1 0 0 0,0 0 0 0 0,1 0 0 0 0,-2 1 0 0 0,0-2 0 0 0,3 3 0 0 0,-3-3 0 0 0,1 2 0 0 0,-2-2 0 0 0,3 3 0 0 0,-1-2 0 0 0,-2 0 0 0 0,2 1 0 0 0,-4 0 0 0 0,3-1 0 0 0,-2 1 0 0 0,1 1 0 0 0,-4-3 0 0 0,4 3 0 0 0,-1 1 0 0 0,-2-2 0 0 0,2 4 0 0 0,-1-1 0 0 0,1-1 0 0 0,-2 0 0 0 0,1 3 0 0 0,0-4 0 0 0,-2 1 0 0 0,0 2 0 0 0,-47-33 0 0 0,-87-51 0 0 0,67 46 0 0 0,36 22 0 0 0,-29-9 0 0 0,-41-19 0 0 0,-1 3 0 0 0,-87-22 0 0 0,148 55 0 0 0,35 11 0 0 0,-1 1 0 0 0,9 2 0 0 0,5 1 0 0 0,-12-4 0 0 0,11 5 0 0 0,-4-1 0 0 0,-7-2 0 0 0,1 0 0 0 0,-3 0 0 0 0,-1 0 0 0 0,1 0 0 0 0,0-1 0 0 0,0 1 0 0 0,2-1 0 0 0,-2 3 0 0 0,-1-3 0 0 0,20 5 0 0 0,-18-4 0 0 0,15 3 0 0 0,-10-3 0 0 0,-4 2 0 0 0,0-1 0 0 0,-4-1 0 0 0,2 1 0 0 0,-2 1 0 0 0,0 0 0 0 0,1 1 0 0 0,-2 1 0 0 0,-2 0 0 0 0,2 0 0 0 0,-49 4 0 0 0,11 6 0 0 0,4 3 0 0 0,33-6 0 0 0,-44 13 0 0 0,51-16 0 0 0,10-2 0 0 0,-2 2 0 0 0,-9 3 0 0 0,4-1 0 0 0,1 0 0 0 0,1 3 0 0 0,-4 2 0 0 0,0-1 0 0 0,-25 12 0 0 0,7-3 0 0 0,-1-1 0 0 0,-7 7 0 0 0,-4 5 0 0 0,39-28 0 0 0,-38 34 0 0 0,33-26 0 0 0,0 0 0 0 0,0 0 0 0 0,-1 1 0 0 0,-1-1 0 0 0,0 1 0 0 0,2-2 0 0 0,0 0 0 0 0,0-1 0 0 0,1 1 0 0 0,-2 1 0 0 0,0 0 0 0 0,2-1 0 0 0,-1-2 0 0 0,0 1 0 0 0,4 0-268 0 0,6-6-1730 0 0,10-6-7794 0 0,20-11 6097 0 0,-19 9 1352 0 0,-1 0-1 0 0,1 0 1 0 0,-1-1 0 0 0,9-10-1 0 0,-3 2-601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7:02.310"/>
    </inkml:context>
    <inkml:brush xml:id="br0">
      <inkml:brushProperty name="width" value="0.025" units="cm"/>
      <inkml:brushProperty name="height" value="0.025" units="cm"/>
      <inkml:brushProperty name="color" value="#33CCFF"/>
    </inkml:brush>
  </inkml:definitions>
  <inkml:trace contextRef="#ctx0" brushRef="#br0">146 0 4196 0 0,'5'1'28536'0'0,"-63"115"-28501"0"0,32-69-35 0 0,24-41 0 0 0,-15 33 0 0 0,7-25 0 0 0,2-2 0 0 0,0 0 0 0 0,1 0 0 0 0,0 1 0 0 0,1-1 0 0 0,5 0 0 0 0,20-3 0 0 0,3-5 0 0 0,-2-2 0 0 0,1 0 0 0 0,2-1 0 0 0,11 2 0 0 0,-34-3 0 0 0,84-4 0 0 0,-61 3 0 0 0,0 0 0 0 0,-1 0 0 0 0,-3 0 0 0 0,5 0 0 0 0,-2 0 0 0 0,-4 0 0 0 0,-3 0 0 0 0,-4 0-215 0 0,-8 1-1565 0 0,4-2-5989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7:10.992"/>
    </inkml:context>
    <inkml:brush xml:id="br0">
      <inkml:brushProperty name="width" value="0.025" units="cm"/>
      <inkml:brushProperty name="height" value="0.025" units="cm"/>
      <inkml:brushProperty name="color" value="#33CCFF"/>
    </inkml:brush>
  </inkml:definitions>
  <inkml:trace contextRef="#ctx0" brushRef="#br0">81 133 6717 0 0,'-5'-42'17477'0'0,"6"35"-14508"0"0,-6-5 1821 0 0,4 12-4746 0 0,0-1-1 0 0,0 1 1 0 0,0 0-1 0 0,0 0 1 0 0,0-1 0 0 0,0 1-1 0 0,0 0 1 0 0,0 0-1 0 0,0 0 1 0 0,0 0 0 0 0,-1 0-1 0 0,1 0 1 0 0,0 1-1 0 0,0-1 1 0 0,0 0-1 0 0,0 0 1 0 0,-1 1 0 0 0,-17 8-15 0 0,7 4-29 0 0,6 1 0 0 0,5 5 0 0 0,7-2 0 0 0,5-5 0 0 0,3-5 0 0 0,3-4 0 0 0,6-4 0 0 0,1-6 0 0 0,-8 0 0 0 0,-3-2 0 0 0,0-3 0 0 0,-7 5 0 0 0,-2 2 0 0 0,3-7 0 0 0,-4 7 0 0 0,-1-4 0 0 0,-2 8 0 0 0,0 1 0 0 0,1-1 0 0 0,-1 1 0 0 0,0-1 0 0 0,0 0 0 0 0,0 1 0 0 0,0-1 0 0 0,0 0 0 0 0,0 1 0 0 0,0-1 0 0 0,-1 1 0 0 0,1-1 0 0 0,0 0 0 0 0,0 1 0 0 0,0-1 0 0 0,-1 1 0 0 0,1-1 0 0 0,0 1 0 0 0,-1-1 0 0 0,1 1 0 0 0,0-1 0 0 0,-1 1 0 0 0,0-2 0 0 0,0 2 0 0 0,0-1 0 0 0,-1 0 0 0 0,1 1 0 0 0,-1 0 0 0 0,1-1 0 0 0,-1 1 0 0 0,1-1 0 0 0,-1 1 0 0 0,1 0 0 0 0,-1 0 0 0 0,1 0 0 0 0,-1 0 0 0 0,0 0 0 0 0,-1 1 0 0 0,-27 8 0 0 0,15-1 0 0 0,2-1 0 0 0,0 4 0 0 0,5 0 0 0 0,10 3 0 0 0,15-4 0 0 0,1-7 0 0 0,6-3 0 0 0,0-2 0 0 0,1 0 0 0 0,-13-1 0 0 0,5-8 0 0 0,9-5 0 0 0,-13 3 0 0 0,-3-1 0 0 0,-6 0 0 0 0,-10-6 0 0 0,-11 7 0 0 0,-1 5 0 0 0,-1 5 0 0 0,-3 3 0 0 0,-7 0 0 0 0,28 0 0 0 0,0 0 0 0 0,-1 0 0 0 0,1 0 0 0 0,-1 0 0 0 0,1 0 0 0 0,-1 0 0 0 0,1 0 0 0 0,0 0 0 0 0,-1 1 0 0 0,1-1 0 0 0,-1 1 0 0 0,1-1 0 0 0,0 1 0 0 0,-1-1 0 0 0,0 2 0 0 0,-24 11 0 0 0,21-11 0 0 0,-2 0 0 0 0,0 1 0 0 0,0 1 0 0 0,1-1 0 0 0,-1 1 0 0 0,1 0 0 0 0,0 1 0 0 0,0-1 0 0 0,-9 10 0 0 0,4-4 0 0 0,3 0 0 0 0,1 3 0 0 0,13 5 0 0 0,10-10 0 0 0,2-6 0 0 0,-13-2 0 0 0,0 0 0 0 0,0 0 0 0 0,0 0 0 0 0,0-1 0 0 0,0 0 0 0 0,0 0 0 0 0,0 0 0 0 0,0 0 0 0 0,-1-1 0 0 0,1 1 0 0 0,0-1 0 0 0,-1-1 0 0 0,0 1 0 0 0,1-1 0 0 0,6-5 0 0 0,4-2 0 0 0,-2 2 0 0 0,-2-1 0 0 0,1-7 0 0 0,-3 2 0 0 0,-4 0 0 0 0,-6-2 0 0 0,-8-1 0 0 0,-6 7 0 0 0,1 3 0 0 0,5 3-23 0 0,7 4-994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7:12.692"/>
    </inkml:context>
    <inkml:brush xml:id="br0">
      <inkml:brushProperty name="width" value="0.025" units="cm"/>
      <inkml:brushProperty name="height" value="0.025" units="cm"/>
      <inkml:brushProperty name="color" value="#33CCFF"/>
    </inkml:brush>
  </inkml:definitions>
  <inkml:trace contextRef="#ctx0" brushRef="#br0">127 1 8137 0 0,'-1'3'18208'0'0,"-6"32"-17184"0"0,-98 370 4374 0 0,95-338-5398 0 0,9-57 0 0 0,-1 5 0 0 0,2 6-53 0 0,2-18-321 0 0,0-2-162 0 0,-1 1-1490 0 0,6 1-3781 0 0,13-22-15059 0 0,-16 15 18057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7:13.486"/>
    </inkml:context>
    <inkml:brush xml:id="br0">
      <inkml:brushProperty name="width" value="0.025" units="cm"/>
      <inkml:brushProperty name="height" value="0.025" units="cm"/>
      <inkml:brushProperty name="color" value="#33CCFF"/>
    </inkml:brush>
  </inkml:definitions>
  <inkml:trace contextRef="#ctx0" brushRef="#br0">61 179 5845 0 0,'0'0'1892'0'0,"1"-4"-155"0"0,-1-3-692 0 0,2 0 0 0 0,-1 1 1 0 0,1-1-1 0 0,0 1 0 0 0,0-1 1 0 0,1 1-1 0 0,5-10 0 0 0,-3 10-636 0 0,-1-1 0 0 0,1 1 0 0 0,0 1 1 0 0,1-1-1 0 0,0 1 0 0 0,0 0 0 0 0,0 0 0 0 0,0 0 0 0 0,1 1 0 0 0,-1 0 0 0 0,10-4 0 0 0,2 0 113 0 0,2 0-1 0 0,-1 2 1 0 0,1 0 0 0 0,0 1 0 0 0,1 1 0 0 0,26-2-1 0 0,-6 3 258 0 0,82 6 0 0 0,-121-3-742 0 0,0 0 0 0 0,-1 0 0 0 0,1 0 0 0 0,-1 1-1 0 0,1-1 1 0 0,-1 1 0 0 0,1-1 0 0 0,-1 1 0 0 0,1 0 0 0 0,-1 0 0 0 0,0-1 0 0 0,1 1 0 0 0,-1 0 0 0 0,0 0 0 0 0,0 0 0 0 0,0 0 0 0 0,0 1 0 0 0,0-1 0 0 0,0 0 0 0 0,0 0 0 0 0,0 1 0 0 0,0-1 0 0 0,0 0 0 0 0,-1 1 0 0 0,1-1 0 0 0,0 3 0 0 0,0-2 390 0 0,-4 3-220 0 0,-13 14 119 0 0,-1 0 0 0 0,-1-2-1 0 0,0 0 1 0 0,-1 0-1 0 0,-42 25 1 0 0,36-24-303 0 0,23-16-48 0 0,-9 8 19 0 0,11-10 5 0 0,-1 1 0 0 0,1-1 0 0 0,0 0 1 0 0,-1 1-1 0 0,1-1 0 0 0,0 0 0 0 0,-1 1 1 0 0,1-1-1 0 0,0 1 0 0 0,-1-1 0 0 0,1 1 1 0 0,0-1-1 0 0,0 0 0 0 0,0 1 1 0 0,-1-1-1 0 0,1 1 0 0 0,0-1 0 0 0,0 1 1 0 0,0-1-1 0 0,0 1 0 0 0,0-1 0 0 0,0 1 1 0 0,0-1-1 0 0,0 1 0 0 0,0-1 0 0 0,0 1 1 0 0,0-1-1 0 0,0 1 0 0 0,1-1 1 0 0,-1 1-1 0 0,0-1 0 0 0,0 1 0 0 0,0-1 1 0 0,1 1-1 0 0,10 6 17 0 0,0-1 0 0 0,0 0 0 0 0,1 0 1 0 0,0-1-1 0 0,0-1 0 0 0,21 5 0 0 0,-3 2-34 0 0,-2 2-25 0 0,-22-10 40 0 0,19 18-157 0 0,-22-19 182 0 0,2 6-5 0 0,-4-5-14 0 0,-1-1 4 0 0,1 3 19 0 0,0 0-13 0 0,-1 1 1 0 0,0-1 0 0 0,0 1-1 0 0,0-1 1 0 0,-1 0-1 0 0,0 1 1 0 0,0-1-1 0 0,0 0 1 0 0,0 0 0 0 0,-1 1-1 0 0,0-1 1 0 0,0 0-1 0 0,-1-1 1 0 0,-4 9 0 0 0,0-4 49 0 0,1 0 1 0 0,-2-1-1 0 0,1 0 1 0 0,-1-1 0 0 0,0 1-1 0 0,-17 10 1 0 0,-40 20 270 0 0,21-17-156 0 0,2-4-67 0 0,17-8-87 0 0,5-3-24 0 0,-14 4 0 0 0,30-9 0 0 0,-14 2 0 0 0,11-2-438 0 0,1-1 0 0 0,-1 0-1 0 0,1 0 1 0 0,-1-1 0 0 0,1 0 0 0 0,-1 0 0 0 0,1 0-1 0 0,0-1 1 0 0,0 0 0 0 0,0 0 0 0 0,0 0-1 0 0,0-1 1 0 0,0 0 0 0 0,0 0 0 0 0,1 0 0 0 0,0-1-1 0 0,-8-6 1 0 0,7 5-732 0 0,-11-12-6183 0 0,2 1 1750 0 0,2 7-973 0 0,-9-3 3655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9:07.304"/>
    </inkml:context>
    <inkml:brush xml:id="br0">
      <inkml:brushProperty name="width" value="0.025" units="cm"/>
      <inkml:brushProperty name="height" value="0.025" units="cm"/>
      <inkml:brushProperty name="color" value="#5B2D90"/>
    </inkml:brush>
  </inkml:definitions>
  <inkml:trace contextRef="#ctx0" brushRef="#br0">1 633 4912 0 0,'0'0'25238'0'0,"3"-6"-24993"0"0,10-16-1 0 0,-9 17 198 0 0,-1-1-301 0 0,0 1 0 0 0,1-1 1 0 0,0 1-1 0 0,1 0 0 0 0,-1 0 0 0 0,1 1 1 0 0,10-9-1 0 0,23-21 135 0 0,45-53-1 0 0,-20 19-329 0 0,-48 51 93 0 0,37-34-95 0 0,-4 2 37 0 0,-29 32 48 0 0,39-42 37 0 0,-46 49-66 0 0,-2 1 0 0 0,4-5-3 0 0,-15 14-6 0 0,-2 1 1 0 0,6-6 1 0 0,47-42-1 0 0,-42 39 34 0 0,2-3-17 0 0,2 0-9 0 0,-1 1 0 0 0,4-1 0 0 0,-5-1 0 0 0,5-8 0 0 0,-15 19 0 0 0,0 2 0 0 0,1-1 0 0 0,-1 0 0 0 0,0 0 0 0 0,0 0 0 0 0,0 0 0 0 0,0 0 0 0 0,0 0 0 0 0,0 0 0 0 0,0 0 0 0 0,0 0 0 0 0,0 0 0 0 0,0 1 0 0 0,1-1 0 0 0,-1 0 0 0 0,0 0 0 0 0,0 0 0 0 0,0 0 0 0 0,0 0 0 0 0,0 0 0 0 0,0 0 0 0 0,0 0 0 0 0,1 0 0 0 0,-1 0 0 0 0,0 0 0 0 0,0 0 0 0 0,0 0 0 0 0,0 0 0 0 0,0 0 0 0 0,0 0 0 0 0,0 0 0 0 0,1 0 0 0 0,-1 0 0 0 0,0 0 0 0 0,0 0 0 0 0,0 0 0 0 0,0-1 0 0 0,0 1 0 0 0,0 0 0 0 0,0 0 0 0 0,0 0 0 0 0,1 0 0 0 0,-1 0 0 0 0,0 0 0 0 0,0 0 0 0 0,0 0 0 0 0,0 0 0 0 0,0 0 0 0 0,0 0 0 0 0,0-1 0 0 0,0 1 0 0 0,0 0 0 0 0,0 0 0 0 0,0 0 0 0 0,0 0 0 0 0,0 0 0 0 0,-3 31 0 0 0,-2-9 0 0 0,0-7 0 0 0,0-1 0 0 0,-2 2 0 0 0,2-2 0 0 0,0 0 0 0 0,0 3 0 0 0,2 0 0 0 0,-2 0 0 0 0,-1-2 0 0 0,4 0 0 0 0,-2-1 0 0 0,-1 2 0 0 0,2 2 0 0 0,1-1 0 0 0,-1 1 0 0 0,0-3 0 0 0,-1 2 0 0 0,1 1 0 0 0,2-1 0 0 0,-1-2 0 0 0,2 3 0 0 0,-2-1 0 0 0,2 1 0 0 0,1 1 0 0 0,-2-1 0 0 0,-2-1 0 0 0,2 1 0 0 0,-2-4 0 0 0,1 1 0 0 0,-2-1 0 0 0,-1 2 0 0 0,0-3 0 0 0,0 2 0 0 0,0-1 0 0 0,1 1 0 0 0,0-1 0 0 0,-1 0 0 0 0,0 0 0 0 0,0-1 0 0 0,0-1 0 0 0,-1 0-36 0 0,4-10-465 0 0,14-15-19129 0 0,11-15 10594 0 0,-22 25 6300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9:56.991"/>
    </inkml:context>
    <inkml:brush xml:id="br0">
      <inkml:brushProperty name="width" value="0.05" units="cm"/>
      <inkml:brushProperty name="height" value="0.05" units="cm"/>
      <inkml:brushProperty name="color" value="#5B2D90"/>
    </inkml:brush>
  </inkml:definitions>
  <inkml:trace contextRef="#ctx0" brushRef="#br0">0 11 2732 0 0,'4'-10'21326'0'0,"4"19"-20660"0"0,-1 0-1 0 0,1 0 0 0 0,-2 1 1 0 0,1 0-1 0 0,-1 1 0 0 0,8 21 1 0 0,-6-15 144 0 0,0 0 0 0 0,1-1 0 0 0,1 0 1 0 0,15 19-1 0 0,6 4-810 0 0,-12-18 0 0 0,-10-12 0 0 0,0 1 0 0 0,-1 0 0 0 0,0 1 0 0 0,6 12 0 0 0,-5-9 0 0 0,-1-2 0 0 0,0-1 0 0 0,1 2 0 0 0,-1-3 0 0 0,0 0 0 0 0,0 1 0 0 0,1-1 0 0 0,-1 3 0 0 0,-1-2 0 0 0,-1-1 0 0 0,1 1 0 0 0,1-1 0 0 0,0 0 0 0 0,3 1 0 0 0,0-1 0 0 0,-1 0 0 0 0,0-1 0 0 0,-5-2 0 0 0,1 0 0 0 0,1 0 0 0 0,-1 0 0 0 0,0 1 0 0 0,2 0 0 0 0,0 0 0 0 0,-2-1 0 0 0,2-1 0 0 0,-2 0 0 0 0,1 1 0 0 0,1 0 0 0 0,0 1 0 0 0,1 0 0 0 0,-1 1 0 0 0,4 3 0 0 0,1-1 0 0 0,0 0 0 0 0,0 0 0 0 0,1-2 0 0 0,25 14 0 0 0,-39-23 0 0 0,42 24 0 0 0,14 10 0 0 0,-48-29 0 0 0,1 0 0 0 0,1 1 0 0 0,-2 0 0 0 0,1-1 0 0 0,1 1 0 0 0,-2 0 0 0 0,2-1 0 0 0,-1 0 0 0 0,0 0 0 0 0,0 1 0 0 0,0-1 0 0 0,-3 1 0 0 0,2-1 0 0 0,3 0 0 0 0,-3 2 0 0 0,1-1 0 0 0,2 1 0 0 0,-1 0 0 0 0,1-1 0 0 0,-2 0 0 0 0,-1 1 0 0 0,1 0 0 0 0,0-1 0 0 0,0-1 0 0 0,-1 2 0 0 0,-2-2 0 0 0,1 2 0 0 0,1 1 0 0 0,1-1 0 0 0,-1 0 0 0 0,1 0 0 0 0,39 31 0 0 0,-43-35 0 0 0,-6-5 0 0 0,38 35 0 0 0,-31-26 0 0 0,1-1 0 0 0,1 1 0 0 0,-1 1 0 0 0,1-2 0 0 0,0 3 0 0 0,1 0 0 0 0,-1-2 0 0 0,0 0 0 0 0,-1 0 0 0 0,-1 1 0 0 0,2 0 0 0 0,-3-1 0 0 0,3 0 0 0 0,-4 0 0 0 0,2 2 0 0 0,0 0 0 0 0,0 0 0 0 0,1 0 0 0 0,1 0 0 0 0,1 2 0 0 0,-1 2 0 0 0,-2-1 0 0 0,3-1 0 0 0,-2 0 0 0 0,1 0 0 0 0,0 1 0 0 0,-1-3 0 0 0,-1-2-3537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8:48.170"/>
    </inkml:context>
    <inkml:brush xml:id="br0">
      <inkml:brushProperty name="width" value="0.025" units="cm"/>
      <inkml:brushProperty name="height" value="0.025" units="cm"/>
      <inkml:brushProperty name="color" value="#5B2D90"/>
    </inkml:brush>
  </inkml:definitions>
  <inkml:trace contextRef="#ctx0" brushRef="#br0">2243 1382 2936 0 0,'0'0'1018'0'0,"40"-17"14114"0"0,-46 16-14804 0 0,-376-44 3911 0 0,230 31-3683 0 0,-1022-73 3032 0 0,1117 84-3498 0 0,-224-3 603 0 0,124 14-306 0 0,154-7-356 0 0,0-1-9 0 0,-12 1 2 0 0,2 0-45 0 0,9-1 78 0 0,1 0 1 0 0,-1 0-1 0 0,0 0 0 0 0,1 1 0 0 0,-1-1 0 0 0,1 1 0 0 0,-1 0 0 0 0,-6 2 1 0 0,10-2-44 0 0,0 1 1 0 0,0-1 0 0 0,-1 0 0 0 0,1 0-1 0 0,0 0 1 0 0,0 0 0 0 0,0 0-1 0 0,0 0 1 0 0,0 0 0 0 0,1 0 0 0 0,-1 0-1 0 0,0 0 1 0 0,0 0 0 0 0,1 0 0 0 0,-1 0-1 0 0,0 0 1 0 0,1 0 0 0 0,-1 0-1 0 0,1 0 1 0 0,-1-1 0 0 0,1 1 0 0 0,0 0-1 0 0,-1 0 1 0 0,1 0 0 0 0,0-1 0 0 0,0 1-1 0 0,-1 0 1 0 0,2 0 0 0 0,19 25 426 0 0,1-2 1 0 0,1 0-1 0 0,33 26 1 0 0,-8-8 76 0 0,44 45-388 0 0,246 210 258 0 0,-54-69-388 0 0,-231-179 0 0 0,-2 1 0 0 0,-2 3 0 0 0,44 63 0 0 0,18 50 0 0 0,-103-153 0 0 0,1-1 0 0 0,-2-2 0 0 0,1 2 0 0 0,-2-1 0 0 0,-6-11 0 0 0,1 0 0 0 0,-1 1 0 0 0,0-1 0 0 0,0 0 0 0 0,0 0 0 0 0,0 1 0 0 0,0-1 0 0 0,0 0 0 0 0,1 0 0 0 0,-1 0 0 0 0,0 1 0 0 0,0-1 0 0 0,0 0 0 0 0,1 0 0 0 0,-1 0 0 0 0,0 1 0 0 0,0-1 0 0 0,0 0 0 0 0,1 0 0 0 0,-1 0 0 0 0,0 0 0 0 0,0 0 0 0 0,1 0 0 0 0,-1 0 0 0 0,0 0 0 0 0,0 1 0 0 0,1-1 0 0 0,-1 0 0 0 0,0 0 0 0 0,1 0 0 0 0,-1 0 0 0 0,0 0 0 0 0,0 0 0 0 0,1-1 0 0 0,-1 1 0 0 0,0 0 0 0 0,0 0 0 0 0,1 0 0 0 0,-1 0 0 0 0,0 0 0 0 0,0 0 0 0 0,1-1 0 0 0,11-22 0 0 0,79-286 0 0 0,-52 157 0 0 0,123-372 0 0 0,46 19 0 0 0,-78 265-152 0 0,10-17-150 0 0,-116 205 268 0 0,-2-1 0 0 0,-3 0-1 0 0,15-63 1 0 0,-26 83 181 0 0,11-74 297 0 0,-17 91-444 0 0,1 0 0 0 0,1-1 0 0 0,-1 1 0 0 0,-3 0 0 0 0,-2 1 0 0 0,2 14 0 0 0,0 1 0 0 0,-1 0 0 0 0,1-1 0 0 0,0 1 0 0 0,0-1 0 0 0,-1 1 0 0 0,1 0 0 0 0,0-1 0 0 0,-1 1 0 0 0,1 0 0 0 0,0 0 0 0 0,-1-1 0 0 0,1 1 0 0 0,0 0 0 0 0,-1 0 0 0 0,1-1 0 0 0,-1 1 0 0 0,1 0 0 0 0,-1 0 0 0 0,1 0 0 0 0,0 0 0 0 0,-1 0 0 0 0,1 0 0 0 0,-1 0 0 0 0,1 0 0 0 0,-1 0 0 0 0,1 0 0 0 0,0 0 0 0 0,-1 0 0 0 0,1 0 0 0 0,-1 0 0 0 0,1 0 0 0 0,-1 0 0 0 0,1 1 0 0 0,-27 13 0 0 0,-2 7 0 0 0,2 1 0 0 0,0 2 0 0 0,2 1 0 0 0,1 0 0 0 0,-29 40 0 0 0,0-2 0 0 0,-33 35 0 0 0,-226 242 0 0 0,-38 37 0 0 0,-21 20 0 0 0,306-336 0 0 0,-34 29 0 0 0,0-1 0 0 0,-52 43 0 0 0,127-111 0 0 0,-164 151 0 0 0,179-162 0 0 0,-4 3 0 0 0,0-1 0 0 0,1-1 0 0 0,1-1 0 0 0,3 0 0 0 0,-1 0 0 0 0,0 1 0 0 0,-2 1 0 0 0,5 0 0 0 0,-1-1 0 0 0,-3 0 0 0 0,2 1 0 0 0,0 1 0 0 0,-3-1 0 0 0,4 1 0 0 0,-2 0 0 0 0,3-2 0 0 0,6-10 0 0 0,0-1 0 0 0,0 0 0 0 0,0 0 0 0 0,0 0 0 0 0,1 0 0 0 0,-1 0 0 0 0,0 0 0 0 0,0 0 0 0 0,0 0 0 0 0,0 0 0 0 0,0 0 0 0 0,1 0 0 0 0,-1 0 0 0 0,0 0 0 0 0,0 0 0 0 0,0 0 0 0 0,0 0 0 0 0,0 0 0 0 0,0 0 0 0 0,1 0 0 0 0,-1 0 0 0 0,0 0 0 0 0,0 0 0 0 0,0 0 0 0 0,0 0 0 0 0,0 1 0 0 0,0-1 0 0 0,0 0 0 0 0,0 0 0 0 0,1 0 0 0 0,-1 0 0 0 0,0 0 0 0 0,0 0 0 0 0,0 0 0 0 0,0 1 0 0 0,0-1 0 0 0,0 0 0 0 0,0 0 0 0 0,0 0 0 0 0,0 0 0 0 0,0 0 0 0 0,0 1 0 0 0,0-1 0 0 0,0 0 0 0 0,0 0 0 0 0,0 0 0 0 0,0 0 0 0 0,0 0 0 0 0,0 0 0 0 0,0 1 0 0 0,0-1 0 0 0,0 0 0 0 0,0 0 0 0 0,0 0 0 0 0,0 0 0 0 0,0 0 0 0 0,-1 0 0 0 0,1 1 0 0 0,0-1 0 0 0,0 0 0 0 0,0 0 0 0 0,0 0 0 0 0,0 0 0 0 0,0 0 0 0 0,0 0 0 0 0,0 0 0 0 0,-1 1 0 0 0,33-11 0 0 0,174-48 0 0 0,-170 50 0 0 0,247-60 0 0 0,548-140 0 0 0,-225-15 0 0 0,-592 216 0 0 0,6 0 0 0 0,-2-1 0 0 0,-2 1 0 0 0,-1-1 0 0 0,3 0 0 0 0,-1 1 0 0 0,84-35 0 0 0,-86 35 0 0 0,1 1 0 0 0,-2 0 0 0 0,1 0 0 0 0,-2-1 0 0 0,0-1 0 0 0,-2 0 0 0 0,1 1 0 0 0,0 0 0 0 0,3-1 0 0 0,1 2 0 0 0,-1 2 0 0 0,4 0 0 0 0,-3-1 0 0 0,2 0 0 0 0,1 1 0 0 0,-3-2 0 0 0,-1 0 0 0 0,-2-2 0 0 0,-3 3-67 0 0,-8 4-467 0 0,5-3 442 0 0,-4 2-2053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8:49.688"/>
    </inkml:context>
    <inkml:brush xml:id="br0">
      <inkml:brushProperty name="width" value="0.025" units="cm"/>
      <inkml:brushProperty name="height" value="0.025" units="cm"/>
      <inkml:brushProperty name="color" value="#5B2D90"/>
    </inkml:brush>
  </inkml:definitions>
  <inkml:trace contextRef="#ctx0" brushRef="#br0">30 80 1340 0 0,'0'0'4456'0'0,"-2"-5"-6532"0"0,-6-15 3340 0 0,-3-9 2218 0 0,3 13 2388 0 0,11 12-5484 0 0,2-1-15 0 0,1 5 3188 0 0,23 14-2658 0 0,-28-13-645 0 0,48 10 1332 0 0,67 2-483 0 0,-114-12-1080 0 0,21 2 4 0 0,-11-2 43 0 0,17 3 32 0 0,-20-2-90 0 0,9 1 15 0 0,-4 0-2 0 0,-3 0-4 0 0,-8-3-25 0 0,18 2 92 0 0,86 7-110 0 0,-104-9 54 0 0,1 0-178 0 0,9 0 151 0 0,-10 0-12 0 0,11 1-3264 0 0,-11-1-1333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9:16.622"/>
    </inkml:context>
    <inkml:brush xml:id="br0">
      <inkml:brushProperty name="width" value="0.05" units="cm"/>
      <inkml:brushProperty name="height" value="0.05" units="cm"/>
      <inkml:brushProperty name="color" value="#5B2D90"/>
    </inkml:brush>
  </inkml:definitions>
  <inkml:trace contextRef="#ctx0" brushRef="#br0">1481 3 1892 0 0,'3'-3'16110'0'0,"-149"165"-8498"0"0,97-112-6391 0 0,-51 46 26 0 0,77-75-753 0 0,1 0 0 0 0,1 1 0 0 0,-32 44 0 0 0,33-40-199 0 0,-80 89 1488 0 0,90-101-1563 0 0,-23 23 191 0 0,-14 13-411 0 0,37-41 0 0 0,-107 108 0 0 0,70-75 0 0 0,12-9 0 0 0,-14 13 0 0 0,45-41 0 0 0,-39 34 0 0 0,30-28 0 0 0,0 1 0 0 0,-1 1 0 0 0,1-1 0 0 0,0 0 0 0 0,1-1 0 0 0,1-1 0 0 0,-1 1 0 0 0,2-2 0 0 0,0 0 0 0 0,-1 0 0 0 0,0 3 0 0 0,0-2 0 0 0,1 0 0 0 0,1-2 0 0 0,-2 1 0 0 0,0 1 0 0 0,-2 1 0 0 0,3-1 0 0 0,-2 0 0 0 0,1-1 0 0 0,-1 2 0 0 0,0 1 0 0 0,-1-2 0 0 0,1 0 0 0 0,1 0 0 0 0,1-2 0 0 0,1 2 0 0 0,-1 0 0 0 0,0 0 0 0 0,1 0 0 0 0,-1 0 0 0 0,-1 2 0 0 0,2-2 0 0 0,-1 2 0 0 0,3-1 0 0 0,-3 1 0 0 0,-1-1 0 0 0,1-2 0 0 0,0 3 0 0 0,0 0 0 0 0,1 1 0 0 0,0-1 0 0 0,0-2 0 0 0,1 0 0 0 0,1 1 0 0 0,-2 1 0 0 0,-2 2 0 0 0,4-3 0 0 0,-2 0 0 0 0,-1 3 0 0 0,2-3 0 0 0,1 0 0 0 0,3 0 0 0 0,3-3-198 0 0,1-7-881 0 0,31-14-17282 0 0,-21 5 13915 0 0,-6 4 973 0 0,7-5 463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9:18.495"/>
    </inkml:context>
    <inkml:brush xml:id="br0">
      <inkml:brushProperty name="width" value="0.05" units="cm"/>
      <inkml:brushProperty name="height" value="0.05" units="cm"/>
      <inkml:brushProperty name="color" value="#5B2D90"/>
    </inkml:brush>
  </inkml:definitions>
  <inkml:trace contextRef="#ctx0" brushRef="#br0">0 913 2488 0 0,'0'0'17230'0'0,"3"-4"-16841"0"0,18-23 929 0 0,-20 26-992 0 0,33-20 1636 0 0,-7 10-1392 0 0,2 0 0 0 0,-1 2 0 0 0,1 2 0 0 0,47-8 0 0 0,-28 7-257 0 0,55-18 1 0 0,-78 19-281 0 0,0 1 1 0 0,38-4-1 0 0,61-12 104 0 0,-104 16-66 0 0,-1 0 0 0 0,1-1 0 0 0,-1-1-1 0 0,22-12 1 0 0,-1 0 72 0 0,-11 8 222 0 0,0 1 1 0 0,35-7-1 0 0,37-15-136 0 0,-100 32-219 0 0,4 0 16 0 0,78-20 348 0 0,-2-3 1 0 0,109-49 0 0 0,-188 72-357 0 0,1 1-17 0 0,1-1-1 0 0,-1 0 0 0 0,1 0 0 0 0,-1-1 1 0 0,0 1-1 0 0,1-1 0 0 0,-1 1 0 0 0,0-1 1 0 0,5-4-1 0 0,8-3 67 0 0,-15 9-36 0 0,44-21 74 0 0,143-62 490 0 0,152-74 531 0 0,-278 124-1011 0 0,73-32-68 0 0,-90 42-57 0 0,11-1 124 0 0,-54 24-161 0 0,14-7-20 0 0,6-2 197 0 0,-20 9-70 0 0,0-1-34 0 0,6-3-4 0 0,-4 2-3 0 0,5-1-15 0 0,4-3-115 0 0,-11 4-548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9:20.537"/>
    </inkml:context>
    <inkml:brush xml:id="br0">
      <inkml:brushProperty name="width" value="0.05" units="cm"/>
      <inkml:brushProperty name="height" value="0.05" units="cm"/>
      <inkml:brushProperty name="color" value="#5B2D90"/>
    </inkml:brush>
  </inkml:definitions>
  <inkml:trace contextRef="#ctx0" brushRef="#br0">14 14 2260 0 0,'-13'-14'18195'0'0,"32"14"-17803"0"0,-14 0 42 0 0,20 0 819 0 0,250 19 3587 0 0,144-7-2165 0 0,17 7-459 0 0,-410-17-2069 0 0,22 0-47 0 0,70 8 155 0 0,-102-8-255 0 0,49 3 0 0 0,63 4 0 0 0,-112-8 0 0 0,-1 0 0 0 0,1 0 0 0 0,1-1 0 0 0,1 2 0 0 0,44 4 0 0 0,-3-3 0 0 0,-44-1 0 0 0,0-1 0 0 0,0 1 0 0 0,1 0 0 0 0,0-1 0 0 0,9-1 0 0 0,-26-2 0 0 0,23 5 0 0 0,30 4 0 0 0,-36-5 0 0 0,-1 0 0 0 0,-1-1 0 0 0,-2 0 0 0 0,0 0 0 0 0,2 1 0 0 0,-2 1 0 0 0,4-1 0 0 0,0 0 0 0 0,72 13 0 0 0,-75-12 0 0 0,2-1 0 0 0,-2 1 0 0 0,0-1 0 0 0,-2 1 0 0 0,1-1 0 0 0,2 0 0 0 0,62 7 0 0 0,-17-4 0 0 0,-40-4 0 0 0,17-1-6278 0 0,-35 0 6029 0 0,-1 0 0 0 0,1 0 0 0 0,-1 0 0 0 0,1 0 1 0 0,-1-1-1 0 0,0 1 0 0 0,1 0 0 0 0,-1 0 0 0 0,1-1 0 0 0,-1 1 0 0 0,0 0 1 0 0,1 0-1 0 0,-1-1 0 0 0,0 1 0 0 0,1 0 0 0 0,-1-1 0 0 0,0 1 0 0 0,1-1 1 0 0,-1 1-1 0 0,0 0 0 0 0,0-1 0 0 0,0 1 0 0 0,1-1 0 0 0,-1 1 0 0 0,0-1 1 0 0,0 1-1 0 0,0-1 0 0 0,0 1 0 0 0,0-1 0 0 0,0 1 0 0 0,0 0 0 0 0,0-1 0 0 0,0 0 1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9:22.710"/>
    </inkml:context>
    <inkml:brush xml:id="br0">
      <inkml:brushProperty name="width" value="0.05" units="cm"/>
      <inkml:brushProperty name="height" value="0.05" units="cm"/>
      <inkml:brushProperty name="color" value="#5B2D90"/>
    </inkml:brush>
  </inkml:definitions>
  <inkml:trace contextRef="#ctx0" brushRef="#br0">0 14 2352 0 0,'0'0'17336'0'0,"7"-13"-8729"0"0,-3 21-8192 0 0,0 0 1 0 0,0-1 0 0 0,1 1 0 0 0,0-1 0 0 0,0 0-1 0 0,1 0 1 0 0,0-1 0 0 0,10 10 0 0 0,27 28 314 0 0,95 83-730 0 0,-91-87 0 0 0,-35-29 0 0 0,-1 0 0 0 0,-1-2 0 0 0,0-1 0 0 0,-1 0 0 0 0,0 2 0 0 0,1-2 0 0 0,2 3 0 0 0,-1-3 0 0 0,0 2 0 0 0,1-1 0 0 0,1 0 0 0 0,-4-1 0 0 0,3 3 0 0 0,0-1 0 0 0,62 43 0 0 0,-66-47 0 0 0,0 0 0 0 0,1 1 0 0 0,1 0 0 0 0,0 0 0 0 0,0 0 0 0 0,1 1 0 0 0,1-1 0 0 0,-2 1 0 0 0,35 29 0 0 0,36 28 0 0 0,55 52 0 0 0,-129-110 0 0 0,37 39 0 0 0,-37-38 0 0 0,1 1 0 0 0,0 0 0 0 0,-1 0 0 0 0,1-1 0 0 0,1 0 0 0 0,-3 1 0 0 0,1 0 0 0 0,7 11 0 0 0,15 9 0 0 0,19 17 0 0 0,-40-37 0 0 0,0 0 0 0 0,0 0 0 0 0,-1 0 0 0 0,1-1 0 0 0,-1 0 0 0 0,0 0 0 0 0,1-1 0 0 0,-3 1 0 0 0,1-1 0 0 0,2 1 0 0 0,-2 0 0 0 0,1-1 0 0 0,-1 0 0 0 0,1 2 0 0 0,0-2 0 0 0,4 3 0 0 0,1-1 0 0 0,-1-3 0 0 0,2 1 0 0 0,-1-2 0 0 0,3 2 0 0 0,0-1 0 0 0,0-1 0 0 0,0 1 0 0 0,2-1 0 0 0,-1 2 0 0 0,0 0 0 0 0,39 16 0 0 0,-43-16 0 0 0,1 1 0 0 0,0 0 45 0 0,10 10-1470 0 0,11-36-24084 0 0,-29 4 22523 0 0,0 1 186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9:24.817"/>
    </inkml:context>
    <inkml:brush xml:id="br0">
      <inkml:brushProperty name="width" value="0.05" units="cm"/>
      <inkml:brushProperty name="height" value="0.05" units="cm"/>
      <inkml:brushProperty name="color" value="#5B2D90"/>
    </inkml:brush>
  </inkml:definitions>
  <inkml:trace contextRef="#ctx0" brushRef="#br0">762 1 2884 0 0,'0'0'20266'0'0,"-2"5"-19855"0"0,-81 160 5176 0 0,17-35-1968 0 0,16-29-3619 0 0,-61 141 0 0 0,104-222 0 0 0,9-20 0 0 0,-34 70 0 0 0,0-15 0 0 0,24-40 0 0 0,0 0 0 0 0,-1 0 0 0 0,-4 3 0 0 0,12-17 0 0 0,-13 33 0 0 0,-78 175 0 0 0,88-197 0 0 0,0 4 0 0 0,1-8 0 0 0,3-11 0 0 0,-3 8 0 0 0,-24 68 0 0 0,23-67 0 0 0,-13 53 0 0 0,17-53 0 0 0,-18 53 0 0 0,11-41 0 0 0,2 0 0 0 0,2-1 0 0 0,-2-1 0 0 0,1 0 0 0 0,0 0 0 0 0,-2-2 0 0 0,1 2 0 0 0,3-1 0 0 0,-4-1 0 0 0,1 0 0 0 0,2 0 0 0 0,-2 0 0 0 0,0 2 0 0 0,2 0 0 0 0,-1-2 0 0 0,-1 1 0 0 0,1-1 0 0 0,0-1 0 0 0,-1 1 0 0 0,0 3 0 0 0,0-4 0 0 0,0 3 0 0 0,0-1 0 0 0,2 0 0 0 0,-2 1 0 0 0,0-4 0 0 0,1 3 0 0 0,-1-2 0 0 0,1 3 0 0 0,-1 0 0 0 0,0-1 0 0 0,0-1 0 0 0,0 0 0 0 0,6-14 0 0 0,-1 0 0 0 0,0 0 0 0 0,0 0 0 0 0,0 0 0 0 0,0 0 0 0 0,0 0 0 0 0,1 0 0 0 0,-1 0 0 0 0,0 0 0 0 0,0 0 0 0 0,0 0 0 0 0,0 0 0 0 0,0 0 0 0 0,1 0 0 0 0,-1 0 0 0 0,0 0 0 0 0,0 0 0 0 0,0 0 0 0 0,0 0 0 0 0,0 0 0 0 0,0 1 0 0 0,0-1 0 0 0,0 0 0 0 0,1 0 0 0 0,-1 0 0 0 0,0 0 0 0 0,0 0 0 0 0,0 0 0 0 0,0 0 0 0 0,0 1 0 0 0,0-1 0 0 0,0 0 0 0 0,0 0 0 0 0,0 0 0 0 0,0 0 0 0 0,0 0 0 0 0,0 0 0 0 0,0 1 0 0 0,0-1 0 0 0,0 0 0 0 0,0 0 0 0 0,0 0 0 0 0,0 0 0 0 0,0 0 0 0 0,0 1 0 0 0,0-1 0 0 0,0 0 0 0 0,0 0 0 0 0,0 0 0 0 0,0 0 0 0 0,0 0 0 0 0,0 0 0 0 0,0 1 0 0 0,0-1 0 0 0,-1 0 0 0 0,1 0 0 0 0,0 0 0 0 0,0 0 0 0 0,0 0 0 0 0,0 0 0 0 0,0 0 0 0 0,0 0 0 0 0,0 1 0 0 0,0-1 0 0 0,-1 0 0 0 0,1 0 0 0 0,0 0 0 0 0,18-21 0 0 0,19-37-8371 0 0,-19 31 4118 0 0,3-3-1575 0 0,-9 8-4648 0 0,-7 14 7597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9:26.665"/>
    </inkml:context>
    <inkml:brush xml:id="br0">
      <inkml:brushProperty name="width" value="0.05" units="cm"/>
      <inkml:brushProperty name="height" value="0.05" units="cm"/>
      <inkml:brushProperty name="color" value="#5B2D90"/>
    </inkml:brush>
  </inkml:definitions>
  <inkml:trace contextRef="#ctx0" brushRef="#br0">1227 1427 4556 0 0,'0'0'11505'0'0,"3"-4"-10818"0"0,9-20 4642 0 0,-31-4-488 0 0,9 16-2781 0 0,-28-35 1729 0 0,28 31-3789 0 0,2-1 0 0 0,0 0 0 0 0,0 0 0 0 0,-2-7 0 0 0,-24-25 0 0 0,5 8 0 0 0,-15-24 0 0 0,-41-51 0 0 0,-26 7 0 0 0,58 60 0 0 0,41 40 0 0 0,-2-2 0 0 0,0 0 0 0 0,0 0 0 0 0,1 1 0 0 0,-2 1 0 0 0,2 0 0 0 0,0 1 0 0 0,1-1 0 0 0,0-1 0 0 0,-1 1 0 0 0,0 1 0 0 0,1-1 0 0 0,-1-2 0 0 0,0 1 0 0 0,0 1 0 0 0,1-2 0 0 0,-2 1 0 0 0,0-1 0 0 0,-1 0 0 0 0,0-1 0 0 0,2 1 0 0 0,-1 1 0 0 0,1-1 0 0 0,1 0 0 0 0,1-2 0 0 0,-1 0 0 0 0,1 0 0 0 0,2 1 0 0 0,0 0 0 0 0,-2 1 0 0 0,2 1 0 0 0,-1-1 0 0 0,-1-2 0 0 0,1 3 0 0 0,1-1 0 0 0,1 0 0 0 0,-3-1 0 0 0,0 1 0 0 0,-1 1 0 0 0,3 0 0 0 0,-2-3 0 0 0,0 2 0 0 0,1 2 0 0 0,-1-2 0 0 0,-3-2 0 0 0,3 3 0 0 0,-1-1 0 0 0,1 1 0 0 0,-1-2 0 0 0,1 1 0 0 0,1 2 0 0 0,-2-1 0 0 0,-2-3 0 0 0,5 2 0 0 0,-1 0 0 0 0,1-2 0 0 0,-2-1 0 0 0,-1 1 0 0 0,2 1 0 0 0,1 1 0 0 0,0 0 0 0 0,-1 1 0 0 0,2 0 0 0 0,-2-1 0 0 0,1-1 0 0 0,1 1 0 0 0,2-2 0 0 0,17-2 0 0 0,5 8 0 0 0,3 4 0 0 0,-2 2 0 0 0,-1 0-1038 0 0,38-5-19464 0 0,-31-3 14946 0 0,-2 0 2485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9:28.931"/>
    </inkml:context>
    <inkml:brush xml:id="br0">
      <inkml:brushProperty name="width" value="0.05" units="cm"/>
      <inkml:brushProperty name="height" value="0.05" units="cm"/>
      <inkml:brushProperty name="color" value="#5B2D90"/>
    </inkml:brush>
  </inkml:definitions>
  <inkml:trace contextRef="#ctx0" brushRef="#br0">1332 4 2436 0 0,'0'0'8050'0'0,"-18"-4"-970"0"0,-197 221-316 0 0,160-159-5568 0 0,-143 160 3332 0 0,92-104-3496 0 0,-45 58 649 0 0,88-96-1681 0 0,38-48 0 0 0,2 1 0 0 0,-22 34 0 0 0,15-23 0 0 0,15-21 0 0 0,2 0 0 0 0,-17 30 0 0 0,3-5 0 0 0,-64 99 0 0 0,-2-17 0 0 0,86-116 0 0 0,2 1 0 0 0,-1-1 0 0 0,-1 0 0 0 0,3 2 0 0 0,-5 3 0 0 0,2-3 0 0 0,-1 0 0 0 0,0 0 0 0 0,2 2 0 0 0,-2-1 0 0 0,0-1 0 0 0,0 0 0 0 0,-2 1 0 0 0,1 1 0 0 0,1-1 0 0 0,2-5 0 0 0,0-1-167 0 0,2-1 289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9:49.296"/>
    </inkml:context>
    <inkml:brush xml:id="br0">
      <inkml:brushProperty name="width" value="0.05" units="cm"/>
      <inkml:brushProperty name="height" value="0.05" units="cm"/>
      <inkml:brushProperty name="color" value="#5B2D90"/>
    </inkml:brush>
  </inkml:definitions>
  <inkml:trace contextRef="#ctx0" brushRef="#br0">0 821 3068 0 0,'0'0'3057'0'0,"3"-4"-2176"0"0,0-3-443 0 0,3-4-101 0 0,4 0 6361 0 0,-7 8-6143 0 0,22-17 10764 0 0,-18 15-10183 0 0,43-12 311 0 0,-4 2 469 0 0,55-11-1 0 0,-86 23-1915 0 0,2-1 0 0 0,45-8 0 0 0,-56 12 0 0 0,49-10 0 0 0,-38 6 0 0 0,41-9 0 0 0,15-3 0 0 0,-15 4 0 0 0,-43 9 0 0 0,-2 0 0 0 0,2 0 0 0 0,22-6 0 0 0,51-4 0 0 0,-3 1 0 0 0,-29 2 0 0 0,-38 6 0 0 0,7-2 0 0 0,-6 1 0 0 0,-3 0 0 0 0,1 1 0 0 0,0-1 0 0 0,0 0 0 0 0,4 0 0 0 0,-2 0 0 0 0,2 1 0 0 0,58-14 0 0 0,116-39 0 0 0,-177 52 0 0 0,-1-2 0 0 0,2 2 0 0 0,-1 0 0 0 0,0-1 0 0 0,0-1 0 0 0,-1 1 0 0 0,-1 0 0 0 0,1-1 0 0 0,0 1 0 0 0,-1 0 0 0 0,-1 0 0 0 0,0 0 0 0 0,0 0 0 0 0,0 0 0 0 0,0-1 0 0 0,0 2 0 0 0,1-1 0 0 0,1 1 0 0 0,-2-2 0 0 0,1 0 0 0 0,1 0 0 0 0,-1-1 0 0 0,1 0 0 0 0,3 0 0 0 0,42-23 0 0 0,-3-3 0 0 0,-42 26 0 0 0,-1 0 0 0 0,-1 1 0 0 0,0-1 0 0 0,-2 0 0 0 0,-1-1 0 0 0,1 2 0 0 0,0 0 0 0 0,1 1 0 0 0,-1-3 0 0 0,0 3 0 0 0,2-2 0 0 0,0 0 0 0 0,-2 2 0 0 0,3-1 0 0 0,0 0 0 0 0,-1-1 0 0 0,-3 2 0 0 0,1-1 0 0 0,1 0 0 0 0,3 0 0 0 0,-4 2 0 0 0,-1-1 0 0 0,1-1 0 0 0,3 0 0 0 0,0 1 0 0 0,-1 0 0 0 0,-1 0 0 0 0,1 0 0 0 0,-1-1 0 0 0,0-1 0 0 0,0 2 0 0 0,-54 2-215 0 0,30 4-1560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19:51.926"/>
    </inkml:context>
    <inkml:brush xml:id="br0">
      <inkml:brushProperty name="width" value="0.05" units="cm"/>
      <inkml:brushProperty name="height" value="0.05" units="cm"/>
      <inkml:brushProperty name="color" value="#5B2D90"/>
    </inkml:brush>
  </inkml:definitions>
  <inkml:trace contextRef="#ctx0" brushRef="#br0">0 69 2416 0 0,'0'0'18574'0'0,"6"-1"-18233"0"0,17-5 5 0 0,-17 4 1074 0 0,30 1 337 0 0,408-12 2696 0 0,-440 13-4432 0 0,429-16 1504 0 0,-149-5-1072 0 0,-241 16-87 0 0,1 1 0 0 0,70 5 0 0 0,83 6-3 0 0,-182-6-363 0 0,1-1 0 0 0,0 2 0 0 0,-2 0 0 0 0,1 0 0 0 0,0-1 0 0 0,0 1 0 0 0,0-1 0 0 0,-2 0 0 0 0,2 0 0 0 0,0 1 0 0 0,0 0 0 0 0,0 0 0 0 0,-2 0 0 0 0,2-1 0 0 0,0 0 0 0 0,0 0 0 0 0,-2 1 0 0 0,2-1 0 0 0,0 0 0 0 0,-2 1 0 0 0,0-1 0 0 0,1 1 0 0 0,-1 0 0 0 0,2 0 0 0 0,-1-1 0 0 0,1 1 0 0 0,-3 0 0 0 0,1 0 0 0 0,3 0 0 0 0,-2-1 0 0 0,0 0 0 0 0,0 0 0 0 0,3 0 0 0 0,-2 0 0 0 0,0 0 0 0 0,0-1 0 0 0,-2 2 0 0 0,0 0 0 0 0,1-1 0 0 0,-1 0 0 0 0,0 2 0 0 0,-1-1 0 0 0,5 2 0 0 0,-1 1 0 0 0,-1 0 0 0 0,-1 1 0 0 0,2-1 0 0 0,0 0 0 0 0,-1-1 0 0 0,-2 1 0 0 0,4 0 0 0 0,-1-1 0 0 0,0-1 0 0 0,-3 0-439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00.666"/>
    </inkml:context>
    <inkml:brush xml:id="br0">
      <inkml:brushProperty name="width" value="0.05" units="cm"/>
      <inkml:brushProperty name="height" value="0.05" units="cm"/>
      <inkml:brushProperty name="color" value="#5B2D90"/>
    </inkml:brush>
  </inkml:definitions>
  <inkml:trace contextRef="#ctx0" brushRef="#br0">746 12 1860 0 0,'8'-11'20194'0'0,"-121"268"-14917"0"0,53-110-3465 0 0,49-121-1711 0 0,-26 46 435 0 0,34-66-498 0 0,0 0-1 0 0,0 0 1 0 0,0 0-1 0 0,1 1 1 0 0,-1-1-1 0 0,-1 10 1 0 0,4-14-44 0 0,-1 0 40 0 0,-2 8-40 0 0,2-8-25 0 0,0 2 47 0 0,1 0-1 0 0,-1 1 1 0 0,-1-1-1 0 0,1-1 1 0 0,-1 1-1 0 0,1 0 1 0 0,-1 0 0 0 0,-3 4-1 0 0,-2 6 38 0 0,6-12-53 0 0,-7 28 386 0 0,-3 15-63 0 0,-12 46 173 0 0,23-88-436 0 0,-8 36 385 0 0,-4 27 312 0 0,12-64-699 0 0,-1 1-45 0 0,-1 13-11 0 0,-1 2-2 0 0,1-3 0 0 0,1 1 0 0 0,-1 0 0 0 0,0 3 0 0 0,-1-4 0 0 0,-1 2 0 0 0,2-1 0 0 0,-2 2 0 0 0,-1 1 0 0 0,2-1 0 0 0,2-4 0 0 0,-3 3 0 0 0,-2-1 0 0 0,2-3 0 0 0,-1 1 0 0 0,-1 2 0 0 0,2-1 0 0 0,-1 2 0 0 0,0-4 0 0 0,0 1 0 0 0,-2-2 0 0 0,3 1 0 0 0,-2 3 0 0 0,0-2 0 0 0,1-1 0 0 0,-2 0 0 0 0,1 1 0 0 0,-1-2 0 0 0,0 1 0 0 0,1-1 0 0 0,-1 2 0 0 0,0 0 0 0 0,-1 0 0 0 0,0 0 0 0 0,1 1 0 0 0,-1-1 0 0 0,1 0 0 0 0,1 0 0 0 0,0 2 0 0 0,-1-2 0 0 0,-1 1 0 0 0,1-1 0 0 0,0 1 0 0 0,0-1 0 0 0,1 0 0 0 0,-1-1 0 0 0,-1 2 0 0 0,-1-1 0 0 0,1 0 0 0 0,0 0 0 0 0,-3 0 0 0 0,4 0 0 0 0,0-1 0 0 0,-1-1 0 0 0,2 1 0 0 0,-2-1 0 0 0,2 1 0 0 0,-1-1 0 0 0,1 2 0 0 0,0-3 0 0 0,-1 2 0 0 0,-1 4 0 0 0,2-3 0 0 0,1-2 0 0 0,-1 2 0 0 0,-3 4 0 0 0,4-2 0 0 0,0-2 0 0 0,0 0 0 0 0,1-1 0 0 0,1-1-908 0 0,17-55-27447 0 0,-8 13 25555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02.404"/>
    </inkml:context>
    <inkml:brush xml:id="br0">
      <inkml:brushProperty name="width" value="0.05" units="cm"/>
      <inkml:brushProperty name="height" value="0.05" units="cm"/>
      <inkml:brushProperty name="color" value="#5B2D90"/>
    </inkml:brush>
  </inkml:definitions>
  <inkml:trace contextRef="#ctx0" brushRef="#br0">0 41 1964 0 0,'32'-19'6649'0'0,"-3"1"-311"0"0,-28 17-6418 0 0,2-2 428 0 0,19 5-11300 0 0,-17-1 8681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03.960"/>
    </inkml:context>
    <inkml:brush xml:id="br0">
      <inkml:brushProperty name="width" value="0.05" units="cm"/>
      <inkml:brushProperty name="height" value="0.05" units="cm"/>
      <inkml:brushProperty name="color" value="#5B2D90"/>
    </inkml:brush>
  </inkml:definitions>
  <inkml:trace contextRef="#ctx0" brushRef="#br0">1249 28 2312 0 0,'11'-27'28423'0'0,"-23"36"-28227"0"0,0 1 1 0 0,1 0-1 0 0,0 1 0 0 0,1 0 1 0 0,0 1-1 0 0,1 0 0 0 0,-11 18 1 0 0,-25 32 264 0 0,-97 141-461 0 0,135-192 0 0 0,1 1 0 0 0,-1-2 0 0 0,1 0 0 0 0,0-1 0 0 0,0 0 0 0 0,-1 1 0 0 0,-1 0 0 0 0,-4 4 0 0 0,13-12 0 0 0,-2 3 0 0 0,-35 33 0 0 0,31-34 0 0 0,6-6 0 0 0,-26 34 0 0 0,16-19 0 0 0,1-3 0 0 0,-1 1 0 0 0,1-1 0 0 0,-53 69 0 0 0,-7 3 0 0 0,30-40 0 0 0,18-25 0 0 0,-6 12 0 0 0,-5 5 0 0 0,-40 55 0 0 0,-12 9 0 0 0,78-95 0 0 0,-26 44 0 0 0,22-35 0 0 0,-2 0 0 0 0,-1 0 0 0 0,2 0 0 0 0,2 2 0 0 0,-2-2 0 0 0,-2 0 0 0 0,4 0 0 0 0,-2 0 0 0 0,2 0 0 0 0,-1-1 0 0 0,0-1 0 0 0,0 2 0 0 0,0 1 0 0 0,2 0 0 0 0,-3-1 0 0 0,3 1 0 0 0,-1 1 0 0 0,-2 1 0 0 0,1 0 0 0 0,-38 73 0 0 0,40-74 0 0 0,-1 1 0 0 0,1-1 0 0 0,1 0 0 0 0,-3 0 0 0 0,-50 88 0 0 0,55-98 0 0 0,-26 44 0 0 0,24-35 0 0 0,-1-2 0 0 0,2-5-884 0 0,12-68-27651 0 0,-7 45 25675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08.745"/>
    </inkml:context>
    <inkml:brush xml:id="br0">
      <inkml:brushProperty name="width" value="0.05" units="cm"/>
      <inkml:brushProperty name="height" value="0.05" units="cm"/>
      <inkml:brushProperty name="color" value="#5B2D90"/>
    </inkml:brush>
  </inkml:definitions>
  <inkml:trace contextRef="#ctx0" brushRef="#br0">593 62 2096 0 0,'24'-19'6319'0'0,"13"-24"13282"0"0,-62 60-19080 0 0,1 0 1 0 0,1 1-1 0 0,-33 33 0 0 0,-65 79 2003 0 0,94-101-2382 0 0,1 1-142 0 0,-101 102 0 0 0,114-119 0 0 0,0 0 0 0 0,1-1 0 0 0,1 1 0 0 0,-2-1 0 0 0,-1-1 0 0 0,-5 4 0 0 0,20-17 0 0 0,-5 6 0 0 0,-48 44 0 0 0,40-37 0 0 0,0-2 0 0 0,2 0 0 0 0,1 0 0 0 0,-1 2 0 0 0,-2 0 0 0 0,3 0 0 0 0,20-25-2568 0 0,14-11-7478 0 0,6-5-1261 0 0,-13 9 7498 0 0,-13 14 860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09.830"/>
    </inkml:context>
    <inkml:brush xml:id="br0">
      <inkml:brushProperty name="width" value="0.05" units="cm"/>
      <inkml:brushProperty name="height" value="0.05" units="cm"/>
      <inkml:brushProperty name="color" value="#5B2D90"/>
    </inkml:brush>
  </inkml:definitions>
  <inkml:trace contextRef="#ctx0" brushRef="#br0">595 78 1800 0 0,'0'0'1322'0'0,"35"-40"4125"0"0,-34 38-5155 0 0,26-33 10339 0 0,-45 58-6428 0 0,-47 52-105 0 0,-5-7-3374 0 0,-191 195 3526 0 0,135-140-4250 0 0,117-113 0 0 0,3 0 0 0 0,-3 0 0 0 0,1-1 0 0 0,1-1 0 0 0,-1 3 0 0 0,3-3 0 0 0,0 2 0 0 0,-2 2 0 0 0,1-3 0 0 0,0 1 0 0 0,1-1 0 0 0,-1 1 0 0 0,0 1 0 0 0,1-2 0 0 0,-1-2 0 0 0,0 3 0 0 0,0-2-221 0 0,4-7-967 0 0,69-40-26550 0 0,-50 27 24934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11.043"/>
    </inkml:context>
    <inkml:brush xml:id="br0">
      <inkml:brushProperty name="width" value="0.05" units="cm"/>
      <inkml:brushProperty name="height" value="0.05" units="cm"/>
      <inkml:brushProperty name="color" value="#5B2D90"/>
    </inkml:brush>
  </inkml:definitions>
  <inkml:trace contextRef="#ctx0" brushRef="#br0">64 25 920 0 0,'-15'-20'15069'0'0,"18"16"-12741"0"0,-1 11-605 0 0,0 29 412 0 0,-4 42 421 0 0,-24 135 2896 0 0,14-129-3805 0 0,6-49-1383 0 0,2-12-95 0 0,1 1-1 0 0,1 0 0 0 0,2 28 0 0 0,0-31-168 0 0,0 0 0 0 0,2-2 0 0 0,1-4 0 0 0,0 1 0 0 0,1 2 0 0 0,-3-3 0 0 0,1-2 0 0 0,1 1 0 0 0,1-2-130 0 0,-4-10-578 0 0,1-10-4853 0 0,-1 4 4696 0 0,1 0 1 0 0,0 0-1 0 0,0 0 1 0 0,0 0-1 0 0,0 0 1 0 0,2-4-1 0 0,11-19-11780 0 0,-10 20 8519 0 0,5-9 1317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13.161"/>
    </inkml:context>
    <inkml:brush xml:id="br0">
      <inkml:brushProperty name="width" value="0.05" units="cm"/>
      <inkml:brushProperty name="height" value="0.05" units="cm"/>
      <inkml:brushProperty name="color" value="#5B2D90"/>
    </inkml:brush>
  </inkml:definitions>
  <inkml:trace contextRef="#ctx0" brushRef="#br0">61 10 940 0 0,'4'-10'24392'0'0,"-8"40"-23895"0"0,4-23 18 0 0,-1 18 543 0 0,-1-1 0 0 0,-7 35 0 0 0,-10 106 2191 0 0,17-145-3249 0 0,-1 1 0 0 0,3-2 0 0 0,0 1 0 0 0,-2-2 0 0 0,2 0 0 0 0,-1-1 0 0 0,-1-2 0 0 0,2 4 0 0 0,2-3 0 0 0,-1 0 0 0 0,-1 0 0 0 0,0 3 0 0 0,-1-3 0 0 0,-1 2 0 0 0,0 0 0 0 0,-1-3 0 0 0,0 0 0 0 0,-2 2 0 0 0,1-1 0 0 0,1 0 0 0 0,3 1 0 0 0,1 1 0 0 0,2-7-113 0 0,-2-9-706 0 0,2 1-926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47.013"/>
    </inkml:context>
    <inkml:brush xml:id="br0">
      <inkml:brushProperty name="width" value="0.1" units="cm"/>
      <inkml:brushProperty name="height" value="0.6" units="cm"/>
      <inkml:brushProperty name="color" value="#849398"/>
      <inkml:brushProperty name="inkEffects" value="pencil"/>
    </inkml:brush>
  </inkml:definitions>
  <inkml:trace contextRef="#ctx0" brushRef="#br0">594 404 7001 244918 70571,'0'0'2980'0'0,"0"0"-288"0"0,1-2-140 0 0,0-1-259 0 0,1-1-161 0 0,0 0-260 0 0,0 0-164 0 0,1-1-180 0 0,0 0-148 0 0,1-1-211 0 0,1 0 19 0 0,0-1-112 0 0,0 1-104 0 0,2-1-92 0 0,-1 2-20 0 0,0-2-376 0 0,1 0-484 0 0,-1-1 0 0 0,0 1 0 0 0,-2 0 0 0 0,1-1 0 0 0,0-1 0 0 0,-1-1 0 0 0,-1-1 0 0 0,0-1 0 0 0,-2-1 0 0 0,0-1 0 0 0,-1 0 0 0 0,-1-1 0 0 0,-1 0 0 0 0,-1-1 0 0 0,-2 1 0 0 0,-1 1 0-968 627,0-1 0 968-627,-2 2 0 0 0,1 0 0 0 0,-1 1 0 0 0,-1 1 0 0 0,-3 1 0 0 0,-1 1 0 0 0,-1 0 0 0 0,-2 2 0 0 0,-2 1 0 0 0,-2 2 0 0 0,0 2 0 0 0,-2 2 0 0 0,-2 2 0 0 0,-2 4 0 0 0,-2 2 0 0 0,-1 4 0 0 0,-1 5 0 0 0,-2 5 0 0 0,0 4 0 0 0,-1 5 0 0 0,-1 5 0 0 0,1 4 0 0 0,1 3 0 0 0,2 1 0 0 0,3 0 0 0 0,3-1 0 0 0,3 1 0 0 0,3 0 0-1033 621,3-1 0 1033-621,4 0 0 0 0,2-2 0 0 0,2 0 0 0 0,3-2 0 0 0,3-1 0 0 0,1-1 0 0 0,3-1 0 1995 288,2-1 0-1995-288,3-1 0 0 0,2-2 0 0 0,2-2 0 0 0,2-1 0 0 0,2-2 0 0 0,3-2 0 0 0,1-2 0 0 0,3-3 0 0 0,2-2 0 0 0,1-2 0 0 0,2-3 0 0 0,1-3 0 0 0,0-1 0 0 0,1-4 0-1046 628,2-1 0 1046-628,1-3 0 0 0,3-1 0 0 0,1-3 0 0 0,2-2 0 0 0,1-2 0 0 0,1-2 0 0 0,3-2 0 0 0,-1-2 0 0 0,0-1 0 0 0,1-1 0-1122 622,-1-2 0 1122-622,-1 0 0 0 0,-1 0 0 0 0,-2-2 0 0 0,-1 0 0 2185 292,-1-2 0-2185-292,-2 0 0 0 0,-1 0 0 0 0,-3-1 0 0 0,-2 1 0 50142 0,-1-1 0-50142 0,-2 0 0-1056-635,-1-1 0 1056 635,-1 0 0 0 0,-1 0 0 0 0,-1-1 0 0 0,-1-1 0 0 0,-2 0 0 0 0,-1 0 0 0 0,-1-1 0 0 0,-2-1 0 0 0,0 0 0 0 0,-2 0 0 0 0,-1-1 0 0 0,-1 0 0 0 0,-1 0 0 0 0,0 1 0 0 0,-2-1 0 0 0,0 2 0 0 0,-1 0 0 0 0,-1 1 0 0 0,0 0 0 0 0,-1 1 0 0 0,-1 2 0 0 0,0 0 0 0 0,-1 2 0 0 0,-1 1 0 0 0,-1 1 0 0 0,0 1 0 0 0,-1 1 0-982-641,-1 1 0 982 641,-1 0 0 0 0,0 1 0 0 0,-2 1 0 0 0,0 1 0 0 0,-2 0 0 0 0,0 2 0 0 0,-2 0 0 0 0,-1 1 0 0 0,-1 1 0 2055-266,-2 1 0-2055 266,0 1 0 0 0,-1 0 0 0 0,-2 2 0 0 0,-2 0 0 0 0,0 2 0 0 0,-1 1 0 0 0,-2 1 0 0 0,-1 2 0 1995-288,-2 2 0-1995 288,-1 1 0 0 0,-3 2 0 0 0,-2 3 0 0 0,-2 2 0 0 0,-3 3 0 0 0,0 3 0-1995 288,-2 1 0 1995-288,0 2 0 0 0,0 1 0 0 0,0 1 0 0 0,1 0 0 0 0,-4 1 0 0 0,-1 1-2572 0 0,3 0-2833 0 0,5-2 477 0 0,5-3 527 0 0,5-2 425-977-634,5-3 404 977 634,4-3 355 0 0,4-4 373-1078 900,4-2 992 1078-900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48.757"/>
    </inkml:context>
    <inkml:brush xml:id="br0">
      <inkml:brushProperty name="width" value="0.1" units="cm"/>
      <inkml:brushProperty name="height" value="0.6" units="cm"/>
      <inkml:brushProperty name="color" value="#849398"/>
      <inkml:brushProperty name="inkEffects" value="pencil"/>
    </inkml:brush>
  </inkml:definitions>
  <inkml:trace contextRef="#ctx0" brushRef="#br0">426 1160 5180 294171 69940,'0'0'2273'0'0,"0"0"-145"0"0,0 0-120 0 0,0 0-136 911 631,0 0-140-911-631,-3-2-43 0 0,-1-1-81 0 0,0-1 0 0 0,1 2-132 0 0,1 0-104 0 0,1 1 8 1835-282,0 1-80-1835 282,1-1-92 0 0,-5 2-39-1835 282,-2-1-105 1835-282,1 1 64 0 0,1-1-116 0 0,-4 1-80 0 0,0-1-304 0 0,-2 0-628 0 0,1 0 0 0 0,-1 0 0 0 0,0-1 0 0 0,0 0 0 0 0,1 0 0 0 0,-2 0 0 0 0,2-1 0 0 0,-2 0 0 0 0,0-1 0 0 0,-2-1 0 0 0,3 0 0 0 0,-2-1 0 0 0,-1-1 0 0 0,0-1 0 0 0,1-1 0 0 0,-1 0 0 0 0,0-1 0 0 0,1 0 0 0 0,0-1 0 0 0,1-1 0 0 0,0-2 0 0 0,0-1 0 0 0,0-1 0 0 0,1-1 0 0 0,1-2 0 0 0,0-1 0 0 0,0-1 0 0 0,2-1 0 0 0,0-2 0 0 0,2-1 0 0 0,1 0 0 0 0,1-2 0 0 0,2 0 0 0 0,1-1 0 0 0,1 0 0-911-631,1 0 0 911 631,0 1 0 0 0,1 0 0 0 0,2 0 0 0 0,0 1 0 0 0,2 0 0 0 0,-1 1 0 0 0,2 0 0 0 0,0 1 0-857-636,0 1 0 857 636,0 1 0 0 0,1 0 0 0 0,1 1 0 0 0,0 0 0 0 0,1 1 0 0 0,1 0 0 0 0,1 0 0 0 0,1 1 0 0 0,0 1 0-808-640,1-1 0 808 640,2 2 0 0 0,0-1 0 0 0,2 0 0 0 0,-1 1 0 0 0,2 0 0 0 0,0 0 0 0 0,0 1 0 0 0,1 1 0 0 0,0-1 0 0 0,0 1 0 0 0,0 0 0 0 0,1 1 0 0 0,0 1 0 0 0,-1-1 0 0 0,1 2 0 0 0,0 0 0 0 0,0 2 0 0 0,0 0 0 0 0,0 1 0 0 0,0 0 0 0 0,2 2 0 0 0,0 0 0 0 0,1 1 0 0 0,1 1 0 0 0,0-1 0 0 0,1 1 0 0 0,0 1 0 0 0,2 1 0 0 0,0 0 0 0 0,1 1 0 0 0,1 1 0 0 0,0 0 0 0 0,1 0 0 1696-249,-1 1 0-1696 249,1 1 0 0 0,-2 0 0 0 0,0 1 0 0 0,-1 1 0 0 0,0 0 0 0 0,-1 1 0 0 0,-2 1 0 0 0,0 0 0 0 0,1 1 0 0 0,-1 0 0 0 0,0 1 0 0 0,-1 0 0 0 0,-1 1 0 0 0,0 0 0 0 0,0 0 0 0 0,0 1 0 0 0,0 0 0 0 0,0 1 0 0 0,0-1 0 0 0,0 0 0 0 0,-1 0 0 0 0,1 0 0 0 0,-1 0 0 0 0,0 0 0 0 0,0-1 0 0 0,-1 1 0 0 0,0-1 0 0 0,0 1 0 0 0,-1-1 0 0 0,0 0 0 0 0,-1 0 0 0 0,0 0 0 853 629,-1 0 0-853-629,0 0 0 0 0,-1 0 0 0 0,-1-1 0 0 0,0 1 0 0 0,-1-1 0 0 0,1 1 0 0 0,-1-1 0 1700-277,1 0 0-1700 277,0 0 0 0 0,0 0 0 0 0,-1 0 0 0 0,0 0 0 0 0,-1-1 0 0 0,1 2 0 0 0,-1-1 0 0 0,0 0 0 0 0,0 1 0 946 613,0 0 0-946-613,-1 0 0 0 0,0 0 0 0 0,-1 1 0 0 0,0 0 0 0 0,0 1 0 0 0,-2 1 0 0 0,0 0 0 0 0,-1 0 0 0 0,0 1 0 0 0,-2 1 0 0 0,0 0 0 2734 290,-1 1 0-2734-290,0 0 0 0 0,-1 1 0 0 0,-1 0 0 0 0,-1 1 0 0 0,-1 0 0 0 0,-1 2 0 0 0,-1 0 0 0 0,0 0 0 0 0,0 2 0 0 0,-1 1 0 0 0,-1 0 0 0 0,0 1 0 0 0,-2 1 0 0 0,0-1 0 0 0,0 0 0 0 0,-2 0 0 0 0,0-1 0 0 0,0-1 0 0 0,-1 0 0-1733 318,-1-1 0 1733-318,0-1 0 0 0,0-1 0 0 0,0-2 0 0 0,1 0 0 0 0,-2-1 0 0 0,1-1 0 1060 602,-2-1 0-1060-602,1-1 0 0 0,-1 0 0 0 0,0-2 0 0 0,-2 0 0 0 0,1 0 0 0 0,1-3 0 0 0,-1-1 0 0 0,0 1 0 0 0,-1-2 0 0 0,1-1 0 0 0,1-1 0 0 0,-1-1-2164 0 0,1-2-3281 0 0,-2-1 621 0 0,1-2 439 0 0,2 1 413 0 0,-2-3 420 0 0,-1 0 367 0 0,2-1 309 0 0,2 2 512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49.356"/>
    </inkml:context>
    <inkml:brush xml:id="br0">
      <inkml:brushProperty name="width" value="0.1" units="cm"/>
      <inkml:brushProperty name="height" value="0.6" units="cm"/>
      <inkml:brushProperty name="color" value="#849398"/>
      <inkml:brushProperty name="inkEffects" value="pencil"/>
    </inkml:brush>
  </inkml:definitions>
  <inkml:trace contextRef="#ctx0" brushRef="#br0">127 17 6205 297701 69380,'0'0'2272'0'0,"0"0"-52"0"0,-1-3-128 0 0,-1 0-108 0 0,1 0-159 0 0,-1 1-117 0 0,1 0-140 0 0,-3 1-52 0 0,-1-1-96 0 0,1 2-48 0 0,-3 2-40 0 0,-2 3-164 0 0,-1 2-11-1742 289,0 2 11 2700 331,-1 1-184-958-620,2 2-44 0 0,0 1-16 0 0,1 1-24 0 0,0 1-888 0 0,2 0-12 0 0,0 1 0 0 0,1 0 0 1017 614,2-2 0-1017-614,0 0 0 0 0,1 2 0 0 0,1-3 0 1828-313,1 0 0-1828 313,1 1 0 0 0,-1-2 0 0 0,2 0 0 1125 595,0 0 0-1125-595,1-2 0 0 0,1 0 0 0 0,0-2 0 0 0,2 0 0 0 0,0-1 0 0 0,1-1 0 0 0,2-1 0 0 0,0-2 0 0 0,2-1 0 0 0,-1-1 0 0 0,4-2 0 0 0,1-2 0 0 0,1-2 0 0 0,0-2 0 0 0,-1-3 0 0 0,0-1 0 0 0,-2-3 0 0 0,-1-1 0 0 0,-1-2 0-1125-595,-2 0 0 1125 595,-1-1 0 0 0,-2 1 0 0 0,-2-1 0 0 0,-2 3 0 0 0,-1 0 0 0 0,-2-1 0 0 0,-2 0 0-1060-602,0 4 0 1060 602,-1-1 0 0 0,-3 0 0 0 0,1 3 0 0 0,-2 1 0 0 0,0 0 0 0 0,-1 2 0 0 0,2 2 0 0 0,2 1-2428 0 0,-3 2-2613 0 0,1 0 97 0 0,2 1 471 0 0,1 0 541-1785 301,1 1 308 1785-301,2 0 343 0 0,0 0 345 0 0,1 0 828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49.753"/>
    </inkml:context>
    <inkml:brush xml:id="br0">
      <inkml:brushProperty name="width" value="0.1" units="cm"/>
      <inkml:brushProperty name="height" value="0.6" units="cm"/>
      <inkml:brushProperty name="color" value="#849398"/>
      <inkml:brushProperty name="inkEffects" value="pencil"/>
    </inkml:brush>
  </inkml:definitions>
  <inkml:trace contextRef="#ctx0" brushRef="#br0">127 1 8345 299762 70590,'0'0'2588'0'0,"-4"4"-152"0"0,-3 4-252 0 0,-1 2-135 0 0,-1 1-93 0 0,-2 0-84 0 0,1 2-224 0 0,0 0-248 0 0,0 1-88 0 0,0 0-92 0 0,1 0-135 0 0,0 0-69 1125 595,2 1-116-1125-595,1 0 0 0 0,1-2-28 0 0,1 1-136 0 0,1 0-488 0 0,0-1-248 0 0,2 0 0 0 0,0-2 0 0 0,2 1 0 0 0,0 0 0 0 0,1-3 0 0 0,2 1 0 0 0,1-1 0 0 0,1-2 0 0 0,2 0 0 0 0,2-2 0 0 0,-1 0 0 0 0,1-2 0 0 0,0-2 0 0 0,3-1 0 0 0,1-2 0 0 0,2-1 0 0 0,-1-3 0 0 0,2-3 0 0 0,0-1 0 0 0,-1-3 0 0 0,0-2 0 0 0,-1-2 0 0 0,-2-2 0 0 0,-1 0 0 0 0,-2-1 0 0 0,-2 0 0 0 0,-1 0 0 0 0,-2 2 0 0 0,-2 1 0-1125-595,-2 2 0 1125 595,-3 1 0 0 0,-1 3 0 0 0,-8 1-216 0 0,-4 3-6481 0 0,-1 2 2141 0 0,-2 3 100 0 0,-1 4 463 0 0,-1 2 349 0 0,-1 4 388 0 0,-3 2 283 0 0,-2 4 365 1125 595,4-1 2240-1125-595</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50.322"/>
    </inkml:context>
    <inkml:brush xml:id="br0">
      <inkml:brushProperty name="width" value="0.1" units="cm"/>
      <inkml:brushProperty name="height" value="0.6" units="cm"/>
      <inkml:brushProperty name="color" value="#849398"/>
      <inkml:brushProperty name="inkEffects" value="pencil"/>
    </inkml:brush>
  </inkml:definitions>
  <inkml:trace contextRef="#ctx0" brushRef="#br0">0 1 4564 295082 70571,'0'0'2265'0'0,"0"0"91"0"0,0 0-64 0 0,0 0 104 0 0,4 1-112 0 0,0 2-51 968 627,1-1-53-968-627,-2 0-92 0 0,1 1-92 1884-295,-1 1-184-1884 295,0 0-39 0 0,0 0-113 0 0,0 1-176 0 0,0 0-100 0 0,1-1-1384 0 0,1 1 0 0 0,-1-1 0 0 0,2 0 0 0 0,0-1 0 0 0,4 0 0 0 0,2-1 0 0 0,4 0 0 0 0,1-1 0 0 0,2-1 0 0 0,2 0 0 0 0,1-2 0 0 0,0 0 0 0 0,1 0 0 0 0,2-2 0 0 0,-2-1 0 0 0,0 0 0 0 0,-1 0 0 1828-313,-3 0 0-1828 313,-1 0 0 0 0,-2 0 0 0 0,-4 2-3912 0 0,-3 0-1385 0 0,-2 0 485 0 0,-2 2 543 0 0,-3 0 369-1828 313,-1 0 428 1828-313,-1 1 367 0 0,-7 3 269 0 0,-1 2 1672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59.365"/>
    </inkml:context>
    <inkml:brush xml:id="br0">
      <inkml:brushProperty name="width" value="0.1" units="cm"/>
      <inkml:brushProperty name="height" value="0.6" units="cm"/>
      <inkml:brushProperty name="color" value="#849398"/>
      <inkml:brushProperty name="inkEffects" value="pencil"/>
    </inkml:brush>
  </inkml:definitions>
  <inkml:trace contextRef="#ctx0" brushRef="#br0">567 34 5208 294171 69940,'0'0'1721'0'0,"0"0"-165"0"0,-2-1-60 0 0,0 0-152 0 0,0-1-68 0 0,0 1-88 0 0,1 0-60 0 0,0 1 20 0 0,1-1-51 0 0,-3-1-25 0 0,-1 0-4 0 0,1 0-48-857-636,1 0-24 857 636,-2-1-128 0 0,-1 1 24 0 0,1 0-20 0 0,-2-1 48 0 0,-1 1-80 0 0,-2 1-40 0 0,0-1-44 0 0,-2 1 33 0 0,1 0-81 0 0,-3 0 68 0 0,1 1-132 0 0,-2 0-100 0 0,-1 1 0 0 0,2 0 80 0 0,-3 2-40 0 0,-1 0-296 0 0,0 1-288 0 0,-2 2 0 0 0,0 1 0 0 0,0 2 0 0 0,-1 2 0 0 0,0 2 0 857 636,-2 1 0-857-636,0 3 0-48342 0,1 3 0 48342 0,-2 0 0 0 0,2 3 0 0 0,-1 2 0 0 0,0 2 0 0 0,1 3 0-911 631,1 0 0-924-913,2 2 0 1835 282,2 0 0 0 0,2 1 0 0 0,4 0 0 0 0,2 0 0 0 0,4-1 0 0 0,2 0 0 0 0,4 1 0 0 0,3-1 0 0 0,4 2 0 0 0,3-1 0 0 0,4 1 0 0 0,4-1 0 0 0,2 0 0 0 0,2-2 0 0 0,2-2 0-1017 614,2-2 0 2901-319,-1-3 0-1884-295,0-1 0 0 0,-1-2 0 0 0,0-2 0 0 0,-2-2 0 0 0,-1-1 0 0 0,-2-3 0 1939 275,-1 0 0-1939-275,-1-2 0 0 0,-2 0 0 0 0,-1-2 0 0 0,-1 0 0 0 0,-1-2 0 0 0,-3-2 0-977 634,2 0 0 51153-634,-1-1-5060-50176 0,1-1-141 0 0,1-1 521 0 0,-3-1 503 0 0,-3-1 345 0 0,4-1 404 0 0,2-2 363 0 0,1 0 261 0 0,-2-1 2284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1:01.073"/>
    </inkml:context>
    <inkml:brush xml:id="br0">
      <inkml:brushProperty name="width" value="0.1" units="cm"/>
      <inkml:brushProperty name="height" value="0.6" units="cm"/>
      <inkml:brushProperty name="color" value="#849398"/>
      <inkml:brushProperty name="inkEffects" value="pencil"/>
    </inkml:brush>
  </inkml:definitions>
  <inkml:trace contextRef="#ctx0" brushRef="#br0">733 4 3324 295082 70571,'0'0'1364'0'0,"0"0"-75"0"0,0 0-81 0 0,0 0-60 0 0,0 0-32 0 0,-2-1-124 0 0,-1 1 52 0 0,0-1-60 0 0,1 0-32 0 0,1 1 44 0 0,0 0-16 0 0,0 0-48 0 0,1 0 1 0 0,0 0 19 0 0,0 0 32 0 0,0 0-116 0 0,0 0 116 0 0,0 0-104 0 0,0 0-20 0 0,0 0 48 0 0,0 0-52 0 0,0 0-60 0 0,0 0-28 0 0,0 0-120 0 0,0 0-15 0 0,0 0 23 0 0,0 0-104 0 0,0 0 0 0 0,0 0-28 0 0,0 0-32 0 0,0 0 0 0 0,0 0 112 0 0,0 0-204 0 0,0 0-84 0 0,0 0 0 0 0,0 0 12 0 0,9-1-192 0 0,2 1-136 0 0,5 0 0 0 0,1 1 0 0 0,0 1 0 0 0,1 1 0 0 0,0 0 0 0 0,-1 1 0 1835-282,0 2 0-1835 282,-1-1 0 0 0,0 2 0 0 0,0 0 0 0 0,0 0 0 0 0,-1 1 0 0 0,0 1 0 0 0,-1 0 0 0 0,-1 1 0 0 0,0 1 0 0 0,-1 0 0 0 0,0 2 0 0 0,-1 1 0 0 0,-1 0 0 0 0,-1 1 0 0 0,-1 1 0 0 0,-2 0 0 0 0,-1 1 0 0 0,-1 0 0 0 0,-1 1 0 0 0,-1 0 0 0 0,-1 0 0 0 0,-2 1 0 0 0,0 1 0 0 0,-1-1 0 0 0,-2 1 0 0 0,-1 0 0 0 0,-1 0 0 0 0,-2 0 0 0 0,-1 0 0 0 0,-2 1 0 0 0,-2-1 0 0 0,-1 1 0 0 0,-3 0 0 0 0,-1-1 0 0 0,-1 1 0 0 0,-2 0 0 0 0,0-1 0 1017 614,0-1 0-1017-614,-2-1 0 0 0,1 0 0 0 0,-2-2 0-1884 295,1 0 0 1884-295,0-2 0 0 0,0 0 0 0 0,-1-1 0 0 0,-1 0 0 0 0,0-1 0 0 0,-1-1 0 0 0,-1-1 0 0 0,1-1 0 0 0,-2-1 0 0 0,0 0 0 1033 621,-1-2 0-1033-621,0 0 0 0 0,-1-1 0 0 0,0-1 0 0 0,0-1 0 0 0,1-1 0 1933-308,-1-1 0-3866 616,1 0 0 1933-308,-1-2 0 0 0,1 1 0 0 0,1-1 0 0 0,1 0 0 0 0,3 0 0 0 0,1 0 0 0 0,5 0 0 0 0,0 0 0 0 0,2 1 0-1033-621,1-1 0 1033 621,2 1 0 0 0,0 0 0 0 0,1 0 0 0 0,2-1 0 0 0,2 1 0 0 0,2 0 0 0 0,1-4 0 0 0,2-2 0 0 0,0 1-1404 0 0,2 0-4053 1033 621,1 2 469-1033-621,-1 1 472 0 0,2 1 459 0 0,-1 1 373 0 0,6-1 395-1995 288,2 1 269 1995-288,0-1 668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52.285"/>
    </inkml:context>
    <inkml:brush xml:id="br0">
      <inkml:brushProperty name="width" value="0.1" units="cm"/>
      <inkml:brushProperty name="height" value="0.6" units="cm"/>
      <inkml:brushProperty name="color" value="#849398"/>
      <inkml:brushProperty name="inkEffects" value="pencil"/>
    </inkml:brush>
  </inkml:definitions>
  <inkml:trace contextRef="#ctx0" brushRef="#br0">596 53 4708 297256 73357,'0'-3'1893'0'0,"1"0"-37"0"0,-1 0-96 0 0,1 1-40 0 0,-1-2-112 0 0,1 1-52 0 0,0 1-99 0 0,0 0-25 0 0,-1 1-40 0 0,1-1 12 0 0,0-1-156 0 0,0 2-72 0 0,0-1-100 0 0,0 1-12 0 0,-1 1-160 0 0,0 0-44 0 0,0 0-51 0 0,2-2-53 0 0,-1 0-60 0 0,1 0 12 0 0,-1 1-196 0 0,0 0-64 0 0,0 0 56 0 0,-1 1-44 0 0,0-1-112 0 0,0 1 52 0 0,0 1-388-54512 0,0-1-12 52403-314,0 0 0 2109 314,0 0 0 0 0,1-1 0 0 0,0-1 0 0 0,0 1 0 0 0,0 0 0 0 0,-1 0 0 0 0,1 0 0 0 0,-1 1 0 0 0,0 0 0 0 0,0 0 0 0 0,0 0 0 0 0,0 0 0 0 0,0 0 0 0 0,0 0 0 0 0,0 0 0 0 0,0 0 0 0 0,0 0 0 0 0,0 5 0 0 0,1 2 0 0 0,-1 2 0 0 0,0 0 0 0 0,0 1 0 0 0,-1 0 0 0 0,0 2 0 0 0,-1 1 0 0 0,-1 1 0 0 0,0 0 0 0 0,0 1 0 0 0,-1 0 0 0 0,-1 0 0 0 0,1 1 0 0 0,-1-1 0 0 0,0 0 0 0 0,-1 0 0 0 0,0 0 0 0 0,0 0 0 0 0,0 0 0 0 0,-2-1 0 0 0,0 0 0 0 0,0 0 0 0 0,0-1 0 0 0,-1 1 0 1180-609,1-1 0-1180 609,-2-1 0 0 0,-1 0 0 0 0,0 0 0 0 0,-1 0 0 0 0,-1 0 0 0 0,1 0 0 0 0,-1-1 0 0 0,0 0 0 0 0,-1-1 0 0 0,1 1 0 0 0,-1-2 0 56370 0,-1 1 0-56370 0,1-1 0 0 0,-1 0 0 0 0,-1 0 0 0 0,1-1 0 0 0,0-1 0 0 0,1 1 0 0 0,0 0 0 0 0,1-1 0 0 0,0 0 0 0 0,0-1 0 0 0,1 1 0 0 0,0-1 0 0 0,1-1 0 0 0,0 1 0 1180 609,2-2 0-1180-609,-1 0 0 0 0,1 1 0 2032-336,-1 0 0-2032 336,2-1 0 0 0,-1 0 0 0 0,-1 0 0 0 0,2-1 0 0 0,-1 1 0 0 0,0 0 0 0 0,3-1 0 0 0,-1 0 0 0 0,1 0 0 0 0,0-1 0 0 0,1 1 0 0 0,1-2 0 0 0,-1 1 0 0 0,1 0 0 0 0,1-1 0 0 0,-2 1 0 0 0,1-1 0 0 0,1 1 0 0 0,0-1 0 0 0,0 0 0 0 0,0 1 0 0 0,0 0 0 0 0,2 0 0-2032 336,-1-2 0 2032-336,2 1 0 0 0,0-1 0 0 0,-2 1 0 0 0,1 0 0 0 0,-1 0 0 0 0,1 0 0 0 0,0-1 0 0 0,0 1 0 0 0,1-1 0 0 0,0 0 0 0 0,0 3 0 0 0,0 0 0 0 0,0 1 0 0 0,1 2 0 0 0,0 0 0 0 0,1 1 0 0 0,0 2 0 0 0,0 0 0 0 0,1 1 0 0 0,0 0 0 0 0,1 1 0 2032-336,0 1 0-2032 336,1 1 0 0 0,1 0 0 0 0,0 2 0 0 0,1 0 0 1313 586,1 0 0-1313-586,0 0 0 0 0,2 1 0 0 0,1-1 0 0 0,2-1 0 0 0,1-1 0 0 0,0 0 0 0 0,2-1 0 0 0,1-1 0 0 0,1-1 0 0 0,1-1 0 0 0,2 0 0 0 0,1-3 0 0 0,1 0 0 0 0,1-1 0 0 0,0-1 0 0 0,0-2 0 0 0,1 0 0 0 0,-1 0 0 0 0,2-2 0 0 0,0 1 0 0 0,2-1 0 0 0,0 1 0 0 0,1-1 0 0 0,-2 0 0 0 0,0 0 0 0 0,-1 0 0 0 0,-2 1 0 0 0,-1-1 0 0 0,-2 1 0 0 0,0-1 0 1404 578,-1 0 0-1404-578,-2 1 0 0 0,-1-1 0 0 0,-1 0 0 0 0,-2 0 0 0 0,-2 0 0 0 0,0 0 0 0 0,1 0 0 0 0,0 0 0 0 0,-2 0 0 0 0,1-1 0 0 0,-3 1 0 0 0,2-1 0 0 0,1 0 0 0 0,-2 0 0 0 0,1 0 0 0 0,1 0 0 0 0,0-1 0 0 0,-2 0 0 0 0,2 0 0 0 0,-1 0 0 0 0,-1 1 0 0 0,0-1 0 0 0,1 0 0-1404-578,-3 0 0 1404 578,1 0 0 0 0,-2 0 0 0 0,1 1 0 0 0,-1-1 0 0 0,2 1 0 0 0,-2 0 0 0 0,0-1 0 0 0,-1 1 0 0 0,1-1 0 0 0,-2 0 0 0 0,2 1 0 0 0,-1-1 0 0 0,0 0 0 0 0,0 0 0 0 0,1-1 0 0 0,0 1 0 0 0,0-1 0 0 0,1-1 0 0 0,1-1 0 0 0,0 0 0 0 0,0-2 0 0 0,1-2 0 0 0,0-1 0 0 0,2-1 0 0 0,0-3 0 0 0,0-2 0 0 0,0-2 0 0 0,0-4 0 0 0,0-1 0 643-941,1-3 0-643 941,-1-2 0 0 0,0-2 0 0 0,0-1 0 0 0,-2 0 0 0 0,0-1 0 0 0,0 1 0 0 0,-2 2 0 0 0,0 1 0 0 0,-1 2 0 0 0,-2 1 0 0 0,0 1 0 0 0,0 0 0 0 0,-2 2 0 0 0,0 0 0 0 0,-2 0 0 0 0,-1 2 0 0 0,0-1 0 0 0,-1 0 0 0 0,-1 1 0 0 0,0 0 0 0 0,-1 0 0 0 0,-1 0 0 0 0,-1 0 0 0 0,1 1 0 0 0,0 0 0 0 0,0 2 0 0 0,0 0 0 0 0,1 1 0 0 0,0 1 0 0 0,1 3 0 0 0,0 0 0-1271-580,0 1 0 1271 580,1 1 0 0 0,-1 1 0 0 0,0 1 0 0 0,1 1 0 0 0,0 1 0-1914 341,0 1 0 1914-341,0 1 0 0 0,-1 0 0 0 0,1 1 0 0 0,0 1 0 0 0,0 1 0 0 0,-2 5-3288 0 0,-2 1-2077 0 0,-2 2 621 0 0,0 1 487 0 0,-1 1 445 0 0,0 0 384 0 0,-2 1 343 0 0,1 2 241-1983 321,0-2 900 1983-321</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53.505"/>
    </inkml:context>
    <inkml:brush xml:id="br0">
      <inkml:brushProperty name="width" value="0.1" units="cm"/>
      <inkml:brushProperty name="height" value="0.6" units="cm"/>
      <inkml:brushProperty name="color" value="#849398"/>
      <inkml:brushProperty name="inkEffects" value="pencil"/>
    </inkml:brush>
  </inkml:definitions>
  <inkml:trace contextRef="#ctx0" brushRef="#br0">609 16 5477 298461 73973,'0'0'2140'0'0,"0"0"-92"0"0,1-2-124 0 0,0-1-144 0 0,0 1-152 0 0,0 0-7 0 0,-1 1-169 0 0,1 0 56 0 0,-1 1-116 0 0,0-1-72 0 0,0 1 52 0 0,0 0-184 0 0,-3 5-72 0 0,-2 3-40 0 0,-1 3-175 0 0,-1 1-9 0 0,-1 1 60 0 0,-2 2-136 0 0,0 1-88 0 0,-1 1 80 0 0,-1 1-180 0 0,-2 3-628 0 0,-3 0 0 0 0,-2 1 0 0 0,-1 1 0 0 0,-1-1 0 0 0,-1 1 0 0 0,1-1 0 0 0,-1 0 0 0 0,2-1 0 0 0,0-2 0 0 0,1-1 0 0 0,1-1 0 0 0,0-1 0 0 0,1-2 0 0 0,0 0 0 0 0,2-1 0 0 0,0 0 0 0 0,1-2 0 0 0,0-1 0 0 0,1 0 0 0 0,1-1 0 0 0,1-1 0 0 0,-1 0 0 0 0,2-1 0 0 0,-1 0 0 0 0,1-1 0 0 0,0 0 0 0 0,2-2 0 0 0,0 1 0 0 0,0-1 0 0 0,1 0 0 0 0,0 0 0 0 0,0 0 0 0 0,1 0 0 0 0,1-1 0 0 0,0 0 0 0 0,0 0 0 0 0,0-1 0 0 0,1 0 0 0 0,0 0 0 0 0,1-1 0 0 0,0 0 0 0 0,-1 1 0 0 0,1 0 0 0 0,0 0 0 0 0,0 0 0 0 0,2-1 0 0 0,-1 0 0 0 0,2 0 0 0 0,-2 0 0 0 0,0 1 0 0 0,1-1 0 0 0,-1 0 0 0 0,2 0 0 0 0,-1-1 0 0 0,1 0 0 0 0,0 0 0 0 0,0 0 0 0 0,0 0 0 0 0,0 0 0 0 0,5 1 0 0 0,2 1 0 0 0,2-1 0 0 0,2 1 0 0 0,0 0 0 0 0,0 0 0 0 0,2 0 0 0 0,0 0 0 0 0,1 1 0 0 0,1 0 0 0 0,1 0 0 0 0,0 0 0 0 0,1 1 0 0 0,1-1 0 0 0,0 1 0 0 0,0-1 0 0 0,0 0 0 0 0,1 0 0 0 0,-1 0 0 0 0,1-1 0 0 0,-1 0 0 0 0,0-1 0 0 0,-1 0 0 0 0,0-1 0 0 0,0 0 0 0 0,0 0 0 0 0,0-1 0 0 0,4 1 0 0 0,3-1 0 0 0,-1 0 0 0 0,-3 0 0 0 0,-3 0 0 0 0,-4 0 0 0 0,0 0 0 0 0,-4 0 0 0 0,1 0 0 0 0,-3 0 0 0 0,1 0 0 0 0,-2 0 0 0 0,1 0 0 0 0,-2 0 0 0 0,-1 0 0 0 0,1-1 0 0 0,0 1 0 0 0,0-2 0 0 0,-1 0 0 0 0,1-1 0 0 0,1-1 0 0 0,-2 0 0 0 0,1-2 0 0 0,0-1 0 0 0,0-2 0 0 0,1-1 0 0 0,0-2 0 0 0,0-1 0 0 0,-1-2 0 0 0,1-2 0 0 0,-2-1 0 0 0,1-2 0 0 0,-1-1 0 0 0,0-1 0 0 0,0-1 0 0 0,-2 0 0 0 0,1 1 0 0 0,-2 1 0 0 0,1 1 0 0 0,-2 0 0 0 0,1 0 0 0 0,0 2 0 0 0,-1-1 0 0 0,0 1 0 0 0,-1 1 0 0 0,0 0 0 0 0,-1 2 0 0 0,1 0 0 0 0,-1 1 0 0 0,0 4 0 0 0,0 0 0 0 0,0 0 0 0 0,1 3 0 0 0,-1-1 0 0 0,1 1 0 0 0,-1 0 0 0 0,1 2 0 0 0,-1 0 0 0 0,1 0 0 0 0,-1 2 0 0 0,0 0 0 0 0,0 0 0 0 0,1 0 0 0 0,0 2 0 0 0,0-1 0 0 0,0 0 0 0 0,0 0 0 0 0,1 2 0 0 0,-1-1 0 0 0,1 2-2080 0 0,0 0-3009 0 0,0-1 265 0 0,0 2 399 0 0,0-1 445-2251 306,2-2 396 2251-306,1 0 316 0 0,-1-1 339 0 0,0 2 341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54.342"/>
    </inkml:context>
    <inkml:brush xml:id="br0">
      <inkml:brushProperty name="width" value="0.1" units="cm"/>
      <inkml:brushProperty name="height" value="0.6" units="cm"/>
      <inkml:brushProperty name="color" value="#849398"/>
      <inkml:brushProperty name="inkEffects" value="pencil"/>
    </inkml:brush>
  </inkml:definitions>
  <inkml:trace contextRef="#ctx0" brushRef="#br0">1 106 5773 295071 73649,'0'0'2008'0'0,"0"0"-52"0"0,0 0-104 0 0,0 0-140 0 0,0 0-128 0 0,0 0-108 0 0,0 0-163 0 0,1-2 7 0 0,2 0-176 0 0,-1 0-16 0 0,-1 0-72 0 0,1 1 16 0 0,-2 0-108 0 0,5 5 28 0 0,1 1-68 0 0,1 2 36 0 0,2 3-171 0 0,0 1 71 0 0,0 0-212 0 0,-1 2 140 2185-292,1 1 32-2185 292,-1 0-56 0 0,1 1-16 0 0,-2 1-632 0 0,0 1-116 0 0,1 1 0 0 0,0 0 0 0 0,0 1 0 0 0,1 0 0 0 0,0 0 0 0 0,1-1 0 0 0,-1 1 0 0 0,2-1 0 0 0,0 0 0 0 0,-1-1 0-1122-622,1 0 0 1122 622,0 0 0 0 0,0 0 0 0 0,1-1 0 0 0,2 0 0 0 0,0-1 0 0 0,0 0 0 0 0,1 0 0 0 0,0-2 0 0 0,-1 0 0 2051-301,0-2 0-2051 301,0 0 0 0 0,-2-2 0 0 0,0 0 0 0 0,-4-2 0 0 0,1 0 0 1180 609,-1-1 0-1180-609,-1 0 0 0 0,0-1 0 0 0,-1 0 0 0 0,-1-1 0 0 0,-1-1 0 0 0,0 1 0 0 0,0-1 0 0 0,-1 0 0 0 0,-1-1 0 0 0,0 1 0 0 0,1 0 0 0 0,0-1 0 0 0,-1-1 0 0 0,-1 0 0 0 0,0 0 0 0 0,-1-1 0 0 0,0 0 0 0 0,0 0 0 0 0,0 0 0 0 0,0 0 0 0 0,-1 0 0 0 0,1 0 0 0 0,0 0 0 0 0,0 0 0 0 0,0 0 0 0 0,0 0 0-1180-609,3-4 0 1180 609,0-2 0 0 0,0 1 0 0 0,2-2 0 0 0,0-2 0 0 0,-1 0 0 0 0,1-2 0 0 0,0-2 0 0 0,1-1 0 0 0,0-3 0 0 0,2-1 0 0 0,1-2 0 0 0,1-3 0 0 0,0-1 0 0 0,2-3 0 0 0,1-1 0 0 0,-1-1 0 0 0,0 1 0 0 0,-1 1 0 0 0,-1 1 0 1180 609,-1 1 0-1180-609,0 1 0 0 0,-1 3 0-1180-609,-2 1 0 1180 609,0 1 0 0 0,-1 3 0 0 0,-1 0 0 0 0,-1 3 0 0 0,-1 0 0 0 0,0 2 0 0 0,-1 0 0 0 0,-1 1 0 0 0,0-1 0 0 0,0 2 0 0 0,0-1 0 0 0,0 1 0 0 0,0 0 0 0 0,0 1 0 0 0,0 1 0 0 0,0 1 0 0 0,2-1 0 0 0,0 1 0 0 0,0 0-1372 0 0,0 1-3997 0 0,0-1 353 0 0,0 1 500 0 0,0-1 463 0 0,1 1 385 0 0,1-1 360 0 0,0 0 331 0 0,-1 1 489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55.216"/>
    </inkml:context>
    <inkml:brush xml:id="br0">
      <inkml:brushProperty name="width" value="0.1" units="cm"/>
      <inkml:brushProperty name="height" value="0.6" units="cm"/>
      <inkml:brushProperty name="color" value="#849398"/>
      <inkml:brushProperty name="inkEffects" value="pencil"/>
    </inkml:brush>
  </inkml:definitions>
  <inkml:trace contextRef="#ctx0" brushRef="#br0">2 179 3684 300628 73644,'0'0'1476'0'0,"0"0"9"-1263"-601,0 0-21 1263 601,0 0 72 0 0,0 0 28 0 0,0 0 16 0 0,0 0-4 0 0,0 0 80 0 0,0 0-15 0 0,0-2 47 0 0,-1-1-60 0 0,1 0 84 0 0,0 1-176 0 0,-1 0-64 0 0,1 1 4 0 0,0 1-123 0 0,0 0-85 0 0,0 0-180 0 0,0 0 16 0 0,3-3-324 0 0,1 0-780 0 0,3-2 0 0 0,-1 0 0 0 0,3-1 0 0 0,3 0 0 0 0,1-1 0 0 0,1 1 0 0 0,2-1 0 0 0,1 1 0 0 0,2-1 0 0 0,1 0 0 0 0,1 0 0 0 0,0 1 0 0 0,0-1 0 0 0,1 1 0 0 0,0 1 0 0 0,0-1 0 0 0,-2 2 0 0 0,1 0 0 0 0,-2-1 0 0 0,0 1 0 0 0,-1 0 0 0 0,-1 1 0 0 0,-2 0 0 0 0,-3 0 0 0 0,0 1 0 0 0,-1-1 0 0 0,-1 2 0 0 0,-1-1 0 0 0,-1 0 0 0 0,1 1 0 0 0,-2-1 0 0 0,1 0 0 0 0,-2 1 0 0 0,-1 0 0 0 0,1 0 0 0 0,-1 0 0 0 0,-1 0 0 0 0,1 0 0 0 0,0 0 0 0 0,-2 0 0 0 0,0 0 0 0 0,-2 1 0 0 0,2 0 0 0 0,0-1 0 0 0,0 1 0 0 0,-1-1 0 0 0,-1 1 0 0 0,0 0 0 0 0,1 0 0 0 0,0-1 0 0 0,1 0 0 0 0,-2 0 0 0 0,1 0 0 0 0,-2 1 0 0 0,1 0 0-1180-609,-1 0 0 1180 609,0 0 0 0 0,0 0 0 0 0,0 0 0 0 0,-1 0 0 0 0,1 0 0 0 0,0 0 0 0 0,0 0 0 0 0,0 0 0 0 0,0 0 0 1180 609,0 0-4928-3289-295,0 0-201 2109-314,0 0 501 0 0,0 0 479 0 0,0 0 373 0 0,0 0 436 0 0,-7 2 299 0 0,-3 0 309 0 0,1 1 1688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0:56.314"/>
    </inkml:context>
    <inkml:brush xml:id="br0">
      <inkml:brushProperty name="width" value="0.1" units="cm"/>
      <inkml:brushProperty name="height" value="0.6" units="cm"/>
      <inkml:brushProperty name="color" value="#849398"/>
      <inkml:brushProperty name="inkEffects" value="pencil"/>
    </inkml:brush>
  </inkml:definitions>
  <inkml:trace contextRef="#ctx0" brushRef="#br0">869 283 5044 300168 72113,'0'0'2317'-1152'-602,"0"0"-53"1152"602,0 0-96 0 0,0 0-68 0 0,0 0-196 0 0,0 0 113 0 0,0 0-173 0 0,0 0-92 0 0,0 0-72 0 0,0 0-84 0 0,-5-5-52 0 0,-2-1-179 0 0,-2 0-57 0 0,-1-1 16 0 0,2 2-180 0 0,-3 0-48 0 0,-1 0-796 0 0,-2 0-300 0 0,0 0 0 0 0,-2 0 0 0 0,-2 0 0 0 0,-1 0 0 0 0,-2 0 0 0 0,-1 0 0 0 0,-2 0 0 0 0,-1 0 0 0 0,-1-1 0 0 0,-1 0 0 0 0,0 0 0 0 0,0-1 0 0 0,0 0 0 0 0,-2 1 0 0 0,0-1 0 0 0,0-1 0 0 0,-1 1 0 0 0,1-1 0 0 0,0 1 0 0 0,1-1 0 0 0,1 0 0-1933 308,2 1 0 1933-308,0-1 0 0 0,2 1 0 0 0,2-1 0 0 0,2 1 0 0 0,2 0 0 0 0,2 1 0 0 0,1 0 0 0 0,3 1 0 0 0,0 1 0 0 0,0-1 0 0 0,3 1 0 0 0,-1 1 0 0 0,2-1 0 0 0,0 1 0 0 0,0 0 0 0 0,1-1 0 0 0,1 1 0-54166 0,-1 0 0 54166 0,1 1 0 0 0,1 0 0 0 0,0 0 0 0 0,1 0 0 0 0,0 1 0 0 0,1 0 0 0 0,1 1 0 0 0,0 0 0 0 0,1 0 0 0 0,0 0 0 0 0,1 0 0 0 0,-1 0 0 0 0,0 0 0 0 0,0 0 0 0 0,0 0-2192 0 0,4 3-2829 0 0,3 2 281 0 0,2 1 227 0 0,2 0 489 0 0,-1-2 336 0 0,3 1 359 1995 288,1-1 361-1995-288,-2-1 676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1:05.213"/>
    </inkml:context>
    <inkml:brush xml:id="br0">
      <inkml:brushProperty name="width" value="0.1" units="cm"/>
      <inkml:brushProperty name="height" value="0.6" units="cm"/>
      <inkml:brushProperty name="color" value="#849398"/>
      <inkml:brushProperty name="inkEffects" value="pencil"/>
    </inkml:brush>
  </inkml:definitions>
  <inkml:trace contextRef="#ctx0" brushRef="#br0">0 29 4696 296210 74279,'0'0'1917'0'0,"0"0"-137"0"0,0 0-180 0 0,0 0-116 0 0,0 0-112 0 0,0 0-132 0 0,0 0-104 0 0,0 0-144 0 0,0 0-79 0 0,0 0-73 0 0,0 0-116-1139-630,0 0-56 1139 630,0 0-44 0 0,0 0-32 0 0,0 0-48 0 0,0 0-64 0 0,0 0 44 0 0,5-3-96 0 0,2 0 36 0 0,0 0 4 0 0,-2 0 44 0 0,-1 1 0-50142 0,-2 1 20 50142 0,0 0-28 0 0,-2 1 60 0 0,0 0-4-2185-292,2-1 4 2185 292,0 1 33 0 0,0-1-77 0 0,-1 1 12 0 0,0-1 0 0 0,0 1 32 0 0,-1 0 52 0 0,0 0-24 0 0,0 0-16 0 0,0 0-116-2109-314,0 0 40 2109 314,0 0-456 0 0,0 0-44 0 0,0 0 0 0 0,1-1 0 0 0,1-1 0 0 0,-1 0 0 0 0,0 0 0 0 0,0 1 0 0 0,0 0 0 0 0,-1 1 0 0 0,0 0 0 0 0,0 0 0 0 0,0 0 0 0 0,0 0 0 0 0,0 0 0 0 0,0 0 0 0 0,0 0 0 0 0,0 0 0 0 0,0 0 0 0 0,5 2 0 0 0,1 0 0 0 0,2 2 0 0 0,3 0 0 0 0,0 1 0 0 0,2 0 0 0 0,1 1 0 0 0,0-1 0 0 0,0 0 0 0 0,1 0 0 0 0,2 0 0 0 0,1 1 0 0 0,2 0 0 0 0,1-1 0 0 0,2 2 0 0 0,0-2 0 0 0,0 2 0 2109 314,0-1 0-2109-314,-1-1 0 0 0,-1 1 0 0 0,0 0 0 0 0,-2-1 0 0 0,-1 0 0 0 0,-1 0 0 0 0,-1 0 0 0 0,0 0 0 0 0,-1 0 0 0 0,-1-1 0 0 0,0 1 0 0 0,-2-1 0 54512 0,0 0 0-54512 0,-1 0 0 0 0,-1 0 0 0 0,0-1 0 0 0,0 1 0 0 0,-2-1 0 0 0,0 1 0 0 0,2-1 0 0 0,-1 1 0 0 0,1-1 0 0 0,0 1 0 0 0,-2-1 0 0 0,-2-1 0 0 0,1 1 0 0 0,1 0 0 0 0,1 0 0 0 0,0 0 0 0 0,1 0 0-1122-622,-2 0 0 1122 622,1 0 0 0 0,-1 0 0 0 0,0 0 0 0 0,-1-1 0 0 0,-2 0 0 0 0,2 0 0 0 0,-1-1 0-1046-628,-2 1 0 1046 628,-1-1 0 0 0,2 0 0 0 0,-1 1 0 0 0,1 0 0 0 0,0-1 0 0 0,-2 1 0 0 0,-1-1 0 0 0,0-1 0 0 0,0 1 0 0 0,1 0 0 0 0,0 0 0 0 0,-1-1 0 1995-288,-1 0 0-1995 288,0 1 0 0 0,-1-1 0 0 0,1 0 0 0 0,1 1 0 0 0,0 0 0 0 0,-1 0 0 0 0,0-1 0 0 0,-1 1 0 0 0,1-1 0 0 0,-1 0 0 0 0,0 0 0 0 0,0 0 0 0 0,0 0 0 0 0,2 0 0 0 0,1 0 0 0 0,0 0 0 0 0,0 0-2356 0 0,-1 0-3013 0 0,-1 0 517 0 0,0 0 491 0 0,-1 0 437 0 0,0 0 392 0 0,0 0 367 0 0,0 0 165 0 0,0 0 792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1:06.597"/>
    </inkml:context>
    <inkml:brush xml:id="br0">
      <inkml:brushProperty name="width" value="0.1" units="cm"/>
      <inkml:brushProperty name="height" value="0.6" units="cm"/>
      <inkml:brushProperty name="color" value="#849398"/>
      <inkml:brushProperty name="inkEffects" value="pencil"/>
    </inkml:brush>
  </inkml:definitions>
  <inkml:trace contextRef="#ctx0" brushRef="#br0">1 142 1420 294111 71473,'0'0'648'0'0,"0"0"-76"0"0,0 0 32 0 0,0 0-20 0 0,0 0 0 0 0,0 0 40 0 0,0 0-11 0 0,0 0 3 0 0,0 0 20 0 0,1 2-24-914-638,1 1 76 914 638,1-1-4 0 0,-2 0-28 0 0,1-1 40 0 0,-2 0 72 0 0,1-1 0 0 0,-1 1 40 0 0,0-1 24 0 0,0-1-24 0 0,0 1 92 0 0,0 0-48 0 0,0 0 57 0 0,-1 0 15 0 0,1 0 8 0 0,0 0-32 0 0,0 0-8 0 0,0 0 88 0 0,0 0-48 0 0,0 0 20 0 0,0 0-8 0 0,0 0-76 0 0,0 0 16 0 0,0 0-68 0 0,0 0-55 0 0,0 0 15 0 0,0 0-100 0 0,0 0 64 0 0,0 0 36 0 0,0 0-100 1885-264,0 0 12-1885 264,0 0-4 0 0,0 0-600 0 0,0 0-84 0 0,0 0 0 0 0,0 0 0 0 0,0 0 0 0 0,0 0 0 0 0,0 0 0 0 0,0 0 0 0 0,0 0 0 0 0,7-1 0 0 0,1-1 0 0 0,1 1 0 0 0,1-1 0 0 0,1 0 0 0 0,0 0 0 0 0,0 1 0 0 0,1-1 0 0 0,3 0 0 0 0,0-1 0 0 0,1 0 0 0 0,1 0 0 0 0,2-1 0 0 0,-1 0 0 0 0,2 0 0 0 0,0 0 0 0 0,0-1 0 0 0,2 0 0 0 0,-1 0 0 0 0,1 0 0 0 0,-1 0 0 0 0,-1 0 0 0 0,0 0 0 0 0,-1 0 0 0 0,0 0 0-1885 264,-2 0 0 1885-264,-3 1 0 0 0,1 0 0 0 0,-1-1 0 0 0,0 1 0 0 0,-3 1 0 0 0,1-1 0 0 0,-1 1 0 0 0,-3 0 0-46394 0,1 0 0 46394 0,-2 1 0 0 0,1-1 0 0 0,-1 1 0 0 0,0 0 0 0 0,-1 1 0 0 0,0-1 0 0 0,-1 0 0 0 0,-1 1 0 0 0,1 0 0 0 0,0 0 0 0 0,-2 0 0 0 0,0 0 0 0 0,0 0 0 0 0,0 0 0 0 0,-1 0 0-914 638,0 0 0 914-638,-1 1 0 0 0,0 0 0 0 0,0-2 0 0 0,2 1 0 0 0,-1 0 0-977 634,-1 0 0 977-634,0 0 0 0 0,0 1 0 0 0,-1-1 0 0 0,0 1 0 0 0,0 0 0 0 0,0 0 0 0 0,0 1 0-1046 628,0-1 0 1046-628,0 0 0 0 0,0 0 0 0 0,0 0 0 0 0,0 0 0 0 0,0 0 0 0 0,0 0 0 0 0,0 0 0 0 0,0 0 0 0 0,0 0 0 0 0,0 0 0 0 0,0 0 0 0 0,0 0 0 0 0,0 0 0 0 0,0 0 0 0 0,0 0 0 0 0,0 0 0 0 0,0 0 0 0 0,0 0 0 0 0,0 0 0 0 0,-7 3 0 0 0,-4 2 0 0 0,-3 2 0 0 0,-1 0 0 0 0,-1 0 0 0 0,-2 1 0 0 0,-1 0 0 0 0,-2 0 0 0 0,-3 2 0 0 0,-3 1 0 0 0,-3 2 0 0 0,-3 2 0 0 0,-2 0 0 0 0,-2 0-5284 0 0,-2 1 111 0 0,0-1 493 0 0,1-1 491 0 0,0-1 453 0 0,2-3 388 0 0,2-1 367 0 0,4-3 217 2119 279,6-1 2152-2119-279</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06.956"/>
    </inkml:context>
    <inkml:brush xml:id="br0">
      <inkml:brushProperty name="width" value="0.035" units="cm"/>
      <inkml:brushProperty name="height" value="0.035" units="cm"/>
      <inkml:brushProperty name="color" value="#E71224"/>
    </inkml:brush>
  </inkml:definitions>
  <inkml:trace contextRef="#ctx0" brushRef="#br0">557 373 4320 0 0,'0'0'4483'0'0,"0"-3"-3153"0"0,-1-9 3536 0 0,-3-22 4546 0 0,3 30-9026 0 0,0 1 1 0 0,1 0-1 0 0,-1 0 0 0 0,-1 0 1 0 0,1 0-1 0 0,0 0 1 0 0,-1 0-1 0 0,0 0 1 0 0,1 0-1 0 0,-1 0 1 0 0,0 1-1 0 0,-5-6 1 0 0,6 7-255 0 0,-55-49 2895 0 0,-30-17-2854 0 0,74 58-173 0 0,2 2 0 0 0,1 1 0 0 0,-2 0 0 0 0,1 0 0 0 0,-1 1 0 0 0,0 1 0 0 0,0 0 0 0 0,-13-3 0 0 0,4 2 0 0 0,0 3 0 0 0,13 2 0 0 0,0 1 0 0 0,-1 0 0 0 0,1 0 0 0 0,0 1 0 0 0,0-1 0 0 0,0 2 0 0 0,0-1 0 0 0,0 1 0 0 0,0 0 0 0 0,1 0 0 0 0,-1 1 0 0 0,1 0 0 0 0,0 0 0 0 0,0 0 0 0 0,0 1 0 0 0,1 0 0 0 0,-1 0 0 0 0,1 0 0 0 0,1 1 0 0 0,-1 0 0 0 0,1 0 0 0 0,-7 12 0 0 0,8-13 0 0 0,-9 14 0 0 0,1 0 0 0 0,1 1 0 0 0,1 0 0 0 0,1 1 0 0 0,0 0 0 0 0,2 1 0 0 0,0-1 0 0 0,2 1 0 0 0,-3 29 0 0 0,4-13 0 0 0,1 1 0 0 0,3-1 0 0 0,0 1 0 0 0,12 58 0 0 0,-7-67 0 0 0,1 1 0 0 0,1-1 0 0 0,2-1 0 0 0,1 0 0 0 0,1 0 0 0 0,2-1 0 0 0,1-1 0 0 0,1 0 0 0 0,1-1 0 0 0,1-1 0 0 0,33 35 0 0 0,-34-43 0 0 0,0-2 0 0 0,2 1 0 0 0,-1-2 0 0 0,2-1 0 0 0,0 0 0 0 0,1-2 0 0 0,0 0 0 0 0,0-1 0 0 0,1-1 0 0 0,1-1 0 0 0,-1-1 0 0 0,1-1 0 0 0,1-1 0 0 0,-1-1 0 0 0,0-1 0 0 0,41-1 0 0 0,-40-3 0 0 0,0-2 0 0 0,-1 0 0 0 0,1-2 0 0 0,0-1 0 0 0,-1 0 0 0 0,0-2 0 0 0,-1-1 0 0 0,0 0 0 0 0,0-2 0 0 0,-1 0 0 0 0,0-2 0 0 0,36-29 0 0 0,-16 8 0 0 0,-1-1 0 0 0,-2-3 0 0 0,-2-1 0 0 0,58-80 0 0 0,-77 94 0 0 0,-1-1 0 0 0,-1-1 0 0 0,-2 0 0 0 0,0 0 0 0 0,-2-2 0 0 0,-1 1 0 0 0,-2-1 0 0 0,9-47 0 0 0,-13 57 0 0 0,-2 8 0 0 0,-1-1 0 0 0,0 1 0 0 0,0-1 0 0 0,-1-12 0 0 0,-1 1 0 0 0,-2 1 0 0 0,0-1 0 0 0,-1 1 0 0 0,-8-24 0 0 0,5 22 0 0 0,-2 0 0 0 0,0 1 0 0 0,-2 0 0 0 0,0 1 0 0 0,-2 0 0 0 0,-20-27 0 0 0,-11 2 0 0 0,30 35 0 0 0,-8-7 0 0 0,20 18 0 0 0,-34-16 0 0 0,18 8 0 0 0,-4 4 0 0 0,1-1 0 0 0,14 5 0 0 0,-1-1 0 0 0,1 1 0 0 0,-1 0 0 0 0,1 0 0 0 0,-1 1 0 0 0,0 0 0 0 0,1 1 0 0 0,-15 2 0 0 0,9-1 0 0 0,-6 1 0 0 0,1 0 0 0 0,0 2 0 0 0,1 0 0 0 0,-1 1 0 0 0,1 0 0 0 0,0 2 0 0 0,0 0 0 0 0,-15 10 0 0 0,1-1 0 0 0,-46 28-5324 0 0,50-27-414 0 0,1 1 0 0 0,-33 32 0 0 0,16-6 711 0 0,17-14 2097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13.861"/>
    </inkml:context>
    <inkml:brush xml:id="br0">
      <inkml:brushProperty name="width" value="0.035" units="cm"/>
      <inkml:brushProperty name="height" value="0.035" units="cm"/>
      <inkml:brushProperty name="color" value="#E71224"/>
    </inkml:brush>
  </inkml:definitions>
  <inkml:trace contextRef="#ctx0" brushRef="#br0">146 1454 4852 0 0,'0'0'27197'0'0,"-4"-3"-26752"0"0,-14-11-210 0 0,7 4-197 0 0,3 0-38 0 0,0-1 0 0 0,0-1 0 0 0,0 0 0 0 0,2 0 0 0 0,-1 0 0 0 0,2-1 0 0 0,-1 0 0 0 0,2 0 0 0 0,0 0 0 0 0,-5-25 0 0 0,-6-62 0 0 0,-2-113 0 0 0,12 120 0 0 0,3 29 0 0 0,2-1 0 0 0,4 1 0 0 0,3-1 0 0 0,21-93 0 0 0,-24 137 0 0 0,1-1 0 0 0,1 1 0 0 0,1 0 0 0 0,0 0 0 0 0,2 0 0 0 0,0 1 0 0 0,2 1 0 0 0,0 0 0 0 0,1 0 0 0 0,1 1 0 0 0,0 1 0 0 0,26-26 0 0 0,-16 24 0 0 0,1 2 0 0 0,1 0 0 0 0,0 2 0 0 0,1 1 0 0 0,0 0 0 0 0,2 2 0 0 0,-1 1 0 0 0,1 2 0 0 0,1 0 0 0 0,-1 2 0 0 0,1 1 0 0 0,49-3 0 0 0,-29 5 0 0 0,1 3 0 0 0,0 2 0 0 0,0 2 0 0 0,-1 2 0 0 0,1 3 0 0 0,83 23 0 0 0,-86-14 0 0 0,-1 2 0 0 0,0 3 0 0 0,-2 1 0 0 0,62 43 0 0 0,-77-47 0 0 0,12 6 0 0 0,46 39 0 0 0,-74-53 0 0 0,-1 1 0 0 0,0 0 0 0 0,-1 0 0 0 0,0 1 0 0 0,-1 0 0 0 0,-1 1 0 0 0,11 19 0 0 0,2 6 0 0 0,-14-27 0 0 0,0 0 0 0 0,-1 1 0 0 0,0 0 0 0 0,-1 1 0 0 0,-1 0 0 0 0,0-1 0 0 0,4 22 0 0 0,-4 5 0 0 0,-2 0 0 0 0,-2 1 0 0 0,-2-1 0 0 0,-1 0 0 0 0,-9 44 0 0 0,3-38 0 0 0,-2 0 0 0 0,-32 87 0 0 0,34-115-155 0 0,0 1 1 0 0,-1-1-1 0 0,-20 31 1 0 0,5-20-5694 0 0,-3-5-7870 0 0,11-12 3591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15.424"/>
    </inkml:context>
    <inkml:brush xml:id="br0">
      <inkml:brushProperty name="width" value="0.035" units="cm"/>
      <inkml:brushProperty name="height" value="0.035" units="cm"/>
      <inkml:brushProperty name="color" value="#E71224"/>
    </inkml:brush>
  </inkml:definitions>
  <inkml:trace contextRef="#ctx0" brushRef="#br0">1 19 5364 0 0,'0'0'19636'0'0,"2"6"-19207"0"0,12 30 593 0 0,-13-34-737 0 0,11 25 834 0 0,-9-22-1004 0 0,0 0-1 0 0,0 0 1 0 0,1 0-1 0 0,-1 0 1 0 0,1-1-1 0 0,1 1 1 0 0,-1-1-1 0 0,0 0 1 0 0,1-1-1 0 0,0 1 1 0 0,0-1-1 0 0,0 0 1 0 0,0 0-1 0 0,7 2 1 0 0,-5-2-81 0 0,1-1 1 0 0,0 0 0 0 0,0-1-1 0 0,0 0 1 0 0,0 0-1 0 0,0-1 1 0 0,0 0-1 0 0,0 0 1 0 0,0-1-1 0 0,0 0 1 0 0,0 0 0 0 0,10-4-1 0 0,-15 4-50 0 0,0 0 0 0 0,0 0 0 0 0,-1 0-1 0 0,1-1 1 0 0,-1 1 0 0 0,1-1 0 0 0,-1 0 0 0 0,1 1 0 0 0,-1-1-1 0 0,0 0 1 0 0,0-1 0 0 0,0 1 0 0 0,0 0 0 0 0,0 0 0 0 0,2-4-1 0 0,-3 3 16 0 0,0 2 24 0 0,0-1 5 0 0,2-6 26 0 0,-2 5-32 0 0,-1 1 0 0 0,0 0 0 0 0,1-1 1 0 0,-1 1-1 0 0,-1-1 0 0 0,1 1 0 0 0,0-1 1 0 0,0 1-1 0 0,-1-1 0 0 0,0 1 0 0 0,1-1 0 0 0,-1 1 1 0 0,0 0-1 0 0,0-1 0 0 0,0 1 0 0 0,0 0 1 0 0,-1 0-1 0 0,1 0 0 0 0,-1 0 0 0 0,1 0 0 0 0,-1 0 1 0 0,0 0-1 0 0,1 0 0 0 0,-1 1 0 0 0,0-1 1 0 0,-3-1-1 0 0,-3-3 20 0 0,0-1 0 0 0,-1 1 1 0 0,0 0-1 0 0,-14-5 0 0 0,17 8-542 0 0,0 1 0 0 0,-1 0-1 0 0,1 0 1 0 0,-1 1 0 0 0,1 0-1 0 0,-1 0 1 0 0,1 0 0 0 0,-1 1 0 0 0,0 0-1 0 0,1 1 1 0 0,-1-1 0 0 0,-7 3-1 0 0,-16 7-6886 0 0,5 8-5703 0 0,14-7 10221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16.741"/>
    </inkml:context>
    <inkml:brush xml:id="br0">
      <inkml:brushProperty name="width" value="0.035" units="cm"/>
      <inkml:brushProperty name="height" value="0.035" units="cm"/>
      <inkml:brushProperty name="color" value="#E71224"/>
    </inkml:brush>
  </inkml:definitions>
  <inkml:trace contextRef="#ctx0" brushRef="#br0">13 4 2988 0 0,'0'0'19633'0'0,"-2"4"-19039"0"0,-9 26 1190 0 0,11-28-915 0 0,20 41 1283 0 0,-16-39-2064 0 0,0-1 0 0 0,-1 1 0 0 0,2 0 0 0 0,-1-1 0 0 0,0 0 0 0 0,1 0 0 0 0,0 0 0 0 0,-1-1 0 0 0,1 1 0 0 0,0-1 0 0 0,0 0 0 0 0,0-1 1 0 0,1 1-1 0 0,-1-1 0 0 0,0 0 0 0 0,9 0 0 0 0,-13-1-138 0 0,1 1-27 0 0,0-1 0 0 0,1 1 0 0 0,-1-1 0 0 0,0 0 0 0 0,0 0 0 0 0,0 0 0 0 0,0 0 1 0 0,0 0-1 0 0,0 0 0 0 0,1-1 0 0 0,-1 1 0 0 0,0-1 0 0 0,3 0 0 0 0,0 0-164 0 0,-1 0 137 0 0,0-1 0 0 0,1 1 1 0 0,-1 0-1 0 0,0-1 1 0 0,0 0-1 0 0,1 0 0 0 0,-1-1 1 0 0,-1 1-1 0 0,1-1 1 0 0,6-5-1 0 0,-8 7 50 0 0,16-29-53 0 0,-18 28 162 0 0,1 0 0 0 0,-1 0-1 0 0,1 0 1 0 0,-1 0-1 0 0,0 0 1 0 0,0 0-1 0 0,0 0 1 0 0,0 0-1 0 0,0 0 1 0 0,-1 0 0 0 0,1 0-1 0 0,0 0 1 0 0,-1 0-1 0 0,0 0 1 0 0,1 0-1 0 0,-1 0 1 0 0,0 0-1 0 0,0 0 1 0 0,0 1-1 0 0,0-1 1 0 0,-2-2 0 0 0,2 3 32 0 0,-40-17 327 0 0,-12 18-2580 0 0,-22 12-14968 0 0,57-9 11620 0 0,13-2 2718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18.102"/>
    </inkml:context>
    <inkml:brush xml:id="br0">
      <inkml:brushProperty name="width" value="0.035" units="cm"/>
      <inkml:brushProperty name="height" value="0.035" units="cm"/>
      <inkml:brushProperty name="color" value="#E71224"/>
    </inkml:brush>
  </inkml:definitions>
  <inkml:trace contextRef="#ctx0" brushRef="#br0">331 67 2148 0 0,'0'0'17679'0'0,"-5"-1"-17137"0"0,-15-2-15 0 0,15 2 1313 0 0,-14-29 1310 0 0,16 28-3046 0 0,0 0-1 0 0,0 0 0 0 0,0 0 0 0 0,0 0 1 0 0,0 0-1 0 0,0 0 0 0 0,0 1 0 0 0,-1 0 1 0 0,1-1-1 0 0,-8 0 0 0 0,-2-2 201 0 0,11 3-199 0 0,-46-5 937 0 0,43 6-903 0 0,0 0 1 0 0,0 0-1 0 0,0 0 0 0 0,0 0 0 0 0,0 1 0 0 0,0-1 0 0 0,1 1 0 0 0,-1 1 0 0 0,0-1 1 0 0,1 1-1 0 0,-1-1 0 0 0,0 1 0 0 0,1 0 0 0 0,0 1 0 0 0,0-1 0 0 0,0 1 1 0 0,0 0-1 0 0,0 0 0 0 0,0 0 0 0 0,1 1 0 0 0,-1-1 0 0 0,1 1 0 0 0,0 0 0 0 0,-5 8 1 0 0,-2 5-66 0 0,1 1 0 0 0,1 0 0 0 0,0 1 0 0 0,2-1 0 0 0,0 1 0 0 0,1 0 0 0 0,1 1 1 0 0,1-1-1 0 0,0 1 0 0 0,1 31 0 0 0,3-34-74 0 0,0 1 0 0 0,1 0 0 0 0,1 0 0 0 0,1-1 0 0 0,0 1 0 0 0,1-1 0 0 0,1 0 0 0 0,1-1 0 0 0,17 32 0 0 0,-2-13 0 0 0,1-2 0 0 0,1-1 0 0 0,36 37 0 0 0,-12-8-2109 0 0,-33-41-3891 0 0,-3-1-5357 0 0,4-8 1174 0 0,-13-9 7369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19.743"/>
    </inkml:context>
    <inkml:brush xml:id="br0">
      <inkml:brushProperty name="width" value="0.035" units="cm"/>
      <inkml:brushProperty name="height" value="0.035" units="cm"/>
      <inkml:brushProperty name="color" value="#E71224"/>
    </inkml:brush>
  </inkml:definitions>
  <inkml:trace contextRef="#ctx0" brushRef="#br0">287 11 2016 0 0,'0'0'12357'0'0,"13"-10"-2733"0"0,0 10-9040 0 0,1 0 1 0 0,-1 1-1 0 0,0 1 1 0 0,14 3-1 0 0,-22-4-562 0 0,-1 0-1 0 0,1 1 1 0 0,-1 0 0 0 0,0 0 0 0 0,1 0-1 0 0,-1 0 1 0 0,0 1 0 0 0,0-1-1 0 0,-1 1 1 0 0,1 0 0 0 0,0 0 0 0 0,-1 1-1 0 0,0-1 1 0 0,0 1 0 0 0,4 5-1 0 0,0 1 10 0 0,-1-1 0 0 0,-1 1-1 0 0,0 0 1 0 0,0 1-1 0 0,-1-1 1 0 0,0 1-1 0 0,-1 0 1 0 0,0 0-1 0 0,0 0 1 0 0,-2 0-1 0 0,1 1 1 0 0,-1-1-1 0 0,-1 0 1 0 0,0 1 0 0 0,-1-1-1 0 0,0 0 1 0 0,0 1-1 0 0,-1-1 1 0 0,-1 0-1 0 0,0 0 1 0 0,-1 0-1 0 0,0-1 1 0 0,0 1-1 0 0,-9 13 1 0 0,-31 50-517 0 0,23-44 1817 0 0,-1-1 0 0 0,-1 0 0 0 0,-53 48 1 0 0,15-30-1660 0 0,-5-12-3408 0 0,53-29 1601 0 0,-1-1 1 0 0,1-1-1 0 0,-17 3 0 0 0,18-5-813 0 0,0-1 0 0 0,0 0 0 0 0,0-1 0 0 0,-12-1 1 0 0,20 1 20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22.130"/>
    </inkml:context>
    <inkml:brush xml:id="br0">
      <inkml:brushProperty name="width" value="0.035" units="cm"/>
      <inkml:brushProperty name="height" value="0.035" units="cm"/>
      <inkml:brushProperty name="color" value="#E71224"/>
    </inkml:brush>
  </inkml:definitions>
  <inkml:trace contextRef="#ctx0" brushRef="#br0">1 178 6193 0 0,'0'0'25869'0'0,"2"2"-25419"0"0,13 2-230 0 0,11-16-185 0 0,2-1 25 0 0,1 1 0 0 0,0 2-1 0 0,56-11 1 0 0,-45 11-3173 0 0,41-14-1 0 0,-25-3-5096 0 0,-3-11-4820 0 0,-37 22 9999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37.612"/>
    </inkml:context>
    <inkml:brush xml:id="br0">
      <inkml:brushProperty name="width" value="0.035" units="cm"/>
      <inkml:brushProperty name="height" value="0.035" units="cm"/>
      <inkml:brushProperty name="color" value="#E71224"/>
    </inkml:brush>
  </inkml:definitions>
  <inkml:trace contextRef="#ctx0" brushRef="#br0">662 10 3756 0 0,'8'-9'24658'0'0,"-198"102"-20544"0"0,-98 68-3875 0 0,158-80-239 0 0,86-48 0 0 0,35-26 0 0 0,4 3 0 0 0,2 3 0 0 0,3 0 0 0 0,-1-9 0 0 0,1 1 0 0 0,1-1 0 0 0,-1 0 0 0 0,1 0 0 0 0,-1 0 0 0 0,1 0 0 0 0,0 0 0 0 0,1 0 0 0 0,-1 0 0 0 0,1-1 0 0 0,3 8 0 0 0,-1-3 0 0 0,4 6 0 0 0,0 0 0 0 0,0-1 0 0 0,2 0 0 0 0,-1 0 0 0 0,2-1 0 0 0,0-1 0 0 0,0 1 0 0 0,1-2 0 0 0,0 1 0 0 0,1-2 0 0 0,0 0 0 0 0,1 0 0 0 0,-1-1 0 0 0,18 7 0 0 0,11 3 0 0 0,0-2 0 0 0,1-2 0 0 0,80 17 0 0 0,-47-20 0 0 0,1-2 0 0 0,88-3 0 0 0,-27-1 0 0 0,-68-5 0 0 0,-9-3 0 0 0,10-5 0 0 0,-56 6 0 0 0,-2 1 0 0 0,1-1 0 0 0,1 1 0 0 0,1 0 0 0 0,-2 0 0 0 0,2 1 0 0 0,-2 1 0 0 0,-1-4 0 0 0,-4-4 0 0 0,-1-2 0 0 0,-2 3 0 0 0,1-1 0 0 0,-1 0 0 0 0,-1-1 0 0 0,1 1 0 0 0,-1-1 0 0 0,0 0 0 0 0,-1-1 0 0 0,0 1 0 0 0,0-1 0 0 0,-1 1 0 0 0,0-1 0 0 0,-1 0 0 0 0,0 0 0 0 0,2-17 0 0 0,3-11 0 0 0,7-17 0 0 0,-6 30 0 0 0,-2 0 0 0 0,0 0 0 0 0,-2 0 0 0 0,0-1 0 0 0,-2 1 0 0 0,-1-28 0 0 0,-3 42 98 0 0,0-1 0 0 0,-1 1-1 0 0,-1 0 1 0 0,0 0 0 0 0,0 0 0 0 0,-1 0 0 0 0,0 0-1 0 0,0 1 1 0 0,-11-13 0 0 0,-12-24-2022 0 0,9-3-7310 0 0,18 23-2226 0 0,12-9 4058 0 0,-2 22 4485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40.257"/>
    </inkml:context>
    <inkml:brush xml:id="br0">
      <inkml:brushProperty name="width" value="0.035" units="cm"/>
      <inkml:brushProperty name="height" value="0.035" units="cm"/>
      <inkml:brushProperty name="color" value="#E71224"/>
    </inkml:brush>
  </inkml:definitions>
  <inkml:trace contextRef="#ctx0" brushRef="#br0">551 16 4300 0 0,'5'-3'28407'0'0,"-39"136"-28346"0"0,18-72-62 0 0,-19 98 1 0 0,34-148 0 0 0,-1 3 0 0 0,0-1 0 0 0,-1-1 0 0 0,1-2 0 0 0,-1 0 0 0 0,1 1 0 0 0,1 0 0 0 0,-4-2 0 0 0,-3-1 0 0 0,-1-2 0 0 0,-9 2 0 0 0,-1 0 0 0 0,0 0 0 0 0,-1-2 0 0 0,1-1 0 0 0,-1 0 0 0 0,-36 3 0 0 0,2 1 0 0 0,29-4 0 0 0,22-4 0 0 0,-63 5 0 0 0,48-4 0 0 0,2-2 0 0 0,1 2 0 0 0,2-1 0 0 0,-2 1 0 0 0,0-1 0 0 0,0 0 0 0 0,15-1 0 0 0,0 0 0 0 0,0 0 0 0 0,0-1 0 0 0,-1 1 0 0 0,1 0 0 0 0,0 0 0 0 0,0 0 0 0 0,0 0 0 0 0,0 0 0 0 0,-1 0 0 0 0,1 0 0 0 0,0 0 0 0 0,0 0 0 0 0,0 0 0 0 0,0 0 0 0 0,-1 0 0 0 0,1 0 0 0 0,0 0 0 0 0,0 0 0 0 0,0 0 0 0 0,0 0 0 0 0,-1 0 0 0 0,1 0 0 0 0,0 0 0 0 0,0 0 0 0 0,0 0 0 0 0,0 1 0 0 0,-1-1 0 0 0,1 0 0 0 0,0 0 0 0 0,0 0 0 0 0,0 0 0 0 0,0 0 0 0 0,0 0 0 0 0,0 0 0 0 0,-1 1 0 0 0,1-1 0 0 0,0 0 0 0 0,0 0 0 0 0,0 0 0 0 0,0 0 0 0 0,0 0 0 0 0,0 1 0 0 0,0-1 0 0 0,0 0 0 0 0,0 0 0 0 0,0 0 0 0 0,0 1 0 0 0,0-1 0 0 0,0 0 0 0 0,0 0 0 0 0,0 0 0 0 0,18 10 0 0 0,-2-7 0 0 0,-2-1 0 0 0,90 8 0 0 0,153-4 0 0 0,-136-7 0 0 0,-106 1 0 0 0,14 1 0 0 0,8-5 0 0 0,8-1 0 0 0,-27 4 0 0 0,-3 0 0 0 0,2-1 0 0 0,-2 2 0 0 0,-1-2 0 0 0,0 0 0 0 0,-1-2 0 0 0,-4-3 0 0 0,-4-2 0 0 0,2-8 0 0 0,-1 1 0 0 0,-1-1 0 0 0,0 0 0 0 0,-1 0 0 0 0,-1-1 0 0 0,1-22 0 0 0,6-26 0 0 0,44-171 0 0 0,-37 155 0 0 0,-14 71 0 0 0,2 2 0 0 0,-1 2-234 0 0,-4 5-1154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41.941"/>
    </inkml:context>
    <inkml:brush xml:id="br0">
      <inkml:brushProperty name="width" value="0.035" units="cm"/>
      <inkml:brushProperty name="height" value="0.035" units="cm"/>
      <inkml:brushProperty name="color" value="#E71224"/>
    </inkml:brush>
  </inkml:definitions>
  <inkml:trace contextRef="#ctx0" brushRef="#br0">22 117 940 0 0,'-1'-13'6856'0'0,"-14"-2"6172"0"0,14 15-12845 0 0,1 0 1 0 0,0 0 0 0 0,0 0 0 0 0,-1 0 0 0 0,1 0 0 0 0,0 0-1 0 0,0 0 1 0 0,-1 0 0 0 0,1 0 0 0 0,0-1 0 0 0,0 1 0 0 0,0 0-1 0 0,-1 0 1 0 0,1 0 0 0 0,0 0 0 0 0,0 0 0 0 0,0-1 0 0 0,0 1-1 0 0,-1 0 1 0 0,1 0 0 0 0,0 0 0 0 0,0-1 0 0 0,0 1 0 0 0,0 0-1 0 0,0 0 1 0 0,0 0 0 0 0,-1-1 0 0 0,1 1 0 0 0,0 0 0 0 0,0 0-1 0 0,0-1 1 0 0,0 1 0 0 0,0 0 0 0 0,0 0 0 0 0,0-1 0 0 0,0 1-1 0 0,0 0 1 0 0,0 0 0 0 0,0-1 0 0 0,0 1 0 0 0,0 0 0 0 0,0 0-1 0 0,1 0 1 0 0,-1-1 0 0 0,0 1 0 0 0,0 0 0 0 0,0-1 0 0 0,31-6-61 0 0,-30 7-243 0 0,266-51 578 0 0,-168 36 59 0 0,-97 15-461 0 0,18-2-41 0 0,-12 2 7 0 0,-3 0 10 0 0,5-1 16 0 0,3-1 78 0 0,-7 1 79 0 0,0 1-1 0 0,0-1 1 0 0,0 1 0 0 0,0 0-1 0 0,0 1 1 0 0,0-1 0 0 0,0 1-1 0 0,8 3 1 0 0,-4-1-205 0 0,-3 3-202 0 0,-5-5-870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43.507"/>
    </inkml:context>
    <inkml:brush xml:id="br0">
      <inkml:brushProperty name="width" value="0.035" units="cm"/>
      <inkml:brushProperty name="height" value="0.035" units="cm"/>
      <inkml:brushProperty name="color" value="#E71224"/>
    </inkml:brush>
  </inkml:definitions>
  <inkml:trace contextRef="#ctx0" brushRef="#br0">0 3 2424 0 0,'0'0'4597'0'0,"25"-3"20344"0"0,-21 6-24832 0 0,-3-5-107 0 0,-3 55 692 0 0,2-40-694 0 0,0 0 0 0 0,0-1 0 0 0,-1 0 0 0 0,-6 43 0 0 0,-3-4 0 0 0,8-40 0 0 0,1 3 0 0 0,1-1 0 0 0,0-2 0 0 0,1 1 0 0 0,1 0 0 0 0,0-1 0 0 0,1 2 0 0 0,-1-1 0 0 0,-1 1 0 0 0,1-1 0 0 0,1 0 0 0 0,-3 0 0 0 0,0 2 0 0 0,0-2 0 0 0,2-1 0 0 0,-2 3 0 0 0,0-1 0 0 0,-2 1 0 0 0,2 0 0 0 0,-3-3 0 0 0,-2 2 0 0 0,0 0 0 0 0,3 0 0 0 0,1-2 0 0 0,-1-1 0 0 0,-1 1 0 0 0,2-1 0 0 0,0 3 0 0 0,1-2-516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46.888"/>
    </inkml:context>
    <inkml:brush xml:id="br0">
      <inkml:brushProperty name="width" value="0.035" units="cm"/>
      <inkml:brushProperty name="height" value="0.035" units="cm"/>
      <inkml:brushProperty name="color" value="#E71224"/>
    </inkml:brush>
  </inkml:definitions>
  <inkml:trace contextRef="#ctx0" brushRef="#br0">469 3 4636 0 0,'0'0'5348'0'0,"17"-3"7819"0"0,-112 27-9962 0 0,-1-4 1 0 0,-110 9-1 0 0,183-26-3205 0 0,2-2 0 0 0,2 1 0 0 0,1 0 0 0 0,10-2 0 0 0,9-2 0 0 0,33-10 0 0 0,-8 6 0 0 0,124-14 0 0 0,-104 13 0 0 0,22-3 0 0 0,-43 6 0 0 0,0 1 0 0 0,-6-1 0 0 0,-2 1 0 0 0,0-1 0 0 0,-234 49 0 0 0,135-28 0 0 0,58-13 0 0 0,3 0 0 0 0,5-1 0 0 0,1 0 0 0 0,-3-1 0 0 0,167-41 0 0 0,-132 36 0 0 0,4-1 0 0 0,1-1 0 0 0,-3 2 0 0 0,-2 0 0 0 0,3-2 0 0 0,-2 3 0 0 0,-18 2 0 0 0,0 0 0 0 0,1 0 0 0 0,-1-1 0 0 0,0 1 0 0 0,0 0 0 0 0,0 0 0 0 0,0 0 0 0 0,1 0 0 0 0,-1 0 0 0 0,0 0 0 0 0,0-1 0 0 0,1 1 0 0 0,-1 0 0 0 0,0 0 0 0 0,0 0 0 0 0,1 0 0 0 0,-1 0 0 0 0,0 0 0 0 0,0 0 0 0 0,0 0 0 0 0,1 0 0 0 0,-1 0 0 0 0,0 0 0 0 0,0 0 0 0 0,1 0 0 0 0,-1 0 0 0 0,0 0 0 0 0,0 0 0 0 0,1 1 0 0 0,-1-1 0 0 0,0 0 0 0 0,0 0 0 0 0,0 0 0 0 0,1 0 0 0 0,-1 0 0 0 0,0 0 0 0 0,0 1 0 0 0,0-1 0 0 0,1 0 0 0 0,-1 0 0 0 0,0 0 0 0 0,0 0 0 0 0,0 1 0 0 0,0-1 0 0 0,0 0 0 0 0,1 0 0 0 0,-1 1 0 0 0,0-1 0 0 0,0 0 0 0 0,0 0 0 0 0,0 0 0 0 0,0 1 0 0 0,0-1 0 0 0,-28 19 0 0 0,19-14 0 0 0,-1 0 0 0 0,1-1 0 0 0,-1 0 0 0 0,-18 4 0 0 0,-87 27 0 0 0,97-29 0 0 0,1-1 0 0 0,1-1 0 0 0,1 1 0 0 0,-2 0 0 0 0,1-1 0 0 0,9-2 0 0 0,8-2 0 0 0,34-6 0 0 0,-7-1 0 0 0,48-13 0 0 0,-69 18 177 0 0,46-17-1068 0 0,-52 18 705 0 0,1 0-1 0 0,0 0 1 0 0,-1 0 0 0 0,1 0 0 0 0,-1-1-1 0 0,1 1 1 0 0,-1 0 0 0 0,0-1 0 0 0,1 0-1 0 0,-1 1 1 0 0,0-1 0 0 0,0 0 0 0 0,0 1-1 0 0,0-1 1 0 0,0 0 0 0 0,0-3 0 0 0,2 0-3995 0 0,4 3 5100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48.435"/>
    </inkml:context>
    <inkml:brush xml:id="br0">
      <inkml:brushProperty name="width" value="0.035" units="cm"/>
      <inkml:brushProperty name="height" value="0.035" units="cm"/>
      <inkml:brushProperty name="color" value="#E71224"/>
    </inkml:brush>
  </inkml:definitions>
  <inkml:trace contextRef="#ctx0" brushRef="#br0">594 16 3008 0 0,'0'0'13019'0'0,"-8"0"-12238"0"0,-243 10 8831 0 0,2-2-3265 0 0,227-8-6347 0 0,0 1 0 0 0,1 0 0 0 0,7 0 0 0 0,8 0 0 0 0,8 1 0 0 0,43-1 0 0 0,50-3 0 0 0,-2 0 0 0 0,3 2 0 0 0,-27-1 0 0 0,-42 1 0 0 0,-2 0 0 0 0,-3 0 0 0 0,-1 0 0 0 0,-1 0 0 0 0,-3 0-5 0 0,31 1-1233 0 0,-47-1 991 0 0,-8 1-1165 0 0,-382 28 4314 0 0,372-27-2902 0 0,3-2 0 0 0,1 1 0 0 0,155-29 0 0 0,-29 13 0 0 0,-91 12 0 0 0,-4 0 0 0 0,-1 0 0 0 0,3-1 0 0 0,-3 1 0 0 0,1 1 0 0 0,1 0 0 0 0,2-1 0 0 0,-1 2 0 0 0,-2 0 0 0 0,-8-1-63 0 0,-8 2-361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28.764"/>
    </inkml:context>
    <inkml:brush xml:id="br0">
      <inkml:brushProperty name="width" value="0.035" units="cm"/>
      <inkml:brushProperty name="height" value="0.035" units="cm"/>
      <inkml:brushProperty name="color" value="#E71224"/>
    </inkml:brush>
  </inkml:definitions>
  <inkml:trace contextRef="#ctx0" brushRef="#br0">291 1 3468 0 0,'0'0'27098'0'0,"2"7"-26736"0"0,0 5-158 0 0,0 1 0 0 0,-1-1 1 0 0,-1 0-1 0 0,0 0 0 0 0,-1 1 1 0 0,0-1-1 0 0,-1 0 1 0 0,-6 22-1 0 0,-1-1-204 0 0,-2-1 0 0 0,-1 0 0 0 0,-1-1 0 0 0,-1 0 0 0 0,-2-1 0 0 0,-1-1 0 0 0,-1-1 0 0 0,-2 0 0 0 0,-32 35 0 0 0,48-57 0 0 0,3-1 0 0 0,-32 32 0 0 0,23-26 0 0 0,-1-1 0 0 0,2-2 0 0 0,-3-1 0 0 0,12-7-5 0 0,-1 1 1 0 0,1-1-1 0 0,-1 1 1 0 0,1-1-1 0 0,-1 0 0 0 0,1 0 1 0 0,-1 1-1 0 0,0-1 1 0 0,1 0-1 0 0,-1 0 0 0 0,1 0 1 0 0,-1 1-1 0 0,0-1 1 0 0,1 0-1 0 0,-1 0 0 0 0,1 0 1 0 0,-1 0-1 0 0,0 0 1 0 0,1 0-1 0 0,-1 0 0 0 0,0-1 1 0 0,1 1-1 0 0,-1 0 0 0 0,1 0 1 0 0,-1 0-1 0 0,1-1 1 0 0,-1 1-1 0 0,0 0 0 0 0,1-1 1 0 0,-1 1-1 0 0,1 0 1 0 0,-1-1-1 0 0,1 1 0 0 0,-1 0 1 0 0,1-1-1 0 0,0 1 1 0 0,-1-1-1 0 0,1 1 0 0 0,0-1 1 0 0,-1 1-1 0 0,1-1 1 0 0,0 1-1 0 0,-1-1 0 0 0,1 0 1 0 0,-1-7-6231 0 0,8-8 4015 0 0,12-18-14625 0 0,-9 24 12718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29.422"/>
    </inkml:context>
    <inkml:brush xml:id="br0">
      <inkml:brushProperty name="width" value="0.035" units="cm"/>
      <inkml:brushProperty name="height" value="0.035" units="cm"/>
      <inkml:brushProperty name="color" value="#E71224"/>
    </inkml:brush>
  </inkml:definitions>
  <inkml:trace contextRef="#ctx0" brushRef="#br0">22 0 4912 0 0,'0'0'13692'0'0,"-1"9"-12620"0"0,-9 110 3444 0 0,3-56-1673 0 0,3 0-1 0 0,8 121 1 0 0,-3-178-2833 0 0,4 37 9 0 0,21 76-1 0 0,-21-103-18 0 0,0 0 0 0 0,-1-3 0 0 0,0-2 0 0 0,-2-5-270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52.889"/>
    </inkml:context>
    <inkml:brush xml:id="br0">
      <inkml:brushProperty name="width" value="0.035" units="cm"/>
      <inkml:brushProperty name="height" value="0.035" units="cm"/>
      <inkml:brushProperty name="color" value="#E71224"/>
    </inkml:brush>
  </inkml:definitions>
  <inkml:trace contextRef="#ctx0" brushRef="#br0">436 402 4688 0 0,'0'0'11410'0'0,"3"0"-8610"0"0,11-5 10985 0 0,-27-20-13701 0 0,6 15-84 0 0,0 0 0 0 0,0 0 0 0 0,-1 1 0 0 0,0 0 0 0 0,-1 1 0 0 0,-12-9 0 0 0,11 8 0 0 0,-86-89 0 0 0,73 71 0 0 0,-45-37 0 0 0,62 57 0 0 0,-40-25 0 0 0,31 21 0 0 0,1 2 0 0 0,1 0 0 0 0,0 1 0 0 0,1 0 0 0 0,-2-1 0 0 0,-1 3 0 0 0,15 6-10 0 0,-1-1 0 0 0,0 1-1 0 0,1 0 1 0 0,-1 0 0 0 0,0 0 0 0 0,1-1-1 0 0,-1 1 1 0 0,0 0 0 0 0,1 0 0 0 0,-1 0-1 0 0,0 0 1 0 0,1 0 0 0 0,-1 0 0 0 0,0 1-1 0 0,1-1 1 0 0,-1 0 0 0 0,0 0 0 0 0,1 0-1 0 0,-1 0 1 0 0,1 1 0 0 0,-2 0 0 0 0,-8 15-1416 0 0,8-12-1774 0 0,17 7-6355 0 0,16 7-4841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55.453"/>
    </inkml:context>
    <inkml:brush xml:id="br0">
      <inkml:brushProperty name="width" value="0.035" units="cm"/>
      <inkml:brushProperty name="height" value="0.035" units="cm"/>
      <inkml:brushProperty name="color" value="#E71224"/>
    </inkml:brush>
  </inkml:definitions>
  <inkml:trace contextRef="#ctx0" brushRef="#br0">1 21 4840 0 0,'0'0'9212'0'0,"4"-12"-4823"0"0,-3 12-3913 0 0,-1-1 1 0 0,0 1 0 0 0,0-1 0 0 0,1 1-1 0 0,-1-1 1 0 0,0 1 0 0 0,1-1 0 0 0,-1 1-1 0 0,0-1 1 0 0,1 1 0 0 0,-1-1 0 0 0,1 1-1 0 0,-1 0 1 0 0,1-1 0 0 0,-1 1 0 0 0,1 0-1 0 0,-1 0 1 0 0,1-1 0 0 0,-1 1 0 0 0,1 0-1 0 0,-1 0 1 0 0,1 0 0 0 0,-1-1 0 0 0,1 1-1 0 0,-1 0 1 0 0,1 0 0 0 0,0 0 0 0 0,-1 0-1 0 0,2 0 1 0 0,4 2-475 0 0,1-1 0 0 0,-1 1 0 0 0,1 1 1 0 0,-1-1-1 0 0,0 1 0 0 0,0 0 0 0 0,0 0 0 0 0,0 1 0 0 0,0 0 1 0 0,8 7-1 0 0,6 4-2 0 0,17 6-657 0 0,4 3 2694 0 0,-13-9-4026 0 0,-5-4-4104 0 0,-3-3-5768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6:57.143"/>
    </inkml:context>
    <inkml:brush xml:id="br0">
      <inkml:brushProperty name="width" value="0.035" units="cm"/>
      <inkml:brushProperty name="height" value="0.035" units="cm"/>
      <inkml:brushProperty name="color" value="#E71224"/>
    </inkml:brush>
  </inkml:definitions>
  <inkml:trace contextRef="#ctx0" brushRef="#br0">0 424 3828 0 0,'0'0'24949'0'0,"7"-2"-24256"0"0,10-2-126 0 0,0-2-1 0 0,0 0 1 0 0,-1 0 0 0 0,0-2-1 0 0,21-12 1 0 0,80-59-603 0 0,-74 47 2 0 0,53-28 1 0 0,8-3 33 0 0,33-17 0 0 0,-124 73 0 0 0,0-2 0 0 0,1 2 0 0 0,1-1 0 0 0,-3 1 0 0 0,0 0 0 0 0,1 1 0 0 0,-2 0-17 0 0,-9 5-348 0 0,-31 13-22039 0 0,14-3 15575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7:37.641"/>
    </inkml:context>
    <inkml:brush xml:id="br0">
      <inkml:brushProperty name="width" value="0.035" units="cm"/>
      <inkml:brushProperty name="height" value="0.035" units="cm"/>
      <inkml:brushProperty name="color" value="#E71224"/>
    </inkml:brush>
  </inkml:definitions>
  <inkml:trace contextRef="#ctx0" brushRef="#br0">332 0 3828 0 0,'0'0'19700'0'0,"-36"9"-18538"0"0,-193 66 3972 0 0,225-73-4932 0 0,-1 0 1 0 0,1 0-1 0 0,0 0 1 0 0,0 1-1 0 0,0 0 0 0 0,1-1 1 0 0,-1 2-1 0 0,0-1 0 0 0,-5 7 1 0 0,8-9-104 0 0,-1 1 15 0 0,-6 7 493 0 0,4-2-525 0 0,-2 2-65 0 0,6 1-17 0 0,16-5 0 0 0,1-3 0 0 0,-2-1 0 0 0,-1 0 0 0 0,1 0 0 0 0,0-1 0 0 0,2-2 0 0 0,9-2 0 0 0,-9-1 0 0 0,-4 0 0 0 0,2-1 0 0 0,-2-3 0 0 0,1 0 0 0 0,-1-1 0 0 0,0 1 0 0 0,-1-2 0 0 0,-2 1 0 0 0,-1 0 0 0 0,2 1 0 0 0,-1-2 0 0 0,-4 2 0 0 0,-1 0 0 0 0,-1 3-16 0 0,-3 5-199 0 0,5-3-6829 0 0,-3 2 6191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7:40.308"/>
    </inkml:context>
    <inkml:brush xml:id="br0">
      <inkml:brushProperty name="width" value="0.035" units="cm"/>
      <inkml:brushProperty name="height" value="0.035" units="cm"/>
      <inkml:brushProperty name="color" value="#E71224"/>
    </inkml:brush>
  </inkml:definitions>
  <inkml:trace contextRef="#ctx0" brushRef="#br0">155 131 2752 0 0,'0'0'19049'0'0,"-4"1"-18827"0"0,-4 2 74 0 0,1 0 1 0 0,-1 1-1 0 0,1 0 1 0 0,-1 0-1 0 0,2 1 1 0 0,-1 0-1 0 0,0 0 1 0 0,-10 12-1 0 0,1-2 450 0 0,2 2-1 0 0,-17 23 0 0 0,29-37-645 0 0,0 0 1 0 0,0 0-1 0 0,1-1 0 0 0,-1 1 0 0 0,1 0 1 0 0,0 1-1 0 0,0-1 0 0 0,0 0 0 0 0,0 5 1 0 0,0-7-78 0 0,1 0 1 0 0,0 0-1 0 0,0 1 1 0 0,0-1-1 0 0,0 0 1 0 0,0 0-1 0 0,1 0 0 0 0,-1 0 1 0 0,0 0-1 0 0,1 0 1 0 0,-1 1-1 0 0,0-1 1 0 0,1 0-1 0 0,-1 0 1 0 0,1 0-1 0 0,0 0 1 0 0,-1 0-1 0 0,1-1 1 0 0,0 1-1 0 0,-1 0 1 0 0,1 0-1 0 0,0 0 1 0 0,0 0-1 0 0,2 0 1 0 0,-2 0 34 0 0,55-9 308 0 0,-48 6-394 0 0,0-1-1 0 0,1-1 1 0 0,-1 1 0 0 0,-1-1-1 0 0,1-1 1 0 0,11-7-1 0 0,12-8-257 0 0,-26 17 267 0 0,-1-1 1 0 0,-1 1-1 0 0,1-1 0 0 0,-1 0 1 0 0,1 0-1 0 0,-1-1 1 0 0,0 1-1 0 0,3-7 0 0 0,10-12-118 0 0,-12 17 115 0 0,0-1 0 0 0,-1 0-1 0 0,0 0 1 0 0,0 0 0 0 0,0 0-1 0 0,-1-1 1 0 0,0 1 0 0 0,0-1-1 0 0,-1 0 1 0 0,0 1 0 0 0,0-1 0 0 0,-1-8-1 0 0,-2 2 45 0 0,-8-30-339 0 0,9 42 136 0 0,0 1 1 0 0,0-1-1 0 0,0 1 0 0 0,0 0 0 0 0,0 0 0 0 0,0-1 1 0 0,0 1-1 0 0,0 0 0 0 0,-1 0 0 0 0,1 0 0 0 0,0 0 1 0 0,-1 0-1 0 0,1 1 0 0 0,-1-1 0 0 0,-1-1 1 0 0,1 1-975 0 0,-27-8-9187 0 0,-2 18-2683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7:41.332"/>
    </inkml:context>
    <inkml:brush xml:id="br0">
      <inkml:brushProperty name="width" value="0.035" units="cm"/>
      <inkml:brushProperty name="height" value="0.035" units="cm"/>
      <inkml:brushProperty name="color" value="#E71224"/>
    </inkml:brush>
  </inkml:definitions>
  <inkml:trace contextRef="#ctx0" brushRef="#br0">599 39 2036 0 0,'23'-39'11941'0'0,"-30"43"-9664"0"0,-23 17 102 0 0,-54 33 53 0 0,-215 111 3698 0 0,173-101-3733 0 0,78-44-1510 0 0,46-19-774 0 0,0 2-2467 0 0,-12 4 8223 0 0,9-4-6399 0 0,1-1-3563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7:42.660"/>
    </inkml:context>
    <inkml:brush xml:id="br0">
      <inkml:brushProperty name="width" value="0.035" units="cm"/>
      <inkml:brushProperty name="height" value="0.035" units="cm"/>
      <inkml:brushProperty name="color" value="#E71224"/>
    </inkml:brush>
  </inkml:definitions>
  <inkml:trace contextRef="#ctx0" brushRef="#br0">0 0 3592 0 0,'0'0'21246'0'0,"4"4"-20596"0"0,68 74 5658 0 0,-15-29-5337 0 0,51 30-971 0 0,113 90 0 0 0,-195-147 20 0 0,48 31 1 0 0,-28-28-2398 0 0,-47-19-1928 0 0,-1-1 4240 0 0,2-3-2986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7:50.244"/>
    </inkml:context>
    <inkml:brush xml:id="br0">
      <inkml:brushProperty name="width" value="0.035" units="cm"/>
      <inkml:brushProperty name="height" value="0.035" units="cm"/>
      <inkml:brushProperty name="color" value="#E71224"/>
    </inkml:brush>
  </inkml:definitions>
  <inkml:trace contextRef="#ctx0" brushRef="#br0">135 166 3532 0 0,'0'0'17377'0'0,"0"-1"-17320"0"0,-1 1 0 0 0,1-1 1 0 0,0 1-1 0 0,0-1 0 0 0,0 1 0 0 0,-1-1 0 0 0,1 1 0 0 0,0 0 0 0 0,-1-1 0 0 0,1 1 1 0 0,0-1-1 0 0,-1 1 0 0 0,1 0 0 0 0,0-1 0 0 0,-1 1 0 0 0,1 0 0 0 0,-1 0 0 0 0,1-1 1 0 0,-1 1-1 0 0,1 0 0 0 0,0 0 0 0 0,-1 0 0 0 0,1-1 0 0 0,-1 1 0 0 0,1 0 0 0 0,-1 0 1 0 0,1 0-1 0 0,-1 0 0 0 0,1 0 0 0 0,-2 0 0 0 0,-16 4 46 0 0,14-3 109 0 0,-35 23 2184 0 0,37-23-2181 0 0,-6 13 908 0 0,4-6-626 0 0,6-6-1217 0 0,6-8 564 0 0,-1 0 0 0 0,0 0 0 0 0,0-1 0 0 0,0 0 0 0 0,-1 0 0 0 0,0 0-1 0 0,0-1 1 0 0,6-11 0 0 0,21-28-781 0 0,-31 45 949 0 0,-2 2 1 0 0,0 0 1 0 0,0 0-1 0 0,0 0 0 0 0,0 0 1 0 0,0 0-1 0 0,0 0 0 0 0,1 0 0 0 0,-1 0 1 0 0,0-1-1 0 0,0 1 0 0 0,0 0 1 0 0,0 0-1 0 0,0 0 0 0 0,0 0 0 0 0,0 0 1 0 0,0 0-1 0 0,0-1 0 0 0,1 1 1 0 0,-1 0-1 0 0,0 0 0 0 0,0 0 0 0 0,0 0 1 0 0,0-1-1 0 0,0 1 0 0 0,0 0 1 0 0,0 0-1 0 0,0 0 0 0 0,0 0 0 0 0,0 0 1 0 0,0-1-1 0 0,0 1 0 0 0,0 0 0 0 0,0 0 1 0 0,0 0-1 0 0,-1 0 0 0 0,1 0 1 0 0,0-1-1 0 0,0 1 0 0 0,0 0 0 0 0,0 0 1 0 0,0 0-1 0 0,0 0 0 0 0,0 0 1 0 0,0-1-1 0 0,0 1 0 0 0,-1 0 0 0 0,1 0 1 0 0,0 0-1 0 0,0 0 0 0 0,0 0 1 0 0,0 0-1 0 0,0 0 0 0 0,0 0 0 0 0,-1 0 1 0 0,1 0-1 0 0,0 0 0 0 0,0 0 1 0 0,0-1-1 0 0,0 1 0 0 0,-1 0 0 0 0,1 0 1 0 0,0 0-1 0 0,-6 4 110 0 0,1 0 0 0 0,-1 1 1 0 0,1-1-1 0 0,0 1 0 0 0,1 0 1 0 0,-1 0-1 0 0,-6 10 0 0 0,10-13-5 0 0,-12 42 976 0 0,13-43-954 0 0,8 18 174 0 0,-6-18-348 0 0,24-12-463 0 0,-14-5 87 0 0,0-1-1 0 0,-1 0 1 0 0,-1-1 0 0 0,-1-1 0 0 0,9-22-1 0 0,1-15 686 0 0,-28 63-190 0 0,1 0-1 0 0,-1 1 1 0 0,1 0 0 0 0,1 0 0 0 0,0 1-1 0 0,0 0 1 0 0,1 1 0 0 0,0-1 0 0 0,-9 21-1 0 0,-1 31 274 0 0,15-58-376 0 0,1-1 75 0 0,-3 4 57 0 0,3-3-274 0 0,4-6-869 0 0,4-11 793 0 0,1 0-1 0 0,-2 0 0 0 0,0 0 1 0 0,0-1-1 0 0,6-23 0 0 0,-12 35 215 0 0,3-3 25 0 0,-4 4 46 0 0,1 0-47 0 0,1-6 8 0 0,-2 6 588 0 0,-6 4-484 0 0,-1 1 8 0 0,-1 1-1 0 0,1 0 1 0 0,-1 1-1 0 0,1 0 1 0 0,1 0-1 0 0,-1 0 0 0 0,1 1 1 0 0,0 0-1 0 0,0 0 1 0 0,0 0-1 0 0,-4 8 1 0 0,-1 0 203 0 0,9-12-298 0 0,1 0 1 0 0,-1-1-1 0 0,1 1 0 0 0,0 0 1 0 0,-1 0-1 0 0,1 0 0 0 0,0 0 1 0 0,0 0-1 0 0,0 0 0 0 0,0 4 1 0 0,0-4 10 0 0,1 5 79 0 0,3 3 62 0 0,-1-9-129 0 0,3-3-262 0 0,1-2 26 0 0,0-1 1 0 0,0 0 0 0 0,0 0 0 0 0,-1-1-1 0 0,0 1 1 0 0,0-1 0 0 0,0 0-1 0 0,-1-1 1 0 0,0 1 0 0 0,6-13 0 0 0,6-24-531 0 0,-15 41 698 0 0,-1-2 62 0 0,1 3-5 0 0,-1 1-1 0 0,0 0 1 0 0,1-1 0 0 0,-1 1-1 0 0,0 0 1 0 0,0-1-1 0 0,1 1 1 0 0,-1 0 0 0 0,0-1-1 0 0,0 1 1 0 0,0 0 0 0 0,0-1-1 0 0,1 1 1 0 0,-1 0-1 0 0,0-1 1 0 0,0 1 0 0 0,0-1-1 0 0,0 1 1 0 0,0 0-1 0 0,0-1 1 0 0,0 1 0 0 0,0-1-1 0 0,0 1 1 0 0,0 0-1 0 0,0-1 1 0 0,0 1 0 0 0,-1 0-1 0 0,1-1 1 0 0,0 1-1 0 0,0-1 1 0 0,0 1 0 0 0,0 0-1 0 0,-1-1 1 0 0,1 1 0 0 0,0 0-1 0 0,0-1 1 0 0,-1 1-1 0 0,1 0 1 0 0,0 0 0 0 0,0-1-1 0 0,-1 1 1 0 0,0 0-1 0 0,-5 4 57 0 0,-1 0 0 0 0,1 1 0 0 0,-1 0 0 0 0,1 0 0 0 0,1 0 0 0 0,-1 1 0 0 0,1 0 0 0 0,0 0 0 0 0,0 1 0 0 0,1-1 0 0 0,0 1 0 0 0,-5 11 0 0 0,-30 59-992 0 0,23-48-3094 0 0,8-18-348 0 0,0 5-9073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1:27:52.408"/>
    </inkml:context>
    <inkml:brush xml:id="br0">
      <inkml:brushProperty name="width" value="0.035" units="cm"/>
      <inkml:brushProperty name="height" value="0.035" units="cm"/>
      <inkml:brushProperty name="color" value="#E71224"/>
    </inkml:brush>
  </inkml:definitions>
  <inkml:trace contextRef="#ctx0" brushRef="#br0">0 26 3204 0 0,'0'0'19939'0'0,"1"4"-19618"0"0,-1-3-303 0 0,0 0 1 0 0,0-1-1 0 0,0 1 0 0 0,0 0 0 0 0,1 0 0 0 0,-1-1 0 0 0,0 1 1 0 0,0 0-1 0 0,0 0 0 0 0,1-1 0 0 0,-1 1 0 0 0,0 0 0 0 0,1-1 1 0 0,-1 1-1 0 0,1 0 0 0 0,-1-1 0 0 0,1 1 0 0 0,-1-1 1 0 0,1 1-1 0 0,-1-1 0 0 0,1 1 0 0 0,-1-1 0 0 0,1 1 0 0 0,0-1 1 0 0,-1 1-1 0 0,1-1 0 0 0,0 0 0 0 0,-1 0 0 0 0,1 1 0 0 0,0-1 1 0 0,-1 0-1 0 0,1 0 0 0 0,0 0 0 0 0,0 1 0 0 0,-1-1 1 0 0,1 0-1 0 0,0 0 0 0 0,0 0 0 0 0,-1 0 0 0 0,1-1 0 0 0,1 1 1 0 0,1 0-35 0 0,65-8-513 0 0,-61 8 454 0 0,0 0 0 0 0,0 0 0 0 0,0-1 0 0 0,0 0 0 0 0,-1-1 0 0 0,1 0 0 0 0,7-2 0 0 0,-13 3 499 0 0,-6 0-287 0 0,-9 0 236 0 0,1 0 1 0 0,0 1 0 0 0,-1 1 0 0 0,1 0 0 0 0,-1 1 0 0 0,-24 6 0 0 0,36-7-209 0 0,-6 1 325 0 0,7-2-363 0 0,0 1 0 0 0,0-1-1 0 0,-1 0 1 0 0,1 0 0 0 0,0 1 0 0 0,0-1 0 0 0,0 0 0 0 0,0 1 0 0 0,0-1 0 0 0,0 1 0 0 0,0 0 0 0 0,0-1 0 0 0,0 1 0 0 0,0 0 0 0 0,0-1 0 0 0,0 1 0 0 0,0 0 0 0 0,0 0 0 0 0,1 0 0 0 0,-1 0 0 0 0,-1 1 0 0 0,32 5-69 0 0,-15-8-286 0 0,1-1 1 0 0,-1 0-1 0 0,0-2 1 0 0,1 1 0 0 0,-1-2-1 0 0,-1 0 1 0 0,1-1-1 0 0,-1 0 1 0 0,22-14 0 0 0,-34 19 121 0 0,-2 1 103 0 0,0 0 1 0 0,0 0-1 0 0,-1 0 1 0 0,1 0 0 0 0,0 0-1 0 0,0 0 1 0 0,0 0 0 0 0,0 0-1 0 0,0 0 1 0 0,-1 0-1 0 0,1 0 1 0 0,0 0 0 0 0,0-1-1 0 0,0 1 1 0 0,0 0 0 0 0,0 0-1 0 0,0 0 1 0 0,-1 0-1 0 0,1 0 1 0 0,0 0 0 0 0,0-1-1 0 0,0 1 1 0 0,0 0 0 0 0,0 0-1 0 0,0 0 1 0 0,0 0 0 0 0,0 0-1 0 0,0-1 1 0 0,0 1-1 0 0,0 0 1 0 0,0 0 0 0 0,0 0-1 0 0,0 0 1 0 0,0 0 0 0 0,0-1-1 0 0,0 1 1 0 0,0 0-1 0 0,0 0 1 0 0,0 0 0 0 0,0 0-1 0 0,0-1 1 0 0,0 1 0 0 0,0 0-1 0 0,0 0 1 0 0,0 0 0 0 0,0 0-1 0 0,1 0 1 0 0,-1-1-1 0 0,0 1 1 0 0,0 0 0 0 0,0 0-1 0 0,0 0 1 0 0,0 0 0 0 0,0 0-1 0 0,0 0 1 0 0,1 0-1 0 0,-1 0 1 0 0,0 0 0 0 0,0-1-1 0 0,0 1 1 0 0,0 0 0 0 0,0 0-1 0 0,1 0 1 0 0,-1 0 0 0 0,0 0-1 0 0,0 0 1 0 0,-26 1 89 0 0,19 0 18 0 0,-30 25 1000 0 0,36-25-782 0 0,-7 7 703 0 0,8-8-1033 0 0,0 0 0 0 0,0 0-1 0 0,1 0 1 0 0,-1 0-1 0 0,0 0 1 0 0,0 0 0 0 0,0 0-1 0 0,0 0 1 0 0,0 0 0 0 0,0 0-1 0 0,1 0 1 0 0,-1 1 0 0 0,0-1-1 0 0,0 0 1 0 0,0 0 0 0 0,0 0-1 0 0,0 0 1 0 0,0 0-1 0 0,0 0 1 0 0,1 0 0 0 0,-1 0-1 0 0,0 0 1 0 0,0 1 0 0 0,0-1-1 0 0,0 0 1 0 0,0 0 0 0 0,0 0-1 0 0,0 0 1 0 0,0 0-1 0 0,0 0 1 0 0,0 1 0 0 0,0-1-1 0 0,0 0 1 0 0,0 0 0 0 0,0 0-1 0 0,0 0 1 0 0,0 0 0 0 0,0 1-1 0 0,0-1 1 0 0,0 0-1 0 0,0 0 1 0 0,0 0 0 0 0,0 0-1 0 0,0 0 1 0 0,0 1 0 0 0,0-1-1 0 0,0 0 1 0 0,0 0 0 0 0,0 0-1 0 0,0 0 1 0 0,0 0 0 0 0,0 0-1 0 0,0 1 1 0 0,-1-1-1 0 0,1 0 1 0 0,0 0 0 0 0,0 0-1 0 0,0 0 1 0 0,62-21-1588 0 0,-60 20 1437 0 0,8-5-108 0 0,-10 6 265 0 0,0 0 1 0 0,0 0 0 0 0,1 0-1 0 0,-1 0 1 0 0,0 0-1 0 0,0 0 1 0 0,0 0-1 0 0,1 0 1 0 0,-1 0 0 0 0,0 0-1 0 0,0-1 1 0 0,0 1-1 0 0,0 0 1 0 0,1 0 0 0 0,-1 0-1 0 0,0 0 1 0 0,0 0-1 0 0,0-1 1 0 0,0 1 0 0 0,0 0-1 0 0,0 0 1 0 0,0 0-1 0 0,1 0 1 0 0,-1-1-1 0 0,0 1 1 0 0,0 0 0 0 0,0 0-1 0 0,0 0 1 0 0,0-1-1 0 0,0 1 1 0 0,0 0 0 0 0,0 0-1 0 0,0 0 1 0 0,0-1-1 0 0,0 1 1 0 0,0 0-1 0 0,0 0 1 0 0,0 0 0 0 0,0-1-1 0 0,0 1 1 0 0,0 0-1 0 0,-1 0 1 0 0,1 0 0 0 0,0-1-1 0 0,0 1 1 0 0,0 0-1 0 0,0 0 1 0 0,0 0 0 0 0,0 0-1 0 0,0-1 1 0 0,-1 1-1 0 0,1 0 1 0 0,0 0-1 0 0,0 0 1 0 0,0 0 0 0 0,0 0-1 0 0,-1 0 1 0 0,1-1-1 0 0,0 1 1 0 0,0 0 0 0 0,-1 0-1 0 0,-9 0 65 0 0,0-1 0 0 0,-1 2-1 0 0,1-1 1 0 0,0 2 0 0 0,0-1-1 0 0,0 1 1 0 0,-14 5 0 0 0,20-6-276 0 0,2 0-589 0 0,-12 5-4378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6:42.269"/>
    </inkml:context>
    <inkml:brush xml:id="br0">
      <inkml:brushProperty name="width" value="0.035" units="cm"/>
      <inkml:brushProperty name="height" value="0.035" units="cm"/>
      <inkml:brushProperty name="color" value="#E71224"/>
    </inkml:brush>
  </inkml:definitions>
  <inkml:trace contextRef="#ctx0" brushRef="#br0">568 106 4800 0 0,'43'-23'19150'0'0,"-41"20"-17970"0"0,-2 3-1127 0 0,1 0-1 0 0,-1 0 1 0 0,0 0 0 0 0,1-1 0 0 0,-1 1 0 0 0,0 0-1 0 0,0 0 1 0 0,0 0 0 0 0,1 0 0 0 0,-1-1-1 0 0,0 1 1 0 0,0 0 0 0 0,0 0 0 0 0,1 0-1 0 0,-1-1 1 0 0,0 1 0 0 0,0 0 0 0 0,0 0 0 0 0,0-1-1 0 0,0 1 1 0 0,1 0 0 0 0,-1 0 0 0 0,0-1-1 0 0,0 1 1 0 0,0 0 0 0 0,0-1 0 0 0,0 1-1 0 0,0 0 1 0 0,0 0 0 0 0,0-1 0 0 0,0 1-1 0 0,0 0 1 0 0,0-1 0 0 0,0 1 0 0 0,0 0 0 0 0,-1 0-1 0 0,1-1 1 0 0,0 1 0 0 0,0 0 0 0 0,0 0-1 0 0,0-1 1 0 0,0 1 0 0 0,0 0 0 0 0,-1 0-1 0 0,1-1 1 0 0,-38-9 861 0 0,-1 1-1 0 0,1 1 1 0 0,-2 3 0 0 0,-61-1-1 0 0,21 0-328 0 0,-43-4-403 0 0,51 5-4581 0 0,37 2-1561 0 0,3 0-3554 0 0,29 3 5877 0 0,-9-3-2612 0 0,9 2 3564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6:42.633"/>
    </inkml:context>
    <inkml:brush xml:id="br0">
      <inkml:brushProperty name="width" value="0.035" units="cm"/>
      <inkml:brushProperty name="height" value="0.035" units="cm"/>
      <inkml:brushProperty name="color" value="#E71224"/>
    </inkml:brush>
  </inkml:definitions>
  <inkml:trace contextRef="#ctx0" brushRef="#br0">136 1 4092 0 0,'0'0'5886'0'0,"12"13"-1991"0"0,-11 4-2531 0 0,-1-1 1 0 0,0 1-1 0 0,-1-1 0 0 0,0 1 0 0 0,-2-1 0 0 0,-5 22 0 0 0,-37 101 2838 0 0,10-34-1495 0 0,21-56-1510 0 0,3-13-887 0 0,1 0 0 0 0,2 0-1 0 0,-4 55 1 0 0,14-38-1911 0 0,-2-51 906 0 0,1 0 0 0 0,-1 0-1 0 0,1 0 1 0 0,0 0 0 0 0,0 0 0 0 0,0 0-1 0 0,0 0 1 0 0,1 0 0 0 0,-1 0 0 0 0,0 0-1 0 0,1-1 1 0 0,-1 1 0 0 0,3 1 0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6:42.981"/>
    </inkml:context>
    <inkml:brush xml:id="br0">
      <inkml:brushProperty name="width" value="0.035" units="cm"/>
      <inkml:brushProperty name="height" value="0.035" units="cm"/>
      <inkml:brushProperty name="color" value="#E71224"/>
    </inkml:brush>
  </inkml:definitions>
  <inkml:trace contextRef="#ctx0" brushRef="#br0">4 34 7637 0 0,'-2'-2'6844'0'0,"1"-12"3822"0"0,173 9-2237 0 0,-56 2-10337 0 0,-58 2-3621 0 0,-1-2-4108 0 0,-13-1-3960 0 0,-30 3 10916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6:43.933"/>
    </inkml:context>
    <inkml:brush xml:id="br0">
      <inkml:brushProperty name="width" value="0.035" units="cm"/>
      <inkml:brushProperty name="height" value="0.035" units="cm"/>
      <inkml:brushProperty name="color" value="#E71224"/>
    </inkml:brush>
  </inkml:definitions>
  <inkml:trace contextRef="#ctx0" brushRef="#br0">232 17 6717 0 0,'8'-7'7843'0'0,"-8"7"-7691"0"0,0 0 0 0 0,1 0 0 0 0,-1 0-1 0 0,0 0 1 0 0,0-1 0 0 0,0 1 0 0 0,0 0-1 0 0,1 0 1 0 0,-1 0 0 0 0,0 0 0 0 0,0 0 0 0 0,0 0-1 0 0,0 0 1 0 0,0-1 0 0 0,1 1 0 0 0,-1 0-1 0 0,0 0 1 0 0,0 0 0 0 0,0 0 0 0 0,0-1 0 0 0,0 1-1 0 0,0 0 1 0 0,0 0 0 0 0,0 0 0 0 0,0 0 0 0 0,0-1-1 0 0,0 1 1 0 0,0 0 0 0 0,0 0 0 0 0,0 0-1 0 0,0-1 1 0 0,0 1 0 0 0,0 0 0 0 0,0 0 0 0 0,0 0-1 0 0,0-1 1 0 0,0 1 0 0 0,0 0 0 0 0,0 0 0 0 0,0 0-1 0 0,0 0 1 0 0,0-1 0 0 0,0 1 0 0 0,0 0-1 0 0,0 0 1 0 0,-1 0 0 0 0,1 0 0 0 0,0 0 0 0 0,0-1-1 0 0,0 1 1 0 0,0 0 0 0 0,0 0 0 0 0,-1 0 0 0 0,1 0-1 0 0,0 0 1 0 0,-9-1 490 0 0,0 0 0 0 0,0 1 0 0 0,0 0 0 0 0,0 1 0 0 0,0 0-1 0 0,1 0 1 0 0,-1 1 0 0 0,0 0 0 0 0,1 1 0 0 0,-1 0 0 0 0,-9 5 0 0 0,7-3-420 0 0,0 0 1 0 0,0 1 0 0 0,1 0 0 0 0,0 1-1 0 0,0 0 1 0 0,0 0 0 0 0,1 1-1 0 0,-12 13 1 0 0,19-19-223 0 0,0 0 0 0 0,0 0 0 0 0,1 0 0 0 0,-1 0 0 0 0,0 1 0 0 0,1-1 0 0 0,-1 1 0 0 0,1-1 0 0 0,0 1 0 0 0,-1-1 0 0 0,1 1 0 0 0,0 0 0 0 0,1-1 0 0 0,-1 1 0 0 0,1 0 0 0 0,-1 0 0 0 0,1 0 0 0 0,0 0 0 0 0,0-1 0 0 0,0 5 0 0 0,0-4 0 0 0,0 0 0 0 0,1 0 0 0 0,-1 0 0 0 0,0 0 0 0 0,1-1 0 0 0,0 1 0 0 0,0 0 0 0 0,0 0 0 0 0,0-1 0 0 0,0 1 0 0 0,0 0 0 0 0,1-1 0 0 0,-1 1 0 0 0,1-1 0 0 0,0 0 0 0 0,-1 0 0 0 0,1 1 0 0 0,0-1 0 0 0,1 0 0 0 0,-1-1 0 0 0,0 1 0 0 0,0 0 0 0 0,4 1 0 0 0,2 1 0 0 0,0 0 0 0 0,1-1 0 0 0,-1 0 0 0 0,1 0 0 0 0,10 1 0 0 0,-7-1 0 0 0,-2-1-4 0 0,2 2-1 0 0,1-2 0 0 0,0 0 0 0 0,-1 0 1 0 0,1-2-1 0 0,0 1 0 0 0,0-1 0 0 0,0-1 0 0 0,17-3 0 0 0,-29 4-38 0 0,0 0 0 0 0,0-1 0 0 0,0 1 0 0 0,0 0 1 0 0,0 0-1 0 0,0-1 0 0 0,0 1 0 0 0,0-1 0 0 0,0 1 0 0 0,0-1 0 0 0,0 1 0 0 0,0-1 0 0 0,-1 1 1 0 0,1-1-1 0 0,0 0 0 0 0,0 1 0 0 0,0-1 0 0 0,-1 0 0 0 0,1 0 0 0 0,0 0 0 0 0,-1 0 0 0 0,1 0 1 0 0,-1 1-1 0 0,1-1 0 0 0,-1 0 0 0 0,0 0 0 0 0,1 0 0 0 0,-1 0 0 0 0,0 0 0 0 0,1-1 0 0 0,-1 1 1 0 0,0 0-1 0 0,0 0 0 0 0,0 0 0 0 0,0 0 0 0 0,0 0 0 0 0,0 0 0 0 0,-1 0 0 0 0,1 0 0 0 0,0 0 1 0 0,0 0-1 0 0,-1 0 0 0 0,1 0 0 0 0,0 0 0 0 0,-1 0 0 0 0,1 0 0 0 0,-1 0 0 0 0,0 0 0 0 0,1 0 1 0 0,-1 1-1 0 0,0-1 0 0 0,1 0 0 0 0,-1 0 0 0 0,0 1 0 0 0,0-1 0 0 0,0 0 0 0 0,-1 0 0 0 0,-50-34-987 0 0,51 34 808 0 0,-1 1 114 0 0,1-1-1 0 0,0 1 1 0 0,0-1 0 0 0,0 1 0 0 0,0-1 0 0 0,0 0 0 0 0,0 0 0 0 0,0 1 0 0 0,0-1 0 0 0,0 0 0 0 0,0 0 0 0 0,0 0 0 0 0,1 0 0 0 0,-1 0-1 0 0,0 0 1 0 0,1 0 0 0 0,-1 0 0 0 0,0-2 0 0 0,3 0 102 0 0,1 1 0 0 0,-1 0 0 0 0,1 0 0 0 0,-1 0 0 0 0,1 0 0 0 0,0 1 0 0 0,0-1 0 0 0,0 1 0 0 0,0-1 0 0 0,0 1 1 0 0,0 0-1 0 0,0 0 0 0 0,1 0 0 0 0,-1 1 0 0 0,0-1 0 0 0,1 1 0 0 0,-1 0 0 0 0,0 0 0 0 0,7 0 0 0 0,-8 0 42 0 0,2 0 20 0 0,-2 0-26 0 0,1 0 1 0 0,0 1 0 0 0,-1-1 0 0 0,1 0-1 0 0,-1 1 1 0 0,1-1 0 0 0,0 1-1 0 0,-1 0 1 0 0,1 0 0 0 0,-1 0-1 0 0,0 0 1 0 0,1 0 0 0 0,-1 1 0 0 0,0-1-1 0 0,0 1 1 0 0,1-1 0 0 0,-1 1-1 0 0,-1 0 1 0 0,1 0 0 0 0,0 0-1 0 0,0 0 1 0 0,-1 0 0 0 0,1 0 0 0 0,-1 1-1 0 0,2 2 1 0 0,0 3 137 0 0,0 0 1 0 0,0 0-1 0 0,-1 0 0 0 0,0 1 0 0 0,1 13 1 0 0,0-5 10 0 0,2 7 168 0 0,4 16-2604 0 0,-5-6-3978 0 0,6-15-11335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6:44.376"/>
    </inkml:context>
    <inkml:brush xml:id="br0">
      <inkml:brushProperty name="width" value="0.035" units="cm"/>
      <inkml:brushProperty name="height" value="0.035" units="cm"/>
      <inkml:brushProperty name="color" value="#E71224"/>
    </inkml:brush>
  </inkml:definitions>
  <inkml:trace contextRef="#ctx0" brushRef="#br0">65 23 3572 0 0,'0'0'6310'0'0,"-3"5"-5158"0"0,-13 23 556 0 0,-22 62 8174 0 0,36-84-9550 0 0,1-4 173 0 0,0 0 82 0 0,-2 16 175 0 0,5-14 2628 0 0,15-15-3356 0 0,0-2-1 0 0,-1 0 1 0 0,19-20 0 0 0,-24 21-133 0 0,1 1 0 0 0,0 0 1 0 0,0 0-1 0 0,1 1 0 0 0,1 1 1 0 0,0 0-1 0 0,0 1 0 0 0,1 1 1 0 0,22-9-1 0 0,-34 15-549 0 0,1 0 0 0 0,0 1 1 0 0,0-1-1 0 0,0 1 0 0 0,0 0 0 0 0,0 0 1 0 0,0 0-1 0 0,0 0 0 0 0,7 2 0 0 0,3 3-5151 0 0,0 3-3570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6:45.135"/>
    </inkml:context>
    <inkml:brush xml:id="br0">
      <inkml:brushProperty name="width" value="0.035" units="cm"/>
      <inkml:brushProperty name="height" value="0.035" units="cm"/>
      <inkml:brushProperty name="color" value="#E71224"/>
    </inkml:brush>
  </inkml:definitions>
  <inkml:trace contextRef="#ctx0" brushRef="#br0">593 1 4852 0 0,'9'1'10612'0'0,"-13"10"-9891"0"0,0 1 1 0 0,0-1-1 0 0,-1 0 0 0 0,-1 0 1 0 0,0-1-1 0 0,0 1 0 0 0,-1-1 1 0 0,0-1-1 0 0,-1 1 0 0 0,0-1 1 0 0,-1-1-1 0 0,0 1 0 0 0,0-2 1 0 0,-12 9-1 0 0,-6 4 446 0 0,-2-2 0 0 0,0 0 1 0 0,-63 26-1 0 0,63-31-532 0 0,-3 1-340 0 0,-1-2 0 0 0,-1-1-1 0 0,-59 12 1 0 0,76-21-295 0 0,-4-3 0 0 0,19 1 0 0 0,-1 0 0 0 0,0-1 0 0 0,1 1 0 0 0,-1-1 0 0 0,0 1 0 0 0,1-1 0 0 0,-1 0 0 0 0,1 0 0 0 0,-1-1 0 0 0,-4-2 0 0 0,-2-11 0 0 0,8 10 0 0 0,-1 0-113 0 0,0 0 1 0 0,1 0-1 0 0,-1-1 1 0 0,1 1-1 0 0,1 0 0 0 0,-1 0 1 0 0,1-1-1 0 0,0 1 1 0 0,0 0-1 0 0,0 0 1 0 0,1-1-1 0 0,0 1 0 0 0,0 0 1 0 0,0 0-1 0 0,4-9 1 0 0,-1 4-130 0 0,1 0 1 0 0,0 1-1 0 0,1-1 1 0 0,0 1-1 0 0,11-13 1 0 0,-13 18 226 0 0,-1 0 0 0 0,1 0 0 0 0,0 1 1 0 0,0-1-1 0 0,0 1 0 0 0,0 0 0 0 0,1 0 1 0 0,-1 0-1 0 0,1 1 0 0 0,0 0 0 0 0,0 0 1 0 0,0 0-1 0 0,0 0 0 0 0,0 1 0 0 0,0 0 0 0 0,0 0 1 0 0,0 0-1 0 0,1 1 0 0 0,-1-1 0 0 0,0 1 1 0 0,1 1-1 0 0,-1-1 0 0 0,0 1 0 0 0,0 0 1 0 0,0 0-1 0 0,1 0 0 0 0,8 4 0 0 0,-4-1 155 0 0,0 1-1 0 0,0 0 1 0 0,-1 1 0 0 0,1 0-1 0 0,-1 0 1 0 0,-1 1-1 0 0,1 0 1 0 0,-1 1-1 0 0,0-1 1 0 0,-1 1-1 0 0,0 1 1 0 0,7 10 0 0 0,9 16 390 0 0,1-1 0 0 0,40 43 0 0 0,-33-49-1302 0 0,4-6-3763 0 0,-27-18 2712 0 0,0 0-1 0 0,1 0 1 0 0,-1-1 0 0 0,1-1 0 0 0,0 1 0 0 0,0-1 0 0 0,0-1 0 0 0,0 1 0 0 0,0-2 0 0 0,0 1 0 0 0,13-2 0 0 0,-4-1-1037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6:46.331"/>
    </inkml:context>
    <inkml:brush xml:id="br0">
      <inkml:brushProperty name="width" value="0.035" units="cm"/>
      <inkml:brushProperty name="height" value="0.035" units="cm"/>
      <inkml:brushProperty name="color" value="#E71224"/>
    </inkml:brush>
  </inkml:definitions>
  <inkml:trace contextRef="#ctx0" brushRef="#br0">0 341 5537 0 0,'0'0'14854'0'0,"7"-3"-13881"0"0,4-3-411 0 0,0-1 0 0 0,0 0 1 0 0,-1 0-1 0 0,0-1 0 0 0,0 0 1 0 0,0-1-1 0 0,-2 0 0 0 0,12-15 0 0 0,61-93-329 0 0,-24 29-1188 0 0,-28 40 2544 0 0,-32 53-1378 0 0,1-4-152 0 0,0 1 0 0 0,1-1 0 0 0,-1 1 0 0 0,1 0 0 0 0,0-1-1 0 0,-1 1 1 0 0,1 0 0 0 0,0 0 0 0 0,0 0 0 0 0,0 0 0 0 0,1 0 0 0 0,-1 0 0 0 0,0 0-1 0 0,1 0 1 0 0,-1 0 0 0 0,1 1 0 0 0,0-1 0 0 0,0 0 0 0 0,0 0 0 0 0,0 4 0 0 0,0-4 22 0 0,0 0 1 0 0,0 1 0 0 0,0-1-1 0 0,-1 1 1 0 0,1-1 0 0 0,-1 1-1 0 0,1-1 1 0 0,-1 0 0 0 0,0 1-1 0 0,0-1 1 0 0,0 0 0 0 0,-1 3-1 0 0,-2 5 416 0 0,-18 50 1481 0 0,-9 32-1486 0 0,13-1-620 0 0,13-61-2961 0 0,1 2-6164 0 0,3-25 4182 0 0,1-4 3955 0 0,1 1-1150 0 0,-2 2-4282 0 0,-1 8 3604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6:46.681"/>
    </inkml:context>
    <inkml:brush xml:id="br0">
      <inkml:brushProperty name="width" value="0.035" units="cm"/>
      <inkml:brushProperty name="height" value="0.035" units="cm"/>
      <inkml:brushProperty name="color" value="#E71224"/>
    </inkml:brush>
  </inkml:definitions>
  <inkml:trace contextRef="#ctx0" brushRef="#br0">16 0 8097 0 0,'-3'0'3388'0'0,"-9"5"-1526"0"0,11-2 1514 0 0,2-1-2853 0 0,-1 0 0 0 0,1 0 0 0 0,-1-1 0 0 0,1 1 0 0 0,0 0 0 0 0,0 0 0 0 0,0-1 0 0 0,0 1 0 0 0,0-1 0 0 0,0 1 1 0 0,0-1-1 0 0,0 1 0 0 0,1-1 0 0 0,-1 0 0 0 0,0 1 0 0 0,1-1 0 0 0,-1 0 0 0 0,3 1 0 0 0,2 1 232 0 0,0 0-1 0 0,-1 0 1 0 0,1-1-1 0 0,0 0 1 0 0,11 2-1 0 0,10 0-49 0 0,51 2 1 0 0,-65-5-538 0 0,554 4-78 0 0,-325-14-5332 0 0,-221 6-2527 0 0,-3 0-8100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6:47.410"/>
    </inkml:context>
    <inkml:brush xml:id="br0">
      <inkml:brushProperty name="width" value="0.035" units="cm"/>
      <inkml:brushProperty name="height" value="0.035" units="cm"/>
      <inkml:brushProperty name="color" value="#E71224"/>
    </inkml:brush>
  </inkml:definitions>
  <inkml:trace contextRef="#ctx0" brushRef="#br0">62 8 5424 0 0,'3'0'10013'0'0,"-1"5"-4074"0"0,-3 15-2314 0 0,-6 11-4374 0 0,3-14 3508 0 0,-22 84 2489 0 0,1 28-4740 0 0,23-116-508 0 0,1 1 0 0 0,1-14 0 0 0,0 0 0 0 0,0 1 0 0 0,0-1 0 0 0,0 0 0 0 0,0 0 0 0 0,-1 0 0 0 0,1 0 0 0 0,0 1 0 0 0,0-1 0 0 0,0 0 0 0 0,0 0 0 0 0,0 0 0 0 0,0 0 0 0 0,0 1 0 0 0,0-1 0 0 0,0 0 0 0 0,0 0 0 0 0,0 0 0 0 0,0 0 0 0 0,0 1 0 0 0,0-1 0 0 0,1 0 0 0 0,-1 0 0 0 0,0 0 0 0 0,0 0 0 0 0,0 1 0 0 0,0-1 0 0 0,0 0 0 0 0,0 0 0 0 0,0 0 0 0 0,0 0 0 0 0,0 0 0 0 0,1 1 0 0 0,-1-1 0 0 0,0 0 0 0 0,0 0 0 0 0,0 0 0 0 0,0 0 0 0 0,0 0 0 0 0,1 0 0 0 0,-1 0 0 0 0,0 0 0 0 0,0 0 0 0 0,0 0 0 0 0,0 1 0 0 0,1-1 0 0 0,-1 0 0 0 0,0 0 0 0 0,0 0 0 0 0,0 0 0 0 0,1 0 0 0 0,-1 0 0 0 0,0 0 0 0 0,0-1 0 0 0,20-14 0 0 0,-6-3 0 0 0,0-1 0 0 0,-2 0 0 0 0,12-21 0 0 0,-15 21 0 0 0,2 1 0 0 0,0 1 0 0 0,2 0 0 0 0,14-17 0 0 0,-10 17 0 0 0,-1 1 0 0 0,2 1 0 0 0,0 0 0 0 0,1 1 0 0 0,25-14 0 0 0,-37 24 0 0 0,-1 1 0 0 0,1 0 0 0 0,1 0 0 0 0,-1 1 0 0 0,0 0 0 0 0,1 0 0 0 0,-1 1 0 0 0,1 0 0 0 0,-1 0 0 0 0,1 1 0 0 0,0-1 0 0 0,-1 2 0 0 0,1-1 0 0 0,-1 1 0 0 0,1 1 0 0 0,-1-1 0 0 0,1 1 0 0 0,-1 0 0 0 0,0 1 0 0 0,7 3 0 0 0,1 6-1140 0 0,-2 16-9899 0 0,-7 3-1989 0 0,-5-12 8354 0 0,-1-16 2020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49.823"/>
    </inkml:context>
    <inkml:brush xml:id="br0">
      <inkml:brushProperty name="width" value="0.035" units="cm"/>
      <inkml:brushProperty name="height" value="0.035" units="cm"/>
      <inkml:brushProperty name="color" value="#66CC00"/>
    </inkml:brush>
  </inkml:definitions>
  <inkml:trace contextRef="#ctx0" brushRef="#br0">6 106 7721 0 0,'1'0'2403'0'0,"-8"4"965"0"0,16 0 4247 0 0,6 0 4045 0 0,-5-3-11660 0 0,-1-1 0 0 0,1 0 0 0 0,0 0 0 0 0,0-1 0 0 0,0 0 0 0 0,14-5 0 0 0,-13 4 0 0 0,389-69 0 0 0,-329 55 0 0 0,-56 11-2540 0 0,-3-6 5901 0 0,-8 6-9143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50.205"/>
    </inkml:context>
    <inkml:brush xml:id="br0">
      <inkml:brushProperty name="width" value="0.035" units="cm"/>
      <inkml:brushProperty name="height" value="0.035" units="cm"/>
      <inkml:brushProperty name="color" value="#66CC00"/>
    </inkml:brush>
  </inkml:definitions>
  <inkml:trace contextRef="#ctx0" brushRef="#br0">147 0 6625 0 0,'-14'7'3591'0'0,"10"0"1244"0"0,3 26-520 0 0,-2 1 0 0 0,-8 41-1 0 0,-22 71 283 0 0,-5 23-4422 0 0,16-29-175 0 0,19-123 0 0 0,-2 0 0 0 0,3-1 0 0 0,0-10-2555 0 0,-4 1 7442 0 0,4-6-6646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50.729"/>
    </inkml:context>
    <inkml:brush xml:id="br0">
      <inkml:brushProperty name="width" value="0.035" units="cm"/>
      <inkml:brushProperty name="height" value="0.035" units="cm"/>
      <inkml:brushProperty name="color" value="#66CC00"/>
    </inkml:brush>
  </inkml:definitions>
  <inkml:trace contextRef="#ctx0" brushRef="#br0">131 0 5312 0 0,'0'0'12347'0'0,"-4"7"-10538"0"0,-19 29 2201 0 0,3 1 1 0 0,-20 47 0 0 0,25-46-3378 0 0,-11 42 1 0 0,24-64-634 0 0,1 9 0 0 0,2-2 0 0 0,1-4 0 0 0,4-3 0 0 0,3-4 0 0 0,7-5 0 0 0,-14-6 0 0 0,0-1 0 0 0,0 1 0 0 0,0 0 0 0 0,0 0 0 0 0,0-1 0 0 0,0 0 0 0 0,0 1 0 0 0,1-1 0 0 0,-1 0 0 0 0,0 0 0 0 0,0 0 0 0 0,0 0 0 0 0,1 0 0 0 0,-1-1 0 0 0,0 1 0 0 0,0-1 0 0 0,3-1 0 0 0,2 0 0 0 0,2 0 0 0 0,1 0 0 0 0,0-1 0 0 0,-1 0 0 0 0,0 0 0 0 0,1-1 0 0 0,-1-1 0 0 0,-1 1 0 0 0,1-1 0 0 0,-1-1 0 0 0,13-10 0 0 0,-3 0 0 0 0,-1 0 0 0 0,-1-2 0 0 0,17-22 0 0 0,-24 27 0 0 0,-4-4 0 0 0,-6 0 0 0 0,-13 0 0 0 0,10 13 0 0 0,-24-8 0 0 0,5 7 0 0 0,-2 1 0 0 0,3 1 0 0 0,2 0 0 0 0,-17 0-109 0 0,33 3-667 0 0,-2 3-1768 0 0,3-3 1646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51.411"/>
    </inkml:context>
    <inkml:brush xml:id="br0">
      <inkml:brushProperty name="width" value="0.035" units="cm"/>
      <inkml:brushProperty name="height" value="0.035" units="cm"/>
      <inkml:brushProperty name="color" value="#66CC00"/>
    </inkml:brush>
  </inkml:definitions>
  <inkml:trace contextRef="#ctx0" brushRef="#br0">63 163 5188 0 0,'0'0'7232'0'0,"-1"8"-5996"0"0,-1 20 1205 0 0,-2-1 1 0 0,-8 31-1 0 0,-21 59 8773 0 0,31-112-10725 0 0,-2 7-405 0 0,0 3-84 0 0,16-62 0 0 0,49-145 0 0 0,-54 174 0 0 0,1 0 0 0 0,0 0 0 0 0,2 1 0 0 0,0 1 0 0 0,1 0 0 0 0,0 0 0 0 0,1 1 0 0 0,21-20 0 0 0,-22 26 0 0 0,4-1 0 0 0,0 5 0 0 0,4 4 0 0 0,2 10-77 0 0,-5 4 405 0 0,-5 2-3687 0 0,11 38-15317 0 0,-14-28 12799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52.115"/>
    </inkml:context>
    <inkml:brush xml:id="br0">
      <inkml:brushProperty name="width" value="0.035" units="cm"/>
      <inkml:brushProperty name="height" value="0.035" units="cm"/>
      <inkml:brushProperty name="color" value="#66CC00"/>
    </inkml:brush>
  </inkml:definitions>
  <inkml:trace contextRef="#ctx0" brushRef="#br0">109 1 5352 0 0,'0'0'6676'0'0,"-5"6"-5135"0"0,-6 8-45 0 0,1 1 1 0 0,1 0-1 0 0,0 0 1 0 0,1 1-1 0 0,-9 23 1 0 0,7-7 1057 0 0,1-1 1 0 0,2 1 0 0 0,-4 39 0 0 0,9-50-2555 0 0,4-3 0 0 0,6-2 0 0 0,2-6 0 0 0,5-4 0 0 0,5-6 0 0 0,-7-3 0 0 0,0-1 0 0 0,-1-1 0 0 0,1 0 0 0 0,-1 0 0 0 0,0-1 0 0 0,-1-1 0 0 0,1 0 0 0 0,14-13 0 0 0,84-77 0 0 0,-100 88 0 0 0,19-26 0 0 0,-19 25 0 0 0,-1-2 0 0 0,-1 1 0 0 0,-5 6 0 0 0,-33 36 0 0 0,28-23 0 0 0,1-2 0 0 0,-10 18 0 0 0,1 0 0 0 0,1 1 0 0 0,1 0 0 0 0,2 1 0 0 0,-6 35 0 0 0,10-44 0 0 0,1 13 800 0 0,3-12-5902 0 0,-1-7 2 0 0,5 10-8617 0 0,1-14 7829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52.750"/>
    </inkml:context>
    <inkml:brush xml:id="br0">
      <inkml:brushProperty name="width" value="0.035" units="cm"/>
      <inkml:brushProperty name="height" value="0.035" units="cm"/>
      <inkml:brushProperty name="color" value="#66CC00"/>
    </inkml:brush>
  </inkml:definitions>
  <inkml:trace contextRef="#ctx0" brushRef="#br0">404 8 6161 0 0,'3'-7'17300'0'0,"-25"12"-16151"0"0,0 1-1 0 0,1 1 0 0 0,0 1 0 0 0,0 1 1 0 0,-35 20-1 0 0,40-21-158 0 0,1 1-246 0 0,-15 29-62 0 0,23-27-682 0 0,-1 4 0 0 0,8 1 0 0 0,6 2 0 0 0,3-6 0 0 0,2-4 0 0 0,0 0 0 0 0,-1 1 0 0 0,0 0 0 0 0,0-1 0 0 0,2 4 0 0 0,-2-2 0 0 0,-2 0 0 0 0,-1 3 0 0 0,-1-1 0 0 0,-2 4 0 0 0,-2 3 0 0 0,-4 0 0 0 0,-5-3 0 0 0,0-2 0 0 0,-4 6 0 0 0,7-15 0 0 0,-10 6 0 0 0,10-7 0 0 0,0 0 0 0 0,0-1 0 0 0,0 0 0 0 0,-1 1 0 0 0,1-2 0 0 0,-1 1 0 0 0,1 0 0 0 0,-1-1 0 0 0,0 0 0 0 0,0 0 0 0 0,0-1 0 0 0,0 1 0 0 0,0-1 0 0 0,-9 1 0 0 0,12-2 0 0 0,-21 3 0 0 0,22-3 0 0 0,0 0 0 0 0,0 0 0 0 0,0 1 0 0 0,0-1 0 0 0,0-1 0 0 0,0 1 0 0 0,0 0 0 0 0,0 0 0 0 0,0 0 0 0 0,0 0 0 0 0,0-1 0 0 0,0 1 0 0 0,0 0 0 0 0,0-1 0 0 0,0 1 0 0 0,1-1 0 0 0,-1 1 0 0 0,0-1 0 0 0,0 1 0 0 0,0-1 0 0 0,1 0 0 0 0,-1 1 0 0 0,0-1 0 0 0,1 0 0 0 0,-1 0 0 0 0,0 1 0 0 0,0-3 0 0 0,-4-12-78 0 0,5 13 8 0 0,0 0 1 0 0,0-1-1 0 0,-1 1 0 0 0,1 0 1 0 0,0 0-1 0 0,-1 0 0 0 0,0 0 0 0 0,0 0 1 0 0,1 0-1 0 0,-1 0 0 0 0,0 0 1 0 0,0 1-1 0 0,-1-1 0 0 0,1 0 1 0 0,0 0-1 0 0,-1 1 0 0 0,1-1 0 0 0,-1 1 1 0 0,1-1-1 0 0,-1 1 0 0 0,0 0 1 0 0,1 0-1 0 0,-1-1 0 0 0,0 1 1 0 0,0 0-1 0 0,0 1 0 0 0,-2-2 0 0 0,-16-3-1137 0 0,-2-6-5578 0 0,20 10 5763 0 0,0 0 1 0 0,0 0-1 0 0,0-1 0 0 0,0 1 1 0 0,1-1-1 0 0,-1 1 1 0 0,0-1-1 0 0,1 0 0 0 0,-1 0 1 0 0,1 0-1 0 0,0 0 1 0 0,-1 0-1 0 0,1 0 0 0 0,0 0 1 0 0,0 0-1 0 0,0 0 1 0 0,1 0-1 0 0,-2-3 0 0 0,1-12-1792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53.196"/>
    </inkml:context>
    <inkml:brush xml:id="br0">
      <inkml:brushProperty name="width" value="0.035" units="cm"/>
      <inkml:brushProperty name="height" value="0.035" units="cm"/>
      <inkml:brushProperty name="color" value="#66CC00"/>
    </inkml:brush>
  </inkml:definitions>
  <inkml:trace contextRef="#ctx0" brushRef="#br0">1 1 9029 0 0,'0'0'22477'0'0,"9"3"-21413"0"0,2 0-934 0 0,40 9-63 0 0,49 1-67 0 0,-62-7 411 0 0,-30-4-1663 0 0,8-3-4847 0 0,-2-1 3222 0 0,26-10-12768 0 0,-29 6 13664 0 0,4-4-1031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53.547"/>
    </inkml:context>
    <inkml:brush xml:id="br0">
      <inkml:brushProperty name="width" value="0.035" units="cm"/>
      <inkml:brushProperty name="height" value="0.035" units="cm"/>
      <inkml:brushProperty name="color" value="#66CC00"/>
    </inkml:brush>
  </inkml:definitions>
  <inkml:trace contextRef="#ctx0" brushRef="#br0">1 122 6673 0 0,'0'0'7949'0'0,"3"-3"-5793"0"0,3-2-1272 0 0,0 0 0 0 0,1 1 0 0 0,-1 0 0 0 0,1 1 0 0 0,0 0 0 0 0,0 0 0 0 0,0 0 0 0 0,1 1 0 0 0,12-3 0 0 0,83-11 3218 0 0,-49 9-2760 0 0,42-5 288 0 0,-20 3-2869 0 0,-27 1-3774 0 0,-8-2-3087 0 0,-3-4-4560 0 0,-27 8 9536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53.913"/>
    </inkml:context>
    <inkml:brush xml:id="br0">
      <inkml:brushProperty name="width" value="0.035" units="cm"/>
      <inkml:brushProperty name="height" value="0.035" units="cm"/>
      <inkml:brushProperty name="color" value="#66CC00"/>
    </inkml:brush>
  </inkml:definitions>
  <inkml:trace contextRef="#ctx0" brushRef="#br0">207 0 8129 0 0,'-22'59'11409'0'0,"-2"33"-3816"0"0,0-2-3660 0 0,-19 40-2144 0 0,-36 131-1875 0 0,73-225 86 0 0,-2 53 0 0 0,8-88-509 0 0,0 1-1 0 0,0-1 1 0 0,0 1 0 0 0,0-1 0 0 0,0 1-1 0 0,1-1 1 0 0,-1 1 0 0 0,1-1 0 0 0,-1 0-1 0 0,1 1 1 0 0,0-1 0 0 0,-1 0 0 0 0,3 3-1 0 0,-3-3-180 0 0,1-1-1 0 0,-1 1 1 0 0,1-1-1 0 0,0 1 1 0 0,-1 0-1 0 0,1-1 1 0 0,-1 1-1 0 0,1-1 0 0 0,0 0 1 0 0,-1 1-1 0 0,1-1 1 0 0,0 0-1 0 0,0 1 1 0 0,-1-1-1 0 0,1 0 1 0 0,0 0-1 0 0,0 1 0 0 0,0-1 1 0 0,-1 0-1 0 0,1 0 1 0 0,0 0-1 0 0,0 0 1 0 0,0 0-1 0 0,-1 0 1 0 0,1 0-1 0 0,0-1 0 0 0,0 1 1 0 0,0 0-1 0 0,-1 0 1 0 0,1-1-1 0 0,1 0 1 0 0,17-10-2178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54.263"/>
    </inkml:context>
    <inkml:brush xml:id="br0">
      <inkml:brushProperty name="width" value="0.035" units="cm"/>
      <inkml:brushProperty name="height" value="0.035" units="cm"/>
      <inkml:brushProperty name="color" value="#66CC00"/>
    </inkml:brush>
  </inkml:definitions>
  <inkml:trace contextRef="#ctx0" brushRef="#br0">220 0 9665 0 0,'-88'131'15404'0'0,"19"-33"-8586"0"0,55-76-6524 0 0,2 0-1 0 0,-17 41 0 0 0,25-49-293 0 0,1 5 0 0 0,3-1 0 0 0,5-4 0 0 0,6-5 0 0 0,8-7 0 0 0,-16-1 0 0 0,-1-1 0 0 0,1 0 0 0 0,-1 0 0 0 0,1 0 0 0 0,-1 0 0 0 0,1 0 0 0 0,-1 0 0 0 0,0-1 0 0 0,1 1 0 0 0,-1-1 0 0 0,1 1 0 0 0,-1-1 0 0 0,0 0 0 0 0,1 0 0 0 0,-1 0 0 0 0,0-1 0 0 0,3-1 0 0 0,1-1 0 0 0,12-5 0 0 0,-1 0 0 0 0,0-2 0 0 0,0 1 0 0 0,-1-2 0 0 0,-1 0 0 0 0,0-1 0 0 0,0-1 0 0 0,-1 0 0 0 0,-1-1 0 0 0,-1 0 0 0 0,0-1 0 0 0,-1-1 0 0 0,16-31 0 0 0,-24 45 0 0 0,-2 2 0 0 0,-1 0 0 0 0,1 0 0 0 0,0 0 0 0 0,-1 0 0 0 0,1 0 0 0 0,-1 0 0 0 0,0 0 0 0 0,1 0 0 0 0,-1 0 0 0 0,0 0 0 0 0,1 0 0 0 0,-1 0 0 0 0,0-1 0 0 0,0 1 0 0 0,0 0 0 0 0,0 0 0 0 0,0 0 0 0 0,0 0 0 0 0,0 0 0 0 0,-1-1 0 0 0,1 1 0 0 0,0 0 0 0 0,-1-1 0 0 0,-5-20 0 0 0,5 19 151 0 0,-1 0 1 0 0,0 1-1 0 0,0-1 0 0 0,0 0 1 0 0,0 1-1 0 0,-1-1 1 0 0,1 1-1 0 0,-1-1 0 0 0,-4-2 1 0 0,-32-14-2230 0 0,-6 8-3442 0 0,0 5-3293 0 0,3-1-5223 0 0,38 6 11142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55.075"/>
    </inkml:context>
    <inkml:brush xml:id="br0">
      <inkml:brushProperty name="width" value="0.035" units="cm"/>
      <inkml:brushProperty name="height" value="0.035" units="cm"/>
      <inkml:brushProperty name="color" value="#66CC00"/>
    </inkml:brush>
  </inkml:definitions>
  <inkml:trace contextRef="#ctx0" brushRef="#br0">185 129 5693 0 0,'-114'262'15605'0'0,"99"-221"-13641"0"0,3 0-1 0 0,1 1 1 0 0,2 1 0 0 0,-5 67 0 0 0,10-67-641 0 0,1-24-1241 0 0,1 1 0 0 0,2 0-1 0 0,0 20 1 0 0,2-18-82 0 0,1-4 0 0 0,3-6 0 0 0,-6-11 0 0 0,1-1 0 0 0,-1 0 0 0 0,0 1 0 0 0,1-1 0 0 0,-1 0 0 0 0,0 0 0 0 0,1 1 0 0 0,-1-1 0 0 0,1 0 0 0 0,-1 0 0 0 0,0 1 0 0 0,1-1 0 0 0,-1 0 0 0 0,1 0 0 0 0,-1 0 0 0 0,1 0 0 0 0,-1 0 0 0 0,0 0 0 0 0,1 0 0 0 0,-1 0 0 0 0,1 0 0 0 0,-1 0 0 0 0,1 0 0 0 0,-1 0 0 0 0,1 0 0 0 0,-1 0 0 0 0,1 0 0 0 0,-1 0 0 0 0,0 0 0 0 0,2-1 0 0 0,1-1 0 0 0,1 0 0 0 0,-1-1 0 0 0,1 1 0 0 0,-1-1 0 0 0,0 0 0 0 0,0 0 0 0 0,0 0 0 0 0,0 0 0 0 0,-1-1 0 0 0,1 1 0 0 0,-1-1 0 0 0,0 0 0 0 0,0 1 0 0 0,0-1 0 0 0,0 0 0 0 0,-1 0 0 0 0,2-8 0 0 0,4-13 0 0 0,6-47 0 0 0,-8 35 0 0 0,26-185 0 0 0,3-17 0 0 0,-30 216 0 0 0,-3 14 0 0 0,1 0 0 0 0,0 0 0 0 0,0 0 0 0 0,0 0 0 0 0,1 1 0 0 0,1-1 0 0 0,-1 1 0 0 0,1 0 0 0 0,1 0 0 0 0,8-12 0 0 0,27-27 0 0 0,-26 36 0 0 0,3 2 0 0 0,-3 2 0 0 0,6 6 0 0 0,-2 10 0 0 0,-13-4 0 0 0,-1-1 0 0 0,0 1 0 0 0,0 0 0 0 0,0 1 0 0 0,0-1 0 0 0,-1 0 0 0 0,0 1 0 0 0,0 0 0 0 0,0 0 0 0 0,-1 0 0 0 0,0 0 0 0 0,3 13 0 0 0,-4-16 0 0 0,3 12 0 0 0,0 0 0 0 0,-1 1 0 0 0,-1-1 0 0 0,0 1 0 0 0,-1-1 0 0 0,0 1 0 0 0,-4 28 0 0 0,1-33 0 0 0,1-4 0 0 0,-1 0 0 0 0,0 0 0 0 0,0 1 0 0 0,-1-2 0 0 0,0 1 0 0 0,0 0 0 0 0,-7 9 0 0 0,7-10 0 0 0,0 1 0 0 0,0-1 0 0 0,-1 0 0 0 0,0 0 0 0 0,0 0 0 0 0,-1-1 0 0 0,1 0 0 0 0,-1 1 0 0 0,0-2 0 0 0,-1 1 0 0 0,-9 7 0 0 0,11-9 0 0 0,3-2 0 0 0,0 0 0 0 0,0 0 0 0 0,0 0 0 0 0,-1 0 0 0 0,1 0 0 0 0,0-1 0 0 0,-1 1 0 0 0,1 0 0 0 0,-1-1 0 0 0,1 1 0 0 0,-1-1 0 0 0,1 0 0 0 0,-1 1 0 0 0,0-1 0 0 0,1 0 0 0 0,-1 0 0 0 0,-1 0 0 0 0,-19 3 0 0 0,16-3 0 0 0,1 1 0 0 0,0-1 0 0 0,0 0 0 0 0,0 0 0 0 0,0-1 0 0 0,0 1 0 0 0,-1-1 0 0 0,1-1 0 0 0,0 1 0 0 0,0-1 0 0 0,1 1 0 0 0,-1-1 0 0 0,0-1 0 0 0,1 1 0 0 0,-1-1 0 0 0,-7-5 0 0 0,4 2 0 0 0,3 2-517 0 0,0 0 1 0 0,0-1-1 0 0,1 1 0 0 0,0-1 1 0 0,-1 0-1 0 0,2 0 0 0 0,-1 0 1 0 0,1 0-1 0 0,-1-1 0 0 0,-1-5 1 0 0,-7-28-8427 0 0,12 1-5958 0 0,4 20 12101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55.508"/>
    </inkml:context>
    <inkml:brush xml:id="br0">
      <inkml:brushProperty name="width" value="0.035" units="cm"/>
      <inkml:brushProperty name="height" value="0.035" units="cm"/>
      <inkml:brushProperty name="color" value="#66CC00"/>
    </inkml:brush>
  </inkml:definitions>
  <inkml:trace contextRef="#ctx0" brushRef="#br0">156 44 6601 0 0,'0'0'10565'0'0,"-6"3"-9199"0"0,-3 3-538 0 0,0 0 0 0 0,1 0 0 0 0,-1 1 0 0 0,1 0 0 0 0,1 1-1 0 0,-1 0 1 0 0,1 0 0 0 0,-8 12 0 0 0,3 0 852 0 0,0 0-1 0 0,2 0 1 0 0,-17 43 0 0 0,21-42-1615 0 0,3-1-65 0 0,4-3 0 0 0,-1-16 0 0 0,0 0 0 0 0,0 1 0 0 0,-1-1 0 0 0,1 0 0 0 0,1 0 0 0 0,-1 0 0 0 0,0 0 0 0 0,0 0 0 0 0,0 0 0 0 0,0 0 0 0 0,1 0 0 0 0,-1 0 0 0 0,1 0 0 0 0,-1-1 0 0 0,0 1 0 0 0,1 0 0 0 0,0 0 0 0 0,-1 0 0 0 0,1 0 0 0 0,-1 0 0 0 0,1-1 0 0 0,0 1 0 0 0,0 0 0 0 0,-1-1 0 0 0,1 1 0 0 0,0 0 0 0 0,0-1 0 0 0,0 1 0 0 0,0-1 0 0 0,0 0 0 0 0,0 1 0 0 0,1 0 0 0 0,4 1 0 0 0,7 1 0 0 0,-9-3 0 0 0,-1 1 0 0 0,0-1 0 0 0,0 0 0 0 0,1 0 0 0 0,-1-1 0 0 0,0 1 0 0 0,0 0 0 0 0,1-1 0 0 0,-1 0 0 0 0,0 0 0 0 0,0 0 0 0 0,0 0 0 0 0,0-1 0 0 0,0 1 0 0 0,0-1 0 0 0,-1 0 0 0 0,1 1 0 0 0,0-1 0 0 0,-1-1 0 0 0,0 1 0 0 0,1 0 0 0 0,-1 0 0 0 0,3-5 0 0 0,0 0 0 0 0,-1-1 0 0 0,0 1 0 0 0,0-1 0 0 0,-1 0 0 0 0,0 0 0 0 0,1-9 0 0 0,-3 16 0 0 0,1-7-3 0 0,-1-1 0 0 0,1 1 0 0 0,-2-1 0 0 0,1 0 0 0 0,-1 1 0 0 0,0-1 0 0 0,-1 0 0 0 0,0 1 0 0 0,0-1 0 0 0,-1 1 1 0 0,0-1-1 0 0,-1 1 0 0 0,0 0 0 0 0,0 0 0 0 0,-1 0 0 0 0,0 0 0 0 0,0 0 0 0 0,-1 1 0 0 0,1 0 0 0 0,-12-12 0 0 0,0 8-1161 0 0,2 3-3304 0 0,8-6-5837 0 0,-1-10-1068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56.242"/>
    </inkml:context>
    <inkml:brush xml:id="br0">
      <inkml:brushProperty name="width" value="0.035" units="cm"/>
      <inkml:brushProperty name="height" value="0.035" units="cm"/>
      <inkml:brushProperty name="color" value="#66CC00"/>
    </inkml:brush>
  </inkml:definitions>
  <inkml:trace contextRef="#ctx0" brushRef="#br0">309 0 4952 0 0,'-2'5'2061'0'0,"-46"120"7020"0"0,-45 59-1262 0 0,47-98-3577 0 0,-38 100 1 0 0,74-161-3915 0 0,5-13-320 0 0,0 0 1 0 0,1 0-1 0 0,0 0 0 0 0,-3 19 0 0 0,6-10-8 0 0,6-3 0 0 0,5-5 0 0 0,10-8 0 0 0,6-6 0 0 0,-1-7-510 0 0,-1-1 1 0 0,1-1-1 0 0,-2-1 0 0 0,0-2 1 0 0,0 0-1 0 0,33-26 0 0 0,-30 20 214 0 0,26-15-104 0 0,-51 33 1780 0 0,-4 6-936 0 0,-23 35 741 0 0,17-27-1045 0 0,1-1-1 0 0,0 2 1 0 0,1-1-1 0 0,0 1 0 0 0,1 0 1 0 0,0 0-1 0 0,1 0 1 0 0,-4 20-1 0 0,6-19-139 0 0,4-2 0 0 0,3-3 0 0 0,6-4 0 0 0,-8-6 0 0 0,1 1 0 0 0,0-1 0 0 0,-1 1 0 0 0,1-1 0 0 0,0 0 0 0 0,-1 0 0 0 0,1 0 0 0 0,0 0 0 0 0,-1-1 0 0 0,1 1 0 0 0,0-1 0 0 0,-1 0 0 0 0,1 0 0 0 0,-1 0 0 0 0,1 0 0 0 0,-1 0 0 0 0,1 0 0 0 0,-1 0 0 0 0,4-4 0 0 0,1 1 0 0 0,6-4 0 0 0,0-1 0 0 0,-1 0 0 0 0,0-1 0 0 0,0-1 0 0 0,-1 0 0 0 0,-1 0 0 0 0,1-1 0 0 0,-2 0 0 0 0,0-1 0 0 0,0 0 0 0 0,-1 0 0 0 0,-1-1 0 0 0,0 0 0 0 0,-1 0 0 0 0,-1-1 0 0 0,0 0 0 0 0,-1 0 0 0 0,4-24 0 0 0,-8 36 43 0 0,1 0-1 0 0,-1 1 0 0 0,0-1 1 0 0,0 0-1 0 0,-1 0 1 0 0,1 1-1 0 0,0-1 1 0 0,-1 0-1 0 0,0 0 1 0 0,1 1-1 0 0,-1-1 1 0 0,0 1-1 0 0,0-1 1 0 0,-1 1-1 0 0,1-1 1 0 0,0 1-1 0 0,-1 0 1 0 0,0-1-1 0 0,1 1 1 0 0,-4-2-1 0 0,2 1-215 0 0,-1 1 0 0 0,1 0 0 0 0,-1 0 0 0 0,1 0 0 0 0,-1 0 0 0 0,0 1 0 0 0,0-1 0 0 0,0 1 0 0 0,0 0 0 0 0,0 0 0 0 0,0 0-1 0 0,-6 1 1 0 0,-1-1-1580 0 0,-1 1 0 0 0,1 1 0 0 0,0 0 0 0 0,-13 2 0 0 0,-38 16-16902 0 0,40-10 15730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56.992"/>
    </inkml:context>
    <inkml:brush xml:id="br0">
      <inkml:brushProperty name="width" value="0.035" units="cm"/>
      <inkml:brushProperty name="height" value="0.035" units="cm"/>
      <inkml:brushProperty name="color" value="#66CC00"/>
    </inkml:brush>
  </inkml:definitions>
  <inkml:trace contextRef="#ctx0" brushRef="#br0">383 58 6133 0 0,'1'-2'579'0'0,"-1"0"1"0"0,0 0-1 0 0,1 0 1 0 0,-1 0-1 0 0,0-1 1 0 0,0 1-1 0 0,-1 0 1 0 0,1 0-1 0 0,0 0 1 0 0,-1-1-1 0 0,1 1 1 0 0,-1 0-1 0 0,0 0 1 0 0,1 0-1 0 0,-1 0 1 0 0,0 0-1 0 0,0 0 1 0 0,-1 0-1 0 0,1 0 1 0 0,0 1-1 0 0,-2-3 1 0 0,1 3-103 0 0,-1-1 0 0 0,1 1 0 0 0,0 0-1 0 0,-1 0 1 0 0,1 0 0 0 0,-1 0 0 0 0,1 0 0 0 0,-1 1 0 0 0,1-1 0 0 0,-1 1 0 0 0,0-1 0 0 0,1 1 0 0 0,-1 0 0 0 0,0 0 0 0 0,-4 1 0 0 0,4-1 909 0 0,-3 2-104 0 0,-3 0-1071 0 0,0 1 0 0 0,0 0 0 0 0,1 0 0 0 0,-1 1-1 0 0,1 1 1 0 0,0-1 0 0 0,0 1 0 0 0,1 0 0 0 0,-1 1 0 0 0,1 0 0 0 0,0 0 0 0 0,0 0 0 0 0,1 1 0 0 0,0 0 0 0 0,0 1 0 0 0,-7 12 0 0 0,9-18-211 0 0,0 1 0 0 0,-11 31 0 0 0,8-17 0 0 0,2-2 0 0 0,2 0 0 0 0,8 2 0 0 0,7-9 0 0 0,9-8 0 0 0,-12-1 6 0 0,-1-2 1 0 0,0 1-1 0 0,-1-1 1 0 0,1-1-1 0 0,0 1 1 0 0,-1-1-1 0 0,0-1 0 0 0,0 1 1 0 0,0-1-1 0 0,7-6 1 0 0,-4 2-327 0 0,0-1 0 0 0,0 1 1 0 0,-1-1-1 0 0,0-1 1 0 0,13-21-1 0 0,-21 29 131 0 0,-1 3 182 0 0,0 0 0 0 0,0 1 0 0 0,0-1 0 0 0,0 0 0 0 0,0 0 0 0 0,0 0 0 0 0,0 0 0 0 0,0 0 0 0 0,-1 0 0 0 0,1 0 0 0 0,0 0 0 0 0,0 0 0 0 0,0 0 0 0 0,0 0 0 0 0,0 0 0 0 0,0 1 0 0 0,-1-1 0 0 0,1 0 0 0 0,0 0 0 0 0,0 0 0 0 0,0 0 0 0 0,0 0 0 0 0,0 0 0 0 0,0 0 0 0 0,-1 0 0 0 0,1 0 0 0 0,0 0 0 0 0,0-1 0 0 0,0 1 0 0 0,0 0 0 0 0,0 0 0 0 0,0 0 0 0 0,-1 0 0 0 0,1 0 0 0 0,0 0 0 0 0,0 0 0 0 0,0 0 0 0 0,0 0 0 0 0,0 0 0 0 0,0 0 0 0 0,0 0 0 0 0,-1-1-1 0 0,1 1 1 0 0,0 0 0 0 0,0 0 0 0 0,0 0 0 0 0,0 0 0 0 0,0 0 0 0 0,0 0 0 0 0,0 0 0 0 0,0-1 0 0 0,0 1 0 0 0,0 0 0 0 0,0 0 0 0 0,0 0 0 0 0,0 0 0 0 0,0 0 0 0 0,0-1 0 0 0,-13 21 57 0 0,-12 37 679 0 0,11-4 123 0 0,-7 55 1 0 0,-9 39-901 0 0,24-128 50 0 0,0 0 1 0 0,-1 0-1 0 0,-1 0 0 0 0,-1-1 1 0 0,-14 22-1 0 0,19-33-2 0 0,-1-1 0 0 0,1 0 0 0 0,-2 0 0 0 0,1 0 0 0 0,0-1 0 0 0,-1 0 0 0 0,0 0 0 0 0,-1 0 0 0 0,1-1 0 0 0,-1 0 0 0 0,0 0 0 0 0,-12 5 0 0 0,-1-8 0 0 0,-6-9 0 0 0,23 6-139 0 0,0 1 0 0 0,1-1 0 0 0,-1 0 0 0 0,1 0 0 0 0,-1 0 0 0 0,1 0 0 0 0,0 0 0 0 0,0-1 0 0 0,0 1 0 0 0,-3-5 0 0 0,3 3-862 0 0,0 0-1 0 0,0 0 0 0 0,0-1 1 0 0,1 1-1 0 0,-1-1 0 0 0,1 0 1 0 0,1 1-1 0 0,-1-1 0 0 0,0 0 1 0 0,1-5-1 0 0,7-51-11555 0 0,2 26 8293 0 0,-2 14 1437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0:57.600"/>
    </inkml:context>
    <inkml:brush xml:id="br0">
      <inkml:brushProperty name="width" value="0.035" units="cm"/>
      <inkml:brushProperty name="height" value="0.035" units="cm"/>
      <inkml:brushProperty name="color" value="#66CC00"/>
    </inkml:brush>
  </inkml:definitions>
  <inkml:trace contextRef="#ctx0" brushRef="#br0">48 8 8017 0 0,'2'-1'3362'0'0,"16"-5"15014"0"0,-18 6-18223 0 0,-3 15 3628 0 0,-18 36-5243 0 0,5-15 2002 0 0,-1 12-540 0 0,14-41 0 0 0,-4 36 0 0 0,6-26 0 0 0,9 0 0 0 0,4-7 0 0 0,4-5 0 0 0,17-1 0 0 0,-23-8 0 0 0,-5 1 0 0 0,12-2 11 0 0,-1 0-1 0 0,0-2 1 0 0,0 0-1 0 0,-1 0 1 0 0,1-2-1 0 0,-2 0 1 0 0,1 0-1 0 0,12-13 1 0 0,9-9-1340 0 0,49-54-1 0 0,-73 67 694 0 0,-21 17 567 0 0,6 2 95 0 0,0 1-1 0 0,0-1 1 0 0,0 1 0 0 0,1 0-1 0 0,-1-1 1 0 0,0 1-1 0 0,1 0 1 0 0,0 1-1 0 0,0-1 1 0 0,-1 0-1 0 0,-2 6 1 0 0,-10 24 727 0 0,1 1 1 0 0,1 1 0 0 0,-12 56-1 0 0,-4 11-805 0 0,16-60 52 0 0,8-21 0 0 0,-2 0 0 0 0,0-1 0 0 0,-1 1 0 0 0,-13 20 0 0 0,19-38 26 0 0,1 0 0 0 0,-1 1 0 0 0,0-1 0 0 0,-1 0 0 0 0,1 0 0 0 0,0 0 0 0 0,-1 0 0 0 0,1-1 0 0 0,-1 1 0 0 0,1-1 0 0 0,-1 1 0 0 0,0-1 0 0 0,-4 2 0 0 0,2-2-541 0 0,1 1 0 0 0,0 0 1 0 0,0 0-1 0 0,0 1 1 0 0,0-1-1 0 0,0 1 1 0 0,-3 3-1 0 0,6-5-811 0 0,-1 0 1 0 0,1 0-1 0 0,-1 0 1 0 0,1 0-1 0 0,-1 0 1 0 0,0 0-1 0 0,0 0 1 0 0,1-1-1 0 0,-1 1 1 0 0,0 0-1 0 0,0-1 1 0 0,0 0-1 0 0,-3 1 1 0 0,-17-4-4920 0 0,0-4 3269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1:35.686"/>
    </inkml:context>
    <inkml:brush xml:id="br0">
      <inkml:brushProperty name="width" value="0.05" units="cm"/>
      <inkml:brushProperty name="height" value="0.05" units="cm"/>
    </inkml:brush>
  </inkml:definitions>
  <inkml:trace contextRef="#ctx0" brushRef="#br0">805 141 4276 0 0,'0'0'3822'0'0,"25"41"5054"0"0,-7-17-2944 0 0,5 10-3194 0 0,4 6-1463 0 0,-26-39-1146 0 0,2 2-66 0 0,0 0-1 0 0,0-1 0 0 0,0 0 1 0 0,0 0-1 0 0,1 0 0 0 0,-1 0 0 0 0,1-1 1 0 0,0 1-1 0 0,-1-1 0 0 0,1 0 0 0 0,0 0 1 0 0,4 1-1 0 0,-5-3-130 0 0,1 1 1 0 0,-1-1-1 0 0,1 1 1 0 0,-1-1 0 0 0,1 0-1 0 0,-1-1 1 0 0,0 1-1 0 0,1 0 1 0 0,-1-1-1 0 0,0 0 1 0 0,0 0-1 0 0,0 0 1 0 0,0 0-1 0 0,-1 0 1 0 0,1-1-1 0 0,0 1 1 0 0,-1-1 0 0 0,0 1-1 0 0,1-1 1 0 0,-1 0-1 0 0,0 0 1 0 0,-1 0-1 0 0,1 0 1 0 0,0-1-1 0 0,-1 1 1 0 0,2-7-1 0 0,-2 8 4 0 0,-3-9-47 0 0,1 8 112 0 0,1 0 1 0 0,0 0-1 0 0,0 0 0 0 0,-1 1 0 0 0,0-1 0 0 0,0 0 1 0 0,0 0-1 0 0,0 1 0 0 0,0-1 0 0 0,-2-3 0 0 0,-6-1 155 0 0,-1 0 0 0 0,1 0-1 0 0,-1 1 1 0 0,-1 0-1 0 0,1 0 1 0 0,-1 1-1 0 0,0 1 1 0 0,-17-5-1 0 0,25 8-34 0 0,-49 10 796 0 0,46-7-833 0 0,1 0 1 0 0,-1 0-1 0 0,1 1 1 0 0,0-1-1 0 0,0 1 1 0 0,0 0-1 0 0,0 1 1 0 0,-5 5-1 0 0,0-2 28 0 0,-60 48 701 0 0,44-34-167 0 0,1-1-1 0 0,-43 24 1 0 0,66-42-533 0 0,-3-1 4 0 0,5-1-110 0 0,-1 0-1 0 0,1 1 1 0 0,-1-1-1 0 0,1 0 1 0 0,-1 1-1 0 0,1-1 1 0 0,-1 0-1 0 0,1 0 1 0 0,-1 1-1 0 0,0-1 1 0 0,1 0-1 0 0,-1 0 1 0 0,1 0-1 0 0,-1 0 1 0 0,0 0-1 0 0,1 0 1 0 0,-1 0-1 0 0,1 0 1 0 0,-1 0-1 0 0,0 0 1 0 0,1 0 0 0 0,-1 0-1 0 0,1 0 1 0 0,-1 0-1 0 0,0-1 1 0 0,1 1-10 0 0,-3-1-9 0 0,0 0 0 0 0,0 0-1 0 0,0 0 1 0 0,0-1-1 0 0,0 1 1 0 0,1-1 0 0 0,-1 1-1 0 0,1-1 1 0 0,-5-4 0 0 0,6 5-86 0 0,-9-56-1453 0 0,10 55 1591 0 0,0-9-493 0 0,0 0-1 0 0,1 0 0 0 0,4-21 1 0 0,-4 30 1975 0 0,-8 6-1292 0 0,-157 92 1841 0 0,159-94-2002 0 0,-5 2 5 0 0,-4 3-58 0 0,-7-4-16 0 0,-1-11 0 0 0,13-9 0 0 0,5-4 0 0 0,1 7-33 0 0,2 1 0 0 0,0-1 0 0 0,0 1 0 0 0,1-1 1 0 0,1 1-1 0 0,0-1 0 0 0,4-15 0 0 0,3-23 0 0 0,2-18 329 0 0,-9 63-296 0 0,0 8 0 0 0,-2 34 0 0 0,9 47 0 0 0,-1-17 0 0 0,-7-7 0 0 0,-5 183 0 0 0,4-225 0 0 0,-3 16 0 0 0,-2-12 0 0 0,5-17 0 0 0,1 0 0 0 0,0 0 0 0 0,-1 1 0 0 0,1 0 0 0 0,-1-1 0 0 0,0 1 0 0 0,0-1 0 0 0,-1 1 0 0 0,1-1 0 0 0,-1 1 0 0 0,1-1 0 0 0,-1 0 0 0 0,0 0 0 0 0,0 0 0 0 0,-1 0 0 0 0,1 0 0 0 0,-1 0 0 0 0,1-1 0 0 0,-1 1 0 0 0,-5 3 0 0 0,-33 23 0 0 0,27-23 0 0 0,-8 0 0 0 0,-1-1 0 0 0,0-3 0 0 0,0-2 0 0 0,20 0 0 0 0,1 1 0 0 0,-1-1 0 0 0,0 0 0 0 0,0 0 0 0 0,0-1 0 0 0,1 1 0 0 0,-1-1 0 0 0,0 1 0 0 0,0-1 0 0 0,1 0 0 0 0,-1 0 0 0 0,1 0 0 0 0,-1 0 0 0 0,1 0 0 0 0,-1-1 0 0 0,1 1 0 0 0,-1-1 0 0 0,-1-1 0 0 0,-4-5 0 0 0,3 5-98 0 0,1-1 0 0 0,-1 0 1 0 0,1 0-1 0 0,0-1 0 0 0,1 1 0 0 0,-1-1 1 0 0,1 0-1 0 0,0 0 0 0 0,0 0 0 0 0,0 0 1 0 0,1 0-1 0 0,0-1 0 0 0,0 1 0 0 0,0-1 1 0 0,1 1-1 0 0,0-1 0 0 0,-1-7 0 0 0,0-12-1136 0 0,0 1 0 0 0,5-46 0 0 0,-2 45 344 0 0,1 10-3259 0 0,1-1 1 0 0,0 1-1 0 0,1-1 0 0 0,10-24 0 0 0,-5 20 1026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1:36.354"/>
    </inkml:context>
    <inkml:brush xml:id="br0">
      <inkml:brushProperty name="width" value="0.05" units="cm"/>
      <inkml:brushProperty name="height" value="0.05" units="cm"/>
    </inkml:brush>
  </inkml:definitions>
  <inkml:trace contextRef="#ctx0" brushRef="#br0">1 156 8253 0 0,'6'15'23271'0'0,"0"-19"-23086"0"0,-4 3-128 0 0,0 0-1 0 0,0 0 1 0 0,0 0 0 0 0,0-1-1 0 0,0 1 1 0 0,0-1 0 0 0,-1 1-1 0 0,1-1 1 0 0,-1 0 0 0 0,1 0-1 0 0,-1 1 1 0 0,1-1 0 0 0,-1 0-1 0 0,0 0 1 0 0,0-1 0 0 0,0 1-1 0 0,1-3 1 0 0,5-9-19 0 0,1-8-38 0 0,22-28 0 0 0,-23 38 0 0 0,2 2 0 0 0,-2-3 0 0 0,4 4 0 0 0,5 6 0 0 0,7 10 0 0 0,-18-4-475 0 0,-1-1 1 0 0,0 1-1 0 0,-1 0 1 0 0,1 0-1 0 0,0 1 1 0 0,-1-1-1 0 0,0 1 1 0 0,0 0-1 0 0,0-1 1 0 0,0 1-1 0 0,0 1 1 0 0,-1-1-1 0 0,0 0 1 0 0,0 1-1 0 0,2 4 0 0 0,1 6-1945 0 0,-1 0 0 0 0,-1 0-1 0 0,3 18 1 0 0,-3-15-4141 0 0,0 0 2417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1:38.170"/>
    </inkml:context>
    <inkml:brush xml:id="br0">
      <inkml:brushProperty name="width" value="0.05" units="cm"/>
      <inkml:brushProperty name="height" value="0.05" units="cm"/>
    </inkml:brush>
  </inkml:definitions>
  <inkml:trace contextRef="#ctx0" brushRef="#br0">770 1 6265 0 0,'-13'3'23973'0'0,"11"4"-23697"0"0,1-4-107 0 0,1 0-1 0 0,0 1 0 0 0,-1-1 1 0 0,1 0-1 0 0,0 0 1 0 0,1 0-1 0 0,-1 0 1 0 0,1 0-1 0 0,-1 0 0 0 0,1 1 1 0 0,0-1-1 0 0,1 3 1 0 0,1 9-106 0 0,2 1-63 0 0,0-2 0 0 0,-1 0 0 0 0,2 0 0 0 0,-2 0 0 0 0,2 1 0 0 0,-3-3 0 0 0,2 0 0 0 0,-1 1 0 0 0,-3 3 0 0 0,-13-3 0 0 0,-2-5 0 0 0,-5-4 0 0 0,1 1 0 0 0,-3-2 0 0 0,-2-2 0 0 0,3 1 0 0 0,-1-5 0 0 0,1-4 0 0 0,7-5 0 0 0,3 0 0 0 0,4 3 0 0 0,2-2 0 0 0,1-3 0 0 0,0 3 0 0 0,1 3-26 0 0,2 8 0 0 0,0-1 0 0 0,0 1-1 0 0,0 0 1 0 0,0-1 0 0 0,0 1 0 0 0,0 0-1 0 0,0-1 1 0 0,-1 1 0 0 0,1 0 0 0 0,0 0-1 0 0,0-1 1 0 0,0 1 0 0 0,-1 0 0 0 0,1 0-1 0 0,0-1 1 0 0,0 1 0 0 0,-1 0 0 0 0,1 0 0 0 0,0 0-1 0 0,0-1 1 0 0,-1 1 0 0 0,1 0 0 0 0,0 0-1 0 0,-1 0 1 0 0,1 0 0 0 0,0 0 0 0 0,-1 0-1 0 0,1 0 1 0 0,0 0 0 0 0,-1 0 0 0 0,1 0 0 0 0,0 0-1 0 0,-1 0 1 0 0,1 0 0 0 0,0 0 0 0 0,-1 0-1 0 0,1 0 1 0 0,0 0 0 0 0,-1 0 0 0 0,1 0-1 0 0,0 0 1 0 0,-1 1 0 0 0,-21 11-169 0 0,-23 26 863 0 0,39-33-598 0 0,-47 36 541 0 0,42-33-611 0 0,-4-2 0 0 0,-2-8 0 0 0,15 0-30 0 0,1 1 1 0 0,0 0-1 0 0,0 0 1 0 0,-1-1-1 0 0,1 1 1 0 0,0-1-1 0 0,0 1 1 0 0,1-1-1 0 0,-1 1 0 0 0,0-1 1 0 0,0 0-1 0 0,1 0 1 0 0,-1 1-1 0 0,1-1 1 0 0,-1 0-1 0 0,1 1 1 0 0,0-1-1 0 0,0 0 0 0 0,0 0 1 0 0,0 0-1 0 0,0 1 1 0 0,1-4-1 0 0,-1 3-5 0 0,0 1-222 0 0,10-53-1493 0 0,4-3 781 0 0,-14 55 936 0 0,2-5 961 0 0,-2 4 884 0 0,-28 27-828 0 0,-41 43-984 0 0,-9-2 0 0 0,41-37 0 0 0,22-19 0 0 0,-1 0 0 0 0,-1-1 0 0 0,1-1 0 0 0,0-2 0 0 0,-4-3 0 0 0,-3-7 0 0 0,-2-6 0 0 0,21 5 0 0 0,2 2 0 0 0,1 3-523 0 0,-1-1 0 0 0,0 1-1 0 0,1-1 1 0 0,-1 1 0 0 0,1-1 0 0 0,0 0 0 0 0,-1 1 0 0 0,1-1-1 0 0,0 0 1 0 0,0 0 0 0 0,0 0 0 0 0,1 0 0 0 0,-2-2-1 0 0,2 2 13 0 0,-1 1 1 0 0,1 0-1 0 0,-1-1 0 0 0,1 1 0 0 0,-1 0 0 0 0,1 0 0 0 0,-1 0 0 0 0,0 0 0 0 0,0-1 0 0 0,0 1 0 0 0,0 0 0 0 0,0 0 0 0 0,0 1 0 0 0,0-1 0 0 0,0 0 0 0 0,0 0 0 0 0,-1-1 0 0 0,-2 0-975 0 0,-1-1-173 0 0,-15-11-9353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1:39.023"/>
    </inkml:context>
    <inkml:brush xml:id="br0">
      <inkml:brushProperty name="width" value="0.05" units="cm"/>
      <inkml:brushProperty name="height" value="0.05" units="cm"/>
    </inkml:brush>
  </inkml:definitions>
  <inkml:trace contextRef="#ctx0" brushRef="#br0">139 536 5609 0 0,'0'0'15950'0'0,"6"-3"-14612"0"0,7-7-493 0 0,1 0 1 0 0,-2-1-1 0 0,1 0 1 0 0,-2 0-1 0 0,1-2 1 0 0,-2 1-1 0 0,16-24 1 0 0,61-115 678 0 0,-37 61-1134 0 0,-32 61-407 0 0,0-4-98 0 0,3 1 0 0 0,25-31 0 0 0,-45 61 104 0 0,0 1 1 0 0,1-1-1 0 0,-1 1 0 0 0,1-1 1 0 0,-1 1-1 0 0,1 0 0 0 0,0-1 1 0 0,0 1-1 0 0,-1 0 0 0 0,1 0 1 0 0,0 0-1 0 0,0 0 0 0 0,0 1 1 0 0,0-1-1 0 0,0 0 1 0 0,0 1-1 0 0,0-1 0 0 0,0 1 1 0 0,1 0-1 0 0,-1 0 0 0 0,0 0 1 0 0,0 0-1 0 0,0 0 0 0 0,0 0 1 0 0,0 1-1 0 0,0-1 0 0 0,0 0 1 0 0,0 1-1 0 0,0 0 0 0 0,0 0 1 0 0,0-1-1 0 0,0 1 1 0 0,0 0-1 0 0,0 1 0 0 0,0-1 1 0 0,-1 0-1 0 0,4 3 0 0 0,5 5-196 0 0,0 1 1 0 0,-1 0-1 0 0,0 1 0 0 0,14 19 0 0 0,-9-10-517 0 0,-7-10 611 0 0,-1 0-1 0 0,0 1 1 0 0,0-1 0 0 0,-1 1 0 0 0,-1 0-1 0 0,0 1 1 0 0,0-1 0 0 0,-1 1-1 0 0,0-1 1 0 0,-1 1 0 0 0,-1 0-1 0 0,0 0 1 0 0,0 0 0 0 0,-2 14 0 0 0,0-22 202 0 0,1 0 1 0 0,-1 0-1 0 0,0 0 1 0 0,0 0 0 0 0,-1 0-1 0 0,1-1 1 0 0,-1 1-1 0 0,0-1 1 0 0,0 1 0 0 0,0-1-1 0 0,0 1 1 0 0,0-1-1 0 0,-1 0 1 0 0,0 0 0 0 0,1 0-1 0 0,-1 0 1 0 0,0-1-1 0 0,-1 1 1 0 0,1-1 0 0 0,0 0-1 0 0,-1 0 1 0 0,-3 2-1 0 0,-10 5 513 0 0,0-2-1 0 0,0 0 0 0 0,-23 7 0 0 0,10-7-450 0 0,-1-1-1 0 0,-1-1 1 0 0,1-2-1 0 0,-1-1 1 0 0,-45-4-1 0 0,21 2-102 0 0,24 1-48 0 0,-57-8 0 0 0,67 5 0 0 0,3-1 0 0 0,0 3 0 0 0,16 1-214 0 0,1 1-1 0 0,-1-1 1 0 0,0 0 0 0 0,1 0 0 0 0,-1 0-1 0 0,0-1 1 0 0,0 1 0 0 0,0-1 0 0 0,0 1-1 0 0,1-1 1 0 0,-5 0 0 0 0,-11-13-4885 0 0,12 7 3501 0 0,-14-21-21157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1:40.020"/>
    </inkml:context>
    <inkml:brush xml:id="br0">
      <inkml:brushProperty name="width" value="0.05" units="cm"/>
      <inkml:brushProperty name="height" value="0.05" units="cm"/>
    </inkml:brush>
  </inkml:definitions>
  <inkml:trace contextRef="#ctx0" brushRef="#br0">39 0 5232 0 0,'-39'0'27516'0'0,"110"13"-27494"0"0,-55-10-22 0 0,22-1-3 0 0,-10 1 3 0 0,197 2 0 0 0,-202-6 0 0 0,-2 1 0 0 0,-1 0 0 0 0,1 0 0 0 0,2 0 0 0 0,48 5-813 0 0,-68-4 767 0 0,10 0-337 0 0,-11-1 383 0 0,1 0 0 0 0,0 0 0 0 0,0 0 0 0 0,-1 0 0 0 0,1 0 0 0 0,0 1 0 0 0,-1-1 0 0 0,1 1 0 0 0,0 0 0 0 0,-1 0 0 0 0,1 0 0 0 0,3 2 1 0 0,-6-1 15 0 0,-1-1 0 0 0,1 1 0 0 0,0-1 0 0 0,-1 1 1 0 0,1-1-1 0 0,-1 1 0 0 0,0-1 0 0 0,0 1 1 0 0,1-1-1 0 0,-1 0 0 0 0,0 1 0 0 0,0-1 1 0 0,0 0-1 0 0,-1 0 0 0 0,1 0 0 0 0,0 0 0 0 0,0 0 1 0 0,-1 0-1 0 0,1 0 0 0 0,0 0 0 0 0,-1 0 1 0 0,1 0-1 0 0,-1-1 0 0 0,-2 2 0 0 0,-55 23 639 0 0,27-12-474 0 0,13-3-181 0 0,0 1 0 0 0,0 0 0 0 0,1 2 0 0 0,1 0 0 0 0,0 1 0 0 0,1 1 0 0 0,1 0 0 0 0,0 1 0 0 0,1 1 0 0 0,0 0 0 0 0,2 1 0 0 0,0 0 0 0 0,1 1 0 0 0,1 0 0 0 0,0 1 0 0 0,2 0 0 0 0,-8 29 0 0 0,15-47 0 0 0,0 0 0 0 0,0 0 0 0 0,0 0 0 0 0,1 0 0 0 0,-1 0 0 0 0,1 1 0 0 0,-1-1 0 0 0,1 0 0 0 0,0 0 0 0 0,0 1 0 0 0,0-1 0 0 0,0 0 0 0 0,1 3 0 0 0,0 2 0 0 0,0 0 0 0 0,-1-1 0 0 0,1 0 0 0 0,0 0 0 0 0,0 1 0 0 0,1-1 0 0 0,0 0 0 0 0,0 0 0 0 0,0 0 0 0 0,1-1 0 0 0,0 1 0 0 0,0-1 0 0 0,0 1 0 0 0,1-1 0 0 0,0 0 0 0 0,0 0 0 0 0,0-1 0 0 0,1 1 0 0 0,6 5 0 0 0,-1-3-339 0 0,0-1-1 0 0,0 0 1 0 0,0-1-1 0 0,0 0 1 0 0,1-1-1 0 0,0 0 1 0 0,0 0-1 0 0,0-1 1 0 0,0-1-1 0 0,1 0 1 0 0,-1 0-1 0 0,18-1 1 0 0,-6 0-805 0 0,0-2 1 0 0,0-1 0 0 0,-1-1-1 0 0,1-1 1 0 0,28-9-1 0 0,-37 9-2046 0 0,0-2 0 0 0,-1 0-1 0 0,0 0 1 0 0,20-14 0 0 0,-13 7 156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1:40.526"/>
    </inkml:context>
    <inkml:brush xml:id="br0">
      <inkml:brushProperty name="width" value="0.05" units="cm"/>
      <inkml:brushProperty name="height" value="0.05" units="cm"/>
    </inkml:brush>
  </inkml:definitions>
  <inkml:trace contextRef="#ctx0" brushRef="#br0">1 35 6929 0 0,'0'0'4195'0'0,"7"-34"16382"0"0,-7 59-20260 0 0,0-1 1 0 0,6 45-1 0 0,-1-12-203 0 0,1 27-3907 0 0,22 110-12270 0 0,-20-148 8957 0 0,-3-24 4105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1:41.281"/>
    </inkml:context>
    <inkml:brush xml:id="br0">
      <inkml:brushProperty name="width" value="0.05" units="cm"/>
      <inkml:brushProperty name="height" value="0.05" units="cm"/>
    </inkml:brush>
  </inkml:definitions>
  <inkml:trace contextRef="#ctx0" brushRef="#br0">40 9 8293 0 0,'5'-9'20382'0'0,"1"59"-18461"0"0,-1 71 1 0 0,-23 152-2210 0 0,7-196-6338 0 0,-11 35-14913 0 0,18-98 18598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1:43.193"/>
    </inkml:context>
    <inkml:brush xml:id="br0">
      <inkml:brushProperty name="width" value="0.05" units="cm"/>
      <inkml:brushProperty name="height" value="0.05" units="cm"/>
    </inkml:brush>
  </inkml:definitions>
  <inkml:trace contextRef="#ctx0" brushRef="#br0">1299 5 5733 0 0,'8'-5'16997'0'0,"-2"31"-15938"0"0,-1 0-1 0 0,-1 0 1 0 0,-1 1-1 0 0,-1 51 1 0 0,-15 118 3685 0 0,10-164-4744 0 0,0 9 0 0 0,-3-1 0 0 0,-1 0 0 0 0,-1 0 0 0 0,-23 61 0 0 0,23-85 0 0 0,-1-1 0 0 0,0-5 0 0 0,-4-4 0 0 0,-11-7 0 0 0,17-1 0 0 0,1 0 0 0 0,-1-1 0 0 0,1 0 0 0 0,0 0 0 0 0,0 0 0 0 0,0-1 0 0 0,0 0 0 0 0,1 0 0 0 0,0 0 0 0 0,-6-6 0 0 0,-48-57 0 0 0,18 19 0 0 0,-108-120 0 0 0,135 153 0 0 0,3 1 0 0 0,1 4 0 0 0,2 0 0 0 0,7 9 0 0 0,1 1 0 0 0,0 0 0 0 0,-1 0 0 0 0,1 0 0 0 0,0 0 0 0 0,0 0 0 0 0,0-1 0 0 0,-1 1 0 0 0,1 0 0 0 0,0 0 0 0 0,0 0 0 0 0,0 0 0 0 0,0 0 0 0 0,-1-1 0 0 0,1 1 0 0 0,0 0 0 0 0,0 0 0 0 0,0 0 0 0 0,0-1 0 0 0,0 1 0 0 0,0 0 0 0 0,-1 0 0 0 0,1-1 0 0 0,0 1 0 0 0,0 0 0 0 0,0 0 0 0 0,0 0 0 0 0,0-1 0 0 0,0 1 0 0 0,0 0 0 0 0,0 0 0 0 0,0-1 0 0 0,0 1 0 0 0,0 0 0 0 0,0 0 0 0 0,0-1 0 0 0,0 1 0 0 0,0 0 0 0 0,1 0 0 0 0,-1 0 0 0 0,0-1 0 0 0,0 1 0 0 0,0 0 0 0 0,0 0 0 0 0,0 0 0 0 0,0-1 0 0 0,1 1 0 0 0,27-2 0 0 0,-2 4 0 0 0,1-1 0 0 0,-13-1-21 0 0,5 2-482 0 0,0-2 0 0 0,1 0 0 0 0,-1-1 0 0 0,24-4 0 0 0,-40 4 295 0 0,37-3-731 0 0,-31 4 779 0 0,5-1 34 0 0,-14 1 131 0 0,0 0 0 0 0,-1 0 0 0 0,1 0 0 0 0,0 0 0 0 0,0 0 0 0 0,0 0 0 0 0,0 0-1 0 0,0 0 1 0 0,0 0 0 0 0,0 1 0 0 0,0-1 0 0 0,0 0 0 0 0,0 0 0 0 0,0 0 0 0 0,0 0 0 0 0,0 0 0 0 0,0 0 0 0 0,0 0 0 0 0,0 0 0 0 0,0 1 0 0 0,0-1 0 0 0,0 0 0 0 0,0 0 0 0 0,0 0-1 0 0,0 0 1 0 0,0 0 0 0 0,0 0 0 0 0,0 0 0 0 0,0 0 0 0 0,0 0 0 0 0,0 1 0 0 0,0-1 0 0 0,0 0 0 0 0,1 0 0 0 0,-1 0 0 0 0,0 0 0 0 0,0 0 0 0 0,0 0 0 0 0,0 0 0 0 0,0 0 0 0 0,0 0-1 0 0,0 0 1 0 0,0 0 0 0 0,0 0 0 0 0,0 0 0 0 0,0 0 0 0 0,1 1 0 0 0,-1-1 0 0 0,0 0 0 0 0,0 0 0 0 0,0 0 0 0 0,0 0 0 0 0,0 0 0 0 0,0 0 0 0 0,0 0 0 0 0,0 0 0 0 0,1 0 0 0 0,-1 0-1 0 0,0 0 1 0 0,0 0 0 0 0,0-1 0 0 0,0 1 0 0 0,0 0 0 0 0,0 0 0 0 0,0 0 0 0 0,0 0 0 0 0,1 0 0 0 0,-26 22 429 0 0,0-1 0 0 0,-1-1 0 0 0,-1-1 0 0 0,-50 26 0 0 0,25-15 298 0 0,-62 47-1 0 0,76-47-731 0 0,24-19 0 0 0,5 0 0 0 0,-2 0 0 0 0,8 3 0 0 0,12 5 0 0 0,2-7 0 0 0,-5-8 0 0 0,0 0 0 0 0,-1 0 0 0 0,1-1 0 0 0,1 0 0 0 0,-1 0 0 0 0,0 0 0 0 0,1-1 0 0 0,-1 0 0 0 0,1 0 0 0 0,10 1 0 0 0,-9-2 0 0 0,83 22 0 0 0,-73-18 0 0 0,-3-1 0 0 0,-2 2 0 0 0,-3 3 0 0 0,-11 7 0 0 0,-13 1 0 0 0,-2-8 0 0 0,-11 2 0 0 0,-5 1 0 0 0,8-5 0 0 0,12-1 0 0 0,-16 4 0 0 0,-65 6 0 0 0,70-14 0 0 0,0-2 0 0 0,1-3 0 0 0,15 2 0 0 0,0 0 0 0 0,0-1 0 0 0,0 0 0 0 0,0 0 0 0 0,0-1 0 0 0,1 0 0 0 0,0 0 0 0 0,-1 0 0 0 0,1-1 0 0 0,0 0 0 0 0,0 0 0 0 0,1-1 0 0 0,0 0 0 0 0,-1 0 0 0 0,1 0 0 0 0,1 0 0 0 0,-1-1 0 0 0,-5-9 0 0 0,3 5 0 0 0,-7-9 0 0 0,1 0 0 0 0,0-1 0 0 0,2-1 0 0 0,1 0 0 0 0,0 0 0 0 0,1-1 0 0 0,-8-33 0 0 0,-13-44 0 0 0,26 82 0 0 0,3 11 0 0 0,4 7 0 0 0,8 32 0 0 0,71 196 0 0 0,-54-154 0 0 0,-6 4 0 0 0,-18-69 0 0 0,-1-3 0 0 0,-1 0 0 0 0,-1 1 0 0 0,1 0 0 0 0,-1-1 0 0 0,-1 1 0 0 0,1 0 0 0 0,-1 0 0 0 0,0-1 0 0 0,-1 1 0 0 0,-2 9 0 0 0,1 1 0 0 0,-2 0 0 0 0,-9 31 0 0 0,9-39 0 0 0,0-1 0 0 0,0 1 0 0 0,-1-1 0 0 0,0-1 0 0 0,-1 1 0 0 0,0-1 0 0 0,0 0 0 0 0,-1 0 0 0 0,0 0 0 0 0,0-1 0 0 0,-16 12 0 0 0,19-16 0 0 0,-4 3 0 0 0,-1 0 0 0 0,-1 0 0 0 0,1-1 0 0 0,-1-1 0 0 0,0 1 0 0 0,0-2 0 0 0,0 1 0 0 0,0-1 0 0 0,-1-1 0 0 0,1 0 0 0 0,-18 1 0 0 0,16-1 0 0 0,0-1 0 0 0,0-1 0 0 0,0 0 0 0 0,0 0 0 0 0,-1-1 0 0 0,1-1 0 0 0,0 0 0 0 0,0-1 0 0 0,1 0 0 0 0,-22-9 0 0 0,22 5 0 0 0,1 0 0 0 0,1-1 0 0 0,-1 0 0 0 0,1 0 0 0 0,1-1 0 0 0,-1 0 0 0 0,1-1 0 0 0,1 0 0 0 0,0 0 0 0 0,1-1 0 0 0,0 0 0 0 0,0 0 0 0 0,1 0 0 0 0,0-1 0 0 0,-5-20 0 0 0,10 29 0 0 0,-1 1 0 0 0,1 0 0 0 0,0-1 0 0 0,0 1 0 0 0,-1 0 0 0 0,1-1 0 0 0,1 1 0 0 0,-1 0 0 0 0,0-1 0 0 0,1 1 0 0 0,0-4 0 0 0,1-22 0 0 0,-8 1-4495 0 0,4-32-17230 0 0,2 45 20066 0 0,0 1-1369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1:43.779"/>
    </inkml:context>
    <inkml:brush xml:id="br0">
      <inkml:brushProperty name="width" value="0.05" units="cm"/>
      <inkml:brushProperty name="height" value="0.05" units="cm"/>
    </inkml:brush>
  </inkml:definitions>
  <inkml:trace contextRef="#ctx0" brushRef="#br0">1 39 8949 0 0,'17'6'16480'0'0,"-2"22"-9142"0"0,-12-17-7338 0 0,0 1 0 0 0,-3-12-8 0 0,0 0-1 0 0,0 0 1 0 0,0 0 0 0 0,0 0-1 0 0,0 0 1 0 0,0 0 0 0 0,0 0-1 0 0,0 0 1 0 0,0 1 0 0 0,0-1-1 0 0,0 0 1 0 0,0 0 0 0 0,1 0-1 0 0,-1 0 1 0 0,0 0 0 0 0,0 0-1 0 0,0 0 1 0 0,0 0 0 0 0,0 0-1 0 0,0 0 1 0 0,0 0 0 0 0,0 0-1 0 0,1 0 1 0 0,-1 0 0 0 0,0 0-1 0 0,0 0 1 0 0,0 0 0 0 0,0 0-1 0 0,0 0 1 0 0,0 0 0 0 0,0 0 0 0 0,0 0-1 0 0,1 0 1 0 0,-1 0 0 0 0,0 0-1 0 0,0 0 1 0 0,0 0 0 0 0,0 0-1 0 0,0 0 1 0 0,0 0 0 0 0,0 0-1 0 0,0 0 1 0 0,1 0 0 0 0,-1 0-1 0 0,0-1 1 0 0,0 1 0 0 0,0 0-1 0 0,0 0 1 0 0,0 0 0 0 0,0 0-1 0 0,0 0 1 0 0,0 0 0 0 0,0 0-1 0 0,0 0 1 0 0,0 0 0 0 0,0-1-1 0 0,0 1 1 0 0,0 0 0 0 0,0 0-1 0 0,0 0 1 0 0,0 0 0 0 0,0 0-1 0 0,0 0 1 0 0,0 0 0 0 0,0-1-1 0 0,0 1 1 0 0,0 0 0 0 0,0 0-1 0 0,0 0 1 0 0,7-17-1540 0 0,-6 14 1228 0 0,0 1 1 0 0,-1-1 0 0 0,1 0 0 0 0,-1 1-1 0 0,1-1 1 0 0,-1 0 0 0 0,0 0 0 0 0,0 1-1 0 0,0-1 1 0 0,-1 0 0 0 0,1 0 0 0 0,-1 1 0 0 0,1-1-1 0 0,-2-4 1 0 0,-4-1-3046 0 0,-15-12-12279 0 0,14 16 14034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1:48.674"/>
    </inkml:context>
    <inkml:brush xml:id="br0">
      <inkml:brushProperty name="width" value="0.05" units="cm"/>
      <inkml:brushProperty name="height" value="0.05" units="cm"/>
    </inkml:brush>
  </inkml:definitions>
  <inkml:trace contextRef="#ctx0" brushRef="#br0">1153 36 3092 0 0,'3'-6'302'0'0,"4"-12"11319"0"0,-11 16-11148 0 0,-11-6-13 0 0,11 6-15 0 0,0 2-36 0 0,-40 2 1049 0 0,1 2 1 0 0,-1 2-1 0 0,1 1 1 0 0,-72 24 0 0 0,-167 73 1617 0 0,259-95-2906 0 0,-28 13 387 0 0,0 1 1 0 0,2 3-1 0 0,1 2 1 0 0,-66 50-1 0 0,93-61-337 0 0,0 0 0 0 0,1 1 0 0 0,1 2 0 0 0,1 0 0 0 0,1 0 0 0 0,0 2 0 0 0,2 0-1 0 0,1 1 1 0 0,0 0 0 0 0,2 1 0 0 0,-13 33 0 0 0,22-45-220 0 0,-1 1 0 0 0,1 0 0 0 0,1 0 0 0 0,0 0 0 0 0,1 0 0 0 0,1 0 0 0 0,0 0 0 0 0,0 0 0 0 0,2 0 0 0 0,-1 0 0 0 0,5 16 0 0 0,0-11 0 0 0,0-1 0 0 0,0 1 0 0 0,2-1 0 0 0,0-1 0 0 0,1 0 0 0 0,1 0 0 0 0,14 18 0 0 0,2-4 0 0 0,1-1 0 0 0,1-1 0 0 0,1-2 0 0 0,2 0 0 0 0,0-3 0 0 0,63 37 0 0 0,-23-23 0 0 0,2-3 0 0 0,1-3 0 0 0,1-3 0 0 0,1-4 0 0 0,103 19 0 0 0,-11-15 0 0 0,243 9 0 0 0,-282-32-20 0 0,-1-5 1 0 0,194-27-1 0 0,-247 15-2 0 0,-2-3-1 0 0,0-3 1 0 0,-1-3-1 0 0,-1-4 1 0 0,114-56-1 0 0,35-48-486 0 0,-190 108 535 0 0,0-2 1 0 0,-1-1-1 0 0,-2-1 0 0 0,44-52 0 0 0,-66 71-18 0 0,-1 0 1 0 0,0 0-1 0 0,0-1 0 0 0,0 1 1 0 0,-1-1-1 0 0,0 0 0 0 0,0 0 1 0 0,-1-1-1 0 0,0 1 1 0 0,0 0-1 0 0,-1-1 0 0 0,0 1 1 0 0,0-1-1 0 0,0-11 0 0 0,-2 8 14 0 0,-1 0-1 0 0,0 0 1 0 0,0 0-1 0 0,-1 0 0 0 0,0 0 1 0 0,-1 0-1 0 0,-1 1 1 0 0,-9-19-1 0 0,-5 1 21 0 0,0 1 1 0 0,-1 1-1 0 0,-2 0 0 0 0,-1 2 1 0 0,-42-36-1 0 0,-7 2-49 0 0,-3 3 0 0 0,-103-57 0 0 0,-182-68-238 0 0,235 129-488 0 0,84 37-1543 0 0,-56-11-1 0 0,71 21 97 0 0,0 0-1 0 0,0 2 1 0 0,-38 0-1 0 0,46 3 290 0 0,1 1 0 0 0,-1 1 0 0 0,1 0-1 0 0,0 1 1 0 0,0 1 0 0 0,-17 7-1 0 0,2 4-1194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1:50.781"/>
    </inkml:context>
    <inkml:brush xml:id="br0">
      <inkml:brushProperty name="width" value="0.05" units="cm"/>
      <inkml:brushProperty name="height" value="0.05" units="cm"/>
    </inkml:brush>
  </inkml:definitions>
  <inkml:trace contextRef="#ctx0" brushRef="#br0">0 1 4032 0 0,'0'0'19019'0'0,"5"4"-18168"0"0,5 7 142 0 0,0 1 0 0 0,-1 0 1 0 0,0 1-1 0 0,-1 0 0 0 0,9 21 1 0 0,32 48 1876 0 0,-34-63-2868 0 0,1-1 0 0 0,1 0 0 0 0,0-1 0 0 0,1 0 0 0 0,1-2 0 0 0,0 0 0 0 0,2-1 0 0 0,-1-1 0 0 0,1-1 0 0 0,1-1 0 0 0,0-1-1 0 0,1-1 1 0 0,0-1 0 0 0,0-1 0 0 0,1-1 0 0 0,0 0 0 0 0,33 1 0 0 0,20 1-2 0 0,0-3 0 0 0,0-3 0 0 0,0-4 0 0 0,0-4 0 0 0,-1-2 0 0 0,113-28 0 0 0,-158 27-92 0 0,0-1-1 0 0,0-2 1 0 0,-1-1-1 0 0,31-18 1 0 0,-45 22-73 0 0,-1-1 1 0 0,1-1-1 0 0,-2 0 0 0 0,0-1 1 0 0,0-1-1 0 0,-1 0 1 0 0,0 0-1 0 0,17-27 0 0 0,-25 30-127 0 0,-4 8-1551 0 0,-1 0 921 0 0,0 1 0 0 0,0 0 0 0 0,0 0 0 0 0,0 0 0 0 0,0 0 0 0 0,0 0 0 0 0,0 0 0 0 0,0 0 0 0 0,0 0 1 0 0,0 0-1 0 0,-5-9-6453 0 0,-2 3 4568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1:52.740"/>
    </inkml:context>
    <inkml:brush xml:id="br0">
      <inkml:brushProperty name="width" value="0.05" units="cm"/>
      <inkml:brushProperty name="height" value="0.05" units="cm"/>
    </inkml:brush>
  </inkml:definitions>
  <inkml:trace contextRef="#ctx0" brushRef="#br0">1 163 2568 0 0,'0'0'12833'0'0,"4"-3"-12134"0"0,15-12 13421 0 0,24-7-11587 0 0,-31 17-2519 0 0,3-1-14 0 0,-1-1 0 0 0,5 1 0 0 0,-1-1 0 0 0,6-6 0 0 0,15-1 0 0 0,-7 2 0 0 0,-15 7 0 0 0,1-2 0 0 0,-2 3 0 0 0,-1-1 0 0 0,2 0 0 0 0,4 1 0 0 0,1-1 0 0 0,-3 1 0 0 0,2 1 0 0 0,-2 1 0 0 0,0 0 0 0 0,1-1 0 0 0,1 1 0 0 0,-1 1 0 0 0,2 2 0 0 0,-3 2 0 0 0,1 1 0 0 0,115 23 0 0 0,-116-21 0 0 0,0 0 0 0 0,-1 1 0 0 0,0 1 0 0 0,30 19 0 0 0,63 48 0 0 0,-79-53 0 0 0,-4-2 0 0 0,0 2 0 0 0,26 26 0 0 0,3 1 0 0 0,-45-41 0 0 0,5 2-3654 0 0,-7 7-9418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01:56.044"/>
    </inkml:context>
    <inkml:brush xml:id="br0">
      <inkml:brushProperty name="width" value="0.05" units="cm"/>
      <inkml:brushProperty name="height" value="0.05" units="cm"/>
    </inkml:brush>
  </inkml:definitions>
  <inkml:trace contextRef="#ctx0" brushRef="#br0">21 60 1728 0 0,'0'0'1572'0'0,"-5"-1"-1100"0"0,4 1-992 0 0,-6-2-372 0 0,0-1 5098 0 0,7 3-4020 0 0,0 0 0 0 0,0-1 0 0 0,0 1 0 0 0,0-1 0 0 0,0 1 0 0 0,0-1 0 0 0,1 1 0 0 0,-1-1 0 0 0,0 1 0 0 0,0 0 0 0 0,0-1 0 0 0,0 1 0 0 0,1 0 0 0 0,-1-1 0 0 0,0 1 0 0 0,1-1 0 0 0,-1 1 0 0 0,0 0 0 0 0,0 0 0 0 0,1-1 0 0 0,-1 1 0 0 0,1 0 0 0 0,-1-1-1 0 0,0 1 1 0 0,1 0 0 0 0,-1 0 0 0 0,0 0 0 0 0,1 0 0 0 0,-1-1 0 0 0,1 1 0 0 0,0 0 0 0 0,2-2 94 0 0,15 0 158 0 0,40-5 404 0 0,111-7 732 0 0,-160 14-1534 0 0,0 0 0 0 0,-1 0 0 0 0,1-1 0 0 0,0 0 1 0 0,0-1-1 0 0,11-3 0 0 0,-4 0-9 0 0,-14 5 1 0 0,0 0 3 0 0,8 0-13 0 0,-5 0-9 0 0,5-2-7 0 0,26 0-595 0 0,0 1 0 0 0,41 5 1 0 0,17 0-1347 0 0,-74-2-4738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17"/>
    </inkml:context>
    <inkml:brush xml:id="br0">
      <inkml:brushProperty name="width" value="0.05" units="cm"/>
      <inkml:brushProperty name="height" value="0.05" units="cm"/>
    </inkml:brush>
  </inkml:definitions>
  <inkml:trace contextRef="#ctx0" brushRef="#br0">15 1 3336 0 0,'0'0'2127'0'0,"14"32"3184"0"0,-11-27-5024 0 0,0 0-1 0 0,0 1 1 0 0,0 0-1 0 0,-1 0 0 0 0,0 0 1 0 0,0 0-1 0 0,0 0 1 0 0,-1 0-1 0 0,0 0 1 0 0,0 1-1 0 0,-1-1 0 0 0,1 0 1 0 0,-2 8-1 0 0,-1 14 596 0 0,-10 49 0 0 0,2-13-150 0 0,-17 666 3907 0 0,60 0-2726 0 0,-4-147-619 0 0,67 581-126 0 0,-29-742-944 0 0,-1 2-124 0 0,20 824-90 0 0,-82-841 12 0 0,13 536-1667 0 0,-17-883-1535 0 0,-1-32-5390 0 0,6 54 0 0 0,-2-68 5685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18"/>
    </inkml:context>
    <inkml:brush xml:id="br0">
      <inkml:brushProperty name="width" value="0.05" units="cm"/>
      <inkml:brushProperty name="height" value="0.05" units="cm"/>
    </inkml:brush>
  </inkml:definitions>
  <inkml:trace contextRef="#ctx0" brushRef="#br0">0 1 2996 0 0,'0'0'7576'0'0,"6"2"-7200"0"0,90 36 1790 0 0,2-4-1 0 0,160 32 0 0 0,149 17-1028 0 0,15 2-649 0 0,2102 274 2713 0 0,-2282-328-3194 0 0,1653 175 219 0 0,-1145-131-290 0 0,1600 105 118 0 0,-1385-143-443 0 0,-914-33-139 0 0,-1-3 0 0 0,1-2 0 0 0,61-9 1 0 0,-112 10 449 0 0,40-9-6278 0 0,-24 5-2112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19"/>
    </inkml:context>
    <inkml:brush xml:id="br0">
      <inkml:brushProperty name="width" value="0.05" units="cm"/>
      <inkml:brushProperty name="height" value="0.05" units="cm"/>
    </inkml:brush>
  </inkml:definitions>
  <inkml:trace contextRef="#ctx0" brushRef="#br0">26 8585 3304 0 0,'0'0'1274'0'0,"-6"-27"9315"0"0,3 18-9281 0 0,-1-1-711 0 0,1 1 1 0 0,1-1-1 0 0,-1 0 1 0 0,1-1-1 0 0,1 1 1 0 0,0 0-1 0 0,0 0 1 0 0,1 0-1 0 0,1-1 0 0 0,1-11 1 0 0,5-21 158 0 0,13-47-1 0 0,-4 16 41 0 0,39-176 295 0 0,12-70-242 0 0,3-490 951 0 0,-69 782-1733 0 0,47-461 452 0 0,4-96-238 0 0,-66-154 271 0 0,9 269-392 0 0,6 303-187 0 0,9-54 1 0 0,46-264 0 0 0,6-77-377 0 0,-44-2 216 0 0,-43-269 110 0 0,10 486-119 0 0,-11-136 72 0 0,4 169 42 0 0,17 219-13 0 0,-3-17-103 0 0,-3-70 353 0 0,11 67-3795 0 0,0 105 2241 0 0,1-3-5031 0 0,11-12-9064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20"/>
    </inkml:context>
    <inkml:brush xml:id="br0">
      <inkml:brushProperty name="width" value="0.05" units="cm"/>
      <inkml:brushProperty name="height" value="0.05" units="cm"/>
    </inkml:brush>
  </inkml:definitions>
  <inkml:trace contextRef="#ctx0" brushRef="#br0">0 1 2856 0 0,'0'0'13819'0'0,"3"4"-13482"0"0,-1-1-233 0 0,1 0 0 0 0,0 0 0 0 0,0-1 0 0 0,0 1 0 0 0,0-1 1 0 0,0 0-1 0 0,0 0 0 0 0,1 0 0 0 0,-1 0 0 0 0,1-1 1 0 0,0 1-1 0 0,-1-1 0 0 0,1 0 0 0 0,0 0 0 0 0,0 0 0 0 0,-1-1 1 0 0,7 1-1 0 0,2 2-28 0 0,95 17 916 0 0,123 8 0 0 0,111-10-779 0 0,-222-13-132 0 0,296 26 45 0 0,-97-6-38 0 0,1014 39-297 0 0,-591-53-124 0 0,284 8 149 0 0,-584-3 237 0 0,974 48-744 0 0,-289 3 588 0 0,-349-26 46 0 0,470 2 88 0 0,-929-27-10 0 0,-194-8-64 0 0,-41-4 31 0 0,55 2 60 0 0,-11 0-125 0 0,-48-2 61 0 0,42 0 194 0 0,-118-4-178 0 0,0 0-13 0 0,11 0 6 0 0,17-1 31 0 0,129 7-386 0 0,-126-1 352 0 0,23 0 51 0 0,-54-5-65 0 0,21 0 84 0 0,-10 0-43 0 0,-11 0 8 0 0,0 0 6 0 0,11 0-2 0 0,40 3-918 0 0,-34 1-6144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21"/>
    </inkml:context>
    <inkml:brush xml:id="br0">
      <inkml:brushProperty name="width" value="0.05" units="cm"/>
      <inkml:brushProperty name="height" value="0.05" units="cm"/>
    </inkml:brush>
  </inkml:definitions>
  <inkml:trace contextRef="#ctx0" brushRef="#br0">155 36 1268 0 0,'0'0'1651'0'0,"-8"-27"2073"0"0,6 25-2228 0 0,2 1-1433 0 0,0 1 0 0 0,0-1 1 0 0,0 1-1 0 0,0 0 1 0 0,-1 0-1 0 0,1-1 0 0 0,0 1 1 0 0,0 0-1 0 0,-1-1 0 0 0,1 1 1 0 0,0 0-1 0 0,0 0 0 0 0,-1-1 1 0 0,1 1-1 0 0,0 0 0 0 0,-1 0 1 0 0,1 0-1 0 0,0 0 1 0 0,-1-1-1 0 0,1 1 0 0 0,0 0 1 0 0,-1 0-1 0 0,1 0 0 0 0,-1 0 1 0 0,1 0-1 0 0,0 0 0 0 0,-1 0 1 0 0,1 0-1 0 0,0 0 0 0 0,-1 0 1 0 0,1 0-1 0 0,-1 0 1 0 0,1 0-1 0 0,0 0 0 0 0,-1 1 1 0 0,-25 59 1299 0 0,3 2 0 0 0,2 0 0 0 0,-16 84 0 0 0,26-25-596 0 0,11-119-723 0 0,-7 50 431 0 0,4-41-564 0 0,-3 9-2768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22"/>
    </inkml:context>
    <inkml:brush xml:id="br0">
      <inkml:brushProperty name="width" value="0.025" units="cm"/>
      <inkml:brushProperty name="height" value="0.025" units="cm"/>
      <inkml:brushProperty name="color" value="#008C3A"/>
    </inkml:brush>
  </inkml:definitions>
  <inkml:trace contextRef="#ctx0" brushRef="#br0">0 4 2436 0 0,'0'0'3647'0'0,"7"0"-2376"0"0,46-3 4419 0 0,0 3 0 0 0,104 12 0 0 0,-51-1-3969 0 0,507 72 3908 0 0,-466-54-5483 0 0,407 63 701 0 0,-233-58-847 0 0,228 20 0 0 0,198 6 0 0 0,-670-54 0 0 0,988 57 0 0 0,-164-20 0 0 0,118 30 0 0 0,-303 3 0 0 0,-452-44 0 0 0,187 25 0 0 0,165 17 0 0 0,-277-33 0 0 0,283 23 0 0 0,-273-34 0 0 0,-130-9 0 0 0,15 13 0 0 0,-128-16 0 0 0,154 8 0 0 0,31 7 0 0 0,-20 0 0 0 0,-175-26 0 0 0,-81-7 0 0 0,-1 0 0 0 0,-2 1 0 0 0,2 0 0 0 0,-1 0 0 0 0,-3 0-9 0 0,-7 0-44 0 0,-9-4-570 0 0,-175-84 155 0 0,-6-2 708 0 0,154 71 153 0 0,-63-23 0 0 0,94 40-301 0 0,0 0-62 0 0,7 6-30 0 0,0 0 1 0 0,0-1 0 0 0,0 0 0 0 0,0 0-1 0 0,1 0 1 0 0,9 4 0 0 0,339 130-1 0 0,-351-137 0 0 0,0 0 0 0 0,-1 0 0 0 0,1 1 0 0 0,-1-1 0 0 0,1 0 0 0 0,-1 1 0 0 0,0 0 0 0 0,1 0 0 0 0,-1-1 0 0 0,0 1 0 0 0,0 0 0 0 0,0 1 0 0 0,-1-1 0 0 0,1 0 0 0 0,0 0 0 0 0,-1 1 0 0 0,0-1 0 0 0,1 1 0 0 0,-1 0 0 0 0,0-1 0 0 0,0 1 0 0 0,0 0 0 0 0,-1-1 0 0 0,1 1 0 0 0,-1 0 0 0 0,0 0 0 0 0,1 0 0 0 0,-1 0 0 0 0,0-1 0 0 0,-1 1 0 0 0,1 0 0 0 0,0 0 0 0 0,-1 0 0 0 0,0-1 0 0 0,1 1 0 0 0,-1 0 0 0 0,0-1 0 0 0,-1 1 0 0 0,1 0 0 0 0,0-1 0 0 0,-3 4 0 0 0,-23 29 0 0 0,-1-1 0 0 0,-2-2 0 0 0,-1 0 0 0 0,-2-2 0 0 0,-36 26 0 0 0,-55 50 0 0 0,117-98 0 0 0,-4 1 0 0 0,6-5-181 0 0,-16 8-11204 0 0,14-11 8162 0 0,11-7-4604 0 0,1-2 6671 0 0,3-2-228 0 0,2-4-2513 0 0,-1 4 1183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23"/>
    </inkml:context>
    <inkml:brush xml:id="br0">
      <inkml:brushProperty name="width" value="0.025" units="cm"/>
      <inkml:brushProperty name="height" value="0.025" units="cm"/>
      <inkml:brushProperty name="color" value="#008C3A"/>
    </inkml:brush>
  </inkml:definitions>
  <inkml:trace contextRef="#ctx0" brushRef="#br0">573 2 7433 0 0,'6'-2'20340'0'0,"-50"36"-19175"0"0,-1-1 1 0 0,-59 30-1 0 0,-31 23 333 0 0,79-48-1493 0 0,17-12-124 0 0,1 1-1 0 0,2 2 1 0 0,-36 36 0 0 0,70-62-2290 0 0,-4 9 2343 0 0,4-7-3151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24"/>
    </inkml:context>
    <inkml:brush xml:id="br0">
      <inkml:brushProperty name="width" value="0.025" units="cm"/>
      <inkml:brushProperty name="height" value="0.025" units="cm"/>
      <inkml:brushProperty name="color" value="#008C3A"/>
    </inkml:brush>
  </inkml:definitions>
  <inkml:trace contextRef="#ctx0" brushRef="#br0">0 0 7053 0 0,'0'0'16104'0'0,"1"9"-14196"0"0,0 5-946 0 0,0 0-1 0 0,1 0 1 0 0,1-1 0 0 0,0 1-1 0 0,1-1 1 0 0,1 1 0 0 0,8 16-1 0 0,13 18-958 0 0,3-1 0 0 0,37 46 0 0 0,-27-65-884 0 0,-33-22-876 0 0,36 41-10572 0 0,-39-44 10550 0 0,0 0 0 0 0,1 0 0 0 0,0-1 0 0 0,-1 1 0 0 0,1-1 0 0 0,0 0 0 0 0,5 2 0 0 0,3 0-941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25"/>
    </inkml:context>
    <inkml:brush xml:id="br0">
      <inkml:brushProperty name="width" value="0.025" units="cm"/>
      <inkml:brushProperty name="height" value="0.025" units="cm"/>
      <inkml:brushProperty name="color" value="#008C3A"/>
    </inkml:brush>
  </inkml:definitions>
  <inkml:trace contextRef="#ctx0" brushRef="#br0">545 350 1144 0 0,'-63'-43'472'0'0,"-3"-1"-84"0"0,-17-9-40 0 0,3 0-132 0 0,-4-1-112 0 0,-2 1-56 0 0,3 3-2536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26"/>
    </inkml:context>
    <inkml:brush xml:id="br0">
      <inkml:brushProperty name="width" value="0.025" units="cm"/>
      <inkml:brushProperty name="height" value="0.025" units="cm"/>
      <inkml:brushProperty name="color" value="#008C3A"/>
    </inkml:brush>
  </inkml:definitions>
  <inkml:trace contextRef="#ctx0" brushRef="#br0">177 8952 4360 0 0,'0'0'1523'0'0,"4"-6"882"0"0,-1 1 3041 0 0,16-58 3046 0 0,-15 21-6068 0 0,-4 38-2000 0 0,-4-32 1182 0 0,0 19-875 0 0,-5-30 867 0 0,1 0 0 0 0,-2-74 1 0 0,11 110-1466 0 0,-1 15 55 0 0,-14-71 52 0 0,10 51-240 0 0,-1 2 0 0 0,1-4 0 0 0,0-1 0 0 0,-1 3 0 0 0,3 0 0 0 0,0-3 0 0 0,2 1 0 0 0,-2 0 0 0 0,1-1 0 0 0,3 0 0 0 0,0 4 0 0 0,0-1 0 0 0,1-1 0 0 0,0 0 0 0 0,-1 1 0 0 0,0 0 0 0 0,-1-4 0 0 0,-1 2 0 0 0,0-3 0 0 0,0 3 0 0 0,-1-1 0 0 0,0 2 0 0 0,1-3 0 0 0,0-2 0 0 0,-1 1 0 0 0,-1 5 0 0 0,2-4 0 0 0,0 2 0 0 0,2 0 0 0 0,-1 0 0 0 0,0 1 0 0 0,0-1 0 0 0,-1 0 0 0 0,2-1 0 0 0,1 1 0 0 0,-1-2 0 0 0,-1 2 0 0 0,-1 1 0 0 0,1-2 0 0 0,0-1 0 0 0,2-9 0 0 0,-3 28 0 0 0,0-47 0 0 0,2-13 0 0 0,3-17 0 0 0,0 36 0 0 0,6-73 0 0 0,-6 71 0 0 0,1 10 0 0 0,0-62 0 0 0,-6 38 0 0 0,0-3 0 0 0,0 0 0 0 0,2-2 0 0 0,-2 46 0 0 0,1-47 0 0 0,-2 3 0 0 0,2-19 0 0 0,-2 16 0 0 0,-1-76 0 0 0,2 90 0 0 0,-3-1 0 0 0,-19-100 0 0 0,11 77 0 0 0,-3-144 0 0 0,10 114 0 0 0,-26-374 0 0 0,-4 83 0 0 0,18-3 0 0 0,7 107 0 0 0,5-436 0 0 0,35 140 0 0 0,-6 151 0 0 0,6 80 0 0 0,2-51 0 0 0,-31 346 0 0 0,25-461 0 0 0,-20 454 0 0 0,24-451 0 0 0,-29 483 0 0 0,4-109 0 0 0,-5 39 0 0 0,-2 84 0 0 0,0 0 0 0 0,-1 0 0 0 0,2 1 0 0 0,0 1 0 0 0,0 1 0 0 0,0 1 0 0 0,0 0 0 0 0,2-3 0 0 0,-1 4 0 0 0,-1-4 0 0 0,0 3 0 0 0,1 0 0 0 0,2 2 0 0 0,-2-1 0 0 0,-1-1 0 0 0,0 18 0 0 0,0 0 0 0 0,-1 0 0 0 0,1 1 0 0 0,0-1 0 0 0,0 0 0 0 0,0 0 0 0 0,0 0 0 0 0,0 0 0 0 0,-1 0 0 0 0,1 0 0 0 0,0 0 0 0 0,0 0 0 0 0,0 0 0 0 0,0 0 0 0 0,-1 0 0 0 0,1 0 0 0 0,0 0 0 0 0,0 0 0 0 0,0 0 0 0 0,0 0 0 0 0,-1-1 0 0 0,1 1 0 0 0,0 0 0 0 0,0 0 0 0 0,0 0 0 0 0,0 0 0 0 0,0 0 0 0 0,-1 0 0 0 0,1 0 0 0 0,0 0 0 0 0,0 0 0 0 0,0-1 0 0 0,0 1 0 0 0,0 0 0 0 0,0 0 0 0 0,0 0 0 0 0,0 0 0 0 0,-1 0 0 0 0,1-1 0 0 0,0 1 0 0 0,0 0 0 0 0,0 0 0 0 0,0 0 0 0 0,0 0 0 0 0,0-1 0 0 0,0 1 0 0 0,0 0 0 0 0,0 0 0 0 0,0 0 0 0 0,0 0 0 0 0,0-1 0 0 0,0 1 0 0 0,0 0 0 0 0,0 0 0 0 0,0 0 0 0 0,0 0 0 0 0,0 0 0 0 0,0-1 0 0 0,1 1 0 0 0,-1 0 0 0 0,0 0 0 0 0,0 0 0 0 0,0 0 0 0 0,0-1 0 0 0,-11 16 0 0 0,1 0 0 0 0,0 1 0 0 0,1-1 0 0 0,1 2 0 0 0,1-1 0 0 0,-10 32 0 0 0,-25 50 0 0 0,20-55 0 0 0,-28 79 0 0 0,4-2 0 0 0,39-103 0 0 0,2-3 0 0 0,1-1 0 0 0,28-73 0 0 0,2 1 0 0 0,43-70 0 0 0,-41 77 0 0 0,-10 20 0 0 0,2 0 0 0 0,1 1 0 0 0,46-52 0 0 0,-52 68 0 0 0,0 0 0 0 0,1 1 0 0 0,0 0 0 0 0,1 1 0 0 0,1 1 0 0 0,0 1 0 0 0,0 1 0 0 0,25-11 0 0 0,-40 19 0 0 0,2-2 0 0 0,21 5 0 0 0,-19 0-227 0 0,0 0 0 0 0,-1 1 0 0 0,1 0 0 0 0,0 0 0 0 0,-1 1-1 0 0,1-1 1 0 0,-1 2 0 0 0,0-1 0 0 0,0 1 0 0 0,0-1 0 0 0,0 2 0 0 0,-1-1 0 0 0,0 1 0 0 0,1-1 0 0 0,-2 2 0 0 0,6 4-1 0 0,9 16-2072 0 0,0 0-1 0 0,20 37 0 0 0,-12-18 171 0 0,-9-26-6435 0 0,-5-11 2201 0 0,1 1 3455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27"/>
    </inkml:context>
    <inkml:brush xml:id="br0">
      <inkml:brushProperty name="width" value="0.025" units="cm"/>
      <inkml:brushProperty name="height" value="0.025" units="cm"/>
      <inkml:brushProperty name="color" value="#008C3A"/>
    </inkml:brush>
  </inkml:definitions>
  <inkml:trace contextRef="#ctx0" brushRef="#br0">86 28 5232 0 0,'1'-4'3448'0'0,"11"-19"16550"0"0,-19 51-15909 0 0,-1 38-4089 0 0,8-49 0 0 0,-1 16 0 0 0,1-28 0 0 0,6 15 0 0 0,2 8 0 0 0,-1-15 0 0 0,3 0 0 0 0,0-5 0 0 0,4-2 0 0 0,8-7 0 0 0,-15-1 0 0 0,0 0 0 0 0,0 0 0 0 0,0-1 0 0 0,0 0 0 0 0,-1 0 0 0 0,1-1 0 0 0,-1 0 0 0 0,0 0 0 0 0,0 0 0 0 0,-1-1 0 0 0,6-5 0 0 0,13-15 0 0 0,27-40 0 0 0,-32 41 0 0 0,-12 13 0 0 0,1 0 0 0 0,-2-2 0 0 0,-6 18 0 0 0,1-1 0 0 0,-1 1 0 0 0,1-1 0 0 0,-1 0 0 0 0,0 1 0 0 0,0-1 0 0 0,0 0 0 0 0,-1 1 0 0 0,1-1 0 0 0,-3 8 0 0 0,-12 77 0 0 0,-24 105 0 0 0,33-171 0 0 0,-1 0 0 0 0,-2-1 0 0 0,0 0 0 0 0,-1 0 0 0 0,-1-1 0 0 0,-16 23 0 0 0,-5-11-2750 0 0,29-31 1922 0 0,-1 0-1 0 0,1 0 1 0 0,0-1 0 0 0,-1 1-1 0 0,0-1 1 0 0,1 1 0 0 0,-1-1-1 0 0,0 0 1 0 0,0 0 0 0 0,1-1-1 0 0,-1 1 1 0 0,-4-1 0 0 0,0 0-1121 0 0,0-1 0 0 0,0 0-1 0 0,0 0 1 0 0,0-1 0 0 0,-9-3 0 0 0,-24-9-2448 0 0,34 12 4122 0 0,-26-10-2435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28"/>
    </inkml:context>
    <inkml:brush xml:id="br0">
      <inkml:brushProperty name="width" value="0.025" units="cm"/>
      <inkml:brushProperty name="height" value="0.025" units="cm"/>
      <inkml:brushProperty name="color" value="#008C3A"/>
    </inkml:brush>
  </inkml:definitions>
  <inkml:trace contextRef="#ctx0" brushRef="#br0">316 21 8589 0 0,'0'0'23359'0'0,"-6"-2"-22667"0"0,-23-9-565 0 0,7 4-127 0 0,0 6 0 0 0,-4 3 0 0 0,6 2 0 0 0,-2 0 0 0 0,4 1 0 0 0,3 0 0 0 0,0 2 0 0 0,-2 0 0 0 0,0 2 0 0 0,4-1 0 0 0,0 1 0 0 0,-1-1 0 0 0,3-1 0 0 0,-1 2 0 0 0,2 1 0 0 0,4 2 0 0 0,2 4 0 0 0,1 0 0 0 0,2 3 0 0 0,2-1 0 0 0,3 2 0 0 0,-1-2 0 0 0,0-5 0 0 0,4 0 0 0 0,0 0 0 0 0,1-2 0 0 0,3-2 0 0 0,3 0 0 0 0,-3-1 0 0 0,1-3 0 0 0,1 2 0 0 0,2-2 0 0 0,0 1 0 0 0,1-1 0 0 0,1-1 0 0 0,-2-1 0 0 0,0 1 0 0 0,3-1 0 0 0,0 1 0 0 0,2-2 0 0 0,0 0 0 0 0,0-3 0 0 0,0-2 0 0 0,-2-1 0 0 0,-2-2 0 0 0,-4-2 0 0 0,2-1 0 0 0,-4-2 0 0 0,-2 1 0 0 0,0-1 0 0 0,1-1 0 0 0,-1-1 0 0 0,0 2 0 0 0,-3-2 0 0 0,0 0 0 0 0,-1-2 0 0 0,-3-2 0 0 0,-1-2 0 0 0,-3 1 0 0 0,-2 2 0 0 0,0 1 0 0 0,0 2 0 0 0,-2 0 0 0 0,-1-2 0 0 0,1 2 0 0 0,-1 0 0 0 0,0 2 0 0 0,-5 2 0 0 0,-2 2 0 0 0,-4 2 0 0 0,0 3 0 0 0,-4 4 0 0 0,4 1 0 0 0,-1 1 0 0 0,0 1 0 0 0,5-2 0 0 0,0 1 0 0 0,-1 0 0 0 0,2 4 0 0 0,2 3 0 0 0,-12 8 0 0 0,16-12 0 0 0,0 1 0 0 0,0-1 0 0 0,0 1 0 0 0,1 0 0 0 0,1 1 0 0 0,-1 0 0 0 0,1 0 0 0 0,-6 13 0 0 0,4-8 0 0 0,4 0 0 0 0,3 4 0 0 0,1 2 0 0 0,1-2 0 0 0,4-2 0 0 0,3-1 0 0 0,0 8 0 0 0,-6-20 0 0 0,17 21 0 0 0,-9-13 0 0 0,3-2 0 0 0,1-1 0 0 0,2-2 0 0 0,1-3 0 0 0,3-2 0 0 0,-1-2 0 0 0,-11 0 0 0 0,0-1 0 0 0,-1 0 0 0 0,1 0 0 0 0,0 0 0 0 0,-1-1 0 0 0,1 0 0 0 0,-1-1 0 0 0,0 1 0 0 0,0-1 0 0 0,0-1 0 0 0,-1 1 0 0 0,1-1 0 0 0,9-11 0 0 0,-2 4 0 0 0,3-3 0 0 0,0-1 0 0 0,-1 0 0 0 0,21-28 0 0 0,-26 29 0 0 0,-4 1 0 0 0,-4 1 0 0 0,-5-3 0 0 0,-8 3 0 0 0,-5 6 0 0 0,-2 2 0 0 0,-4 2 0 0 0,12 2 0 0 0,0 0 0 0 0,0 1 0 0 0,0 1 0 0 0,0-1 0 0 0,0 1 0 0 0,1 1 0 0 0,-1 0 0 0 0,0 0 0 0 0,1 1 0 0 0,-1 0 0 0 0,1 0 0 0 0,-14 8 0 0 0,-3 1 0 0 0,10-6 0 0 0,6-2 0 0 0,1-1 0 0 0,0 1 0 0 0,0 1 0 0 0,0-1 0 0 0,1 1 0 0 0,-1 1 0 0 0,1 0 0 0 0,0 0 0 0 0,-11 12 0 0 0,15-15 0 0 0,-9 20 0 0 0,6-8 0 0 0,6 2 0 0 0,7 3 0 0 0,4-6 0 0 0,1-3 0 0 0,7-3 0 0 0,0-2 0 0 0,2-3 0 0 0,2-3 0 0 0,-17 0 0 0 0,1-1 0 0 0,-1 0 0 0 0,0 0 0 0 0,0 0 0 0 0,1 0 0 0 0,-1-1 0 0 0,0 0 0 0 0,0-1 0 0 0,0 1 0 0 0,-1-1 0 0 0,1 0 0 0 0,-1-1 0 0 0,1 1 0 0 0,-1-1 0 0 0,0 0 0 0 0,7-8 0 0 0,-9 9 0 0 0,7-5 0 0 0,-6 5 0 0 0,-1-1 0 0 0,0 1 0 0 0,1-1 0 0 0,-1 1 0 0 0,0-1 0 0 0,-1 0 0 0 0,1 0 0 0 0,-1 0 0 0 0,0-1 0 0 0,0 1 0 0 0,0 0 0 0 0,0-1 0 0 0,-1 1 0 0 0,0-1 0 0 0,1-6 0 0 0,0-2 0 0 0,-6-1 0 0 0,-4 4 0 0 0,-2 6 0 0 0,8 3 0 0 0,1 0 0 0 0,-1 1 0 0 0,1-1 0 0 0,0 1 0 0 0,-1 0 0 0 0,1 0 0 0 0,-1-1 0 0 0,1 1 0 0 0,-1 0 0 0 0,1 0 0 0 0,-1 0 0 0 0,1 0 0 0 0,-1 1 0 0 0,1-1 0 0 0,0 0 0 0 0,-1 1 0 0 0,1-1 0 0 0,-1 1 0 0 0,1-1 0 0 0,0 1 0 0 0,-1-1 0 0 0,1 1 0 0 0,-2 1 0 0 0,0 1 0 0 0,-3-2 0 0 0,0 1 0 0 0,0 0 0 0 0,1 0 0 0 0,-1 1 0 0 0,1 0 0 0 0,-1 0 0 0 0,1 0 0 0 0,0 1 0 0 0,0-1 0 0 0,1 1 0 0 0,-1 0 0 0 0,1 1 0 0 0,0-1 0 0 0,0 1 0 0 0,0 0 0 0 0,0 0 0 0 0,1 0 0 0 0,-4 7 0 0 0,4-9 0 0 0,-5 31 0 0 0,8-19 0 0 0,4-1 0 0 0,-3-11 0 0 0,0-1 0 0 0,0 0 0 0 0,0 0 0 0 0,0 0 0 0 0,0 0 0 0 0,1 0 0 0 0,-1 0 0 0 0,1 0 0 0 0,0 0 0 0 0,-1-1 0 0 0,1 1 0 0 0,0 0 0 0 0,0-1 0 0 0,0 0 0 0 0,0 1 0 0 0,3 1 0 0 0,0-2 0 0 0,1 1 0 0 0,-1-1 0 0 0,0 0 0 0 0,0-1 0 0 0,1 1 0 0 0,-1-1 0 0 0,0 0 0 0 0,1 0 0 0 0,-1-1 0 0 0,0 1 0 0 0,6-3 0 0 0,-5 3 0 0 0,0-1 0 0 0,0-1 0 0 0,0 1 0 0 0,-1-1 0 0 0,1 0 0 0 0,-1 0 0 0 0,1-1 0 0 0,-1 1 0 0 0,0-1 0 0 0,0-1 0 0 0,0 1 0 0 0,0-1 0 0 0,-1 1 0 0 0,0-1 0 0 0,1-1 0 0 0,-1 1 0 0 0,-1-1 0 0 0,1 1 0 0 0,-1-1 0 0 0,1 0 0 0 0,-1 0 0 0 0,-1 0 0 0 0,1-1 0 0 0,-1 1 0 0 0,0-1 0 0 0,0 1 0 0 0,-1-1 0 0 0,1 0 0 0 0,0-9 0 0 0,-2 3 0 0 0,0-2 0 0 0,-3 2 0 0 0,-4 1 0 0 0,-4 2 0 0 0,-3 4 0 0 0,-1 1 0 0 0,10 3 0 0 0,1 1 0 0 0,0 0 0 0 0,-1 0 0 0 0,1 0 0 0 0,-1 1 0 0 0,1 0 0 0 0,0-1 0 0 0,0 1 0 0 0,-1 1 0 0 0,1-1 0 0 0,0 1 0 0 0,0-1 0 0 0,0 1 0 0 0,0 0 0 0 0,1 1 0 0 0,-1-1 0 0 0,1 1 0 0 0,-4 2 0 0 0,-3 3 0 0 0,-9 3 0 0 0,13-7 0 0 0,-1-1 0 0 0,1 1 0 0 0,0 0 0 0 0,1 1 0 0 0,-1-1 0 0 0,1 1 0 0 0,0 1 0 0 0,0-1 0 0 0,0 0 0 0 0,1 1 0 0 0,0 0 0 0 0,0 0 0 0 0,0 1 0 0 0,-3 9 0 0 0,4-6 0 0 0,3 3 0 0 0,9-3 0 0 0,3-8 0 0 0,-6-2 0 0 0,-1 0 0 0 0,0-1 0 0 0,1 1 0 0 0,-1-1 0 0 0,0-1 0 0 0,0 1 0 0 0,0-1 0 0 0,0 0 0 0 0,0 0 0 0 0,0 0 0 0 0,0-1 0 0 0,-1 1 0 0 0,1-1 0 0 0,-1-1 0 0 0,0 1 0 0 0,0 0 0 0 0,0-1 0 0 0,0 0 0 0 0,5-7 0 0 0,3-2 0 0 0,-10 11 0 0 0,2-1 0 0 0,1-2 0 0 0,-1 1 0 0 0,0 0 0 0 0,-1-1 0 0 0,1 0 0 0 0,-1 1 0 0 0,0-1 0 0 0,0-1 0 0 0,-1 1 0 0 0,1 0 0 0 0,-1-1 0 0 0,0 1 0 0 0,-1-1 0 0 0,1 0 0 0 0,0-5 0 0 0,-1-6 0 0 0,-3 1 0 0 0,-6 4 0 0 0,-2 3 0 0 0,-4 4 0 0 0,-3 3 0 0 0,13 2 0 0 0,-1 1 0 0 0,0-1 0 0 0,0 1 0 0 0,1-1 0 0 0,-1 1 0 0 0,0 0 0 0 0,1 1 0 0 0,-1-1 0 0 0,1 1 0 0 0,0 0 0 0 0,0 0 0 0 0,-1 1 0 0 0,1-1 0 0 0,0 1 0 0 0,1 0 0 0 0,-1 0 0 0 0,0 0 0 0 0,-5 7 0 0 0,2-3 0 0 0,-7 5 0 0 0,9-8 0 0 0,1 0 0 0 0,-1 1 0 0 0,1 0 0 0 0,-1 0 0 0 0,1 0 0 0 0,1 0 0 0 0,-1 0 0 0 0,1 1 0 0 0,0-1 0 0 0,0 1 0 0 0,-3 10 0 0 0,3-5 0 0 0,2 1 0 0 0,5 0 0 0 0,4-5 0 0 0,5-3 0 0 0,-8-3 0 0 0,0-1 0 0 0,1 0 0 0 0,-1 0 0 0 0,0-1 0 0 0,1 0 0 0 0,-1 1 0 0 0,0-2 0 0 0,0 1 0 0 0,0 0 0 0 0,0-1 0 0 0,0 0 0 0 0,0-1 0 0 0,0 1 0 0 0,-1-1 0 0 0,1 1 0 0 0,6-7 0 0 0,-6 5 0 0 0,4-2 0 0 0,0 0 0 0 0,0-1 0 0 0,-1 0 0 0 0,0 0 0 0 0,-1-1 0 0 0,0 0 0 0 0,0 0 0 0 0,0-1 0 0 0,-1 0 0 0 0,-1 0 0 0 0,1 0 0 0 0,-1-1 0 0 0,-1 1 0 0 0,5-15 0 0 0,-10 14 0 0 0,-6-2 0 0 0,-6 5 0 0 0,-2 5 0 0 0,8 2 0 0 0,0 0 0 0 0,1 1 0 0 0,-1 0 0 0 0,0 0 0 0 0,1 0 0 0 0,-1 1 0 0 0,1 0 0 0 0,-1 0 0 0 0,1 1 0 0 0,0 0 0 0 0,0 0 0 0 0,0 0 0 0 0,-10 8 0 0 0,-4 2 0 0 0,-1-1 0 0 0,7-5 0 0 0,1 1 0 0 0,0 1 0 0 0,1 0 0 0 0,0 1 0 0 0,-16 16 0 0 0,20-18 0 0 0,35-13 0 0 0,-16-1 0 0 0,-1-1 0 0 0,0 0 0 0 0,0-1 0 0 0,-1 0 0 0 0,0 0 0 0 0,-1-1 0 0 0,1 0 0 0 0,-2-1 0 0 0,1 1 0 0 0,-1-2 0 0 0,9-17 0 0 0,-11 18 0 0 0,0-4 0 0 0,-4 1 0 0 0,-8 0 0 0 0,-5 7 0 0 0,-6 4 0 0 0,11 1 0 0 0,1 1 0 0 0,-1 0 0 0 0,0 0 0 0 0,0 1 0 0 0,0 0 0 0 0,0 0 0 0 0,0 1 0 0 0,0-1 0 0 0,1 1 0 0 0,-1 1 0 0 0,1 0 0 0 0,-1-1 0 0 0,1 2 0 0 0,-7 4 0 0 0,-9 4 0 0 0,4-3 0 0 0,14-6 0 0 0,-6 5 0 0 0,3 0 0 0 0,1 3 0 0 0,0-1 0 0 0,5 2 0 0 0,2 2 0 0 0,4-3 0 0 0,-5-10 0 0 0,0 0 0 0 0,1-1 0 0 0,-1 1 0 0 0,1 0 0 0 0,-1 0 0 0 0,1 0 0 0 0,-1-1 0 0 0,1 1 0 0 0,0 0 0 0 0,-1-1 0 0 0,1 1 0 0 0,0 0 0 0 0,-1-1 0 0 0,1 1 0 0 0,0-1 0 0 0,0 1 0 0 0,0-1 0 0 0,0 0 0 0 0,-1 1 0 0 0,1-1 0 0 0,0 0 0 0 0,0 1 0 0 0,0-1 0 0 0,0 0 0 0 0,0 0 0 0 0,0 0 0 0 0,0 0 0 0 0,2 0 0 0 0,6 0 0 0 0,0 1 0 0 0,-1-1 0 0 0,1 0 0 0 0,0-1 0 0 0,0 0 0 0 0,-1 0 0 0 0,1-1 0 0 0,-1 0 0 0 0,1 0 0 0 0,-1-1 0 0 0,0 0 0 0 0,1-1 0 0 0,-2 0 0 0 0,12-7 0 0 0,-2 2 0 0 0,-3-5 0 0 0,-8 6 0 0 0,1-4 0 0 0,-2 2-11 0 0,-4 8-59 0 0,-1 0 54 0 0,0 1-1 0 0,-1-1 0 0 0,1 1 0 0 0,-1 0 1 0 0,0-1-1 0 0,1 1 0 0 0,-1-1 1 0 0,0 1-1 0 0,0 0 0 0 0,0 0 0 0 0,0-1 1 0 0,0 1-1 0 0,0 0 0 0 0,0 0 1 0 0,-1 0-1 0 0,1 0 0 0 0,0 0 0 0 0,0 1 1 0 0,-1-1-1 0 0,1 0 0 0 0,-1 0 1 0 0,1 1-1 0 0,-1-1 0 0 0,1 1 0 0 0,-1-1 1 0 0,1 1-1 0 0,-1 0 0 0 0,-2 0 1 0 0,-47-6-46 0 0,43 5 61 0 0,2 1-7 0 0,0 0-1 0 0,0 0 1 0 0,-1 0 0 0 0,1 1 0 0 0,0 0-1 0 0,-1 0 1 0 0,1 1 0 0 0,0 0-1 0 0,0 0 1 0 0,0 0 0 0 0,1 1 0 0 0,-1-1-1 0 0,0 2 1 0 0,-9 6 0 0 0,12-8 28 0 0,0 1 0 0 0,0-1 1 0 0,0 1-1 0 0,1 0 0 0 0,-1-1 1 0 0,1 1-1 0 0,-1 0 0 0 0,1 1 1 0 0,0-1-1 0 0,0 0 0 0 0,1 1 1 0 0,-1-1-1 0 0,1 1 0 0 0,-1-1 1 0 0,1 1-1 0 0,0 0 0 0 0,1 0 1 0 0,-1-1-1 0 0,1 1 0 0 0,-1 0 1 0 0,1 0-1 0 0,1 4 0 0 0,0-5-6 0 0,0-1-1 0 0,0 0 1 0 0,0 1-1 0 0,0-1 0 0 0,1 0 1 0 0,-1 0-1 0 0,1 0 1 0 0,-1 0-1 0 0,1 0 1 0 0,0 0-1 0 0,0-1 0 0 0,0 1 1 0 0,0 0-1 0 0,0-1 1 0 0,0 0-1 0 0,0 1 1 0 0,1-1-1 0 0,-1 0 0 0 0,0 0 1 0 0,1 0-1 0 0,-1 0 1 0 0,1-1-1 0 0,3 1 1 0 0,1 1-49 0 0,0 0 1 0 0,1-1 0 0 0,-1 0 0 0 0,0 0 0 0 0,1-1 0 0 0,-1 0 0 0 0,9-1 0 0 0,-6 0-24 0 0,1 0 0 0 0,-1-1 0 0 0,0-1 0 0 0,0 0 0 0 0,0 0 0 0 0,-1 0 0 0 0,1-1 0 0 0,-1-1 1 0 0,0 0-1 0 0,0 0 0 0 0,0-1 0 0 0,12-10 0 0 0,-20 15 34 0 0,0 0 1 0 0,1 0-1 0 0,-1 0 1 0 0,0 0-1 0 0,1-1 1 0 0,-1 1-1 0 0,0 0 1 0 0,0-1-1 0 0,0 1 1 0 0,-1-1-1 0 0,1 0 1 0 0,0 1-1 0 0,0-3 1 0 0,-1 4 13 0 0,0-1 0 0 0,0 1 1 0 0,0 0-1 0 0,0-1 1 0 0,0 1-1 0 0,0 0 1 0 0,0-1-1 0 0,0 1 1 0 0,0-1-1 0 0,0 1 0 0 0,-1 0 1 0 0,1-1-1 0 0,0 1 1 0 0,0 0-1 0 0,0-1 1 0 0,-1 1-1 0 0,1 0 1 0 0,0 0-1 0 0,0-1 1 0 0,-1 1-1 0 0,1 0 0 0 0,0 0 1 0 0,-1-1-1 0 0,1 1 1 0 0,0 0-1 0 0,-1 0 1 0 0,1 0-1 0 0,0-1 1 0 0,-1 1-1 0 0,1 0 1 0 0,-1 0-1 0 0,1 0 0 0 0,0 0 1 0 0,-1 0-1 0 0,-2 0 12 0 0,0-1 0 0 0,-1 1-1 0 0,1 0 1 0 0,0 1 0 0 0,0-1-1 0 0,0 0 1 0 0,0 1 0 0 0,0 0-1 0 0,0 0 1 0 0,0 0 0 0 0,0 0-1 0 0,-5 3 1 0 0,-7 4 185 0 0,5-3-10 0 0,1 1 0 0 0,-1-1 0 0 0,2 2 0 0 0,-1-1 0 0 0,1 1 0 0 0,0 0 0 0 0,-8 9 0 0 0,10-6-150 0 0,1 0-27 0 0,4-1 0 0 0,11 2 0 0 0,3-8 0 0 0,3-5 0 0 0,-10 2 0 0 0,-1 0 0 0 0,0-1 0 0 0,0 0 0 0 0,0-1 0 0 0,0 1 0 0 0,1-1 0 0 0,-2 0 0 0 0,1 0 0 0 0,0 0 0 0 0,0-1 0 0 0,-1 0 0 0 0,1 1 0 0 0,-1-2 0 0 0,7-5 0 0 0,-4 2 0 0 0,-5 6 0 0 0,3-3 0 0 0,0 0 0 0 0,0 0 0 0 0,-1 0 0 0 0,1-1 0 0 0,-1 1 0 0 0,0-1 0 0 0,0 0 0 0 0,-1-1 0 0 0,1 1 0 0 0,-1 0 0 0 0,0-1 0 0 0,-1 0 0 0 0,1 0 0 0 0,-1 0 0 0 0,0 0 0 0 0,1-11 0 0 0,-2 15 0 0 0,-1 0 0 0 0,1 0 0 0 0,-1 0 0 0 0,0 0 0 0 0,1-1 0 0 0,-1 1 0 0 0,0 0 0 0 0,0 0 0 0 0,-1-1 0 0 0,1 1 0 0 0,0 0 0 0 0,-1 0 0 0 0,0 0 0 0 0,1 0 0 0 0,-1 0 0 0 0,0 0 0 0 0,0 0 0 0 0,0 0 0 0 0,0 0 0 0 0,0 0 0 0 0,-1 0 0 0 0,-2-3 0 0 0,1 1 0 0 0,-6-3 0 0 0,-5 1 0 0 0,-4 3 0 0 0,1 3 0 0 0,15 1-209 0 0,-1-1-1 0 0,1 1 1 0 0,0-1-1 0 0,-1 1 1 0 0,1 0-1 0 0,0 0 1 0 0,-1 0-1 0 0,1 0 1 0 0,0 0-1 0 0,0 0 1 0 0,-3 3-1 0 0,4-3-363 0 0,0 1 0 0 0,0-1-1 0 0,0 1 1 0 0,0 0 0 0 0,0-1-1 0 0,0 1 1 0 0,0 0 0 0 0,0 0 0 0 0,1 0-1 0 0,-1 0 1 0 0,1 0 0 0 0,-1 0-1 0 0,1 0 1 0 0,0 0 0 0 0,0 0-1 0 0,0 0 1 0 0,0 0 0 0 0,0 0 0 0 0,0 0-1 0 0,1 0 1 0 0,0 2 0 0 0,-1 0-262 0 0,1-1-3293 0 0,3 1-264 0 0,3 2 2490 0 0,0-3-1732 0 0,6 2 1004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29"/>
    </inkml:context>
    <inkml:brush xml:id="br0">
      <inkml:brushProperty name="width" value="0.025" units="cm"/>
      <inkml:brushProperty name="height" value="0.025" units="cm"/>
      <inkml:brushProperty name="color" value="#008C3A"/>
    </inkml:brush>
  </inkml:definitions>
  <inkml:trace contextRef="#ctx0" brushRef="#br0">6 41 6829 0 0,'-6'-7'19712'0'0,"26"3"-19612"0"0,8-2-3506 0 0,61-14-15291 0 0,-73 16 15867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30"/>
    </inkml:context>
    <inkml:brush xml:id="br0">
      <inkml:brushProperty name="width" value="0.025" units="cm"/>
      <inkml:brushProperty name="height" value="0.025" units="cm"/>
      <inkml:brushProperty name="color" value="#008C3A"/>
    </inkml:brush>
  </inkml:definitions>
  <inkml:trace contextRef="#ctx0" brushRef="#br0">1 44 9481 0 0,'3'-2'2923'0'0,"0"0"-1586"0"0,30-17 8089 0 0,-14 13-7151 0 0,-5 8-5546 0 0,3 20-444 0 0,-16-22 3498 0 0,0 0 0 0 0,0 0 0 0 0,0 0 0 0 0,0 0-1 0 0,0 0 1 0 0,0 0 0 0 0,0 0 0 0 0,0 0 0 0 0,0 0-1 0 0,0 0 1 0 0,0-1 0 0 0,0 1 0 0 0,0 0 0 0 0,0-1-1 0 0,0 1 1 0 0,0-1 0 0 0,0 1 0 0 0,0-1 0 0 0,0 1-1 0 0,0-1 1 0 0,-1 0 0 0 0,1 1 0 0 0,0-1 0 0 0,1-1 0 0 0,28-20-9766 0 0,-20 15 7255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31"/>
    </inkml:context>
    <inkml:brush xml:id="br0">
      <inkml:brushProperty name="width" value="0.025" units="cm"/>
      <inkml:brushProperty name="height" value="0.025" units="cm"/>
      <inkml:brushProperty name="color" value="#008C3A"/>
    </inkml:brush>
  </inkml:definitions>
  <inkml:trace contextRef="#ctx0" brushRef="#br0">0 216 6501 0 0,'0'0'3380'0'0,"10"-10"-1356"0"0,-5 4-1428 0 0,5 0-720 0 0,8-7-1536 0 0,-5 5-572 0 0,-3 4-829 0 0,0 1 185 0 0</inkml:trace>
  <inkml:trace contextRef="#ctx0" brushRef="#br0" timeOffset="1">474 33 6849 0 0,'0'0'7280'0'0,"8"-7"-4803"0"0,2 3-2714 0 0,0-11-807 0 0,0 15-204 0 0,6-2-5828 0 0,-4-2 1159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33"/>
    </inkml:context>
    <inkml:brush xml:id="br0">
      <inkml:brushProperty name="width" value="0.025" units="cm"/>
      <inkml:brushProperty name="height" value="0.025" units="cm"/>
      <inkml:brushProperty name="color" value="#008C3A"/>
    </inkml:brush>
  </inkml:definitions>
  <inkml:trace contextRef="#ctx0" brushRef="#br0">0 137 7513 0 0,'0'0'4469'0'0,"23"-9"1480"0"0,3 1-6890 0 0,-24 7-29 0 0,51-8-11074 0 0,-41 8 9264 0 0</inkml:trace>
  <inkml:trace contextRef="#ctx0" brushRef="#br0" timeOffset="1">493 27 5517 0 0,'0'0'7372'0'0,"15"-7"-4544"0"0,3 2-3104 0 0,16-8-1968 0 0,-16 13 872 0 0,-13 0-1968 0 0,8-1-2609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35"/>
    </inkml:context>
    <inkml:brush xml:id="br0">
      <inkml:brushProperty name="width" value="0.025" units="cm"/>
      <inkml:brushProperty name="height" value="0.025" units="cm"/>
      <inkml:brushProperty name="color" value="#008C3A"/>
    </inkml:brush>
  </inkml:definitions>
  <inkml:trace contextRef="#ctx0" brushRef="#br0">0 39 7485 0 0,'0'0'2240'0'0,"16"-10"1476"0"0,-14 3-1544 0 0,8 1-1436 0 0,6-9-1176 0 0,1 18-11049 0 0,-6-5 8765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36"/>
    </inkml:context>
    <inkml:brush xml:id="br0">
      <inkml:brushProperty name="width" value="0.025" units="cm"/>
      <inkml:brushProperty name="height" value="0.025" units="cm"/>
      <inkml:brushProperty name="color" value="#008C3A"/>
    </inkml:brush>
  </inkml:definitions>
  <inkml:trace contextRef="#ctx0" brushRef="#br0">1 2 6193 0 0,'0'0'8528'0'0,"13"-1"-6855"0"0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37"/>
    </inkml:context>
    <inkml:brush xml:id="br0">
      <inkml:brushProperty name="width" value="0.025" units="cm"/>
      <inkml:brushProperty name="height" value="0.025" units="cm"/>
      <inkml:brushProperty name="color" value="#008C3A"/>
    </inkml:brush>
  </inkml:definitions>
  <inkml:trace contextRef="#ctx0" brushRef="#br0">0 23 3860 0 0,'0'0'18373'0'0,"6"-3"-20559"0"0,15-6 2075 0 0,-15 7 13 0 0,-2-7 236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38"/>
    </inkml:context>
    <inkml:brush xml:id="br0">
      <inkml:brushProperty name="width" value="0.025" units="cm"/>
      <inkml:brushProperty name="height" value="0.025" units="cm"/>
      <inkml:brushProperty name="color" value="#008C3A"/>
    </inkml:brush>
  </inkml:definitions>
  <inkml:trace contextRef="#ctx0" brushRef="#br0">0 1 5497 0 0,'0'0'10965'0'0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39"/>
    </inkml:context>
    <inkml:brush xml:id="br0">
      <inkml:brushProperty name="width" value="0.025" units="cm"/>
      <inkml:brushProperty name="height" value="0.025" units="cm"/>
      <inkml:brushProperty name="color" value="#008C3A"/>
    </inkml:brush>
  </inkml:definitions>
  <inkml:trace contextRef="#ctx0" brushRef="#br0">15 13 5260 0 0,'0'0'4577'0'0,"-10"-7"8331"0"0,5 3-6439 0 0,8 2-3019 0 0,25 4-3347 0 0,49 9-103 0 0,136 2 0 0 0,-173-12 0 0 0,-24-3 0 0 0,83 5 0 0 0,-83-3 0 0 0,3-1 0 0 0,-5 2 0 0 0,0 1 0 0 0,-9 5 0 0 0,-4-2 0 0 0,-1 0 0 0 0,0 1 0 0 0,0-1 0 0 0,-1 0 0 0 0,0 0 0 0 0,0 0 0 0 0,0 0 0 0 0,0 0 0 0 0,-1 0 0 0 0,1 0 0 0 0,-1 0 0 0 0,-1-1 0 0 0,-3 7 0 0 0,-2 5 0 0 0,-5 18 59 0 0,8-19-162 0 0,-1-1 0 0 0,-1 1-1 0 0,0-1 1 0 0,-15 21 0 0 0,4-2-8460 0 0,7 9-10568 0 0,8-29 16131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40"/>
    </inkml:context>
    <inkml:brush xml:id="br0">
      <inkml:brushProperty name="width" value="0.025" units="cm"/>
      <inkml:brushProperty name="height" value="0.025" units="cm"/>
      <inkml:brushProperty name="color" value="#008C3A"/>
    </inkml:brush>
  </inkml:definitions>
  <inkml:trace contextRef="#ctx0" brushRef="#br0">166 112 2168 0 0,'0'0'896'0'0,"1"-13"2298"0"0,-4-12 8897 0 0,1 23-11718 0 0,-1 1 1 0 0,1 0-1 0 0,-1 0 1 0 0,0 0-1 0 0,0 0 1 0 0,1 0-1 0 0,-1 1 0 0 0,0-1 1 0 0,0 1-1 0 0,0 0 1 0 0,0 0-1 0 0,0 0 1 0 0,1 0-1 0 0,-1 0 0 0 0,0 1 1 0 0,0-1-1 0 0,0 1 1 0 0,0 0-1 0 0,-4 1 1 0 0,1 1 257 0 0,0 1 1 0 0,0-1 0 0 0,1 1 0 0 0,-1 0-1 0 0,1 0 1 0 0,0 0 0 0 0,0 1 0 0 0,0 0-1 0 0,1 0 1 0 0,-7 9 0 0 0,4-3-632 0 0,3 0 0 0 0,0 0 0 0 0,5 0 0 0 0,7-4 0 0 0,10-6 0 0 0,-1-4 0 0 0,-12 1 0 0 0,-1 1 0 0 0,1-1 0 0 0,-1 0 0 0 0,0 0 0 0 0,0 0 0 0 0,0 0 0 0 0,0-1 0 0 0,0 0 0 0 0,-1 0 0 0 0,1 0 0 0 0,-1 0 0 0 0,0 0 0 0 0,0-1 0 0 0,0 0 0 0 0,0 1 0 0 0,4-9 0 0 0,-1 0 0 0 0,-2 0 0 0 0,-2 1 0 0 0,-4-1 0 0 0,-11 7 0 0 0,-6 6 0 0 0,14 0 0 0 0,0-1 0 0 0,1 1 0 0 0,-1 1 0 0 0,1-1 0 0 0,0 1 0 0 0,-1 0 0 0 0,1 0 0 0 0,0 0 0 0 0,0 0 0 0 0,0 1 0 0 0,1 0 0 0 0,-1-1 0 0 0,-6 8 0 0 0,5-6 0 0 0,-12 8 0 0 0,13-6 0 0 0,-5 13 0 0 0,5-9 0 0 0,3 2 0 0 0,8 0 0 0 0,6-6 0 0 0,1-6 0 0 0,-8 0 0 0 0,0-1 0 0 0,0 1 0 0 0,0-1 0 0 0,0-1 0 0 0,0 1 0 0 0,0-1 0 0 0,0 0 0 0 0,-1 0 0 0 0,1-1 0 0 0,-1 0 0 0 0,0 0 0 0 0,1 0 0 0 0,-1-1 0 0 0,5-4 0 0 0,-4 3 0 0 0,-3 2 0 0 0,0 1 0 0 0,0-1 0 0 0,0 0 0 0 0,0-1 0 0 0,0 1 0 0 0,-1 0 0 0 0,0-1 0 0 0,1 0 0 0 0,-1 1 0 0 0,-1-1 0 0 0,1 0 0 0 0,0 0 0 0 0,-1 0 0 0 0,0 0 0 0 0,0-1 0 0 0,1-6 0 0 0,-2-3 0 0 0,-10 2 0 0 0,-5 7 0 0 0,10 5 0 0 0,0 0 0 0 0,0 0 0 0 0,1 1 0 0 0,-1-1 0 0 0,0 1 0 0 0,1 0 0 0 0,-1 0 0 0 0,1 1 0 0 0,-1-1 0 0 0,1 1 0 0 0,0 0 0 0 0,0 0 0 0 0,0 1 0 0 0,0-1 0 0 0,0 1 0 0 0,0 0 0 0 0,-4 4 0 0 0,1-1 0 0 0,-4 2 0 0 0,7-6 0 0 0,0 1 0 0 0,0 0 0 0 0,1 0 0 0 0,-1 0 0 0 0,1 0 0 0 0,0 1 0 0 0,0-1 0 0 0,0 1 0 0 0,0 0 0 0 0,1 0 0 0 0,0 0 0 0 0,0 0 0 0 0,0 0 0 0 0,-2 6 0 0 0,0 1 0 0 0,5 3 0 0 0,8-4 0 0 0,4-7 0 0 0,4-4 0 0 0,-10 0 0 0 0,-1 1 0 0 0,1-1 0 0 0,-1 0 0 0 0,0-1 0 0 0,0 0 0 0 0,0 0 0 0 0,0 0 0 0 0,0 0 0 0 0,0-1 0 0 0,-1 0 0 0 0,1 0 0 0 0,-1-1 0 0 0,1 1 0 0 0,-1-1 0 0 0,-1 0 0 0 0,6-6 0 0 0,-2 3 0 0 0,-5 4 0 0 0,-1 1 0 0 0,1-2 0 0 0,0 1 0 0 0,-1 0 0 0 0,1 0 0 0 0,-1-1 0 0 0,0 1 0 0 0,0-1 0 0 0,0 0 0 0 0,-1 0 0 0 0,1 1 0 0 0,-1-1 0 0 0,0 0 0 0 0,0 0 0 0 0,0 0 0 0 0,-1-1 0 0 0,0 1 0 0 0,1 0 0 0 0,-1 0 0 0 0,-1 0 0 0 0,0-7 0 0 0,-8-11-3000 0 0,8 20 2017 0 0,0 1-1 0 0,-1-1 1 0 0,1 1-1 0 0,-1-1 1 0 0,1 1-1 0 0,-1 0 1 0 0,0 0-1 0 0,0 0 1 0 0,1 0-1 0 0,-1 0 1 0 0,0 0-1 0 0,0 1 1 0 0,0-1-1 0 0,0 1 1 0 0,-4-1-1 0 0,1-1-1135 0 0,2 1-1476 0 0,-1 2 367 0 0,-17 1 275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41"/>
    </inkml:context>
    <inkml:brush xml:id="br0">
      <inkml:brushProperty name="width" value="0.025" units="cm"/>
      <inkml:brushProperty name="height" value="0.025" units="cm"/>
      <inkml:brushProperty name="color" value="#008C3A"/>
    </inkml:brush>
  </inkml:definitions>
  <inkml:trace contextRef="#ctx0" brushRef="#br0">1 116 7433 0 0,'0'0'4911'0'0,"1"-5"-2876"0"0,1 1-1359 0 0,1 0 0 0 0,-1 0-1 0 0,1 0 1 0 0,0 1 0 0 0,0-1-1 0 0,0 1 1 0 0,0-1-1 0 0,0 1 1 0 0,1 0 0 0 0,6-4-1 0 0,15-8-807 0 0,-18 11-146 0 0,-1 1-1 0 0,1 0 0 0 0,0 1 1 0 0,-1-1-1 0 0,1 1 0 0 0,1 0 0 0 0,-1 1 1 0 0,0 0-1 0 0,0 0 0 0 0,0 1 1 0 0,13 0-1 0 0,-17-1-552 0 0,0 0 0 0 0,1 0 0 0 0,-1 0 0 0 0,0 0 0 0 0,1-1 0 0 0,-1 1 0 0 0,0-1 0 0 0,0 0 0 0 0,3-2 0 0 0,5-3-5666 0 0,3-1 3693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42"/>
    </inkml:context>
    <inkml:brush xml:id="br0">
      <inkml:brushProperty name="width" value="0.025" units="cm"/>
      <inkml:brushProperty name="height" value="0.025" units="cm"/>
      <inkml:brushProperty name="color" value="#008C3A"/>
    </inkml:brush>
  </inkml:definitions>
  <inkml:trace contextRef="#ctx0" brushRef="#br0">1 351 5805 0 0,'4'-6'1754'0'0,"0"1"1"0"0,1 0 0 0 0,0 0 0 0 0,0 1-1 0 0,7-6 1 0 0,28-13-760 0 0,-37 22-1627 0 0,31-12-2229 0 0,3-1-5661 0 0,-25 8 5541 0 0</inkml:trace>
  <inkml:trace contextRef="#ctx0" brushRef="#br0" timeOffset="1">569 44 5160 0 0,'0'0'1565'0'0,"7"-5"1867"0"0,10-4-2164 0 0,-7 1-1184 0 0,5 2-412 0 0,3-2-1128 0 0,-13 3-1728 0 0,5 2 183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44"/>
    </inkml:context>
    <inkml:brush xml:id="br0">
      <inkml:brushProperty name="width" value="0.025" units="cm"/>
      <inkml:brushProperty name="height" value="0.025" units="cm"/>
      <inkml:brushProperty name="color" value="#008C3A"/>
    </inkml:brush>
  </inkml:definitions>
  <inkml:trace contextRef="#ctx0" brushRef="#br0">1 66 6685 0 0,'13'-9'3624'0'0,"-3"-1"-776"0"0,2 4-1036 0 0,0-4-1108 0 0,42 0-1288 0 0,-47 13 168 0 0,6-13-2024 0 0,-5 3-2596 0 0,2 0-801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45"/>
    </inkml:context>
    <inkml:brush xml:id="br0">
      <inkml:brushProperty name="width" value="0.025" units="cm"/>
      <inkml:brushProperty name="height" value="0.025" units="cm"/>
      <inkml:brushProperty name="color" value="#008C3A"/>
    </inkml:brush>
  </inkml:definitions>
  <inkml:trace contextRef="#ctx0" brushRef="#br0">0 163 4208 0 0,'7'-6'4997'0'0,"6"1"-4097"0"0,22-8-1248 0 0,-42 1-472 0 0,17 10-3777 0 0</inkml:trace>
  <inkml:trace contextRef="#ctx0" brushRef="#br0" timeOffset="1">449 13 5733 0 0,'0'0'1536'0'0,"10"-5"1636"0"0,0-2-9049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47"/>
    </inkml:context>
    <inkml:brush xml:id="br0">
      <inkml:brushProperty name="width" value="0.025" units="cm"/>
      <inkml:brushProperty name="height" value="0.025" units="cm"/>
      <inkml:brushProperty name="color" value="#008C3A"/>
    </inkml:brush>
  </inkml:definitions>
  <inkml:trace contextRef="#ctx0" brushRef="#br0">1 142 3508 0 0,'0'0'1660'0'0,"13"-76"-1456"0"0,2 83 729 0 0,-11-5-3338 0 0</inkml:trace>
  <inkml:trace contextRef="#ctx0" brushRef="#br0" timeOffset="1">459 0 4208 0 0,'0'0'5189'0'0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49"/>
    </inkml:context>
    <inkml:brush xml:id="br0">
      <inkml:brushProperty name="width" value="0.025" units="cm"/>
      <inkml:brushProperty name="height" value="0.025" units="cm"/>
      <inkml:brushProperty name="color" value="#008C3A"/>
    </inkml:brush>
  </inkml:definitions>
  <inkml:trace contextRef="#ctx0" brushRef="#br0">119 55 7105 0 0,'0'0'12403'0'0,"-1"0"-12133"0"0,0-1 0 0 0,0 1 0 0 0,0-1 0 0 0,1 1-1 0 0,-1-1 1 0 0,0 1 0 0 0,0 0 0 0 0,0 0-1 0 0,0 0 1 0 0,0-1 0 0 0,0 1 0 0 0,0 0 0 0 0,0 0-1 0 0,0 0 1 0 0,0 0 0 0 0,0 1 0 0 0,0-1-1 0 0,-2 1 1 0 0,-5 4 364 0 0,-1 1-1 0 0,1 0 1 0 0,1 1 0 0 0,-1-1-1 0 0,1 2 1 0 0,1-1 0 0 0,-1 1-1 0 0,1 0 1 0 0,0 0-1 0 0,1 1 1 0 0,-6 11 0 0 0,8-14-412 0 0,2-4-197 0 0,0 0 1 0 0,0 1 0 0 0,0-1-1 0 0,0 0 1 0 0,1 1-1 0 0,-1-1 1 0 0,1 0 0 0 0,-1 1-1 0 0,1-1 1 0 0,0 1-1 0 0,0 2 1 0 0,2 8-26 0 0,1-1 0 0 0,-3-11 0 0 0,0 0 0 0 0,1 0 0 0 0,-1-1 0 0 0,1 1 0 0 0,-1 0 0 0 0,1 0 0 0 0,-1 0 0 0 0,1 0 0 0 0,-1-1 0 0 0,1 1 0 0 0,0 0 0 0 0,-1 0 0 0 0,1-1 0 0 0,0 1 0 0 0,0-1 0 0 0,-1 1 0 0 0,1 0 0 0 0,0-1 0 0 0,0 0 0 0 0,0 1 0 0 0,0-1 0 0 0,0 1 0 0 0,0-1 0 0 0,0 0 0 0 0,0 0 0 0 0,0 0 0 0 0,0 1 0 0 0,0-1 0 0 0,0 0 0 0 0,0 0 0 0 0,0 0 0 0 0,0-1 0 0 0,-1 1 0 0 0,3 0 0 0 0,0 0 0 0 0,1 0 0 0 0,1 0 0 0 0,-1 0 0 0 0,0 0 0 0 0,1 0 0 0 0,-1-1 0 0 0,0 1 0 0 0,0-1 0 0 0,1 0 0 0 0,-1-1 0 0 0,0 1 0 0 0,0-1 0 0 0,0 1 0 0 0,0-1 0 0 0,-1-1 0 0 0,1 1 0 0 0,0 0 0 0 0,-1-1 0 0 0,0 0 0 0 0,1 0 0 0 0,-1 0 0 0 0,0 0 0 0 0,-1 0 0 0 0,1 0 0 0 0,0-1 0 0 0,-1 0 0 0 0,0 1 0 0 0,0-1 0 0 0,0 0 0 0 0,0 0 0 0 0,-1 0 0 0 0,1 0 0 0 0,0-8 0 0 0,-2-1 0 0 0,1 11 0 0 0,-1-1 0 0 0,0 1 0 0 0,0 0 0 0 0,0-1 0 0 0,-1 1 0 0 0,1 0 0 0 0,-1 0 0 0 0,1-1 0 0 0,-1 1 0 0 0,0 0 0 0 0,1 0 0 0 0,-1 0 0 0 0,0 0 0 0 0,-1 0 0 0 0,-1-3 0 0 0,-2-2 0 0 0,5 7-26 0 0,-1 0 0 0 0,1-1 0 0 0,0 1 0 0 0,0-1 0 0 0,-1 1-1 0 0,1 0 1 0 0,0-1 0 0 0,0 1 0 0 0,0-1 0 0 0,-1 1 0 0 0,1-1 0 0 0,0 1 0 0 0,0-1 0 0 0,0 1 0 0 0,0-1-1 0 0,0 1 1 0 0,0-1 0 0 0,0 1 0 0 0,0-1 0 0 0,0 1 0 0 0,0-1 0 0 0,0 1 0 0 0,0 0 0 0 0,1-1 0 0 0,-1 1 0 0 0,0-1-1 0 0,0 1 1 0 0,0-1 0 0 0,1 1 0 0 0,-1 0 0 0 0,0-1 0 0 0,0 1 0 0 0,1-1 0 0 0,-1 1 0 0 0,0 0 0 0 0,1-1-1 0 0,-1 1 1 0 0,1 0 0 0 0,-1 0 0 0 0,0-1 0 0 0,1 1 0 0 0,-1 0 0 0 0,1-1 0 0 0,-1 1-34 0 0,1 0 1 0 0,-1 0-1 0 0,0 0 1 0 0,1 0 0 0 0,-1 0-1 0 0,0 0 1 0 0,0 0-1 0 0,1-1 1 0 0,-1 1-1 0 0,0 0 1 0 0,0 0-1 0 0,0 0 1 0 0,1-1 0 0 0,-1 1-1 0 0,0 0 1 0 0,0 0-1 0 0,0 0 1 0 0,0-1-1 0 0,1 1 1 0 0,-1 0-1 0 0,0 0 1 0 0,0-1 0 0 0,0 1-1 0 0,0 0 1 0 0,0 0-1 0 0,0-1 1 0 0,0 1-1 0 0,0 0 1 0 0,0-1-1 0 0,0 1 1 0 0,0 0 0 0 0,0 0-1 0 0,0-1 1 0 0,0 1-1 0 0,0 0 1 0 0,0-1-1 0 0,0 1 1 0 0,0 0-1 0 0,0 0 1 0 0,0-1 0 0 0,0 1-1 0 0,-1 0 1 0 0,-4-11-4671 0 0,5 9 3739 0 0,0 1 1 0 0,0-1-1 0 0,-1 1 0 0 0,1-1 0 0 0,0 1 1 0 0,0 0-1 0 0,0-1 0 0 0,1 1 0 0 0,-1-1 0 0 0,0 1 1 0 0,0-1-1 0 0,1 1 0 0 0,-1-1 0 0 0,1 1 0 0 0,0 0 1 0 0,0-3-1 0 0,13-10-1869 0 0,-2 5-42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50"/>
    </inkml:context>
    <inkml:brush xml:id="br0">
      <inkml:brushProperty name="width" value="0.025" units="cm"/>
      <inkml:brushProperty name="height" value="0.025" units="cm"/>
      <inkml:brushProperty name="color" value="#008C3A"/>
    </inkml:brush>
  </inkml:definitions>
  <inkml:trace contextRef="#ctx0" brushRef="#br0">0 1 3348 0 0,'0'0'4033'0'0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51"/>
    </inkml:context>
    <inkml:brush xml:id="br0">
      <inkml:brushProperty name="width" value="0.025" units="cm"/>
      <inkml:brushProperty name="height" value="0.025" units="cm"/>
      <inkml:brushProperty name="color" value="#008C3A"/>
    </inkml:brush>
  </inkml:definitions>
  <inkml:trace contextRef="#ctx0" brushRef="#br0">1 18 1852 0 0,'13'-2'1124'0'0,"-3"-1"-272"0"0,8-5-884 0 0,-3 3-744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52"/>
    </inkml:context>
    <inkml:brush xml:id="br0">
      <inkml:brushProperty name="width" value="0.025" units="cm"/>
      <inkml:brushProperty name="height" value="0.025" units="cm"/>
      <inkml:brushProperty name="color" value="#008C3A"/>
    </inkml:brush>
  </inkml:definitions>
  <inkml:trace contextRef="#ctx0" brushRef="#br0">32 25 5148 0 0,'0'0'3551'0'0,"-5"-2"-2685"0"0,-12-6 9094 0 0,7 3 3215 0 0,45 15-13108 0 0,-10-4-67 0 0,-2-2 0 0 0,16-5 0 0 0,7 1 0 0 0,1-1 0 0 0,81-15 0 0 0,-35 4 0 0 0,-76 13 0 0 0,-17-1 0 0 0,1 1 0 0 0,-1-1 0 0 0,1 1 0 0 0,-1-1 0 0 0,1 1 0 0 0,-1-1 0 0 0,1 1 0 0 0,-1-1 0 0 0,1 1 0 0 0,-1-1 0 0 0,0 1 0 0 0,1-1 0 0 0,-1 1 0 0 0,0 0 0 0 0,1-1 0 0 0,-1 1 0 0 0,0 0 0 0 0,0-1 0 0 0,0 1 0 0 0,0 0 0 0 0,0-1 0 0 0,1 1 0 0 0,-1 1 0 0 0,-7 22 0 0 0,-88 166-1027 0 0,67-148-11376 0 0,6-11-2557 0 0,15-21 12067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53"/>
    </inkml:context>
    <inkml:brush xml:id="br0">
      <inkml:brushProperty name="width" value="0.025" units="cm"/>
      <inkml:brushProperty name="height" value="0.025" units="cm"/>
      <inkml:brushProperty name="color" value="#33CCFF"/>
    </inkml:brush>
  </inkml:definitions>
  <inkml:trace contextRef="#ctx0" brushRef="#br0">58 1 2732 0 0,'0'0'3176'0'0,"-3"2"-286"0"0,-13 11 20740 0 0,11-9-20559 0 0,3-2-5826 0 0,-5 5 2778 0 0,0 0-23 0 0,1 1 0 0 0,0-1 0 0 0,1 7 0 0 0,5 6 0 0 0,1-1 0 0 0,0-2 0 0 0,3-1 0 0 0,-1 1 0 0 0,-1-2 0 0 0,2-1 0 0 0,1 3 0 0 0,-1-1 0 0 0,-1-3 0 0 0,2 0 0 0 0,0 2 0 0 0,0 3 0 0 0,-3-1 0 0 0,3 7 0 0 0,0-1 0 0 0,2 0 0 0 0,0 0 0 0 0,2 0 0 0 0,0-1 0 0 0,19 30 0 0 0,-12-20 0 0 0,100 185 0 0 0,-8-8 0 0 0,-85-173 0 0 0,2-2 0 0 0,2 0 0 0 0,1-2 0 0 0,1-1 0 0 0,2-1 0 0 0,1-1 0 0 0,1-2 0 0 0,47 29 0 0 0,152 79 0 0 0,-65-70 0 0 0,-68-32 0 0 0,266 78 0 0 0,202 3 0 0 0,-478-106 0 0 0,-40-6 0 0 0,63-6 0 0 0,-44-3 0 0 0,-1-3 0 0 0,1-3 0 0 0,-2-2 0 0 0,121-47 0 0 0,-149 46 0 0 0,391-186 0 0 0,-361 156 0 0 0,-1-3 0 0 0,72-69 0 0 0,-115 97 0 0 0,139-139 0 0 0,-74 69 0 0 0,63-78 0 0 0,-52 54 0 0 0,-68 79 0 0 0,-1-1 0 0 0,32-50 0 0 0,47-82 0 0 0,-104 161 0 0 0,1-2 0 0 0,-2 0 0 0 0,0-1 0 0 0,0 2 0 0 0,-1 0 0 0 0,2 0 0 0 0,-2-1 0 0 0,1 0 0 0 0,1 0 0 0 0,-3 4 0 0 0,-2 4 0 0 0,3-8 0 0 0,-3 8 0 0 0,4-7 0 0 0,2-2 0 0 0,-2 0 0 0 0,-2 0 0 0 0,2 3 0 0 0,0-2 0 0 0,0 1 0 0 0,0 1 0 0 0,0-1 0 0 0,2 0 0 0 0,-2 0 0 0 0,-2 0 0 0 0,2 1 0 0 0,-1 1-811 0 0,-8 0-10478 0 0,1-2 8957 0 0,-2 5-5900 0 0,5 3 7465 0 0,-7-5-549 0 0,2 4-3112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54"/>
    </inkml:context>
    <inkml:brush xml:id="br0">
      <inkml:brushProperty name="width" value="0.025" units="cm"/>
      <inkml:brushProperty name="height" value="0.025" units="cm"/>
      <inkml:brushProperty name="color" value="#33CCFF"/>
    </inkml:brush>
  </inkml:definitions>
  <inkml:trace contextRef="#ctx0" brushRef="#br0">316 82 3080 0 0,'0'0'1854'0'0,"5"-21"18942"0"0,-15 22-20573 0 0,-18 5 558 0 0,0 1 0 0 0,1 1 0 0 0,0 1-1 0 0,1 1 1 0 0,-28 15 0 0 0,49-21-610 0 0,-2 0 58 0 0,-11 5 273 0 0,5-2-116 0 0,3-1-74 0 0,-52 29 217 0 0,60-34-529 0 0,-1 1 0 0 0,4-4 0 0 0,20-18 0 0 0,-6 9 0 0 0,-4 2 0 0 0,-1 0 0 0 0,4-2 0 0 0,-3 1 0 0 0,1 2 0 0 0,2 0 0 0 0,0-1 0 0 0,-1 1 0 0 0,2-1 0 0 0,0 1 0 0 0,-1 1 0 0 0,-1 0 0 0 0,-2 0 0 0 0,4-1 0 0 0,0 1 0 0 0,-3-1 0 0 0,1-1 0 0 0,0 2 0 0 0,0 0 0 0 0,2 2 0 0 0,2 6 0 0 0,-7 4 0 0 0,-3-1 0 0 0,6 7 0 0 0,-9-8 0 0 0,3 3 0 0 0,2 5 0 0 0,2 3 0 0 0,7 14-2112 0 0,-3 0-6020 0 0,5 4-2654 0 0,-13-26 6087 0 0,1-4 3561 0 0,-6-2 187 0 0,1 2-1922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55"/>
    </inkml:context>
    <inkml:brush xml:id="br0">
      <inkml:brushProperty name="width" value="0.025" units="cm"/>
      <inkml:brushProperty name="height" value="0.025" units="cm"/>
      <inkml:brushProperty name="color" value="#33CCFF"/>
    </inkml:brush>
  </inkml:definitions>
  <inkml:trace contextRef="#ctx0" brushRef="#br0">200 62 2280 0 0,'-4'0'26292'0'0,"0"1"-24269"0"0,-9 2-6372 0 0,7-1 6596 0 0,0 1-1328 0 0,0 14 1545 0 0,6-16-2354 0 0,2 14 626 0 0,8-3-691 0 0,-10-11-45 0 0,1-1 0 0 0,-1 0 0 0 0,1 0 0 0 0,0 1 0 0 0,-1-1 0 0 0,1 0 0 0 0,-1 0 0 0 0,1 1 0 0 0,-1-1 0 0 0,1 0 0 0 0,0 0 0 0 0,-1 0 0 0 0,1 0 0 0 0,0 0 0 0 0,-1 0 0 0 0,1 0 0 0 0,-1 0 0 0 0,1 0 0 0 0,0 0 0 0 0,-1-1 0 0 0,1 1 0 0 0,-1 0 0 0 0,1 0 0 0 0,-1 0 0 0 0,2-1 0 0 0,14-15 0 0 0,-7 2 0 0 0,-6 0 0 0 0,-4 13 0 0 0,1 1 0 0 0,0-1 0 0 0,0 0 0 0 0,0 1 0 0 0,-1-1 0 0 0,1 0 0 0 0,0 1 0 0 0,-1-1 0 0 0,1 1 0 0 0,-1-1 0 0 0,1 0 0 0 0,-1 1 0 0 0,1-1 0 0 0,0 1 0 0 0,-1 0 0 0 0,0-1 0 0 0,1 1 0 0 0,-1-1 0 0 0,1 1 0 0 0,-1 0 0 0 0,0-1 0 0 0,1 1 0 0 0,-1 0 0 0 0,0 0 0 0 0,1-1 0 0 0,-1 1 0 0 0,-1 0 0 0 0,-29 10 0 0 0,12 2 0 0 0,6-1 0 0 0,0 2 0 0 0,1-1 0 0 0,4-1 0 0 0,1 0 0 0 0,4 3 0 0 0,3-13 0 0 0,0 0 0 0 0,0 0 0 0 0,1 0 0 0 0,-1-1 0 0 0,0 1 0 0 0,1 0 0 0 0,-1 0 0 0 0,1 0 0 0 0,-1 0 0 0 0,1 0 0 0 0,-1-1 0 0 0,1 1 0 0 0,-1 0 0 0 0,1 0 0 0 0,0-1 0 0 0,0 1 0 0 0,-1-1 0 0 0,2 2 0 0 0,23-1 0 0 0,8-8 0 0 0,-27 1 0 0 0,-3 2 0 0 0,34-28 0 0 0,-27 21 0 0 0,-1-2 0 0 0,-2-1 0 0 0,-7-2 0 0 0,-15 0 0 0 0,-6 11 0 0 0,-5 7 0 0 0,13-1 0 0 0,11-1 0 0 0,1 0 0 0 0,0 0 0 0 0,-1 0 0 0 0,1 0 0 0 0,-1 0 0 0 0,1 0 0 0 0,-1 0 0 0 0,1 1 0 0 0,-1-1 0 0 0,1 1 0 0 0,0-1 0 0 0,-1 1 0 0 0,1-1 0 0 0,0 1 0 0 0,-1 0 0 0 0,1-1 0 0 0,-2 3 0 0 0,-11 9 0 0 0,0-3 0 0 0,-1 2 0 0 0,3 2 0 0 0,4 1 0 0 0,0-3 0 0 0,5 4 0 0 0,10 4 0 0 0,4-9 0 0 0,7-5 0 0 0,5-6 0 0 0,1-4 0 0 0,2-5 0 0 0,-22 4 0 0 0,-2 2 0 0 0,5-6 0 0 0,0-4 0 0 0,0-1 0 0 0,-5-1 0 0 0,-7-6 0 0 0,-6 7 0 0 0,-2 6 0 0 0,0 3 0 0 0,-3 1 0 0 0,-3 0 0 0 0,-4 4 0 0 0,0 6 0 0 0,7 5 0 0 0,8 2 0 0 0,3 0 0 0 0,1 6 0 0 0,6 0 0 0 0,7-3 0 0 0,4-5 0 0 0,2-2 0 0 0,3-2 0 0 0,1-3 0 0 0,2-1 0 0 0,1-2 0 0 0,0-1 0 0 0,-21 1 0 0 0,0 0 0 0 0,-1 0 0 0 0,1 0 0 0 0,0 0 0 0 0,0 0 0 0 0,0 0 0 0 0,0 0 0 0 0,0-1 0 0 0,-1 1 0 0 0,1 0 0 0 0,0 0 0 0 0,0-1 0 0 0,0 1 0 0 0,-1 0 0 0 0,1-1 0 0 0,0 1 0 0 0,0-1 0 0 0,-1 1 0 0 0,1-1 0 0 0,0 1 0 0 0,-1-1 0 0 0,2-1 0 0 0,11-9 0 0 0,-12 11 0 0 0,2-2 0 0 0,0 0 0 0 0,0 0 0 0 0,0 0 0 0 0,-1 0 0 0 0,1 0 0 0 0,0-1 0 0 0,-1 1 0 0 0,0-1 0 0 0,1 0 0 0 0,-1 0 0 0 0,0 0 0 0 0,0 0 0 0 0,-1 0 0 0 0,1 0 0 0 0,-1 0 0 0 0,0 0 0 0 0,1-1 0 0 0,-1 1 0 0 0,-1-1 0 0 0,2-5 0 0 0,0-9 0 0 0,-6-1 0 0 0,-5 3 0 0 0,-6 6 0 0 0,-3 6 0 0 0,-7 6 0 0 0,21-2 0 0 0,0 1 0 0 0,0 0 0 0 0,-1 0 0 0 0,1 0 0 0 0,0 0 0 0 0,0 1 0 0 0,0-1 0 0 0,1 1 0 0 0,-1 0 0 0 0,0 0 0 0 0,1 1 0 0 0,-1-1 0 0 0,1 1 0 0 0,-6 5 0 0 0,6-5 0 0 0,-17 10 0 0 0,15-7 0 0 0,-13 23 0 0 0,9-14 0 0 0,4-1 0 0 0,2 0 0 0 0,7 5 0 0 0,4-5 0 0 0,2-6 0 0 0,5-4 0 0 0,4-3 0 0 0,2-3 0 0 0,-1-2 0 0 0,-4-8 0 0 0,-2 2 0 0 0,-1-1 0 0 0,-3 1 0 0 0,-9-3 0 0 0,-16-6 0 0 0,-5 13 0 0 0,-5 7 0 0 0,3 1 0 0 0,2 3 0 0 0,1 2 0 0 0,-8 2 0 0 0,23-6 0 0 0,-21 19 0 0 0,12-11 0 0 0,2 1 0 0 0,3-1 0 0 0,3 2 0 0 0,7 2 0 0 0,-2-14 0 0 0,1 0 0 0 0,-1-1 0 0 0,1 1 0 0 0,-1-1 0 0 0,1 1 0 0 0,0 0 0 0 0,-1-1 0 0 0,1 1 0 0 0,0-1 0 0 0,-1 0 0 0 0,1 1 0 0 0,0-1 0 0 0,0 1 0 0 0,-1-1 0 0 0,1 0 0 0 0,0 0 0 0 0,0 0 0 0 0,0 1 0 0 0,1-1 0 0 0,25-2 0 0 0,-18 0 0 0 0,0-1 0 0 0,-1 0 0 0 0,0 0 0 0 0,1-1 0 0 0,-1 0 0 0 0,-1 0 0 0 0,1-1 0 0 0,-1 0 0 0 0,1 0 0 0 0,-1-1 0 0 0,-1 0 0 0 0,1 0 0 0 0,-1-1 0 0 0,0 1 0 0 0,-1-1 0 0 0,9-14 0 0 0,-7 9 0 0 0,-3-2 0 0 0,-7-3 0 0 0,-13 4 0 0 0,-2 9 0 0 0,-4 5 0 0 0,-4 2 0 0 0,6 3 0 0 0,-18 2-632 0 0,38-8 589 0 0,0 0 1 0 0,0 0 0 0 0,-1 0 0 0 0,1 0 0 0 0,0 0 0 0 0,-1 0 0 0 0,1 0 0 0 0,0 0 0 0 0,0 0 0 0 0,-1 0 0 0 0,1 0 0 0 0,0 0 0 0 0,0 0 0 0 0,-1-1 0 0 0,1 1-1 0 0,0 0 1 0 0,0 0 0 0 0,-1 0 0 0 0,1 0 0 0 0,0 0 0 0 0,0-1 0 0 0,0 1 0 0 0,-1 0 0 0 0,1 0 0 0 0,0 0 0 0 0,0-1 0 0 0,0 1 0 0 0,0 0 0 0 0,-1 0 0 0 0,1-1-1 0 0,0 1 1 0 0,0 0 0 0 0,0 0 0 0 0,0-1 0 0 0,0 1 0 0 0,-3-6-853 0 0,-5 9-1853 0 0,6 0 713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56"/>
    </inkml:context>
    <inkml:brush xml:id="br0">
      <inkml:brushProperty name="width" value="0.025" units="cm"/>
      <inkml:brushProperty name="height" value="0.025" units="cm"/>
      <inkml:brushProperty name="color" value="#33CCFF"/>
    </inkml:brush>
  </inkml:definitions>
  <inkml:trace contextRef="#ctx0" brushRef="#br0">405 28 6509 0 0,'0'0'17565'0'0,"-8"4"-16338"0"0,-8 5-684 0 0,1 1 1 0 0,0 0-1 0 0,0 1 1 0 0,1 1-1 0 0,-12 14 1 0 0,-71 80 3274 0 0,66-72-3431 0 0,-121 147-387 0 0,144-170 0 0 0,0 3 0 0 0,10-11 0 0 0,6-7 0 0 0,7-6 0 0 0,18-23 0 0 0,-1-2 0 0 0,35-50 0 0 0,-19 23 0 0 0,125-132 0 0 0,-164 182 0 0 0,1 1 0 0 0,-1 1 0 0 0,-8 10 0 0 0,-1 0 0 0 0,0-1 0 0 0,1 1 0 0 0,-1 0 0 0 0,0 0 0 0 0,1 0 0 0 0,-1-1 0 0 0,0 1 0 0 0,1 0 0 0 0,-1 0 0 0 0,1 0 0 0 0,-1 0 0 0 0,0 0 0 0 0,1-1 0 0 0,-1 1 0 0 0,1 0 0 0 0,-1 0 0 0 0,1 0 0 0 0,-1 0 0 0 0,0 0 0 0 0,1 1 0 0 0,-1-1 0 0 0,1 0 0 0 0,-1 0 0 0 0,1 0 0 0 0,-1 0 0 0 0,0 0 0 0 0,1 0 0 0 0,-1 1 0 0 0,1-1 0 0 0,8 23 0 0 0,-5 10 0 0 0,-1 0 0 0 0,-2 0 0 0 0,-4 41 0 0 0,0 4 0 0 0,3-51 0 0 0,1-1 0 0 0,1 1 0 0 0,1-1 0 0 0,2 1 0 0 0,12 43 0 0 0,-12-61 0 0 0,-1 2-50 0 0,-3-9-573 0 0,6 5-6115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57"/>
    </inkml:context>
    <inkml:brush xml:id="br0">
      <inkml:brushProperty name="width" value="0.025" units="cm"/>
      <inkml:brushProperty name="height" value="0.025" units="cm"/>
      <inkml:brushProperty name="color" value="#33CCFF"/>
    </inkml:brush>
  </inkml:definitions>
  <inkml:trace contextRef="#ctx0" brushRef="#br0">14 71 9521 0 0,'-3'0'4192'0'0,"-7"-6"11308"0"0,34-2-14516 0 0,1 2-1 0 0,0 1 1 0 0,0 0-1 0 0,29 0 1 0 0,18 0-4313 0 0,-7 0-8888 0 0,-65 5 11847 0 0,14-2-4881 0 0,12-6 1562 0 0,-15 2-1665 0 0,3-3 2557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58"/>
    </inkml:context>
    <inkml:brush xml:id="br0">
      <inkml:brushProperty name="width" value="0.025" units="cm"/>
      <inkml:brushProperty name="height" value="0.025" units="cm"/>
      <inkml:brushProperty name="color" value="#33CCFF"/>
    </inkml:brush>
  </inkml:definitions>
  <inkml:trace contextRef="#ctx0" brushRef="#br0">2555 1827 2856 0 0,'2'-2'2999'0'0,"8"-16"21092"0"0,-8 13-20607 0 0,-1 1-5602 0 0,-1-4 2559 0 0,15-63 573 0 0,-11 53-1014 0 0,0 1 0 0 0,-2 4 0 0 0,1-4 0 0 0,2-2 0 0 0,-1 5 0 0 0,-1-3 0 0 0,-1-1 0 0 0,1 1 0 0 0,2-1 0 0 0,-3 0 0 0 0,-1 0 0 0 0,1 3 0 0 0,1 0 0 0 0,1 1 0 0 0,-1 0 0 0 0,0-2 0 0 0,1-1 0 0 0,0-1 0 0 0,-3 2 0 0 0,0 0 0 0 0,1-1 0 0 0,1 0 0 0 0,-1-2 0 0 0,-2 1 0 0 0,0 1 0 0 0,0-4 0 0 0,-1 3 0 0 0,0-1 0 0 0,-2 0 0 0 0,0-2 0 0 0,1 3 0 0 0,-1 0 0 0 0,-1 2 0 0 0,2-2 0 0 0,1-1 0 0 0,-4 3 0 0 0,1 1 0 0 0,0 0 0 0 0,-3-1 0 0 0,1-1 0 0 0,-1 0 0 0 0,-1 2 0 0 0,-1-2 0 0 0,1 0 0 0 0,0-1 0 0 0,-1 1 0 0 0,1 1 0 0 0,0 1 0 0 0,1 1 0 0 0,0 0 0 0 0,1 0 0 0 0,-2 1 0 0 0,0-2 0 0 0,3 3 0 0 0,-3-3 0 0 0,1 2 0 0 0,-2-2 0 0 0,3 3 0 0 0,-1-2 0 0 0,-2 0 0 0 0,2 1 0 0 0,-4 0 0 0 0,3-1 0 0 0,-2 1 0 0 0,1 1 0 0 0,-4-3 0 0 0,4 3 0 0 0,-1 1 0 0 0,-2-2 0 0 0,2 4 0 0 0,-1-1 0 0 0,1-1 0 0 0,-2 0 0 0 0,1 3 0 0 0,0-4 0 0 0,-2 1 0 0 0,0 2 0 0 0,-47-33 0 0 0,-87-51 0 0 0,67 46 0 0 0,36 22 0 0 0,-29-9 0 0 0,-41-19 0 0 0,-1 3 0 0 0,-87-22 0 0 0,148 55 0 0 0,35 11 0 0 0,-1 1 0 0 0,9 2 0 0 0,5 1 0 0 0,-12-4 0 0 0,11 5 0 0 0,-4-1 0 0 0,-7-2 0 0 0,1 0 0 0 0,-3 0 0 0 0,-1 0 0 0 0,1 0 0 0 0,0-1 0 0 0,0 1 0 0 0,2-1 0 0 0,-2 3 0 0 0,-1-3 0 0 0,20 5 0 0 0,-18-4 0 0 0,15 3 0 0 0,-10-3 0 0 0,-4 2 0 0 0,0-1 0 0 0,-4-1 0 0 0,2 1 0 0 0,-2 1 0 0 0,0 0 0 0 0,1 1 0 0 0,-2 1 0 0 0,-2 0 0 0 0,2 0 0 0 0,-49 4 0 0 0,11 6 0 0 0,4 3 0 0 0,33-6 0 0 0,-44 13 0 0 0,51-16 0 0 0,10-2 0 0 0,-2 2 0 0 0,-9 3 0 0 0,4-1 0 0 0,1 0 0 0 0,1 3 0 0 0,-4 2 0 0 0,0-1 0 0 0,-25 12 0 0 0,7-3 0 0 0,-1-1 0 0 0,-7 7 0 0 0,-4 5 0 0 0,39-28 0 0 0,-38 34 0 0 0,33-26 0 0 0,0 0 0 0 0,0 0 0 0 0,-1 1 0 0 0,-1-1 0 0 0,0 1 0 0 0,2-2 0 0 0,0 0 0 0 0,0-1 0 0 0,1 1 0 0 0,-2 1 0 0 0,0 0 0 0 0,2-1 0 0 0,-1-2 0 0 0,0 1 0 0 0,4 0-268 0 0,6-6-1730 0 0,10-6-7794 0 0,20-11 6097 0 0,-19 9 1352 0 0,-1 0-1 0 0,1 0 1 0 0,-1-1 0 0 0,9-10-1 0 0,-3 2-601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59"/>
    </inkml:context>
    <inkml:brush xml:id="br0">
      <inkml:brushProperty name="width" value="0.025" units="cm"/>
      <inkml:brushProperty name="height" value="0.025" units="cm"/>
      <inkml:brushProperty name="color" value="#33CCFF"/>
    </inkml:brush>
  </inkml:definitions>
  <inkml:trace contextRef="#ctx0" brushRef="#br0">146 0 4196 0 0,'5'1'28536'0'0,"-63"115"-28501"0"0,32-69-35 0 0,24-41 0 0 0,-15 33 0 0 0,7-25 0 0 0,2-2 0 0 0,0 0 0 0 0,1 0 0 0 0,0 1 0 0 0,1-1 0 0 0,5 0 0 0 0,20-3 0 0 0,3-5 0 0 0,-2-2 0 0 0,1 0 0 0 0,2-1 0 0 0,11 2 0 0 0,-34-3 0 0 0,84-4 0 0 0,-61 3 0 0 0,0 0 0 0 0,-1 0 0 0 0,-3 0 0 0 0,5 0 0 0 0,-2 0 0 0 0,-4 0 0 0 0,-3 0 0 0 0,-4 0-215 0 0,-8 1-1565 0 0,4-2-5989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60"/>
    </inkml:context>
    <inkml:brush xml:id="br0">
      <inkml:brushProperty name="width" value="0.025" units="cm"/>
      <inkml:brushProperty name="height" value="0.025" units="cm"/>
      <inkml:brushProperty name="color" value="#33CCFF"/>
    </inkml:brush>
  </inkml:definitions>
  <inkml:trace contextRef="#ctx0" brushRef="#br0">81 133 6717 0 0,'-5'-42'17477'0'0,"6"35"-14508"0"0,-6-5 1821 0 0,4 12-4746 0 0,0-1-1 0 0,0 1 1 0 0,0 0-1 0 0,0 0 1 0 0,0-1 0 0 0,0 1-1 0 0,0 0 1 0 0,0 0-1 0 0,0 0 1 0 0,0 0 0 0 0,-1 0-1 0 0,1 0 1 0 0,0 1-1 0 0,0-1 1 0 0,0 0-1 0 0,0 0 1 0 0,-1 1 0 0 0,-17 8-15 0 0,7 4-29 0 0,6 1 0 0 0,5 5 0 0 0,7-2 0 0 0,5-5 0 0 0,3-5 0 0 0,3-4 0 0 0,6-4 0 0 0,1-6 0 0 0,-8 0 0 0 0,-3-2 0 0 0,0-3 0 0 0,-7 5 0 0 0,-2 2 0 0 0,3-7 0 0 0,-4 7 0 0 0,-1-4 0 0 0,-2 8 0 0 0,0 1 0 0 0,1-1 0 0 0,-1 1 0 0 0,0-1 0 0 0,0 0 0 0 0,0 1 0 0 0,0-1 0 0 0,0 0 0 0 0,0 1 0 0 0,0-1 0 0 0,-1 1 0 0 0,1-1 0 0 0,0 0 0 0 0,0 1 0 0 0,0-1 0 0 0,-1 1 0 0 0,1-1 0 0 0,0 1 0 0 0,-1-1 0 0 0,1 1 0 0 0,0-1 0 0 0,-1 1 0 0 0,0-2 0 0 0,0 2 0 0 0,0-1 0 0 0,-1 0 0 0 0,1 1 0 0 0,-1 0 0 0 0,1-1 0 0 0,-1 1 0 0 0,1-1 0 0 0,-1 1 0 0 0,1 0 0 0 0,-1 0 0 0 0,1 0 0 0 0,-1 0 0 0 0,0 0 0 0 0,-1 1 0 0 0,-27 8 0 0 0,15-1 0 0 0,2-1 0 0 0,0 4 0 0 0,5 0 0 0 0,10 3 0 0 0,15-4 0 0 0,1-7 0 0 0,6-3 0 0 0,0-2 0 0 0,1 0 0 0 0,-13-1 0 0 0,5-8 0 0 0,9-5 0 0 0,-13 3 0 0 0,-3-1 0 0 0,-6 0 0 0 0,-10-6 0 0 0,-11 7 0 0 0,-1 5 0 0 0,-1 5 0 0 0,-3 3 0 0 0,-7 0 0 0 0,28 0 0 0 0,0 0 0 0 0,-1 0 0 0 0,1 0 0 0 0,-1 0 0 0 0,1 0 0 0 0,-1 0 0 0 0,1 0 0 0 0,0 0 0 0 0,-1 1 0 0 0,1-1 0 0 0,-1 1 0 0 0,1-1 0 0 0,0 1 0 0 0,-1-1 0 0 0,0 2 0 0 0,-24 11 0 0 0,21-11 0 0 0,-2 0 0 0 0,0 1 0 0 0,0 1 0 0 0,1-1 0 0 0,-1 1 0 0 0,1 0 0 0 0,0 1 0 0 0,0-1 0 0 0,-9 10 0 0 0,4-4 0 0 0,3 0 0 0 0,1 3 0 0 0,13 5 0 0 0,10-10 0 0 0,2-6 0 0 0,-13-2 0 0 0,0 0 0 0 0,0 0 0 0 0,0 0 0 0 0,0-1 0 0 0,0 0 0 0 0,0 0 0 0 0,0 0 0 0 0,0 0 0 0 0,-1-1 0 0 0,1 1 0 0 0,0-1 0 0 0,-1-1 0 0 0,0 1 0 0 0,1-1 0 0 0,6-5 0 0 0,4-2 0 0 0,-2 2 0 0 0,-2-1 0 0 0,1-7 0 0 0,-3 2 0 0 0,-4 0 0 0 0,-6-2 0 0 0,-8-1 0 0 0,-6 7 0 0 0,1 3 0 0 0,5 3-23 0 0,7 4-994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61"/>
    </inkml:context>
    <inkml:brush xml:id="br0">
      <inkml:brushProperty name="width" value="0.025" units="cm"/>
      <inkml:brushProperty name="height" value="0.025" units="cm"/>
      <inkml:brushProperty name="color" value="#33CCFF"/>
    </inkml:brush>
  </inkml:definitions>
  <inkml:trace contextRef="#ctx0" brushRef="#br0">127 1 8137 0 0,'-1'3'18208'0'0,"-6"32"-17184"0"0,-98 370 4374 0 0,95-338-5398 0 0,9-57 0 0 0,-1 5 0 0 0,2 6-53 0 0,2-18-321 0 0,0-2-162 0 0,-1 1-1490 0 0,6 1-3781 0 0,13-22-15059 0 0,-16 15 18057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62"/>
    </inkml:context>
    <inkml:brush xml:id="br0">
      <inkml:brushProperty name="width" value="0.025" units="cm"/>
      <inkml:brushProperty name="height" value="0.025" units="cm"/>
      <inkml:brushProperty name="color" value="#33CCFF"/>
    </inkml:brush>
  </inkml:definitions>
  <inkml:trace contextRef="#ctx0" brushRef="#br0">61 179 5845 0 0,'0'0'1892'0'0,"1"-4"-155"0"0,-1-3-692 0 0,2 0 0 0 0,-1 1 1 0 0,1-1-1 0 0,0 1 0 0 0,0-1 1 0 0,1 1-1 0 0,5-10 0 0 0,-3 10-636 0 0,-1-1 0 0 0,1 1 0 0 0,0 1 1 0 0,1-1-1 0 0,0 1 0 0 0,0 0 0 0 0,0 0 0 0 0,0 0 0 0 0,1 1 0 0 0,-1 0 0 0 0,10-4 0 0 0,2 0 113 0 0,2 0-1 0 0,-1 2 1 0 0,1 0 0 0 0,0 1 0 0 0,1 1 0 0 0,26-2-1 0 0,-6 3 258 0 0,82 6 0 0 0,-121-3-742 0 0,0 0 0 0 0,-1 0 0 0 0,1 0 0 0 0,-1 1-1 0 0,1-1 1 0 0,-1 1 0 0 0,1-1 0 0 0,-1 1 0 0 0,1 0 0 0 0,-1 0 0 0 0,0-1 0 0 0,1 1 0 0 0,-1 0 0 0 0,0 0 0 0 0,0 0 0 0 0,0 0 0 0 0,0 1 0 0 0,0-1 0 0 0,0 0 0 0 0,0 0 0 0 0,0 1 0 0 0,0-1 0 0 0,0 0 0 0 0,-1 1 0 0 0,1-1 0 0 0,0 3 0 0 0,0-2 390 0 0,-4 3-220 0 0,-13 14 119 0 0,-1 0 0 0 0,-1-2-1 0 0,0 0 1 0 0,-1 0-1 0 0,-42 25 1 0 0,36-24-303 0 0,23-16-48 0 0,-9 8 19 0 0,11-10 5 0 0,-1 1 0 0 0,1-1 0 0 0,0 0 1 0 0,-1 1-1 0 0,1-1 0 0 0,0 0 0 0 0,-1 1 1 0 0,1-1-1 0 0,0 1 0 0 0,-1-1 0 0 0,1 1 1 0 0,0-1-1 0 0,0 0 0 0 0,0 1 1 0 0,-1-1-1 0 0,1 1 0 0 0,0-1 0 0 0,0 1 1 0 0,0-1-1 0 0,0 1 0 0 0,0-1 0 0 0,0 1 1 0 0,0-1-1 0 0,0 1 0 0 0,0-1 0 0 0,0 1 1 0 0,0-1-1 0 0,0 1 0 0 0,1-1 1 0 0,-1 1-1 0 0,0-1 0 0 0,0 1 0 0 0,0-1 1 0 0,1 1-1 0 0,10 6 17 0 0,0-1 0 0 0,0 0 0 0 0,1 0 1 0 0,0-1-1 0 0,0-1 0 0 0,21 5 0 0 0,-3 2-34 0 0,-2 2-25 0 0,-22-10 40 0 0,19 18-157 0 0,-22-19 182 0 0,2 6-5 0 0,-4-5-14 0 0,-1-1 4 0 0,1 3 19 0 0,0 0-13 0 0,-1 1 1 0 0,0-1 0 0 0,0 1-1 0 0,0-1 1 0 0,-1 0-1 0 0,0 1 1 0 0,0-1-1 0 0,0 0 1 0 0,0 0 0 0 0,-1 1-1 0 0,0-1 1 0 0,0 0-1 0 0,-1-1 1 0 0,-4 9 0 0 0,0-4 49 0 0,1 0 1 0 0,-2-1-1 0 0,1 0 1 0 0,-1-1 0 0 0,0 1-1 0 0,-17 10 1 0 0,-40 20 270 0 0,21-17-156 0 0,2-4-67 0 0,17-8-87 0 0,5-3-24 0 0,-14 4 0 0 0,30-9 0 0 0,-14 2 0 0 0,11-2-438 0 0,1-1 0 0 0,-1 0-1 0 0,1 0 1 0 0,-1-1 0 0 0,1 0 0 0 0,-1 0 0 0 0,1 0-1 0 0,0-1 1 0 0,0 0 0 0 0,0 0 0 0 0,0 0-1 0 0,0-1 1 0 0,0 0 0 0 0,0 0 0 0 0,1 0 0 0 0,0-1-1 0 0,-8-6 1 0 0,7 5-732 0 0,-11-12-6183 0 0,2 1 1750 0 0,2 7-973 0 0,-9-3 3655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63"/>
    </inkml:context>
    <inkml:brush xml:id="br0">
      <inkml:brushProperty name="width" value="0.025" units="cm"/>
      <inkml:brushProperty name="height" value="0.025" units="cm"/>
      <inkml:brushProperty name="color" value="#5B2D90"/>
    </inkml:brush>
  </inkml:definitions>
  <inkml:trace contextRef="#ctx0" brushRef="#br0">1 633 4912 0 0,'0'0'25238'0'0,"3"-6"-24993"0"0,10-16-1 0 0,-9 17 198 0 0,-1-1-301 0 0,0 1 0 0 0,1-1 1 0 0,0 1-1 0 0,1 0 0 0 0,-1 0 0 0 0,1 1 1 0 0,10-9-1 0 0,23-21 135 0 0,45-53-1 0 0,-20 19-329 0 0,-48 51 93 0 0,37-34-95 0 0,-4 2 37 0 0,-29 32 48 0 0,39-42 37 0 0,-46 49-66 0 0,-2 1 0 0 0,4-5-3 0 0,-15 14-6 0 0,-2 1 1 0 0,6-6 1 0 0,47-42-1 0 0,-42 39 34 0 0,2-3-17 0 0,2 0-9 0 0,-1 1 0 0 0,4-1 0 0 0,-5-1 0 0 0,5-8 0 0 0,-15 19 0 0 0,0 2 0 0 0,1-1 0 0 0,-1 0 0 0 0,0 0 0 0 0,0 0 0 0 0,0 0 0 0 0,0 0 0 0 0,0 0 0 0 0,0 0 0 0 0,0 0 0 0 0,0 0 0 0 0,0 0 0 0 0,0 1 0 0 0,1-1 0 0 0,-1 0 0 0 0,0 0 0 0 0,0 0 0 0 0,0 0 0 0 0,0 0 0 0 0,0 0 0 0 0,0 0 0 0 0,0 0 0 0 0,1 0 0 0 0,-1 0 0 0 0,0 0 0 0 0,0 0 0 0 0,0 0 0 0 0,0 0 0 0 0,0 0 0 0 0,0 0 0 0 0,0 0 0 0 0,1 0 0 0 0,-1 0 0 0 0,0 0 0 0 0,0 0 0 0 0,0 0 0 0 0,0-1 0 0 0,0 1 0 0 0,0 0 0 0 0,0 0 0 0 0,0 0 0 0 0,1 0 0 0 0,-1 0 0 0 0,0 0 0 0 0,0 0 0 0 0,0 0 0 0 0,0 0 0 0 0,0 0 0 0 0,0 0 0 0 0,0-1 0 0 0,0 1 0 0 0,0 0 0 0 0,0 0 0 0 0,0 0 0 0 0,0 0 0 0 0,0 0 0 0 0,-3 31 0 0 0,-2-9 0 0 0,0-7 0 0 0,0-1 0 0 0,-2 2 0 0 0,2-2 0 0 0,0 0 0 0 0,0 3 0 0 0,2 0 0 0 0,-2 0 0 0 0,-1-2 0 0 0,4 0 0 0 0,-2-1 0 0 0,-1 2 0 0 0,2 2 0 0 0,1-1 0 0 0,-1 1 0 0 0,0-3 0 0 0,-1 2 0 0 0,1 1 0 0 0,2-1 0 0 0,-1-2 0 0 0,2 3 0 0 0,-2-1 0 0 0,2 1 0 0 0,1 1 0 0 0,-2-1 0 0 0,-2-1 0 0 0,2 1 0 0 0,-2-4 0 0 0,1 1 0 0 0,-2-1 0 0 0,-1 2 0 0 0,0-3 0 0 0,0 2 0 0 0,0-1 0 0 0,1 1 0 0 0,0-1 0 0 0,-1 0 0 0 0,0 0 0 0 0,0-1 0 0 0,0-1 0 0 0,-1 0-36 0 0,4-10-465 0 0,14-15-19129 0 0,11-15 10594 0 0,-22 25 6300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64"/>
    </inkml:context>
    <inkml:brush xml:id="br0">
      <inkml:brushProperty name="width" value="0.05" units="cm"/>
      <inkml:brushProperty name="height" value="0.05" units="cm"/>
      <inkml:brushProperty name="color" value="#5B2D90"/>
    </inkml:brush>
  </inkml:definitions>
  <inkml:trace contextRef="#ctx0" brushRef="#br0">0 11 2732 0 0,'4'-10'21326'0'0,"4"19"-20660"0"0,-1 0-1 0 0,1 0 0 0 0,-2 1 1 0 0,1 0-1 0 0,-1 1 0 0 0,8 21 1 0 0,-6-15 144 0 0,0 0 0 0 0,1-1 0 0 0,1 0 1 0 0,15 19-1 0 0,6 4-810 0 0,-12-18 0 0 0,-10-12 0 0 0,0 1 0 0 0,-1 0 0 0 0,0 1 0 0 0,6 12 0 0 0,-5-9 0 0 0,-1-2 0 0 0,0-1 0 0 0,1 2 0 0 0,-1-3 0 0 0,0 0 0 0 0,0 1 0 0 0,1-1 0 0 0,-1 3 0 0 0,-1-2 0 0 0,-1-1 0 0 0,1 1 0 0 0,1-1 0 0 0,0 0 0 0 0,3 1 0 0 0,0-1 0 0 0,-1 0 0 0 0,0-1 0 0 0,-5-2 0 0 0,1 0 0 0 0,1 0 0 0 0,-1 0 0 0 0,0 1 0 0 0,2 0 0 0 0,0 0 0 0 0,-2-1 0 0 0,2-1 0 0 0,-2 0 0 0 0,1 1 0 0 0,1 0 0 0 0,0 1 0 0 0,1 0 0 0 0,-1 1 0 0 0,4 3 0 0 0,1-1 0 0 0,0 0 0 0 0,0 0 0 0 0,1-2 0 0 0,25 14 0 0 0,-39-23 0 0 0,42 24 0 0 0,14 10 0 0 0,-48-29 0 0 0,1 0 0 0 0,1 1 0 0 0,-2 0 0 0 0,1-1 0 0 0,1 1 0 0 0,-2 0 0 0 0,2-1 0 0 0,-1 0 0 0 0,0 0 0 0 0,0 1 0 0 0,0-1 0 0 0,-3 1 0 0 0,2-1 0 0 0,3 0 0 0 0,-3 2 0 0 0,1-1 0 0 0,2 1 0 0 0,-1 0 0 0 0,1-1 0 0 0,-2 0 0 0 0,-1 1 0 0 0,1 0 0 0 0,0-1 0 0 0,0-1 0 0 0,-1 2 0 0 0,-2-2 0 0 0,1 2 0 0 0,1 1 0 0 0,1-1 0 0 0,-1 0 0 0 0,1 0 0 0 0,39 31 0 0 0,-43-35 0 0 0,-6-5 0 0 0,38 35 0 0 0,-31-26 0 0 0,1-1 0 0 0,1 1 0 0 0,-1 1 0 0 0,1-2 0 0 0,0 3 0 0 0,1 0 0 0 0,-1-2 0 0 0,0 0 0 0 0,-1 0 0 0 0,-1 1 0 0 0,2 0 0 0 0,-3-1 0 0 0,3 0 0 0 0,-4 0 0 0 0,2 2 0 0 0,0 0 0 0 0,0 0 0 0 0,1 0 0 0 0,1 0 0 0 0,1 2 0 0 0,-1 2 0 0 0,-2-1 0 0 0,3-1 0 0 0,-2 0 0 0 0,1 0 0 0 0,0 1 0 0 0,-1-3 0 0 0,-1-2-3537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65"/>
    </inkml:context>
    <inkml:brush xml:id="br0">
      <inkml:brushProperty name="width" value="0.025" units="cm"/>
      <inkml:brushProperty name="height" value="0.025" units="cm"/>
      <inkml:brushProperty name="color" value="#5B2D90"/>
    </inkml:brush>
  </inkml:definitions>
  <inkml:trace contextRef="#ctx0" brushRef="#br0">2243 1382 2936 0 0,'0'0'1018'0'0,"40"-17"14114"0"0,-46 16-14804 0 0,-376-44 3911 0 0,230 31-3683 0 0,-1022-73 3032 0 0,1117 84-3498 0 0,-224-3 603 0 0,124 14-306 0 0,154-7-356 0 0,0-1-9 0 0,-12 1 2 0 0,2 0-45 0 0,9-1 78 0 0,1 0 1 0 0,-1 0-1 0 0,0 0 0 0 0,1 1 0 0 0,-1-1 0 0 0,1 1 0 0 0,-1 0 0 0 0,-6 2 1 0 0,10-2-44 0 0,0 1 1 0 0,0-1 0 0 0,-1 0 0 0 0,1 0-1 0 0,0 0 1 0 0,0 0 0 0 0,0 0-1 0 0,0 0 1 0 0,0 0 0 0 0,1 0 0 0 0,-1 0-1 0 0,0 0 1 0 0,0 0 0 0 0,1 0 0 0 0,-1 0-1 0 0,0 0 1 0 0,1 0 0 0 0,-1 0-1 0 0,1 0 1 0 0,-1-1 0 0 0,1 1 0 0 0,0 0-1 0 0,-1 0 1 0 0,1 0 0 0 0,0-1 0 0 0,0 1-1 0 0,-1 0 1 0 0,2 0 0 0 0,19 25 426 0 0,1-2 1 0 0,1 0-1 0 0,33 26 1 0 0,-8-8 76 0 0,44 45-388 0 0,246 210 258 0 0,-54-69-388 0 0,-231-179 0 0 0,-2 1 0 0 0,-2 3 0 0 0,44 63 0 0 0,18 50 0 0 0,-103-153 0 0 0,1-1 0 0 0,-2-2 0 0 0,1 2 0 0 0,-2-1 0 0 0,-6-11 0 0 0,1 0 0 0 0,-1 1 0 0 0,0-1 0 0 0,0 0 0 0 0,0 0 0 0 0,0 1 0 0 0,0-1 0 0 0,0 0 0 0 0,1 0 0 0 0,-1 0 0 0 0,0 1 0 0 0,0-1 0 0 0,0 0 0 0 0,1 0 0 0 0,-1 0 0 0 0,0 1 0 0 0,0-1 0 0 0,0 0 0 0 0,1 0 0 0 0,-1 0 0 0 0,0 0 0 0 0,0 0 0 0 0,1 0 0 0 0,-1 0 0 0 0,0 0 0 0 0,0 1 0 0 0,1-1 0 0 0,-1 0 0 0 0,0 0 0 0 0,1 0 0 0 0,-1 0 0 0 0,0 0 0 0 0,0 0 0 0 0,1-1 0 0 0,-1 1 0 0 0,0 0 0 0 0,0 0 0 0 0,1 0 0 0 0,-1 0 0 0 0,0 0 0 0 0,0 0 0 0 0,1-1 0 0 0,11-22 0 0 0,79-286 0 0 0,-52 157 0 0 0,123-372 0 0 0,46 19 0 0 0,-78 265-152 0 0,10-17-150 0 0,-116 205 268 0 0,-2-1 0 0 0,-3 0-1 0 0,15-63 1 0 0,-26 83 181 0 0,11-74 297 0 0,-17 91-444 0 0,1 0 0 0 0,1-1 0 0 0,-1 1 0 0 0,-3 0 0 0 0,-2 1 0 0 0,2 14 0 0 0,0 1 0 0 0,-1 0 0 0 0,1-1 0 0 0,0 1 0 0 0,0-1 0 0 0,-1 1 0 0 0,1 0 0 0 0,0-1 0 0 0,-1 1 0 0 0,1 0 0 0 0,0 0 0 0 0,-1-1 0 0 0,1 1 0 0 0,0 0 0 0 0,-1 0 0 0 0,1-1 0 0 0,-1 1 0 0 0,1 0 0 0 0,-1 0 0 0 0,1 0 0 0 0,0 0 0 0 0,-1 0 0 0 0,1 0 0 0 0,-1 0 0 0 0,1 0 0 0 0,-1 0 0 0 0,1 0 0 0 0,0 0 0 0 0,-1 0 0 0 0,1 0 0 0 0,-1 0 0 0 0,1 0 0 0 0,-1 0 0 0 0,1 1 0 0 0,-27 13 0 0 0,-2 7 0 0 0,2 1 0 0 0,0 2 0 0 0,2 1 0 0 0,1 0 0 0 0,-29 40 0 0 0,0-2 0 0 0,-33 35 0 0 0,-226 242 0 0 0,-38 37 0 0 0,-21 20 0 0 0,306-336 0 0 0,-34 29 0 0 0,0-1 0 0 0,-52 43 0 0 0,127-111 0 0 0,-164 151 0 0 0,179-162 0 0 0,-4 3 0 0 0,0-1 0 0 0,1-1 0 0 0,1-1 0 0 0,3 0 0 0 0,-1 0 0 0 0,0 1 0 0 0,-2 1 0 0 0,5 0 0 0 0,-1-1 0 0 0,-3 0 0 0 0,2 1 0 0 0,0 1 0 0 0,-3-1 0 0 0,4 1 0 0 0,-2 0 0 0 0,3-2 0 0 0,6-10 0 0 0,0-1 0 0 0,0 0 0 0 0,0 0 0 0 0,0 0 0 0 0,1 0 0 0 0,-1 0 0 0 0,0 0 0 0 0,0 0 0 0 0,0 0 0 0 0,0 0 0 0 0,0 0 0 0 0,1 0 0 0 0,-1 0 0 0 0,0 0 0 0 0,0 0 0 0 0,0 0 0 0 0,0 0 0 0 0,0 0 0 0 0,0 0 0 0 0,1 0 0 0 0,-1 0 0 0 0,0 0 0 0 0,0 0 0 0 0,0 0 0 0 0,0 0 0 0 0,0 1 0 0 0,0-1 0 0 0,0 0 0 0 0,0 0 0 0 0,1 0 0 0 0,-1 0 0 0 0,0 0 0 0 0,0 0 0 0 0,0 0 0 0 0,0 1 0 0 0,0-1 0 0 0,0 0 0 0 0,0 0 0 0 0,0 0 0 0 0,0 0 0 0 0,0 0 0 0 0,0 1 0 0 0,0-1 0 0 0,0 0 0 0 0,0 0 0 0 0,0 0 0 0 0,0 0 0 0 0,0 0 0 0 0,0 0 0 0 0,0 1 0 0 0,0-1 0 0 0,0 0 0 0 0,0 0 0 0 0,0 0 0 0 0,0 0 0 0 0,0 0 0 0 0,-1 0 0 0 0,1 1 0 0 0,0-1 0 0 0,0 0 0 0 0,0 0 0 0 0,0 0 0 0 0,0 0 0 0 0,0 0 0 0 0,0 0 0 0 0,0 0 0 0 0,-1 1 0 0 0,33-11 0 0 0,174-48 0 0 0,-170 50 0 0 0,247-60 0 0 0,548-140 0 0 0,-225-15 0 0 0,-592 216 0 0 0,6 0 0 0 0,-2-1 0 0 0,-2 1 0 0 0,-1-1 0 0 0,3 0 0 0 0,-1 1 0 0 0,84-35 0 0 0,-86 35 0 0 0,1 1 0 0 0,-2 0 0 0 0,1 0 0 0 0,-2-1 0 0 0,0-1 0 0 0,-2 0 0 0 0,1 1 0 0 0,0 0 0 0 0,3-1 0 0 0,1 2 0 0 0,-1 2 0 0 0,4 0 0 0 0,-3-1 0 0 0,2 0 0 0 0,1 1 0 0 0,-3-2 0 0 0,-1 0 0 0 0,-2-2 0 0 0,-3 3-67 0 0,-8 4-467 0 0,5-3 442 0 0,-4 2-2053 0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66"/>
    </inkml:context>
    <inkml:brush xml:id="br0">
      <inkml:brushProperty name="width" value="0.025" units="cm"/>
      <inkml:brushProperty name="height" value="0.025" units="cm"/>
      <inkml:brushProperty name="color" value="#5B2D90"/>
    </inkml:brush>
  </inkml:definitions>
  <inkml:trace contextRef="#ctx0" brushRef="#br0">30 80 1340 0 0,'0'0'4456'0'0,"-2"-5"-6532"0"0,-6-15 3340 0 0,-3-9 2218 0 0,3 13 2388 0 0,11 12-5484 0 0,2-1-15 0 0,1 5 3188 0 0,23 14-2658 0 0,-28-13-645 0 0,48 10 1332 0 0,67 2-483 0 0,-114-12-1080 0 0,21 2 4 0 0,-11-2 43 0 0,17 3 32 0 0,-20-2-90 0 0,9 1 15 0 0,-4 0-2 0 0,-3 0-4 0 0,-8-3-25 0 0,18 2 92 0 0,86 7-110 0 0,-104-9 54 0 0,1 0-178 0 0,9 0 151 0 0,-10 0-12 0 0,11 1-3264 0 0,-11-1-1333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67"/>
    </inkml:context>
    <inkml:brush xml:id="br0">
      <inkml:brushProperty name="width" value="0.05" units="cm"/>
      <inkml:brushProperty name="height" value="0.05" units="cm"/>
      <inkml:brushProperty name="color" value="#5B2D90"/>
    </inkml:brush>
  </inkml:definitions>
  <inkml:trace contextRef="#ctx0" brushRef="#br0">1481 3 1892 0 0,'3'-3'16110'0'0,"-149"165"-8498"0"0,97-112-6391 0 0,-51 46 26 0 0,77-75-753 0 0,1 0 0 0 0,1 1 0 0 0,-32 44 0 0 0,33-40-199 0 0,-80 89 1488 0 0,90-101-1563 0 0,-23 23 191 0 0,-14 13-411 0 0,37-41 0 0 0,-107 108 0 0 0,70-75 0 0 0,12-9 0 0 0,-14 13 0 0 0,45-41 0 0 0,-39 34 0 0 0,30-28 0 0 0,0 1 0 0 0,-1 1 0 0 0,1-1 0 0 0,0 0 0 0 0,1-1 0 0 0,1-1 0 0 0,-1 1 0 0 0,2-2 0 0 0,0 0 0 0 0,-1 0 0 0 0,0 3 0 0 0,0-2 0 0 0,1 0 0 0 0,1-2 0 0 0,-2 1 0 0 0,0 1 0 0 0,-2 1 0 0 0,3-1 0 0 0,-2 0 0 0 0,1-1 0 0 0,-1 2 0 0 0,0 1 0 0 0,-1-2 0 0 0,1 0 0 0 0,1 0 0 0 0,1-2 0 0 0,1 2 0 0 0,-1 0 0 0 0,0 0 0 0 0,1 0 0 0 0,-1 0 0 0 0,-1 2 0 0 0,2-2 0 0 0,-1 2 0 0 0,3-1 0 0 0,-3 1 0 0 0,-1-1 0 0 0,1-2 0 0 0,0 3 0 0 0,0 0 0 0 0,1 1 0 0 0,0-1 0 0 0,0-2 0 0 0,1 0 0 0 0,1 1 0 0 0,-2 1 0 0 0,-2 2 0 0 0,4-3 0 0 0,-2 0 0 0 0,-1 3 0 0 0,2-3 0 0 0,1 0 0 0 0,3 0 0 0 0,3-3-198 0 0,1-7-881 0 0,31-14-17282 0 0,-21 5 13915 0 0,-6 4 973 0 0,7-5 463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68"/>
    </inkml:context>
    <inkml:brush xml:id="br0">
      <inkml:brushProperty name="width" value="0.05" units="cm"/>
      <inkml:brushProperty name="height" value="0.05" units="cm"/>
      <inkml:brushProperty name="color" value="#5B2D90"/>
    </inkml:brush>
  </inkml:definitions>
  <inkml:trace contextRef="#ctx0" brushRef="#br0">0 913 2488 0 0,'0'0'17230'0'0,"3"-4"-16841"0"0,18-23 929 0 0,-20 26-992 0 0,33-20 1636 0 0,-7 10-1392 0 0,2 0 0 0 0,-1 2 0 0 0,1 2 0 0 0,47-8 0 0 0,-28 7-257 0 0,55-18 1 0 0,-78 19-281 0 0,0 1 1 0 0,38-4-1 0 0,61-12 104 0 0,-104 16-66 0 0,-1 0 0 0 0,1-1 0 0 0,-1-1-1 0 0,22-12 1 0 0,-1 0 72 0 0,-11 8 222 0 0,0 1 1 0 0,35-7-1 0 0,37-15-136 0 0,-100 32-219 0 0,4 0 16 0 0,78-20 348 0 0,-2-3 1 0 0,109-49 0 0 0,-188 72-357 0 0,1 1-17 0 0,1-1-1 0 0,-1 0 0 0 0,1 0 0 0 0,-1-1 1 0 0,0 1-1 0 0,1-1 0 0 0,-1 1 0 0 0,0-1 1 0 0,5-4-1 0 0,8-3 67 0 0,-15 9-36 0 0,44-21 74 0 0,143-62 490 0 0,152-74 531 0 0,-278 124-1011 0 0,73-32-68 0 0,-90 42-57 0 0,11-1 124 0 0,-54 24-161 0 0,14-7-20 0 0,6-2 197 0 0,-20 9-70 0 0,0-1-34 0 0,6-3-4 0 0,-4 2-3 0 0,5-1-15 0 0,4-3-115 0 0,-11 4-548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69"/>
    </inkml:context>
    <inkml:brush xml:id="br0">
      <inkml:brushProperty name="width" value="0.05" units="cm"/>
      <inkml:brushProperty name="height" value="0.05" units="cm"/>
      <inkml:brushProperty name="color" value="#5B2D90"/>
    </inkml:brush>
  </inkml:definitions>
  <inkml:trace contextRef="#ctx0" brushRef="#br0">14 14 2260 0 0,'-13'-14'18195'0'0,"32"14"-17803"0"0,-14 0 42 0 0,20 0 819 0 0,250 19 3587 0 0,144-7-2165 0 0,17 7-459 0 0,-410-17-2069 0 0,22 0-47 0 0,70 8 155 0 0,-102-8-255 0 0,49 3 0 0 0,63 4 0 0 0,-112-8 0 0 0,-1 0 0 0 0,1 0 0 0 0,1-1 0 0 0,1 2 0 0 0,44 4 0 0 0,-3-3 0 0 0,-44-1 0 0 0,0-1 0 0 0,0 1 0 0 0,1 0 0 0 0,0-1 0 0 0,9-1 0 0 0,-26-2 0 0 0,23 5 0 0 0,30 4 0 0 0,-36-5 0 0 0,-1 0 0 0 0,-1-1 0 0 0,-2 0 0 0 0,0 0 0 0 0,2 1 0 0 0,-2 1 0 0 0,4-1 0 0 0,0 0 0 0 0,72 13 0 0 0,-75-12 0 0 0,2-1 0 0 0,-2 1 0 0 0,0-1 0 0 0,-2 1 0 0 0,1-1 0 0 0,2 0 0 0 0,62 7 0 0 0,-17-4 0 0 0,-40-4 0 0 0,17-1-6278 0 0,-35 0 6029 0 0,-1 0 0 0 0,1 0 0 0 0,-1 0 0 0 0,1 0 1 0 0,-1-1-1 0 0,0 1 0 0 0,1 0 0 0 0,-1 0 0 0 0,1-1 0 0 0,-1 1 0 0 0,0 0 1 0 0,1 0-1 0 0,-1-1 0 0 0,0 1 0 0 0,1 0 0 0 0,-1-1 0 0 0,0 1 0 0 0,1-1 1 0 0,-1 1-1 0 0,0 0 0 0 0,0-1 0 0 0,0 1 0 0 0,1-1 0 0 0,-1 1 0 0 0,0-1 1 0 0,0 1-1 0 0,0-1 0 0 0,0 1 0 0 0,0-1 0 0 0,0 1 0 0 0,0 0 0 0 0,0-1 0 0 0,0 0 1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70"/>
    </inkml:context>
    <inkml:brush xml:id="br0">
      <inkml:brushProperty name="width" value="0.05" units="cm"/>
      <inkml:brushProperty name="height" value="0.05" units="cm"/>
      <inkml:brushProperty name="color" value="#5B2D90"/>
    </inkml:brush>
  </inkml:definitions>
  <inkml:trace contextRef="#ctx0" brushRef="#br0">0 14 2352 0 0,'0'0'17336'0'0,"7"-13"-8729"0"0,-3 21-8192 0 0,0 0 1 0 0,0-1 0 0 0,1 1 0 0 0,0-1 0 0 0,0 0-1 0 0,1 0 1 0 0,0-1 0 0 0,10 10 0 0 0,27 28 314 0 0,95 83-730 0 0,-91-87 0 0 0,-35-29 0 0 0,-1 0 0 0 0,-1-2 0 0 0,0-1 0 0 0,-1 0 0 0 0,0 2 0 0 0,1-2 0 0 0,2 3 0 0 0,-1-3 0 0 0,0 2 0 0 0,1-1 0 0 0,1 0 0 0 0,-4-1 0 0 0,3 3 0 0 0,0-1 0 0 0,62 43 0 0 0,-66-47 0 0 0,0 0 0 0 0,1 1 0 0 0,1 0 0 0 0,0 0 0 0 0,0 0 0 0 0,1 1 0 0 0,1-1 0 0 0,-2 1 0 0 0,35 29 0 0 0,36 28 0 0 0,55 52 0 0 0,-129-110 0 0 0,37 39 0 0 0,-37-38 0 0 0,1 1 0 0 0,0 0 0 0 0,-1 0 0 0 0,1-1 0 0 0,1 0 0 0 0,-3 1 0 0 0,1 0 0 0 0,7 11 0 0 0,15 9 0 0 0,19 17 0 0 0,-40-37 0 0 0,0 0 0 0 0,0 0 0 0 0,-1 0 0 0 0,1-1 0 0 0,-1 0 0 0 0,0 0 0 0 0,1-1 0 0 0,-3 1 0 0 0,1-1 0 0 0,2 1 0 0 0,-2 0 0 0 0,1-1 0 0 0,-1 0 0 0 0,1 2 0 0 0,0-2 0 0 0,4 3 0 0 0,1-1 0 0 0,-1-3 0 0 0,2 1 0 0 0,-1-2 0 0 0,3 2 0 0 0,0-1 0 0 0,0-1 0 0 0,0 1 0 0 0,2-1 0 0 0,-1 2 0 0 0,0 0 0 0 0,39 16 0 0 0,-43-16 0 0 0,1 1 0 0 0,0 0 45 0 0,10 10-1470 0 0,11-36-24084 0 0,-29 4 22523 0 0,0 1 186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71"/>
    </inkml:context>
    <inkml:brush xml:id="br0">
      <inkml:brushProperty name="width" value="0.05" units="cm"/>
      <inkml:brushProperty name="height" value="0.05" units="cm"/>
      <inkml:brushProperty name="color" value="#5B2D90"/>
    </inkml:brush>
  </inkml:definitions>
  <inkml:trace contextRef="#ctx0" brushRef="#br0">762 1 2884 0 0,'0'0'20266'0'0,"-2"5"-19855"0"0,-81 160 5176 0 0,17-35-1968 0 0,16-29-3619 0 0,-61 141 0 0 0,104-222 0 0 0,9-20 0 0 0,-34 70 0 0 0,0-15 0 0 0,24-40 0 0 0,0 0 0 0 0,-1 0 0 0 0,-4 3 0 0 0,12-17 0 0 0,-13 33 0 0 0,-78 175 0 0 0,88-197 0 0 0,0 4 0 0 0,1-8 0 0 0,3-11 0 0 0,-3 8 0 0 0,-24 68 0 0 0,23-67 0 0 0,-13 53 0 0 0,17-53 0 0 0,-18 53 0 0 0,11-41 0 0 0,2 0 0 0 0,2-1 0 0 0,-2-1 0 0 0,1 0 0 0 0,0 0 0 0 0,-2-2 0 0 0,1 2 0 0 0,3-1 0 0 0,-4-1 0 0 0,1 0 0 0 0,2 0 0 0 0,-2 0 0 0 0,0 2 0 0 0,2 0 0 0 0,-1-2 0 0 0,-1 1 0 0 0,1-1 0 0 0,0-1 0 0 0,-1 1 0 0 0,0 3 0 0 0,0-4 0 0 0,0 3 0 0 0,0-1 0 0 0,2 0 0 0 0,-2 1 0 0 0,0-4 0 0 0,1 3 0 0 0,-1-2 0 0 0,1 3 0 0 0,-1 0 0 0 0,0-1 0 0 0,0-1 0 0 0,0 0 0 0 0,6-14 0 0 0,-1 0 0 0 0,0 0 0 0 0,0 0 0 0 0,0 0 0 0 0,0 0 0 0 0,0 0 0 0 0,1 0 0 0 0,-1 0 0 0 0,0 0 0 0 0,0 0 0 0 0,0 0 0 0 0,0 0 0 0 0,0 0 0 0 0,1 0 0 0 0,-1 0 0 0 0,0 0 0 0 0,0 0 0 0 0,0 0 0 0 0,0 0 0 0 0,0 0 0 0 0,0 1 0 0 0,0-1 0 0 0,0 0 0 0 0,1 0 0 0 0,-1 0 0 0 0,0 0 0 0 0,0 0 0 0 0,0 0 0 0 0,0 0 0 0 0,0 1 0 0 0,0-1 0 0 0,0 0 0 0 0,0 0 0 0 0,0 0 0 0 0,0 0 0 0 0,0 0 0 0 0,0 0 0 0 0,0 1 0 0 0,0-1 0 0 0,0 0 0 0 0,0 0 0 0 0,0 0 0 0 0,0 0 0 0 0,0 0 0 0 0,0 1 0 0 0,0-1 0 0 0,0 0 0 0 0,0 0 0 0 0,0 0 0 0 0,0 0 0 0 0,0 0 0 0 0,0 0 0 0 0,0 1 0 0 0,0-1 0 0 0,-1 0 0 0 0,1 0 0 0 0,0 0 0 0 0,0 0 0 0 0,0 0 0 0 0,0 0 0 0 0,0 0 0 0 0,0 0 0 0 0,0 1 0 0 0,0-1 0 0 0,-1 0 0 0 0,1 0 0 0 0,0 0 0 0 0,18-21 0 0 0,19-37-8371 0 0,-19 31 4118 0 0,3-3-1575 0 0,-9 8-4648 0 0,-7 14 7597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72"/>
    </inkml:context>
    <inkml:brush xml:id="br0">
      <inkml:brushProperty name="width" value="0.05" units="cm"/>
      <inkml:brushProperty name="height" value="0.05" units="cm"/>
      <inkml:brushProperty name="color" value="#5B2D90"/>
    </inkml:brush>
  </inkml:definitions>
  <inkml:trace contextRef="#ctx0" brushRef="#br0">1227 1427 4556 0 0,'0'0'11505'0'0,"3"-4"-10818"0"0,9-20 4642 0 0,-31-4-488 0 0,9 16-2781 0 0,-28-35 1729 0 0,28 31-3789 0 0,2-1 0 0 0,0 0 0 0 0,0 0 0 0 0,-2-7 0 0 0,-24-25 0 0 0,5 8 0 0 0,-15-24 0 0 0,-41-51 0 0 0,-26 7 0 0 0,58 60 0 0 0,41 40 0 0 0,-2-2 0 0 0,0 0 0 0 0,0 0 0 0 0,1 1 0 0 0,-2 1 0 0 0,2 0 0 0 0,0 1 0 0 0,1-1 0 0 0,0-1 0 0 0,-1 1 0 0 0,0 1 0 0 0,1-1 0 0 0,-1-2 0 0 0,0 1 0 0 0,0 1 0 0 0,1-2 0 0 0,-2 1 0 0 0,0-1 0 0 0,-1 0 0 0 0,0-1 0 0 0,2 1 0 0 0,-1 1 0 0 0,1-1 0 0 0,1 0 0 0 0,1-2 0 0 0,-1 0 0 0 0,1 0 0 0 0,2 1 0 0 0,0 0 0 0 0,-2 1 0 0 0,2 1 0 0 0,-1-1 0 0 0,-1-2 0 0 0,1 3 0 0 0,1-1 0 0 0,1 0 0 0 0,-3-1 0 0 0,0 1 0 0 0,-1 1 0 0 0,3 0 0 0 0,-2-3 0 0 0,0 2 0 0 0,1 2 0 0 0,-1-2 0 0 0,-3-2 0 0 0,3 3 0 0 0,-1-1 0 0 0,1 1 0 0 0,-1-2 0 0 0,1 1 0 0 0,1 2 0 0 0,-2-1 0 0 0,-2-3 0 0 0,5 2 0 0 0,-1 0 0 0 0,1-2 0 0 0,-2-1 0 0 0,-1 1 0 0 0,2 1 0 0 0,1 1 0 0 0,0 0 0 0 0,-1 1 0 0 0,2 0 0 0 0,-2-1 0 0 0,1-1 0 0 0,1 1 0 0 0,2-2 0 0 0,17-2 0 0 0,5 8 0 0 0,3 4 0 0 0,-2 2 0 0 0,-1 0-1038 0 0,38-5-19464 0 0,-31-3 14946 0 0,-2 0 2485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73"/>
    </inkml:context>
    <inkml:brush xml:id="br0">
      <inkml:brushProperty name="width" value="0.05" units="cm"/>
      <inkml:brushProperty name="height" value="0.05" units="cm"/>
      <inkml:brushProperty name="color" value="#5B2D90"/>
    </inkml:brush>
  </inkml:definitions>
  <inkml:trace contextRef="#ctx0" brushRef="#br0">1332 4 2436 0 0,'0'0'8050'0'0,"-18"-4"-970"0"0,-197 221-316 0 0,160-159-5568 0 0,-143 160 3332 0 0,92-104-3496 0 0,-45 58 649 0 0,88-96-1681 0 0,38-48 0 0 0,2 1 0 0 0,-22 34 0 0 0,15-23 0 0 0,15-21 0 0 0,2 0 0 0 0,-17 30 0 0 0,3-5 0 0 0,-64 99 0 0 0,-2-17 0 0 0,86-116 0 0 0,2 1 0 0 0,-1-1 0 0 0,-1 0 0 0 0,3 2 0 0 0,-5 3 0 0 0,2-3 0 0 0,-1 0 0 0 0,0 0 0 0 0,2 2 0 0 0,-2-1 0 0 0,0-1 0 0 0,0 0 0 0 0,-2 1 0 0 0,1 1 0 0 0,1-1 0 0 0,2-5 0 0 0,0-1-167 0 0,2-1 289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74"/>
    </inkml:context>
    <inkml:brush xml:id="br0">
      <inkml:brushProperty name="width" value="0.05" units="cm"/>
      <inkml:brushProperty name="height" value="0.05" units="cm"/>
      <inkml:brushProperty name="color" value="#5B2D90"/>
    </inkml:brush>
  </inkml:definitions>
  <inkml:trace contextRef="#ctx0" brushRef="#br0">0 821 3068 0 0,'0'0'3057'0'0,"3"-4"-2176"0"0,0-3-443 0 0,3-4-101 0 0,4 0 6361 0 0,-7 8-6143 0 0,22-17 10764 0 0,-18 15-10183 0 0,43-12 311 0 0,-4 2 469 0 0,55-11-1 0 0,-86 23-1915 0 0,2-1 0 0 0,45-8 0 0 0,-56 12 0 0 0,49-10 0 0 0,-38 6 0 0 0,41-9 0 0 0,15-3 0 0 0,-15 4 0 0 0,-43 9 0 0 0,-2 0 0 0 0,2 0 0 0 0,22-6 0 0 0,51-4 0 0 0,-3 1 0 0 0,-29 2 0 0 0,-38 6 0 0 0,7-2 0 0 0,-6 1 0 0 0,-3 0 0 0 0,1 1 0 0 0,0-1 0 0 0,0 0 0 0 0,4 0 0 0 0,-2 0 0 0 0,2 1 0 0 0,58-14 0 0 0,116-39 0 0 0,-177 52 0 0 0,-1-2 0 0 0,2 2 0 0 0,-1 0 0 0 0,0-1 0 0 0,0-1 0 0 0,-1 1 0 0 0,-1 0 0 0 0,1-1 0 0 0,0 1 0 0 0,-1 0 0 0 0,-1 0 0 0 0,0 0 0 0 0,0 0 0 0 0,0 0 0 0 0,0-1 0 0 0,0 2 0 0 0,1-1 0 0 0,1 1 0 0 0,-2-2 0 0 0,1 0 0 0 0,1 0 0 0 0,-1-1 0 0 0,1 0 0 0 0,3 0 0 0 0,42-23 0 0 0,-3-3 0 0 0,-42 26 0 0 0,-1 0 0 0 0,-1 1 0 0 0,0-1 0 0 0,-2 0 0 0 0,-1-1 0 0 0,1 2 0 0 0,0 0 0 0 0,1 1 0 0 0,-1-3 0 0 0,0 3 0 0 0,2-2 0 0 0,0 0 0 0 0,-2 2 0 0 0,3-1 0 0 0,0 0 0 0 0,-1-1 0 0 0,-3 2 0 0 0,1-1 0 0 0,1 0 0 0 0,3 0 0 0 0,-4 2 0 0 0,-1-1 0 0 0,1-1 0 0 0,3 0 0 0 0,0 1 0 0 0,-1 0 0 0 0,-1 0 0 0 0,1 0 0 0 0,-1-1 0 0 0,0-1 0 0 0,0 2 0 0 0,-54 2-215 0 0,30 4-1560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75"/>
    </inkml:context>
    <inkml:brush xml:id="br0">
      <inkml:brushProperty name="width" value="0.05" units="cm"/>
      <inkml:brushProperty name="height" value="0.05" units="cm"/>
      <inkml:brushProperty name="color" value="#5B2D90"/>
    </inkml:brush>
  </inkml:definitions>
  <inkml:trace contextRef="#ctx0" brushRef="#br0">0 69 2416 0 0,'0'0'18574'0'0,"6"-1"-18233"0"0,17-5 5 0 0,-17 4 1074 0 0,30 1 337 0 0,408-12 2696 0 0,-440 13-4432 0 0,429-16 1504 0 0,-149-5-1072 0 0,-241 16-87 0 0,1 1 0 0 0,70 5 0 0 0,83 6-3 0 0,-182-6-363 0 0,1-1 0 0 0,0 2 0 0 0,-2 0 0 0 0,1 0 0 0 0,0-1 0 0 0,0 1 0 0 0,0-1 0 0 0,-2 0 0 0 0,2 0 0 0 0,0 1 0 0 0,0 0 0 0 0,0 0 0 0 0,-2 0 0 0 0,2-1 0 0 0,0 0 0 0 0,0 0 0 0 0,-2 1 0 0 0,2-1 0 0 0,0 0 0 0 0,-2 1 0 0 0,0-1 0 0 0,1 1 0 0 0,-1 0 0 0 0,2 0 0 0 0,-1-1 0 0 0,1 1 0 0 0,-3 0 0 0 0,1 0 0 0 0,3 0 0 0 0,-2-1 0 0 0,0 0 0 0 0,0 0 0 0 0,3 0 0 0 0,-2 0 0 0 0,0 0 0 0 0,0-1 0 0 0,-2 2 0 0 0,0 0 0 0 0,1-1 0 0 0,-1 0 0 0 0,0 2 0 0 0,-1-1 0 0 0,5 2 0 0 0,-1 1 0 0 0,-1 0 0 0 0,-1 1 0 0 0,2-1 0 0 0,0 0 0 0 0,-1-1 0 0 0,-2 1 0 0 0,4 0 0 0 0,-1-1 0 0 0,0-1 0 0 0,-3 0-439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76"/>
    </inkml:context>
    <inkml:brush xml:id="br0">
      <inkml:brushProperty name="width" value="0.05" units="cm"/>
      <inkml:brushProperty name="height" value="0.05" units="cm"/>
      <inkml:brushProperty name="color" value="#5B2D90"/>
    </inkml:brush>
  </inkml:definitions>
  <inkml:trace contextRef="#ctx0" brushRef="#br0">746 12 1860 0 0,'8'-11'20194'0'0,"-121"268"-14917"0"0,53-110-3465 0 0,49-121-1711 0 0,-26 46 435 0 0,34-66-498 0 0,0 0-1 0 0,0 0 1 0 0,0 0-1 0 0,1 1 1 0 0,-1-1-1 0 0,-1 10 1 0 0,4-14-44 0 0,-1 0 40 0 0,-2 8-40 0 0,2-8-25 0 0,0 2 47 0 0,1 0-1 0 0,-1 1 1 0 0,-1-1-1 0 0,1-1 1 0 0,-1 1-1 0 0,1 0 1 0 0,-1 0 0 0 0,-3 4-1 0 0,-2 6 38 0 0,6-12-53 0 0,-7 28 386 0 0,-3 15-63 0 0,-12 46 173 0 0,23-88-436 0 0,-8 36 385 0 0,-4 27 312 0 0,12-64-699 0 0,-1 1-45 0 0,-1 13-11 0 0,-1 2-2 0 0,1-3 0 0 0,1 1 0 0 0,-1 0 0 0 0,0 3 0 0 0,-1-4 0 0 0,-1 2 0 0 0,2-1 0 0 0,-2 2 0 0 0,-1 1 0 0 0,2-1 0 0 0,2-4 0 0 0,-3 3 0 0 0,-2-1 0 0 0,2-3 0 0 0,-1 1 0 0 0,-1 2 0 0 0,2-1 0 0 0,-1 2 0 0 0,0-4 0 0 0,0 1 0 0 0,-2-2 0 0 0,3 1 0 0 0,-2 3 0 0 0,0-2 0 0 0,1-1 0 0 0,-2 0 0 0 0,1 1 0 0 0,-1-2 0 0 0,0 1 0 0 0,1-1 0 0 0,-1 2 0 0 0,0 0 0 0 0,-1 0 0 0 0,0 0 0 0 0,1 1 0 0 0,-1-1 0 0 0,1 0 0 0 0,1 0 0 0 0,0 2 0 0 0,-1-2 0 0 0,-1 1 0 0 0,1-1 0 0 0,0 1 0 0 0,0-1 0 0 0,1 0 0 0 0,-1-1 0 0 0,-1 2 0 0 0,-1-1 0 0 0,1 0 0 0 0,0 0 0 0 0,-3 0 0 0 0,4 0 0 0 0,0-1 0 0 0,-1-1 0 0 0,2 1 0 0 0,-2-1 0 0 0,2 1 0 0 0,-1-1 0 0 0,1 2 0 0 0,0-3 0 0 0,-1 2 0 0 0,-1 4 0 0 0,2-3 0 0 0,1-2 0 0 0,-1 2 0 0 0,-3 4 0 0 0,4-2 0 0 0,0-2 0 0 0,0 0 0 0 0,1-1 0 0 0,1-1-908 0 0,17-55-27447 0 0,-8 13 25555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77"/>
    </inkml:context>
    <inkml:brush xml:id="br0">
      <inkml:brushProperty name="width" value="0.05" units="cm"/>
      <inkml:brushProperty name="height" value="0.05" units="cm"/>
      <inkml:brushProperty name="color" value="#5B2D90"/>
    </inkml:brush>
  </inkml:definitions>
  <inkml:trace contextRef="#ctx0" brushRef="#br0">0 41 1964 0 0,'32'-19'6649'0'0,"-3"1"-311"0"0,-28 17-6418 0 0,2-2 428 0 0,19 5-11300 0 0,-17-1 8681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78"/>
    </inkml:context>
    <inkml:brush xml:id="br0">
      <inkml:brushProperty name="width" value="0.05" units="cm"/>
      <inkml:brushProperty name="height" value="0.05" units="cm"/>
      <inkml:brushProperty name="color" value="#5B2D90"/>
    </inkml:brush>
  </inkml:definitions>
  <inkml:trace contextRef="#ctx0" brushRef="#br0">1249 28 2312 0 0,'11'-27'28423'0'0,"-23"36"-28227"0"0,0 1 1 0 0,1 0-1 0 0,0 1 0 0 0,1 0 1 0 0,0 1-1 0 0,1 0 0 0 0,-11 18 1 0 0,-25 32 264 0 0,-97 141-461 0 0,135-192 0 0 0,1 1 0 0 0,-1-2 0 0 0,1 0 0 0 0,0-1 0 0 0,0 0 0 0 0,-1 1 0 0 0,-1 0 0 0 0,-4 4 0 0 0,13-12 0 0 0,-2 3 0 0 0,-35 33 0 0 0,31-34 0 0 0,6-6 0 0 0,-26 34 0 0 0,16-19 0 0 0,1-3 0 0 0,-1 1 0 0 0,1-1 0 0 0,-53 69 0 0 0,-7 3 0 0 0,30-40 0 0 0,18-25 0 0 0,-6 12 0 0 0,-5 5 0 0 0,-40 55 0 0 0,-12 9 0 0 0,78-95 0 0 0,-26 44 0 0 0,22-35 0 0 0,-2 0 0 0 0,-1 0 0 0 0,2 0 0 0 0,2 2 0 0 0,-2-2 0 0 0,-2 0 0 0 0,4 0 0 0 0,-2 0 0 0 0,2 0 0 0 0,-1-1 0 0 0,0-1 0 0 0,0 2 0 0 0,0 1 0 0 0,2 0 0 0 0,-3-1 0 0 0,3 1 0 0 0,-1 1 0 0 0,-2 1 0 0 0,1 0 0 0 0,-38 73 0 0 0,40-74 0 0 0,-1 1 0 0 0,1-1 0 0 0,1 0 0 0 0,-3 0 0 0 0,-50 88 0 0 0,55-98 0 0 0,-26 44 0 0 0,24-35 0 0 0,-1-2 0 0 0,2-5-884 0 0,12-68-27651 0 0,-7 45 25675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79"/>
    </inkml:context>
    <inkml:brush xml:id="br0">
      <inkml:brushProperty name="width" value="0.05" units="cm"/>
      <inkml:brushProperty name="height" value="0.05" units="cm"/>
      <inkml:brushProperty name="color" value="#5B2D90"/>
    </inkml:brush>
  </inkml:definitions>
  <inkml:trace contextRef="#ctx0" brushRef="#br0">593 62 2096 0 0,'24'-19'6319'0'0,"13"-24"13282"0"0,-62 60-19080 0 0,1 0 1 0 0,1 1-1 0 0,-33 33 0 0 0,-65 79 2003 0 0,94-101-2382 0 0,1 1-142 0 0,-101 102 0 0 0,114-119 0 0 0,0 0 0 0 0,1-1 0 0 0,1 1 0 0 0,-2-1 0 0 0,-1-1 0 0 0,-5 4 0 0 0,20-17 0 0 0,-5 6 0 0 0,-48 44 0 0 0,40-37 0 0 0,0-2 0 0 0,2 0 0 0 0,1 0 0 0 0,-1 2 0 0 0,-2 0 0 0 0,3 0 0 0 0,20-25-2568 0 0,14-11-7478 0 0,6-5-1261 0 0,-13 9 7498 0 0,-13 14 860 0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80"/>
    </inkml:context>
    <inkml:brush xml:id="br0">
      <inkml:brushProperty name="width" value="0.05" units="cm"/>
      <inkml:brushProperty name="height" value="0.05" units="cm"/>
      <inkml:brushProperty name="color" value="#5B2D90"/>
    </inkml:brush>
  </inkml:definitions>
  <inkml:trace contextRef="#ctx0" brushRef="#br0">595 78 1800 0 0,'0'0'1322'0'0,"35"-40"4125"0"0,-34 38-5155 0 0,26-33 10339 0 0,-45 58-6428 0 0,-47 52-105 0 0,-5-7-3374 0 0,-191 195 3526 0 0,135-140-4250 0 0,117-113 0 0 0,3 0 0 0 0,-3 0 0 0 0,1-1 0 0 0,1-1 0 0 0,-1 3 0 0 0,3-3 0 0 0,0 2 0 0 0,-2 2 0 0 0,1-3 0 0 0,0 1 0 0 0,1-1 0 0 0,-1 1 0 0 0,0 1 0 0 0,1-2 0 0 0,-1-2 0 0 0,0 3 0 0 0,0-2-221 0 0,4-7-967 0 0,69-40-26550 0 0,-50 27 24934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81"/>
    </inkml:context>
    <inkml:brush xml:id="br0">
      <inkml:brushProperty name="width" value="0.05" units="cm"/>
      <inkml:brushProperty name="height" value="0.05" units="cm"/>
      <inkml:brushProperty name="color" value="#5B2D90"/>
    </inkml:brush>
  </inkml:definitions>
  <inkml:trace contextRef="#ctx0" brushRef="#br0">64 25 920 0 0,'-15'-20'15069'0'0,"18"16"-12741"0"0,-1 11-605 0 0,0 29 412 0 0,-4 42 421 0 0,-24 135 2896 0 0,14-129-3805 0 0,6-49-1383 0 0,2-12-95 0 0,1 1-1 0 0,1 0 0 0 0,2 28 0 0 0,0-31-168 0 0,0 0 0 0 0,2-2 0 0 0,1-4 0 0 0,0 1 0 0 0,1 2 0 0 0,-3-3 0 0 0,1-2 0 0 0,1 1 0 0 0,1-2-130 0 0,-4-10-578 0 0,1-10-4853 0 0,-1 4 4696 0 0,1 0 1 0 0,0 0-1 0 0,0 0 1 0 0,0 0-1 0 0,0 0 1 0 0,2-4-1 0 0,11-19-11780 0 0,-10 20 8519 0 0,5-9 1317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82"/>
    </inkml:context>
    <inkml:brush xml:id="br0">
      <inkml:brushProperty name="width" value="0.05" units="cm"/>
      <inkml:brushProperty name="height" value="0.05" units="cm"/>
      <inkml:brushProperty name="color" value="#5B2D90"/>
    </inkml:brush>
  </inkml:definitions>
  <inkml:trace contextRef="#ctx0" brushRef="#br0">61 10 940 0 0,'4'-10'24392'0'0,"-8"40"-23895"0"0,4-23 18 0 0,-1 18 543 0 0,-1-1 0 0 0,-7 35 0 0 0,-10 106 2191 0 0,17-145-3249 0 0,-1 1 0 0 0,3-2 0 0 0,0 1 0 0 0,-2-2 0 0 0,2 0 0 0 0,-1-1 0 0 0,-1-2 0 0 0,2 4 0 0 0,2-3 0 0 0,-1 0 0 0 0,-1 0 0 0 0,0 3 0 0 0,-1-3 0 0 0,-1 2 0 0 0,0 0 0 0 0,-1-3 0 0 0,0 0 0 0 0,-2 2 0 0 0,1-1 0 0 0,1 0 0 0 0,3 1 0 0 0,1 1 0 0 0,2-7-113 0 0,-2-9-706 0 0,2 1-926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83"/>
    </inkml:context>
    <inkml:brush xml:id="br0">
      <inkml:brushProperty name="width" value="0.1" units="cm"/>
      <inkml:brushProperty name="height" value="0.6" units="cm"/>
      <inkml:brushProperty name="color" value="#849398"/>
      <inkml:brushProperty name="inkEffects" value="pencil"/>
    </inkml:brush>
  </inkml:definitions>
  <inkml:trace contextRef="#ctx0" brushRef="#br0">594 404 7001 244918 70571,'0'0'2980'0'0,"0"0"-288"0"0,1-2-140 0 0,0-1-259 0 0,1-1-161 0 0,0 0-260 0 0,0 0-164 0 0,1-1-180 0 0,0 0-148 0 0,1-1-211 0 0,1 0 19 0 0,0-1-112 0 0,0 1-104 0 0,2-1-92 0 0,-1 2-20 0 0,0-2-376 0 0,1 0-484 0 0,-1-1 0 0 0,0 1 0 0 0,-2 0 0 0 0,1-1 0 0 0,0-1 0 0 0,-1-1 0 0 0,-1-1 0 0 0,0-1 0 0 0,-2-1 0 0 0,0-1 0 0 0,-1 0 0 0 0,-1-1 0 0 0,-1 0 0 0 0,-1-1 0 0 0,-2 1 0 0 0,-1 1 0-968 627,0-1 0 968-627,-2 2 0 0 0,1 0 0 0 0,-1 1 0 0 0,-1 1 0 0 0,-3 1 0 0 0,-1 1 0 0 0,-1 0 0 0 0,-2 2 0 0 0,-2 1 0 0 0,-2 2 0 0 0,0 2 0 0 0,-2 2 0 0 0,-2 2 0 0 0,-2 4 0 0 0,-2 2 0 0 0,-1 4 0 0 0,-1 5 0 0 0,-2 5 0 0 0,0 4 0 0 0,-1 5 0 0 0,-1 5 0 0 0,1 4 0 0 0,1 3 0 0 0,2 1 0 0 0,3 0 0 0 0,3-1 0 0 0,3 1 0 0 0,3 0 0-1033 621,3-1 0 1033-621,4 0 0 0 0,2-2 0 0 0,2 0 0 0 0,3-2 0 0 0,3-1 0 0 0,1-1 0 0 0,3-1 0 1995 288,2-1 0-1995-288,3-1 0 0 0,2-2 0 0 0,2-2 0 0 0,2-1 0 0 0,2-2 0 0 0,3-2 0 0 0,1-2 0 0 0,3-3 0 0 0,2-2 0 0 0,1-2 0 0 0,2-3 0 0 0,1-3 0 0 0,0-1 0 0 0,1-4 0-1046 628,2-1 0 1046-628,1-3 0 0 0,3-1 0 0 0,1-3 0 0 0,2-2 0 0 0,1-2 0 0 0,1-2 0 0 0,3-2 0 0 0,-1-2 0 0 0,0-1 0 0 0,1-1 0-1122 622,-1-2 0 1122-622,-1 0 0 0 0,-1 0 0 0 0,-2-2 0 0 0,-1 0 0 2185 292,-1-2 0-2185-292,-2 0 0 0 0,-1 0 0 0 0,-3-1 0 0 0,-2 1 0 50142 0,-1-1 0-50142 0,-2 0 0-1056-635,-1-1 0 1056 635,-1 0 0 0 0,-1 0 0 0 0,-1-1 0 0 0,-1-1 0 0 0,-2 0 0 0 0,-1 0 0 0 0,-1-1 0 0 0,-2-1 0 0 0,0 0 0 0 0,-2 0 0 0 0,-1-1 0 0 0,-1 0 0 0 0,-1 0 0 0 0,0 1 0 0 0,-2-1 0 0 0,0 2 0 0 0,-1 0 0 0 0,-1 1 0 0 0,0 0 0 0 0,-1 1 0 0 0,-1 2 0 0 0,0 0 0 0 0,-1 2 0 0 0,-1 1 0 0 0,-1 1 0 0 0,0 1 0 0 0,-1 1 0-982-641,-1 1 0 982 641,-1 0 0 0 0,0 1 0 0 0,-2 1 0 0 0,0 1 0 0 0,-2 0 0 0 0,0 2 0 0 0,-2 0 0 0 0,-1 1 0 0 0,-1 1 0 2055-266,-2 1 0-2055 266,0 1 0 0 0,-1 0 0 0 0,-2 2 0 0 0,-2 0 0 0 0,0 2 0 0 0,-1 1 0 0 0,-2 1 0 0 0,-1 2 0 1995-288,-2 2 0-1995 288,-1 1 0 0 0,-3 2 0 0 0,-2 3 0 0 0,-2 2 0 0 0,-3 3 0 0 0,0 3 0-1995 288,-2 1 0 1995-288,0 2 0 0 0,0 1 0 0 0,0 1 0 0 0,1 0 0 0 0,-4 1 0 0 0,-1 1-2572 0 0,3 0-2833 0 0,5-2 477 0 0,5-3 527 0 0,5-2 425-977-634,5-3 404 977 634,4-3 355 0 0,4-4 373-1078 900,4-2 992 1078-900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84"/>
    </inkml:context>
    <inkml:brush xml:id="br0">
      <inkml:brushProperty name="width" value="0.1" units="cm"/>
      <inkml:brushProperty name="height" value="0.6" units="cm"/>
      <inkml:brushProperty name="color" value="#849398"/>
      <inkml:brushProperty name="inkEffects" value="pencil"/>
    </inkml:brush>
  </inkml:definitions>
  <inkml:trace contextRef="#ctx0" brushRef="#br0">426 1160 5180 294171 69940,'0'0'2273'0'0,"0"0"-145"0"0,0 0-120 0 0,0 0-136 911 631,0 0-140-911-631,-3-2-43 0 0,-1-1-81 0 0,0-1 0 0 0,1 2-132 0 0,1 0-104 0 0,1 1 8 1835-282,0 1-80-1835 282,1-1-92 0 0,-5 2-39-1835 282,-2-1-105 1835-282,1 1 64 0 0,1-1-116 0 0,-4 1-80 0 0,0-1-304 0 0,-2 0-628 0 0,1 0 0 0 0,-1 0 0 0 0,0-1 0 0 0,0 0 0 0 0,1 0 0 0 0,-2 0 0 0 0,2-1 0 0 0,-2 0 0 0 0,0-1 0 0 0,-2-1 0 0 0,3 0 0 0 0,-2-1 0 0 0,-1-1 0 0 0,0-1 0 0 0,1-1 0 0 0,-1 0 0 0 0,0-1 0 0 0,1 0 0 0 0,0-1 0 0 0,1-1 0 0 0,0-2 0 0 0,0-1 0 0 0,0-1 0 0 0,1-1 0 0 0,1-2 0 0 0,0-1 0 0 0,0-1 0 0 0,2-1 0 0 0,0-2 0 0 0,2-1 0 0 0,1 0 0 0 0,1-2 0 0 0,2 0 0 0 0,1-1 0 0 0,1 0 0-911-631,1 0 0 911 631,0 1 0 0 0,1 0 0 0 0,2 0 0 0 0,0 1 0 0 0,2 0 0 0 0,-1 1 0 0 0,2 0 0 0 0,0 1 0-857-636,0 1 0 857 636,0 1 0 0 0,1 0 0 0 0,1 1 0 0 0,0 0 0 0 0,1 1 0 0 0,1 0 0 0 0,1 0 0 0 0,1 1 0 0 0,0 1 0-808-640,1-1 0 808 640,2 2 0 0 0,0-1 0 0 0,2 0 0 0 0,-1 1 0 0 0,2 0 0 0 0,0 0 0 0 0,0 1 0 0 0,1 1 0 0 0,0-1 0 0 0,0 1 0 0 0,0 0 0 0 0,1 1 0 0 0,0 1 0 0 0,-1-1 0 0 0,1 2 0 0 0,0 0 0 0 0,0 2 0 0 0,0 0 0 0 0,0 1 0 0 0,0 0 0 0 0,2 2 0 0 0,0 0 0 0 0,1 1 0 0 0,1 1 0 0 0,0-1 0 0 0,1 1 0 0 0,0 1 0 0 0,2 1 0 0 0,0 0 0 0 0,1 1 0 0 0,1 1 0 0 0,0 0 0 0 0,1 0 0 1696-249,-1 1 0-1696 249,1 1 0 0 0,-2 0 0 0 0,0 1 0 0 0,-1 1 0 0 0,0 0 0 0 0,-1 1 0 0 0,-2 1 0 0 0,0 0 0 0 0,1 1 0 0 0,-1 0 0 0 0,0 1 0 0 0,-1 0 0 0 0,-1 1 0 0 0,0 0 0 0 0,0 0 0 0 0,0 1 0 0 0,0 0 0 0 0,0 1 0 0 0,0-1 0 0 0,0 0 0 0 0,-1 0 0 0 0,1 0 0 0 0,-1 0 0 0 0,0 0 0 0 0,0-1 0 0 0,-1 1 0 0 0,0-1 0 0 0,0 1 0 0 0,-1-1 0 0 0,0 0 0 0 0,-1 0 0 0 0,0 0 0 853 629,-1 0 0-853-629,0 0 0 0 0,-1 0 0 0 0,-1-1 0 0 0,0 1 0 0 0,-1-1 0 0 0,1 1 0 0 0,-1-1 0 1700-277,1 0 0-1700 277,0 0 0 0 0,0 0 0 0 0,-1 0 0 0 0,0 0 0 0 0,-1-1 0 0 0,1 2 0 0 0,-1-1 0 0 0,0 0 0 0 0,0 1 0 946 613,0 0 0-946-613,-1 0 0 0 0,0 0 0 0 0,-1 1 0 0 0,0 0 0 0 0,0 1 0 0 0,-2 1 0 0 0,0 0 0 0 0,-1 0 0 0 0,0 1 0 0 0,-2 1 0 0 0,0 0 0 2734 290,-1 1 0-2734-290,0 0 0 0 0,-1 1 0 0 0,-1 0 0 0 0,-1 1 0 0 0,-1 0 0 0 0,-1 2 0 0 0,-1 0 0 0 0,0 0 0 0 0,0 2 0 0 0,-1 1 0 0 0,-1 0 0 0 0,0 1 0 0 0,-2 1 0 0 0,0-1 0 0 0,0 0 0 0 0,-2 0 0 0 0,0-1 0 0 0,0-1 0 0 0,-1 0 0-1733 318,-1-1 0 1733-318,0-1 0 0 0,0-1 0 0 0,0-2 0 0 0,1 0 0 0 0,-2-1 0 0 0,1-1 0 1060 602,-2-1 0-1060-602,1-1 0 0 0,-1 0 0 0 0,0-2 0 0 0,-2 0 0 0 0,1 0 0 0 0,1-3 0 0 0,-1-1 0 0 0,0 1 0 0 0,-1-2 0 0 0,1-1 0 0 0,1-1 0 0 0,-1-1-2164 0 0,1-2-3281 0 0,-2-1 621 0 0,1-2 439 0 0,2 1 413 0 0,-2-3 420 0 0,-1 0 367 0 0,2-1 309 0 0,2 2 512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85"/>
    </inkml:context>
    <inkml:brush xml:id="br0">
      <inkml:brushProperty name="width" value="0.1" units="cm"/>
      <inkml:brushProperty name="height" value="0.6" units="cm"/>
      <inkml:brushProperty name="color" value="#849398"/>
      <inkml:brushProperty name="inkEffects" value="pencil"/>
    </inkml:brush>
  </inkml:definitions>
  <inkml:trace contextRef="#ctx0" brushRef="#br0">127 17 6205 297701 69380,'0'0'2272'0'0,"0"0"-52"0"0,-1-3-128 0 0,-1 0-108 0 0,1 0-159 0 0,-1 1-117 0 0,1 0-140 0 0,-3 1-52 0 0,-1-1-96 0 0,1 2-48 0 0,-3 2-40 0 0,-2 3-164 0 0,-1 2-11-1742 289,0 2 11 2700 331,-1 1-184-958-620,2 2-44 0 0,0 1-16 0 0,1 1-24 0 0,0 1-888 0 0,2 0-12 0 0,0 1 0 0 0,1 0 0 1017 614,2-2 0-1017-614,0 0 0 0 0,1 2 0 0 0,1-3 0 1828-313,1 0 0-1828 313,1 1 0 0 0,-1-2 0 0 0,2 0 0 1125 595,0 0 0-1125-595,1-2 0 0 0,1 0 0 0 0,0-2 0 0 0,2 0 0 0 0,0-1 0 0 0,1-1 0 0 0,2-1 0 0 0,0-2 0 0 0,2-1 0 0 0,-1-1 0 0 0,4-2 0 0 0,1-2 0 0 0,1-2 0 0 0,0-2 0 0 0,-1-3 0 0 0,0-1 0 0 0,-2-3 0 0 0,-1-1 0 0 0,-1-2 0-1125-595,-2 0 0 1125 595,-1-1 0 0 0,-2 1 0 0 0,-2-1 0 0 0,-2 3 0 0 0,-1 0 0 0 0,-2-1 0 0 0,-2 0 0-1060-602,0 4 0 1060 602,-1-1 0 0 0,-3 0 0 0 0,1 3 0 0 0,-2 1 0 0 0,0 0 0 0 0,-1 2 0 0 0,2 2 0 0 0,2 1-2428 0 0,-3 2-2613 0 0,1 0 97 0 0,2 1 471 0 0,1 0 541-1785 301,1 1 308 1785-301,2 0 343 0 0,0 0 345 0 0,1 0 828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86"/>
    </inkml:context>
    <inkml:brush xml:id="br0">
      <inkml:brushProperty name="width" value="0.1" units="cm"/>
      <inkml:brushProperty name="height" value="0.6" units="cm"/>
      <inkml:brushProperty name="color" value="#849398"/>
      <inkml:brushProperty name="inkEffects" value="pencil"/>
    </inkml:brush>
  </inkml:definitions>
  <inkml:trace contextRef="#ctx0" brushRef="#br0">127 1 8345 299762 70590,'0'0'2588'0'0,"-4"4"-152"0"0,-3 4-252 0 0,-1 2-135 0 0,-1 1-93 0 0,-2 0-84 0 0,1 2-224 0 0,0 0-248 0 0,0 1-88 0 0,0 0-92 0 0,1 0-135 0 0,0 0-69 1125 595,2 1-116-1125-595,1 0 0 0 0,1-2-28 0 0,1 1-136 0 0,1 0-488 0 0,0-1-248 0 0,2 0 0 0 0,0-2 0 0 0,2 1 0 0 0,0 0 0 0 0,1-3 0 0 0,2 1 0 0 0,1-1 0 0 0,1-2 0 0 0,2 0 0 0 0,2-2 0 0 0,-1 0 0 0 0,1-2 0 0 0,0-2 0 0 0,3-1 0 0 0,1-2 0 0 0,2-1 0 0 0,-1-3 0 0 0,2-3 0 0 0,0-1 0 0 0,-1-3 0 0 0,0-2 0 0 0,-1-2 0 0 0,-2-2 0 0 0,-1 0 0 0 0,-2-1 0 0 0,-2 0 0 0 0,-1 0 0 0 0,-2 2 0 0 0,-2 1 0-1125-595,-2 2 0 1125 595,-3 1 0 0 0,-1 3 0 0 0,-8 1-216 0 0,-4 3-6481 0 0,-1 2 2141 0 0,-2 3 100 0 0,-1 4 463 0 0,-1 2 349 0 0,-1 4 388 0 0,-3 2 283 0 0,-2 4 365 1125 595,4-1 2240-1125-595</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87"/>
    </inkml:context>
    <inkml:brush xml:id="br0">
      <inkml:brushProperty name="width" value="0.1" units="cm"/>
      <inkml:brushProperty name="height" value="0.6" units="cm"/>
      <inkml:brushProperty name="color" value="#849398"/>
      <inkml:brushProperty name="inkEffects" value="pencil"/>
    </inkml:brush>
  </inkml:definitions>
  <inkml:trace contextRef="#ctx0" brushRef="#br0">0 1 4564 295082 70571,'0'0'2265'0'0,"0"0"91"0"0,0 0-64 0 0,0 0 104 0 0,4 1-112 0 0,0 2-51 968 627,1-1-53-968-627,-2 0-92 0 0,1 1-92 1884-295,-1 1-184-1884 295,0 0-39 0 0,0 0-113 0 0,0 1-176 0 0,0 0-100 0 0,1-1-1384 0 0,1 1 0 0 0,-1-1 0 0 0,2 0 0 0 0,0-1 0 0 0,4 0 0 0 0,2-1 0 0 0,4 0 0 0 0,1-1 0 0 0,2-1 0 0 0,2 0 0 0 0,1-2 0 0 0,0 0 0 0 0,1 0 0 0 0,2-2 0 0 0,-2-1 0 0 0,0 0 0 0 0,-1 0 0 1828-313,-3 0 0-1828 313,-1 0 0 0 0,-2 0 0 0 0,-4 2-3912 0 0,-3 0-1385 0 0,-2 0 485 0 0,-2 2 543 0 0,-3 0 369-1828 313,-1 0 428 1828-313,-1 1 367 0 0,-7 3 269 0 0,-1 2 1672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88"/>
    </inkml:context>
    <inkml:brush xml:id="br0">
      <inkml:brushProperty name="width" value="0.1" units="cm"/>
      <inkml:brushProperty name="height" value="0.6" units="cm"/>
      <inkml:brushProperty name="color" value="#849398"/>
      <inkml:brushProperty name="inkEffects" value="pencil"/>
    </inkml:brush>
  </inkml:definitions>
  <inkml:trace contextRef="#ctx0" brushRef="#br0">567 34 5208 294171 69940,'0'0'1721'0'0,"0"0"-165"0"0,-2-1-60 0 0,0 0-152 0 0,0-1-68 0 0,0 1-88 0 0,1 0-60 0 0,0 1 20 0 0,1-1-51 0 0,-3-1-25 0 0,-1 0-4 0 0,1 0-48-857-636,1 0-24 857 636,-2-1-128 0 0,-1 1 24 0 0,1 0-20 0 0,-2-1 48 0 0,-1 1-80 0 0,-2 1-40 0 0,0-1-44 0 0,-2 1 33 0 0,1 0-81 0 0,-3 0 68 0 0,1 1-132 0 0,-2 0-100 0 0,-1 1 0 0 0,2 0 80 0 0,-3 2-40 0 0,-1 0-296 0 0,0 1-288 0 0,-2 2 0 0 0,0 1 0 0 0,0 2 0 0 0,-1 2 0 0 0,0 2 0 857 636,-2 1 0-857-636,0 3 0-48342 0,1 3 0 48342 0,-2 0 0 0 0,2 3 0 0 0,-1 2 0 0 0,0 2 0 0 0,1 3 0-911 631,1 0 0-924-913,2 2 0 1835 282,2 0 0 0 0,2 1 0 0 0,4 0 0 0 0,2 0 0 0 0,4-1 0 0 0,2 0 0 0 0,4 1 0 0 0,3-1 0 0 0,4 2 0 0 0,3-1 0 0 0,4 1 0 0 0,4-1 0 0 0,2 0 0 0 0,2-2 0 0 0,2-2 0-1017 614,2-2 0 2901-319,-1-3 0-1884-295,0-1 0 0 0,-1-2 0 0 0,0-2 0 0 0,-2-2 0 0 0,-1-1 0 0 0,-2-3 0 1939 275,-1 0 0-1939-275,-1-2 0 0 0,-2 0 0 0 0,-1-2 0 0 0,-1 0 0 0 0,-1-2 0 0 0,-3-2 0-977 634,2 0 0 51153-634,-1-1-5060-50176 0,1-1-141 0 0,1-1 521 0 0,-3-1 503 0 0,-3-1 345 0 0,4-1 404 0 0,2-2 363 0 0,1 0 261 0 0,-2-1 2284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89"/>
    </inkml:context>
    <inkml:brush xml:id="br0">
      <inkml:brushProperty name="width" value="0.1" units="cm"/>
      <inkml:brushProperty name="height" value="0.6" units="cm"/>
      <inkml:brushProperty name="color" value="#849398"/>
      <inkml:brushProperty name="inkEffects" value="pencil"/>
    </inkml:brush>
  </inkml:definitions>
  <inkml:trace contextRef="#ctx0" brushRef="#br0">733 4 3324 295082 70571,'0'0'1364'0'0,"0"0"-75"0"0,0 0-81 0 0,0 0-60 0 0,0 0-32 0 0,-2-1-124 0 0,-1 1 52 0 0,0-1-60 0 0,1 0-32 0 0,1 1 44 0 0,0 0-16 0 0,0 0-48 0 0,1 0 1 0 0,0 0 19 0 0,0 0 32 0 0,0 0-116 0 0,0 0 116 0 0,0 0-104 0 0,0 0-20 0 0,0 0 48 0 0,0 0-52 0 0,0 0-60 0 0,0 0-28 0 0,0 0-120 0 0,0 0-15 0 0,0 0 23 0 0,0 0-104 0 0,0 0 0 0 0,0 0-28 0 0,0 0-32 0 0,0 0 0 0 0,0 0 112 0 0,0 0-204 0 0,0 0-84 0 0,0 0 0 0 0,0 0 12 0 0,9-1-192 0 0,2 1-136 0 0,5 0 0 0 0,1 1 0 0 0,0 1 0 0 0,1 1 0 0 0,0 0 0 0 0,-1 1 0 1835-282,0 2 0-1835 282,-1-1 0 0 0,0 2 0 0 0,0 0 0 0 0,0 0 0 0 0,-1 1 0 0 0,0 1 0 0 0,-1 0 0 0 0,-1 1 0 0 0,0 1 0 0 0,-1 0 0 0 0,0 2 0 0 0,-1 1 0 0 0,-1 0 0 0 0,-1 1 0 0 0,-1 1 0 0 0,-2 0 0 0 0,-1 1 0 0 0,-1 0 0 0 0,-1 1 0 0 0,-1 0 0 0 0,-1 0 0 0 0,-2 1 0 0 0,0 1 0 0 0,-1-1 0 0 0,-2 1 0 0 0,-1 0 0 0 0,-1 0 0 0 0,-2 0 0 0 0,-1 0 0 0 0,-2 1 0 0 0,-2-1 0 0 0,-1 1 0 0 0,-3 0 0 0 0,-1-1 0 0 0,-1 1 0 0 0,-2 0 0 0 0,0-1 0 1017 614,0-1 0-1017-614,-2-1 0 0 0,1 0 0 0 0,-2-2 0-1884 295,1 0 0 1884-295,0-2 0 0 0,0 0 0 0 0,-1-1 0 0 0,-1 0 0 0 0,0-1 0 0 0,-1-1 0 0 0,-1-1 0 0 0,1-1 0 0 0,-2-1 0 0 0,0 0 0 1033 621,-1-2 0-1033-621,0 0 0 0 0,-1-1 0 0 0,0-1 0 0 0,0-1 0 0 0,1-1 0 1933-308,-1-1 0-3866 616,1 0 0 1933-308,-1-2 0 0 0,1 1 0 0 0,1-1 0 0 0,1 0 0 0 0,3 0 0 0 0,1 0 0 0 0,5 0 0 0 0,0 0 0 0 0,2 1 0-1033-621,1-1 0 1033 621,2 1 0 0 0,0 0 0 0 0,1 0 0 0 0,2-1 0 0 0,2 1 0 0 0,2 0 0 0 0,1-4 0 0 0,2-2 0 0 0,0 1-1404 0 0,2 0-4053 1033 621,1 2 469-1033-621,-1 1 472 0 0,2 1 459 0 0,-1 1 373 0 0,6-1 395-1995 288,2 1 269 1995-288,0-1 668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90"/>
    </inkml:context>
    <inkml:brush xml:id="br0">
      <inkml:brushProperty name="width" value="0.1" units="cm"/>
      <inkml:brushProperty name="height" value="0.6" units="cm"/>
      <inkml:brushProperty name="color" value="#849398"/>
      <inkml:brushProperty name="inkEffects" value="pencil"/>
    </inkml:brush>
  </inkml:definitions>
  <inkml:trace contextRef="#ctx0" brushRef="#br0">596 53 4708 297256 73357,'0'-3'1893'0'0,"1"0"-37"0"0,-1 0-96 0 0,1 1-40 0 0,-1-2-112 0 0,1 1-52 0 0,0 1-99 0 0,0 0-25 0 0,-1 1-40 0 0,1-1 12 0 0,0-1-156 0 0,0 2-72 0 0,0-1-100 0 0,0 1-12 0 0,-1 1-160 0 0,0 0-44 0 0,0 0-51 0 0,2-2-53 0 0,-1 0-60 0 0,1 0 12 0 0,-1 1-196 0 0,0 0-64 0 0,0 0 56 0 0,-1 1-44 0 0,0-1-112 0 0,0 1 52 0 0,0 1-388-54512 0,0-1-12 52403-314,0 0 0 2109 314,0 0 0 0 0,1-1 0 0 0,0-1 0 0 0,0 1 0 0 0,0 0 0 0 0,-1 0 0 0 0,1 0 0 0 0,-1 1 0 0 0,0 0 0 0 0,0 0 0 0 0,0 0 0 0 0,0 0 0 0 0,0 0 0 0 0,0 0 0 0 0,0 0 0 0 0,0 0 0 0 0,0 0 0 0 0,0 5 0 0 0,1 2 0 0 0,-1 2 0 0 0,0 0 0 0 0,0 1 0 0 0,-1 0 0 0 0,0 2 0 0 0,-1 1 0 0 0,-1 1 0 0 0,0 0 0 0 0,0 1 0 0 0,-1 0 0 0 0,-1 0 0 0 0,1 1 0 0 0,-1-1 0 0 0,0 0 0 0 0,-1 0 0 0 0,0 0 0 0 0,0 0 0 0 0,0 0 0 0 0,-2-1 0 0 0,0 0 0 0 0,0 0 0 0 0,0-1 0 0 0,-1 1 0 1180-609,1-1 0-1180 609,-2-1 0 0 0,-1 0 0 0 0,0 0 0 0 0,-1 0 0 0 0,-1 0 0 0 0,1 0 0 0 0,-1-1 0 0 0,0 0 0 0 0,-1-1 0 0 0,1 1 0 0 0,-1-2 0 56370 0,-1 1 0-56370 0,1-1 0 0 0,-1 0 0 0 0,-1 0 0 0 0,1-1 0 0 0,0-1 0 0 0,1 1 0 0 0,0 0 0 0 0,1-1 0 0 0,0 0 0 0 0,0-1 0 0 0,1 1 0 0 0,0-1 0 0 0,1-1 0 0 0,0 1 0 1180 609,2-2 0-1180-609,-1 0 0 0 0,1 1 0 2032-336,-1 0 0-2032 336,2-1 0 0 0,-1 0 0 0 0,-1 0 0 0 0,2-1 0 0 0,-1 1 0 0 0,0 0 0 0 0,3-1 0 0 0,-1 0 0 0 0,1 0 0 0 0,0-1 0 0 0,1 1 0 0 0,1-2 0 0 0,-1 1 0 0 0,1 0 0 0 0,1-1 0 0 0,-2 1 0 0 0,1-1 0 0 0,1 1 0 0 0,0-1 0 0 0,0 0 0 0 0,0 1 0 0 0,0 0 0 0 0,2 0 0-2032 336,-1-2 0 2032-336,2 1 0 0 0,0-1 0 0 0,-2 1 0 0 0,1 0 0 0 0,-1 0 0 0 0,1 0 0 0 0,0-1 0 0 0,0 1 0 0 0,1-1 0 0 0,0 0 0 0 0,0 3 0 0 0,0 0 0 0 0,0 1 0 0 0,1 2 0 0 0,0 0 0 0 0,1 1 0 0 0,0 2 0 0 0,0 0 0 0 0,1 1 0 0 0,0 0 0 0 0,1 1 0 2032-336,0 1 0-2032 336,1 1 0 0 0,1 0 0 0 0,0 2 0 0 0,1 0 0 1313 586,1 0 0-1313-586,0 0 0 0 0,2 1 0 0 0,1-1 0 0 0,2-1 0 0 0,1-1 0 0 0,0 0 0 0 0,2-1 0 0 0,1-1 0 0 0,1-1 0 0 0,1-1 0 0 0,2 0 0 0 0,1-3 0 0 0,1 0 0 0 0,1-1 0 0 0,0-1 0 0 0,0-2 0 0 0,1 0 0 0 0,-1 0 0 0 0,2-2 0 0 0,0 1 0 0 0,2-1 0 0 0,0 1 0 0 0,1-1 0 0 0,-2 0 0 0 0,0 0 0 0 0,-1 0 0 0 0,-2 1 0 0 0,-1-1 0 0 0,-2 1 0 0 0,0-1 0 1404 578,-1 0 0-1404-578,-2 1 0 0 0,-1-1 0 0 0,-1 0 0 0 0,-2 0 0 0 0,-2 0 0 0 0,0 0 0 0 0,1 0 0 0 0,0 0 0 0 0,-2 0 0 0 0,1-1 0 0 0,-3 1 0 0 0,2-1 0 0 0,1 0 0 0 0,-2 0 0 0 0,1 0 0 0 0,1 0 0 0 0,0-1 0 0 0,-2 0 0 0 0,2 0 0 0 0,-1 0 0 0 0,-1 1 0 0 0,0-1 0 0 0,1 0 0-1404-578,-3 0 0 1404 578,1 0 0 0 0,-2 0 0 0 0,1 1 0 0 0,-1-1 0 0 0,2 1 0 0 0,-2 0 0 0 0,0-1 0 0 0,-1 1 0 0 0,1-1 0 0 0,-2 0 0 0 0,2 1 0 0 0,-1-1 0 0 0,0 0 0 0 0,0 0 0 0 0,1-1 0 0 0,0 1 0 0 0,0-1 0 0 0,1-1 0 0 0,1-1 0 0 0,0 0 0 0 0,0-2 0 0 0,1-2 0 0 0,0-1 0 0 0,2-1 0 0 0,0-3 0 0 0,0-2 0 0 0,0-2 0 0 0,0-4 0 0 0,0-1 0 643-941,1-3 0-643 941,-1-2 0 0 0,0-2 0 0 0,0-1 0 0 0,-2 0 0 0 0,0-1 0 0 0,0 1 0 0 0,-2 2 0 0 0,0 1 0 0 0,-1 2 0 0 0,-2 1 0 0 0,0 1 0 0 0,0 0 0 0 0,-2 2 0 0 0,0 0 0 0 0,-2 0 0 0 0,-1 2 0 0 0,0-1 0 0 0,-1 0 0 0 0,-1 1 0 0 0,0 0 0 0 0,-1 0 0 0 0,-1 0 0 0 0,-1 0 0 0 0,1 1 0 0 0,0 0 0 0 0,0 2 0 0 0,0 0 0 0 0,1 1 0 0 0,0 1 0 0 0,1 3 0 0 0,0 0 0-1271-580,0 1 0 1271 580,1 1 0 0 0,-1 1 0 0 0,0 1 0 0 0,1 1 0 0 0,0 1 0-1914 341,0 1 0 1914-341,0 1 0 0 0,-1 0 0 0 0,1 1 0 0 0,0 1 0 0 0,0 1 0 0 0,-2 5-3288 0 0,-2 1-2077 0 0,-2 2 621 0 0,0 1 487 0 0,-1 1 445 0 0,0 0 384 0 0,-2 1 343 0 0,1 2 241-1983 321,0-2 900 1983-321</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91"/>
    </inkml:context>
    <inkml:brush xml:id="br0">
      <inkml:brushProperty name="width" value="0.1" units="cm"/>
      <inkml:brushProperty name="height" value="0.6" units="cm"/>
      <inkml:brushProperty name="color" value="#849398"/>
      <inkml:brushProperty name="inkEffects" value="pencil"/>
    </inkml:brush>
  </inkml:definitions>
  <inkml:trace contextRef="#ctx0" brushRef="#br0">609 16 5477 298461 73973,'0'0'2140'0'0,"0"0"-92"0"0,1-2-124 0 0,0-1-144 0 0,0 1-152 0 0,0 0-7 0 0,-1 1-169 0 0,1 0 56 0 0,-1 1-116 0 0,0-1-72 0 0,0 1 52 0 0,0 0-184 0 0,-3 5-72 0 0,-2 3-40 0 0,-1 3-175 0 0,-1 1-9 0 0,-1 1 60 0 0,-2 2-136 0 0,0 1-88 0 0,-1 1 80 0 0,-1 1-180 0 0,-2 3-628 0 0,-3 0 0 0 0,-2 1 0 0 0,-1 1 0 0 0,-1-1 0 0 0,-1 1 0 0 0,1-1 0 0 0,-1 0 0 0 0,2-1 0 0 0,0-2 0 0 0,1-1 0 0 0,1-1 0 0 0,0-1 0 0 0,1-2 0 0 0,0 0 0 0 0,2-1 0 0 0,0 0 0 0 0,1-2 0 0 0,0-1 0 0 0,1 0 0 0 0,1-1 0 0 0,1-1 0 0 0,-1 0 0 0 0,2-1 0 0 0,-1 0 0 0 0,1-1 0 0 0,0 0 0 0 0,2-2 0 0 0,0 1 0 0 0,0-1 0 0 0,1 0 0 0 0,0 0 0 0 0,0 0 0 0 0,1 0 0 0 0,1-1 0 0 0,0 0 0 0 0,0 0 0 0 0,0-1 0 0 0,1 0 0 0 0,0 0 0 0 0,1-1 0 0 0,0 0 0 0 0,-1 1 0 0 0,1 0 0 0 0,0 0 0 0 0,0 0 0 0 0,2-1 0 0 0,-1 0 0 0 0,2 0 0 0 0,-2 0 0 0 0,0 1 0 0 0,1-1 0 0 0,-1 0 0 0 0,2 0 0 0 0,-1-1 0 0 0,1 0 0 0 0,0 0 0 0 0,0 0 0 0 0,0 0 0 0 0,0 0 0 0 0,5 1 0 0 0,2 1 0 0 0,2-1 0 0 0,2 1 0 0 0,0 0 0 0 0,0 0 0 0 0,2 0 0 0 0,0 0 0 0 0,1 1 0 0 0,1 0 0 0 0,1 0 0 0 0,0 0 0 0 0,1 1 0 0 0,1-1 0 0 0,0 1 0 0 0,0-1 0 0 0,0 0 0 0 0,1 0 0 0 0,-1 0 0 0 0,1-1 0 0 0,-1 0 0 0 0,0-1 0 0 0,-1 0 0 0 0,0-1 0 0 0,0 0 0 0 0,0 0 0 0 0,0-1 0 0 0,4 1 0 0 0,3-1 0 0 0,-1 0 0 0 0,-3 0 0 0 0,-3 0 0 0 0,-4 0 0 0 0,0 0 0 0 0,-4 0 0 0 0,1 0 0 0 0,-3 0 0 0 0,1 0 0 0 0,-2 0 0 0 0,1 0 0 0 0,-2 0 0 0 0,-1 0 0 0 0,1-1 0 0 0,0 1 0 0 0,0-2 0 0 0,-1 0 0 0 0,1-1 0 0 0,1-1 0 0 0,-2 0 0 0 0,1-2 0 0 0,0-1 0 0 0,0-2 0 0 0,1-1 0 0 0,0-2 0 0 0,0-1 0 0 0,-1-2 0 0 0,1-2 0 0 0,-2-1 0 0 0,1-2 0 0 0,-1-1 0 0 0,0-1 0 0 0,0-1 0 0 0,-2 0 0 0 0,1 1 0 0 0,-2 1 0 0 0,1 1 0 0 0,-2 0 0 0 0,1 0 0 0 0,0 2 0 0 0,-1-1 0 0 0,0 1 0 0 0,-1 1 0 0 0,0 0 0 0 0,-1 2 0 0 0,1 0 0 0 0,-1 1 0 0 0,0 4 0 0 0,0 0 0 0 0,0 0 0 0 0,1 3 0 0 0,-1-1 0 0 0,1 1 0 0 0,-1 0 0 0 0,1 2 0 0 0,-1 0 0 0 0,1 0 0 0 0,-1 2 0 0 0,0 0 0 0 0,0 0 0 0 0,1 0 0 0 0,0 2 0 0 0,0-1 0 0 0,0 0 0 0 0,0 0 0 0 0,1 2 0 0 0,-1-1 0 0 0,1 2-2080 0 0,0 0-3009 0 0,0-1 265 0 0,0 2 399 0 0,0-1 445-2251 306,2-2 396 2251-306,1 0 316 0 0,-1-1 339 0 0,0 2 341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92"/>
    </inkml:context>
    <inkml:brush xml:id="br0">
      <inkml:brushProperty name="width" value="0.1" units="cm"/>
      <inkml:brushProperty name="height" value="0.6" units="cm"/>
      <inkml:brushProperty name="color" value="#849398"/>
      <inkml:brushProperty name="inkEffects" value="pencil"/>
    </inkml:brush>
  </inkml:definitions>
  <inkml:trace contextRef="#ctx0" brushRef="#br0">1 106 5773 295071 73649,'0'0'2008'0'0,"0"0"-52"0"0,0 0-104 0 0,0 0-140 0 0,0 0-128 0 0,0 0-108 0 0,0 0-163 0 0,1-2 7 0 0,2 0-176 0 0,-1 0-16 0 0,-1 0-72 0 0,1 1 16 0 0,-2 0-108 0 0,5 5 28 0 0,1 1-68 0 0,1 2 36 0 0,2 3-171 0 0,0 1 71 0 0,0 0-212 0 0,-1 2 140 2185-292,1 1 32-2185 292,-1 0-56 0 0,1 1-16 0 0,-2 1-632 0 0,0 1-116 0 0,1 1 0 0 0,0 0 0 0 0,0 1 0 0 0,1 0 0 0 0,0 0 0 0 0,1-1 0 0 0,-1 1 0 0 0,2-1 0 0 0,0 0 0 0 0,-1-1 0-1122-622,1 0 0 1122 622,0 0 0 0 0,0 0 0 0 0,1-1 0 0 0,2 0 0 0 0,0-1 0 0 0,0 0 0 0 0,1 0 0 0 0,0-2 0 0 0,-1 0 0 2051-301,0-2 0-2051 301,0 0 0 0 0,-2-2 0 0 0,0 0 0 0 0,-4-2 0 0 0,1 0 0 1180 609,-1-1 0-1180-609,-1 0 0 0 0,0-1 0 0 0,-1 0 0 0 0,-1-1 0 0 0,-1-1 0 0 0,0 1 0 0 0,0-1 0 0 0,-1 0 0 0 0,-1-1 0 0 0,0 1 0 0 0,1 0 0 0 0,0-1 0 0 0,-1-1 0 0 0,-1 0 0 0 0,0 0 0 0 0,-1-1 0 0 0,0 0 0 0 0,0 0 0 0 0,0 0 0 0 0,0 0 0 0 0,-1 0 0 0 0,1 0 0 0 0,0 0 0 0 0,0 0 0 0 0,0 0 0 0 0,0 0 0-1180-609,3-4 0 1180 609,0-2 0 0 0,0 1 0 0 0,2-2 0 0 0,0-2 0 0 0,-1 0 0 0 0,1-2 0 0 0,0-2 0 0 0,1-1 0 0 0,0-3 0 0 0,2-1 0 0 0,1-2 0 0 0,1-3 0 0 0,0-1 0 0 0,2-3 0 0 0,1-1 0 0 0,-1-1 0 0 0,0 1 0 0 0,-1 1 0 0 0,-1 1 0 1180 609,-1 1 0-1180-609,0 1 0 0 0,-1 3 0-1180-609,-2 1 0 1180 609,0 1 0 0 0,-1 3 0 0 0,-1 0 0 0 0,-1 3 0 0 0,-1 0 0 0 0,0 2 0 0 0,-1 0 0 0 0,-1 1 0 0 0,0-1 0 0 0,0 2 0 0 0,0-1 0 0 0,0 1 0 0 0,0 0 0 0 0,0 1 0 0 0,0 1 0 0 0,0 1 0 0 0,2-1 0 0 0,0 1 0 0 0,0 0-1372 0 0,0 1-3997 0 0,0-1 353 0 0,0 1 500 0 0,0-1 463 0 0,1 1 385 0 0,1-1 360 0 0,0 0 331 0 0,-1 1 489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93"/>
    </inkml:context>
    <inkml:brush xml:id="br0">
      <inkml:brushProperty name="width" value="0.1" units="cm"/>
      <inkml:brushProperty name="height" value="0.6" units="cm"/>
      <inkml:brushProperty name="color" value="#849398"/>
      <inkml:brushProperty name="inkEffects" value="pencil"/>
    </inkml:brush>
  </inkml:definitions>
  <inkml:trace contextRef="#ctx0" brushRef="#br0">2 179 3684 300628 73644,'0'0'1476'0'0,"0"0"9"-1263"-601,0 0-21 1263 601,0 0 72 0 0,0 0 28 0 0,0 0 16 0 0,0 0-4 0 0,0 0 80 0 0,0 0-15 0 0,0-2 47 0 0,-1-1-60 0 0,1 0 84 0 0,0 1-176 0 0,-1 0-64 0 0,1 1 4 0 0,0 1-123 0 0,0 0-85 0 0,0 0-180 0 0,0 0 16 0 0,3-3-324 0 0,1 0-780 0 0,3-2 0 0 0,-1 0 0 0 0,3-1 0 0 0,3 0 0 0 0,1-1 0 0 0,1 1 0 0 0,2-1 0 0 0,1 1 0 0 0,2-1 0 0 0,1 0 0 0 0,1 0 0 0 0,0 1 0 0 0,0-1 0 0 0,1 1 0 0 0,0 1 0 0 0,0-1 0 0 0,-2 2 0 0 0,1 0 0 0 0,-2-1 0 0 0,0 1 0 0 0,-1 0 0 0 0,-1 1 0 0 0,-2 0 0 0 0,-3 0 0 0 0,0 1 0 0 0,-1-1 0 0 0,-1 2 0 0 0,-1-1 0 0 0,-1 0 0 0 0,1 1 0 0 0,-2-1 0 0 0,1 0 0 0 0,-2 1 0 0 0,-1 0 0 0 0,1 0 0 0 0,-1 0 0 0 0,-1 0 0 0 0,1 0 0 0 0,0 0 0 0 0,-2 0 0 0 0,0 0 0 0 0,-2 1 0 0 0,2 0 0 0 0,0-1 0 0 0,0 1 0 0 0,-1-1 0 0 0,-1 1 0 0 0,0 0 0 0 0,1 0 0 0 0,0-1 0 0 0,1 0 0 0 0,-2 0 0 0 0,1 0 0 0 0,-2 1 0 0 0,1 0 0-1180-609,-1 0 0 1180 609,0 0 0 0 0,0 0 0 0 0,0 0 0 0 0,-1 0 0 0 0,1 0 0 0 0,0 0 0 0 0,0 0 0 0 0,0 0 0 0 0,0 0 0 1180 609,0 0-4928-3289-295,0 0-201 2109-314,0 0 501 0 0,0 0 479 0 0,0 0 373 0 0,0 0 436 0 0,-7 2 299 0 0,-3 0 309 0 0,1 1 1688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94"/>
    </inkml:context>
    <inkml:brush xml:id="br0">
      <inkml:brushProperty name="width" value="0.1" units="cm"/>
      <inkml:brushProperty name="height" value="0.6" units="cm"/>
      <inkml:brushProperty name="color" value="#849398"/>
      <inkml:brushProperty name="inkEffects" value="pencil"/>
    </inkml:brush>
  </inkml:definitions>
  <inkml:trace contextRef="#ctx0" brushRef="#br0">869 283 5044 300168 72113,'0'0'2317'-1152'-602,"0"0"-53"1152"602,0 0-96 0 0,0 0-68 0 0,0 0-196 0 0,0 0 113 0 0,0 0-173 0 0,0 0-92 0 0,0 0-72 0 0,0 0-84 0 0,-5-5-52 0 0,-2-1-179 0 0,-2 0-57 0 0,-1-1 16 0 0,2 2-180 0 0,-3 0-48 0 0,-1 0-796 0 0,-2 0-300 0 0,0 0 0 0 0,-2 0 0 0 0,-2 0 0 0 0,-1 0 0 0 0,-2 0 0 0 0,-1 0 0 0 0,-2 0 0 0 0,-1 0 0 0 0,-1-1 0 0 0,-1 0 0 0 0,0 0 0 0 0,0-1 0 0 0,0 0 0 0 0,-2 1 0 0 0,0-1 0 0 0,0-1 0 0 0,-1 1 0 0 0,1-1 0 0 0,0 1 0 0 0,1-1 0 0 0,1 0 0-1933 308,2 1 0 1933-308,0-1 0 0 0,2 1 0 0 0,2-1 0 0 0,2 1 0 0 0,2 0 0 0 0,2 1 0 0 0,1 0 0 0 0,3 1 0 0 0,0 1 0 0 0,0-1 0 0 0,3 1 0 0 0,-1 1 0 0 0,2-1 0 0 0,0 1 0 0 0,0 0 0 0 0,1-1 0 0 0,1 1 0-54166 0,-1 0 0 54166 0,1 1 0 0 0,1 0 0 0 0,0 0 0 0 0,1 0 0 0 0,0 1 0 0 0,1 0 0 0 0,1 1 0 0 0,0 0 0 0 0,1 0 0 0 0,0 0 0 0 0,1 0 0 0 0,-1 0 0 0 0,0 0 0 0 0,0 0 0 0 0,0 0-2192 0 0,4 3-2829 0 0,3 2 281 0 0,2 1 227 0 0,2 0 489 0 0,-1-2 336 0 0,3 1 359 1995 288,1-1 361-1995-288,-2-1 676 0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95"/>
    </inkml:context>
    <inkml:brush xml:id="br0">
      <inkml:brushProperty name="width" value="0.1" units="cm"/>
      <inkml:brushProperty name="height" value="0.6" units="cm"/>
      <inkml:brushProperty name="color" value="#849398"/>
      <inkml:brushProperty name="inkEffects" value="pencil"/>
    </inkml:brush>
  </inkml:definitions>
  <inkml:trace contextRef="#ctx0" brushRef="#br0">0 29 4696 296210 74279,'0'0'1917'0'0,"0"0"-137"0"0,0 0-180 0 0,0 0-116 0 0,0 0-112 0 0,0 0-132 0 0,0 0-104 0 0,0 0-144 0 0,0 0-79 0 0,0 0-73 0 0,0 0-116-1139-630,0 0-56 1139 630,0 0-44 0 0,0 0-32 0 0,0 0-48 0 0,0 0-64 0 0,0 0 44 0 0,5-3-96 0 0,2 0 36 0 0,0 0 4 0 0,-2 0 44 0 0,-1 1 0-50142 0,-2 1 20 50142 0,0 0-28 0 0,-2 1 60 0 0,0 0-4-2185-292,2-1 4 2185 292,0 1 33 0 0,0-1-77 0 0,-1 1 12 0 0,0-1 0 0 0,0 1 32 0 0,-1 0 52 0 0,0 0-24 0 0,0 0-16 0 0,0 0-116-2109-314,0 0 40 2109 314,0 0-456 0 0,0 0-44 0 0,0 0 0 0 0,1-1 0 0 0,1-1 0 0 0,-1 0 0 0 0,0 0 0 0 0,0 1 0 0 0,0 0 0 0 0,-1 1 0 0 0,0 0 0 0 0,0 0 0 0 0,0 0 0 0 0,0 0 0 0 0,0 0 0 0 0,0 0 0 0 0,0 0 0 0 0,0 0 0 0 0,0 0 0 0 0,5 2 0 0 0,1 0 0 0 0,2 2 0 0 0,3 0 0 0 0,0 1 0 0 0,2 0 0 0 0,1 1 0 0 0,0-1 0 0 0,0 0 0 0 0,1 0 0 0 0,2 0 0 0 0,1 1 0 0 0,2 0 0 0 0,1-1 0 0 0,2 2 0 0 0,0-2 0 0 0,0 2 0 2109 314,0-1 0-2109-314,-1-1 0 0 0,-1 1 0 0 0,0 0 0 0 0,-2-1 0 0 0,-1 0 0 0 0,-1 0 0 0 0,-1 0 0 0 0,0 0 0 0 0,-1 0 0 0 0,-1-1 0 0 0,0 1 0 0 0,-2-1 0 54512 0,0 0 0-54512 0,-1 0 0 0 0,-1 0 0 0 0,0-1 0 0 0,0 1 0 0 0,-2-1 0 0 0,0 1 0 0 0,2-1 0 0 0,-1 1 0 0 0,1-1 0 0 0,0 1 0 0 0,-2-1 0 0 0,-2-1 0 0 0,1 1 0 0 0,1 0 0 0 0,1 0 0 0 0,0 0 0 0 0,1 0 0-1122-622,-2 0 0 1122 622,1 0 0 0 0,-1 0 0 0 0,0 0 0 0 0,-1-1 0 0 0,-2 0 0 0 0,2 0 0 0 0,-1-1 0-1046-628,-2 1 0 1046 628,-1-1 0 0 0,2 0 0 0 0,-1 1 0 0 0,1 0 0 0 0,0-1 0 0 0,-2 1 0 0 0,-1-1 0 0 0,0-1 0 0 0,0 1 0 0 0,1 0 0 0 0,0 0 0 0 0,-1-1 0 1995-288,-1 0 0-1995 288,0 1 0 0 0,-1-1 0 0 0,1 0 0 0 0,1 1 0 0 0,0 0 0 0 0,-1 0 0 0 0,0-1 0 0 0,-1 1 0 0 0,1-1 0 0 0,-1 0 0 0 0,0 0 0 0 0,0 0 0 0 0,0 0 0 0 0,2 0 0 0 0,1 0 0 0 0,0 0 0 0 0,0 0-2356 0 0,-1 0-3013 0 0,-1 0 517 0 0,0 0 491 0 0,-1 0 437 0 0,0 0 392 0 0,0 0 367 0 0,0 0 165 0 0,0 0 792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96"/>
    </inkml:context>
    <inkml:brush xml:id="br0">
      <inkml:brushProperty name="width" value="0.1" units="cm"/>
      <inkml:brushProperty name="height" value="0.6" units="cm"/>
      <inkml:brushProperty name="color" value="#849398"/>
      <inkml:brushProperty name="inkEffects" value="pencil"/>
    </inkml:brush>
  </inkml:definitions>
  <inkml:trace contextRef="#ctx0" brushRef="#br0">1 142 1420 294111 71473,'0'0'648'0'0,"0"0"-76"0"0,0 0 32 0 0,0 0-20 0 0,0 0 0 0 0,0 0 40 0 0,0 0-11 0 0,0 0 3 0 0,0 0 20 0 0,1 2-24-914-638,1 1 76 914 638,1-1-4 0 0,-2 0-28 0 0,1-1 40 0 0,-2 0 72 0 0,1-1 0 0 0,-1 1 40 0 0,0-1 24 0 0,0-1-24 0 0,0 1 92 0 0,0 0-48 0 0,0 0 57 0 0,-1 0 15 0 0,1 0 8 0 0,0 0-32 0 0,0 0-8 0 0,0 0 88 0 0,0 0-48 0 0,0 0 20 0 0,0 0-8 0 0,0 0-76 0 0,0 0 16 0 0,0 0-68 0 0,0 0-55 0 0,0 0 15 0 0,0 0-100 0 0,0 0 64 0 0,0 0 36 0 0,0 0-100 1885-264,0 0 12-1885 264,0 0-4 0 0,0 0-600 0 0,0 0-84 0 0,0 0 0 0 0,0 0 0 0 0,0 0 0 0 0,0 0 0 0 0,0 0 0 0 0,0 0 0 0 0,0 0 0 0 0,7-1 0 0 0,1-1 0 0 0,1 1 0 0 0,1-1 0 0 0,1 0 0 0 0,0 0 0 0 0,0 1 0 0 0,1-1 0 0 0,3 0 0 0 0,0-1 0 0 0,1 0 0 0 0,1 0 0 0 0,2-1 0 0 0,-1 0 0 0 0,2 0 0 0 0,0 0 0 0 0,0-1 0 0 0,2 0 0 0 0,-1 0 0 0 0,1 0 0 0 0,-1 0 0 0 0,-1 0 0 0 0,0 0 0 0 0,-1 0 0 0 0,0 0 0-1885 264,-2 0 0 1885-264,-3 1 0 0 0,1 0 0 0 0,-1-1 0 0 0,0 1 0 0 0,-3 1 0 0 0,1-1 0 0 0,-1 1 0 0 0,-3 0 0-46394 0,1 0 0 46394 0,-2 1 0 0 0,1-1 0 0 0,-1 1 0 0 0,0 0 0 0 0,-1 1 0 0 0,0-1 0 0 0,-1 0 0 0 0,-1 1 0 0 0,1 0 0 0 0,0 0 0 0 0,-2 0 0 0 0,0 0 0 0 0,0 0 0 0 0,0 0 0 0 0,-1 0 0-914 638,0 0 0 914-638,-1 1 0 0 0,0 0 0 0 0,0-2 0 0 0,2 1 0 0 0,-1 0 0-977 634,-1 0 0 977-634,0 0 0 0 0,0 1 0 0 0,-1-1 0 0 0,0 1 0 0 0,0 0 0 0 0,0 0 0 0 0,0 1 0-1046 628,0-1 0 1046-628,0 0 0 0 0,0 0 0 0 0,0 0 0 0 0,0 0 0 0 0,0 0 0 0 0,0 0 0 0 0,0 0 0 0 0,0 0 0 0 0,0 0 0 0 0,0 0 0 0 0,0 0 0 0 0,0 0 0 0 0,0 0 0 0 0,0 0 0 0 0,0 0 0 0 0,0 0 0 0 0,0 0 0 0 0,0 0 0 0 0,0 0 0 0 0,-7 3 0 0 0,-4 2 0 0 0,-3 2 0 0 0,-1 0 0 0 0,-1 0 0 0 0,-2 1 0 0 0,-1 0 0 0 0,-2 0 0 0 0,-3 2 0 0 0,-3 1 0 0 0,-3 2 0 0 0,-3 2 0 0 0,-2 0 0 0 0,-2 0-5284 0 0,-2 1 111 0 0,0-1 493 0 0,1-1 491 0 0,0-1 453 0 0,2-3 388 0 0,2-1 367 0 0,4-3 217 2119 279,6-1 2152-2119-279</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97"/>
    </inkml:context>
    <inkml:brush xml:id="br0">
      <inkml:brushProperty name="width" value="0.035" units="cm"/>
      <inkml:brushProperty name="height" value="0.035" units="cm"/>
      <inkml:brushProperty name="color" value="#E71224"/>
    </inkml:brush>
  </inkml:definitions>
  <inkml:trace contextRef="#ctx0" brushRef="#br0">557 373 4320 0 0,'0'0'4483'0'0,"0"-3"-3153"0"0,-1-9 3536 0 0,-3-22 4546 0 0,3 30-9026 0 0,0 1 1 0 0,1 0-1 0 0,-1 0 0 0 0,-1 0 1 0 0,1 0-1 0 0,0 0 1 0 0,-1 0-1 0 0,0 0 1 0 0,1 0-1 0 0,-1 0 1 0 0,0 1-1 0 0,-5-6 1 0 0,6 7-255 0 0,-55-49 2895 0 0,-30-17-2854 0 0,74 58-173 0 0,2 2 0 0 0,1 1 0 0 0,-2 0 0 0 0,1 0 0 0 0,-1 1 0 0 0,0 1 0 0 0,0 0 0 0 0,-13-3 0 0 0,4 2 0 0 0,0 3 0 0 0,13 2 0 0 0,0 1 0 0 0,-1 0 0 0 0,1 0 0 0 0,0 1 0 0 0,0-1 0 0 0,0 2 0 0 0,0-1 0 0 0,0 1 0 0 0,0 0 0 0 0,1 0 0 0 0,-1 1 0 0 0,1 0 0 0 0,0 0 0 0 0,0 0 0 0 0,0 1 0 0 0,1 0 0 0 0,-1 0 0 0 0,1 0 0 0 0,1 1 0 0 0,-1 0 0 0 0,1 0 0 0 0,-7 12 0 0 0,8-13 0 0 0,-9 14 0 0 0,1 0 0 0 0,1 1 0 0 0,1 0 0 0 0,1 1 0 0 0,0 0 0 0 0,2 1 0 0 0,0-1 0 0 0,2 1 0 0 0,-3 29 0 0 0,4-13 0 0 0,1 1 0 0 0,3-1 0 0 0,0 1 0 0 0,12 58 0 0 0,-7-67 0 0 0,1 1 0 0 0,1-1 0 0 0,2-1 0 0 0,1 0 0 0 0,1 0 0 0 0,2-1 0 0 0,1-1 0 0 0,1 0 0 0 0,1-1 0 0 0,1-1 0 0 0,33 35 0 0 0,-34-43 0 0 0,0-2 0 0 0,2 1 0 0 0,-1-2 0 0 0,2-1 0 0 0,0 0 0 0 0,1-2 0 0 0,0 0 0 0 0,0-1 0 0 0,1-1 0 0 0,1-1 0 0 0,-1-1 0 0 0,1-1 0 0 0,1-1 0 0 0,-1-1 0 0 0,0-1 0 0 0,41-1 0 0 0,-40-3 0 0 0,0-2 0 0 0,-1 0 0 0 0,1-2 0 0 0,0-1 0 0 0,-1 0 0 0 0,0-2 0 0 0,-1-1 0 0 0,0 0 0 0 0,0-2 0 0 0,-1 0 0 0 0,0-2 0 0 0,36-29 0 0 0,-16 8 0 0 0,-1-1 0 0 0,-2-3 0 0 0,-2-1 0 0 0,58-80 0 0 0,-77 94 0 0 0,-1-1 0 0 0,-1-1 0 0 0,-2 0 0 0 0,0 0 0 0 0,-2-2 0 0 0,-1 1 0 0 0,-2-1 0 0 0,9-47 0 0 0,-13 57 0 0 0,-2 8 0 0 0,-1-1 0 0 0,0 1 0 0 0,0-1 0 0 0,-1-12 0 0 0,-1 1 0 0 0,-2 1 0 0 0,0-1 0 0 0,-1 1 0 0 0,-8-24 0 0 0,5 22 0 0 0,-2 0 0 0 0,0 1 0 0 0,-2 0 0 0 0,0 1 0 0 0,-2 0 0 0 0,-20-27 0 0 0,-11 2 0 0 0,30 35 0 0 0,-8-7 0 0 0,20 18 0 0 0,-34-16 0 0 0,18 8 0 0 0,-4 4 0 0 0,1-1 0 0 0,14 5 0 0 0,-1-1 0 0 0,1 1 0 0 0,-1 0 0 0 0,1 0 0 0 0,-1 1 0 0 0,0 0 0 0 0,1 1 0 0 0,-15 2 0 0 0,9-1 0 0 0,-6 1 0 0 0,1 0 0 0 0,0 2 0 0 0,1 0 0 0 0,-1 1 0 0 0,1 0 0 0 0,0 2 0 0 0,0 0 0 0 0,-15 10 0 0 0,1-1 0 0 0,-46 28-5324 0 0,50-27-414 0 0,1 1 0 0 0,-33 32 0 0 0,16-6 711 0 0,17-14 2097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98"/>
    </inkml:context>
    <inkml:brush xml:id="br0">
      <inkml:brushProperty name="width" value="0.035" units="cm"/>
      <inkml:brushProperty name="height" value="0.035" units="cm"/>
      <inkml:brushProperty name="color" value="#E71224"/>
    </inkml:brush>
  </inkml:definitions>
  <inkml:trace contextRef="#ctx0" brushRef="#br0">146 1454 4852 0 0,'0'0'27197'0'0,"-4"-3"-26752"0"0,-14-11-210 0 0,7 4-197 0 0,3 0-38 0 0,0-1 0 0 0,0-1 0 0 0,0 0 0 0 0,2 0 0 0 0,-1 0 0 0 0,2-1 0 0 0,-1 0 0 0 0,2 0 0 0 0,0 0 0 0 0,-5-25 0 0 0,-6-62 0 0 0,-2-113 0 0 0,12 120 0 0 0,3 29 0 0 0,2-1 0 0 0,4 1 0 0 0,3-1 0 0 0,21-93 0 0 0,-24 137 0 0 0,1-1 0 0 0,1 1 0 0 0,1 0 0 0 0,0 0 0 0 0,2 0 0 0 0,0 1 0 0 0,2 1 0 0 0,0 0 0 0 0,1 0 0 0 0,1 1 0 0 0,0 1 0 0 0,26-26 0 0 0,-16 24 0 0 0,1 2 0 0 0,1 0 0 0 0,0 2 0 0 0,1 1 0 0 0,0 0 0 0 0,2 2 0 0 0,-1 1 0 0 0,1 2 0 0 0,1 0 0 0 0,-1 2 0 0 0,1 1 0 0 0,49-3 0 0 0,-29 5 0 0 0,1 3 0 0 0,0 2 0 0 0,0 2 0 0 0,-1 2 0 0 0,1 3 0 0 0,83 23 0 0 0,-86-14 0 0 0,-1 2 0 0 0,0 3 0 0 0,-2 1 0 0 0,62 43 0 0 0,-77-47 0 0 0,12 6 0 0 0,46 39 0 0 0,-74-53 0 0 0,-1 1 0 0 0,0 0 0 0 0,-1 0 0 0 0,0 1 0 0 0,-1 0 0 0 0,-1 1 0 0 0,11 19 0 0 0,2 6 0 0 0,-14-27 0 0 0,0 0 0 0 0,-1 1 0 0 0,0 0 0 0 0,-1 1 0 0 0,-1 0 0 0 0,0-1 0 0 0,4 22 0 0 0,-4 5 0 0 0,-2 0 0 0 0,-2 1 0 0 0,-2-1 0 0 0,-1 0 0 0 0,-9 44 0 0 0,3-38 0 0 0,-2 0 0 0 0,-32 87 0 0 0,34-115-155 0 0,0 1 1 0 0,-1-1-1 0 0,-20 31 1 0 0,5-20-5694 0 0,-3-5-7870 0 0,11-12 3591 0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299"/>
    </inkml:context>
    <inkml:brush xml:id="br0">
      <inkml:brushProperty name="width" value="0.035" units="cm"/>
      <inkml:brushProperty name="height" value="0.035" units="cm"/>
      <inkml:brushProperty name="color" value="#E71224"/>
    </inkml:brush>
  </inkml:definitions>
  <inkml:trace contextRef="#ctx0" brushRef="#br0">1 19 5364 0 0,'0'0'19636'0'0,"2"6"-19207"0"0,12 30 593 0 0,-13-34-737 0 0,11 25 834 0 0,-9-22-1004 0 0,0 0-1 0 0,0 0 1 0 0,1 0-1 0 0,-1 0 1 0 0,1-1-1 0 0,1 1 1 0 0,-1-1-1 0 0,0 0 1 0 0,1-1-1 0 0,0 1 1 0 0,0-1-1 0 0,0 0 1 0 0,0 0-1 0 0,7 2 1 0 0,-5-2-81 0 0,1-1 1 0 0,0 0 0 0 0,0-1-1 0 0,0 0 1 0 0,0 0-1 0 0,0-1 1 0 0,0 0-1 0 0,0 0 1 0 0,0-1-1 0 0,0 0 1 0 0,0 0 0 0 0,10-4-1 0 0,-15 4-50 0 0,0 0 0 0 0,0 0 0 0 0,-1 0-1 0 0,1-1 1 0 0,-1 1 0 0 0,1-1 0 0 0,-1 0 0 0 0,1 1 0 0 0,-1-1-1 0 0,0 0 1 0 0,0-1 0 0 0,0 1 0 0 0,0 0 0 0 0,0 0 0 0 0,2-4-1 0 0,-3 3 16 0 0,0 2 24 0 0,0-1 5 0 0,2-6 26 0 0,-2 5-32 0 0,-1 1 0 0 0,0 0 0 0 0,1-1 1 0 0,-1 1-1 0 0,-1-1 0 0 0,1 1 0 0 0,0-1 1 0 0,0 1-1 0 0,-1-1 0 0 0,0 1 0 0 0,1-1 0 0 0,-1 1 1 0 0,0 0-1 0 0,0-1 0 0 0,0 1 0 0 0,0 0 1 0 0,-1 0-1 0 0,1 0 0 0 0,-1 0 0 0 0,1 0 0 0 0,-1 0 1 0 0,0 0-1 0 0,1 0 0 0 0,-1 1 0 0 0,0-1 1 0 0,-3-1-1 0 0,-3-3 20 0 0,0-1 0 0 0,-1 1 1 0 0,0 0-1 0 0,-14-5 0 0 0,17 8-542 0 0,0 1 0 0 0,-1 0-1 0 0,1 0 1 0 0,-1 1 0 0 0,1 0-1 0 0,-1 0 1 0 0,1 0 0 0 0,-1 1 0 0 0,0 0-1 0 0,1 1 1 0 0,-1-1 0 0 0,-7 3-1 0 0,-16 7-6886 0 0,5 8-5703 0 0,14-7 10221 0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00"/>
    </inkml:context>
    <inkml:brush xml:id="br0">
      <inkml:brushProperty name="width" value="0.035" units="cm"/>
      <inkml:brushProperty name="height" value="0.035" units="cm"/>
      <inkml:brushProperty name="color" value="#E71224"/>
    </inkml:brush>
  </inkml:definitions>
  <inkml:trace contextRef="#ctx0" brushRef="#br0">13 4 2988 0 0,'0'0'19633'0'0,"-2"4"-19039"0"0,-9 26 1190 0 0,11-28-915 0 0,20 41 1283 0 0,-16-39-2064 0 0,0-1 0 0 0,-1 1 0 0 0,2 0 0 0 0,-1-1 0 0 0,0 0 0 0 0,1 0 0 0 0,0 0 0 0 0,-1-1 0 0 0,1 1 0 0 0,0-1 0 0 0,0 0 0 0 0,0-1 1 0 0,1 1-1 0 0,-1-1 0 0 0,0 0 0 0 0,9 0 0 0 0,-13-1-138 0 0,1 1-27 0 0,0-1 0 0 0,1 1 0 0 0,-1-1 0 0 0,0 0 0 0 0,0 0 0 0 0,0 0 0 0 0,0 0 1 0 0,0 0-1 0 0,0 0 0 0 0,1-1 0 0 0,-1 1 0 0 0,0-1 0 0 0,3 0 0 0 0,0 0-164 0 0,-1 0 137 0 0,0-1 0 0 0,1 1 1 0 0,-1 0-1 0 0,0-1 1 0 0,0 0-1 0 0,1 0 0 0 0,-1-1 1 0 0,-1 1-1 0 0,1-1 1 0 0,6-5-1 0 0,-8 7 50 0 0,16-29-53 0 0,-18 28 162 0 0,1 0 0 0 0,-1 0-1 0 0,1 0 1 0 0,-1 0-1 0 0,0 0 1 0 0,0 0-1 0 0,0 0 1 0 0,0 0-1 0 0,0 0 1 0 0,-1 0 0 0 0,1 0-1 0 0,0 0 1 0 0,-1 0-1 0 0,0 0 1 0 0,1 0-1 0 0,-1 0 1 0 0,0 0-1 0 0,0 0 1 0 0,0 1-1 0 0,0-1 1 0 0,-2-2 0 0 0,2 3 32 0 0,-40-17 327 0 0,-12 18-2580 0 0,-22 12-14968 0 0,57-9 11620 0 0,13-2 2718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01"/>
    </inkml:context>
    <inkml:brush xml:id="br0">
      <inkml:brushProperty name="width" value="0.035" units="cm"/>
      <inkml:brushProperty name="height" value="0.035" units="cm"/>
      <inkml:brushProperty name="color" value="#E71224"/>
    </inkml:brush>
  </inkml:definitions>
  <inkml:trace contextRef="#ctx0" brushRef="#br0">331 67 2148 0 0,'0'0'17679'0'0,"-5"-1"-17137"0"0,-15-2-15 0 0,15 2 1313 0 0,-14-29 1310 0 0,16 28-3046 0 0,0 0-1 0 0,0 0 0 0 0,0 0 0 0 0,0 0 1 0 0,0 0-1 0 0,0 0 0 0 0,0 1 0 0 0,-1 0 1 0 0,1-1-1 0 0,-8 0 0 0 0,-2-2 201 0 0,11 3-199 0 0,-46-5 937 0 0,43 6-903 0 0,0 0 1 0 0,0 0-1 0 0,0 0 0 0 0,0 0 0 0 0,0 1 0 0 0,0-1 0 0 0,1 1 0 0 0,-1 1 0 0 0,0-1 1 0 0,1 1-1 0 0,-1-1 0 0 0,0 1 0 0 0,1 0 0 0 0,0 1 0 0 0,0-1 0 0 0,0 1 1 0 0,0 0-1 0 0,0 0 0 0 0,0 0 0 0 0,1 1 0 0 0,-1-1 0 0 0,1 1 0 0 0,0 0 0 0 0,-5 8 1 0 0,-2 5-66 0 0,1 1 0 0 0,1 0 0 0 0,0 1 0 0 0,2-1 0 0 0,0 1 0 0 0,1 0 0 0 0,1 1 1 0 0,1-1-1 0 0,0 1 0 0 0,1 31 0 0 0,3-34-74 0 0,0 1 0 0 0,1 0 0 0 0,1 0 0 0 0,1-1 0 0 0,0 1 0 0 0,1-1 0 0 0,1 0 0 0 0,1-1 0 0 0,17 32 0 0 0,-2-13 0 0 0,1-2 0 0 0,1-1 0 0 0,36 37 0 0 0,-12-8-2109 0 0,-33-41-3891 0 0,-3-1-5357 0 0,4-8 1174 0 0,-13-9 7369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02"/>
    </inkml:context>
    <inkml:brush xml:id="br0">
      <inkml:brushProperty name="width" value="0.035" units="cm"/>
      <inkml:brushProperty name="height" value="0.035" units="cm"/>
      <inkml:brushProperty name="color" value="#E71224"/>
    </inkml:brush>
  </inkml:definitions>
  <inkml:trace contextRef="#ctx0" brushRef="#br0">287 11 2016 0 0,'0'0'12357'0'0,"13"-10"-2733"0"0,0 10-9040 0 0,1 0 1 0 0,-1 1-1 0 0,0 1 1 0 0,14 3-1 0 0,-22-4-562 0 0,-1 0-1 0 0,1 1 1 0 0,-1 0 0 0 0,0 0 0 0 0,1 0-1 0 0,-1 0 1 0 0,0 1 0 0 0,0-1-1 0 0,-1 1 1 0 0,1 0 0 0 0,0 0 0 0 0,-1 1-1 0 0,0-1 1 0 0,0 1 0 0 0,4 5-1 0 0,0 1 10 0 0,-1-1 0 0 0,-1 1-1 0 0,0 0 1 0 0,0 1-1 0 0,-1-1 1 0 0,0 1-1 0 0,-1 0 1 0 0,0 0-1 0 0,0 0 1 0 0,-2 0-1 0 0,1 1 1 0 0,-1-1-1 0 0,-1 0 1 0 0,0 1 0 0 0,-1-1-1 0 0,0 0 1 0 0,0 1-1 0 0,-1-1 1 0 0,-1 0-1 0 0,0 0 1 0 0,-1 0-1 0 0,0-1 1 0 0,0 1-1 0 0,-9 13 1 0 0,-31 50-517 0 0,23-44 1817 0 0,-1-1 0 0 0,-1 0 0 0 0,-53 48 1 0 0,15-30-1660 0 0,-5-12-3408 0 0,53-29 1601 0 0,-1-1 1 0 0,1-1-1 0 0,-17 3 0 0 0,18-5-813 0 0,0-1 0 0 0,0 0 0 0 0,0-1 0 0 0,-12-1 1 0 0,20 1 20 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03"/>
    </inkml:context>
    <inkml:brush xml:id="br0">
      <inkml:brushProperty name="width" value="0.035" units="cm"/>
      <inkml:brushProperty name="height" value="0.035" units="cm"/>
      <inkml:brushProperty name="color" value="#E71224"/>
    </inkml:brush>
  </inkml:definitions>
  <inkml:trace contextRef="#ctx0" brushRef="#br0">1 178 6193 0 0,'0'0'25869'0'0,"2"2"-25419"0"0,13 2-230 0 0,11-16-185 0 0,2-1 25 0 0,1 1 0 0 0,0 2-1 0 0,56-11 1 0 0,-45 11-3173 0 0,41-14-1 0 0,-25-3-5096 0 0,-3-11-4820 0 0,-37 22 9999 0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04"/>
    </inkml:context>
    <inkml:brush xml:id="br0">
      <inkml:brushProperty name="width" value="0.035" units="cm"/>
      <inkml:brushProperty name="height" value="0.035" units="cm"/>
      <inkml:brushProperty name="color" value="#E71224"/>
    </inkml:brush>
  </inkml:definitions>
  <inkml:trace contextRef="#ctx0" brushRef="#br0">662 10 3756 0 0,'8'-9'24658'0'0,"-198"102"-20544"0"0,-98 68-3875 0 0,158-80-239 0 0,86-48 0 0 0,35-26 0 0 0,4 3 0 0 0,2 3 0 0 0,3 0 0 0 0,-1-9 0 0 0,1 1 0 0 0,1-1 0 0 0,-1 0 0 0 0,1 0 0 0 0,-1 0 0 0 0,1 0 0 0 0,0 0 0 0 0,1 0 0 0 0,-1 0 0 0 0,1-1 0 0 0,3 8 0 0 0,-1-3 0 0 0,4 6 0 0 0,0 0 0 0 0,0-1 0 0 0,2 0 0 0 0,-1 0 0 0 0,2-1 0 0 0,0-1 0 0 0,0 1 0 0 0,1-2 0 0 0,0 1 0 0 0,1-2 0 0 0,0 0 0 0 0,1 0 0 0 0,-1-1 0 0 0,18 7 0 0 0,11 3 0 0 0,0-2 0 0 0,1-2 0 0 0,80 17 0 0 0,-47-20 0 0 0,1-2 0 0 0,88-3 0 0 0,-27-1 0 0 0,-68-5 0 0 0,-9-3 0 0 0,10-5 0 0 0,-56 6 0 0 0,-2 1 0 0 0,1-1 0 0 0,1 1 0 0 0,1 0 0 0 0,-2 0 0 0 0,2 1 0 0 0,-2 1 0 0 0,-1-4 0 0 0,-4-4 0 0 0,-1-2 0 0 0,-2 3 0 0 0,1-1 0 0 0,-1 0 0 0 0,-1-1 0 0 0,1 1 0 0 0,-1-1 0 0 0,0 0 0 0 0,-1-1 0 0 0,0 1 0 0 0,0-1 0 0 0,-1 1 0 0 0,0-1 0 0 0,-1 0 0 0 0,0 0 0 0 0,2-17 0 0 0,3-11 0 0 0,7-17 0 0 0,-6 30 0 0 0,-2 0 0 0 0,0 0 0 0 0,-2 0 0 0 0,0-1 0 0 0,-2 1 0 0 0,-1-28 0 0 0,-3 42 98 0 0,0-1 0 0 0,-1 1-1 0 0,-1 0 1 0 0,0 0 0 0 0,0 0 0 0 0,-1 0 0 0 0,0 0-1 0 0,0 1 1 0 0,-11-13 0 0 0,-12-24-2022 0 0,9-3-7310 0 0,18 23-2226 0 0,12-9 4058 0 0,-2 22 4485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05"/>
    </inkml:context>
    <inkml:brush xml:id="br0">
      <inkml:brushProperty name="width" value="0.035" units="cm"/>
      <inkml:brushProperty name="height" value="0.035" units="cm"/>
      <inkml:brushProperty name="color" value="#E71224"/>
    </inkml:brush>
  </inkml:definitions>
  <inkml:trace contextRef="#ctx0" brushRef="#br0">551 16 4300 0 0,'5'-3'28407'0'0,"-39"136"-28346"0"0,18-72-62 0 0,-19 98 1 0 0,34-148 0 0 0,-1 3 0 0 0,0-1 0 0 0,-1-1 0 0 0,1-2 0 0 0,-1 0 0 0 0,1 1 0 0 0,1 0 0 0 0,-4-2 0 0 0,-3-1 0 0 0,-1-2 0 0 0,-9 2 0 0 0,-1 0 0 0 0,0 0 0 0 0,-1-2 0 0 0,1-1 0 0 0,-1 0 0 0 0,-36 3 0 0 0,2 1 0 0 0,29-4 0 0 0,22-4 0 0 0,-63 5 0 0 0,48-4 0 0 0,2-2 0 0 0,1 2 0 0 0,2-1 0 0 0,-2 1 0 0 0,0-1 0 0 0,0 0 0 0 0,15-1 0 0 0,0 0 0 0 0,0 0 0 0 0,0-1 0 0 0,-1 1 0 0 0,1 0 0 0 0,0 0 0 0 0,0 0 0 0 0,0 0 0 0 0,0 0 0 0 0,-1 0 0 0 0,1 0 0 0 0,0 0 0 0 0,0 0 0 0 0,0 0 0 0 0,0 0 0 0 0,-1 0 0 0 0,1 0 0 0 0,0 0 0 0 0,0 0 0 0 0,0 0 0 0 0,0 0 0 0 0,-1 0 0 0 0,1 0 0 0 0,0 0 0 0 0,0 0 0 0 0,0 0 0 0 0,0 1 0 0 0,-1-1 0 0 0,1 0 0 0 0,0 0 0 0 0,0 0 0 0 0,0 0 0 0 0,0 0 0 0 0,0 0 0 0 0,0 0 0 0 0,-1 1 0 0 0,1-1 0 0 0,0 0 0 0 0,0 0 0 0 0,0 0 0 0 0,0 0 0 0 0,0 0 0 0 0,0 1 0 0 0,0-1 0 0 0,0 0 0 0 0,0 0 0 0 0,0 0 0 0 0,0 1 0 0 0,0-1 0 0 0,0 0 0 0 0,0 0 0 0 0,0 0 0 0 0,18 10 0 0 0,-2-7 0 0 0,-2-1 0 0 0,90 8 0 0 0,153-4 0 0 0,-136-7 0 0 0,-106 1 0 0 0,14 1 0 0 0,8-5 0 0 0,8-1 0 0 0,-27 4 0 0 0,-3 0 0 0 0,2-1 0 0 0,-2 2 0 0 0,-1-2 0 0 0,0 0 0 0 0,-1-2 0 0 0,-4-3 0 0 0,-4-2 0 0 0,2-8 0 0 0,-1 1 0 0 0,-1-1 0 0 0,0 0 0 0 0,-1 0 0 0 0,-1-1 0 0 0,1-22 0 0 0,6-26 0 0 0,44-171 0 0 0,-37 155 0 0 0,-14 71 0 0 0,2 2 0 0 0,-1 2-234 0 0,-4 5-1154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06"/>
    </inkml:context>
    <inkml:brush xml:id="br0">
      <inkml:brushProperty name="width" value="0.035" units="cm"/>
      <inkml:brushProperty name="height" value="0.035" units="cm"/>
      <inkml:brushProperty name="color" value="#E71224"/>
    </inkml:brush>
  </inkml:definitions>
  <inkml:trace contextRef="#ctx0" brushRef="#br0">22 117 940 0 0,'-1'-13'6856'0'0,"-14"-2"6172"0"0,14 15-12845 0 0,1 0 1 0 0,0 0 0 0 0,0 0 0 0 0,-1 0 0 0 0,1 0 0 0 0,0 0-1 0 0,0 0 1 0 0,-1 0 0 0 0,1 0 0 0 0,0-1 0 0 0,0 1 0 0 0,0 0-1 0 0,-1 0 1 0 0,1 0 0 0 0,0 0 0 0 0,0 0 0 0 0,0-1 0 0 0,0 1-1 0 0,-1 0 1 0 0,1 0 0 0 0,0 0 0 0 0,0-1 0 0 0,0 1 0 0 0,0 0-1 0 0,0 0 1 0 0,0 0 0 0 0,-1-1 0 0 0,1 1 0 0 0,0 0 0 0 0,0 0-1 0 0,0-1 1 0 0,0 1 0 0 0,0 0 0 0 0,0 0 0 0 0,0-1 0 0 0,0 1-1 0 0,0 0 1 0 0,0 0 0 0 0,0-1 0 0 0,0 1 0 0 0,0 0 0 0 0,0 0-1 0 0,1 0 1 0 0,-1-1 0 0 0,0 1 0 0 0,0 0 0 0 0,0-1 0 0 0,31-6-61 0 0,-30 7-243 0 0,266-51 578 0 0,-168 36 59 0 0,-97 15-461 0 0,18-2-41 0 0,-12 2 7 0 0,-3 0 10 0 0,5-1 16 0 0,3-1 78 0 0,-7 1 79 0 0,0 1-1 0 0,0-1 1 0 0,0 1 0 0 0,0 0-1 0 0,0 1 1 0 0,0-1 0 0 0,0 1-1 0 0,8 3 1 0 0,-4-1-205 0 0,-3 3-202 0 0,-5-5-870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07"/>
    </inkml:context>
    <inkml:brush xml:id="br0">
      <inkml:brushProperty name="width" value="0.035" units="cm"/>
      <inkml:brushProperty name="height" value="0.035" units="cm"/>
      <inkml:brushProperty name="color" value="#E71224"/>
    </inkml:brush>
  </inkml:definitions>
  <inkml:trace contextRef="#ctx0" brushRef="#br0">0 3 2424 0 0,'0'0'4597'0'0,"25"-3"20344"0"0,-21 6-24832 0 0,-3-5-107 0 0,-3 55 692 0 0,2-40-694 0 0,0 0 0 0 0,0-1 0 0 0,-1 0 0 0 0,-6 43 0 0 0,-3-4 0 0 0,8-40 0 0 0,1 3 0 0 0,1-1 0 0 0,0-2 0 0 0,1 1 0 0 0,1 0 0 0 0,0-1 0 0 0,1 2 0 0 0,-1-1 0 0 0,-1 1 0 0 0,1-1 0 0 0,1 0 0 0 0,-3 0 0 0 0,0 2 0 0 0,0-2 0 0 0,2-1 0 0 0,-2 3 0 0 0,0-1 0 0 0,-2 1 0 0 0,2 0 0 0 0,-3-3 0 0 0,-2 2 0 0 0,0 0 0 0 0,3 0 0 0 0,1-2 0 0 0,-1-1 0 0 0,-1 1 0 0 0,2-1 0 0 0,0 3 0 0 0,1-2-516 0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08"/>
    </inkml:context>
    <inkml:brush xml:id="br0">
      <inkml:brushProperty name="width" value="0.035" units="cm"/>
      <inkml:brushProperty name="height" value="0.035" units="cm"/>
      <inkml:brushProperty name="color" value="#E71224"/>
    </inkml:brush>
  </inkml:definitions>
  <inkml:trace contextRef="#ctx0" brushRef="#br0">469 3 4636 0 0,'0'0'5348'0'0,"17"-3"7819"0"0,-112 27-9962 0 0,-1-4 1 0 0,-110 9-1 0 0,183-26-3205 0 0,2-2 0 0 0,2 1 0 0 0,1 0 0 0 0,10-2 0 0 0,9-2 0 0 0,33-10 0 0 0,-8 6 0 0 0,124-14 0 0 0,-104 13 0 0 0,22-3 0 0 0,-43 6 0 0 0,0 1 0 0 0,-6-1 0 0 0,-2 1 0 0 0,0-1 0 0 0,-234 49 0 0 0,135-28 0 0 0,58-13 0 0 0,3 0 0 0 0,5-1 0 0 0,1 0 0 0 0,-3-1 0 0 0,167-41 0 0 0,-132 36 0 0 0,4-1 0 0 0,1-1 0 0 0,-3 2 0 0 0,-2 0 0 0 0,3-2 0 0 0,-2 3 0 0 0,-18 2 0 0 0,0 0 0 0 0,1 0 0 0 0,-1-1 0 0 0,0 1 0 0 0,0 0 0 0 0,0 0 0 0 0,0 0 0 0 0,1 0 0 0 0,-1 0 0 0 0,0 0 0 0 0,0-1 0 0 0,1 1 0 0 0,-1 0 0 0 0,0 0 0 0 0,0 0 0 0 0,1 0 0 0 0,-1 0 0 0 0,0 0 0 0 0,0 0 0 0 0,0 0 0 0 0,1 0 0 0 0,-1 0 0 0 0,0 0 0 0 0,0 0 0 0 0,1 0 0 0 0,-1 0 0 0 0,0 0 0 0 0,0 0 0 0 0,1 1 0 0 0,-1-1 0 0 0,0 0 0 0 0,0 0 0 0 0,0 0 0 0 0,1 0 0 0 0,-1 0 0 0 0,0 0 0 0 0,0 1 0 0 0,0-1 0 0 0,1 0 0 0 0,-1 0 0 0 0,0 0 0 0 0,0 0 0 0 0,0 1 0 0 0,0-1 0 0 0,0 0 0 0 0,1 0 0 0 0,-1 1 0 0 0,0-1 0 0 0,0 0 0 0 0,0 0 0 0 0,0 0 0 0 0,0 1 0 0 0,0-1 0 0 0,-28 19 0 0 0,19-14 0 0 0,-1 0 0 0 0,1-1 0 0 0,-1 0 0 0 0,-18 4 0 0 0,-87 27 0 0 0,97-29 0 0 0,1-1 0 0 0,1-1 0 0 0,1 1 0 0 0,-2 0 0 0 0,1-1 0 0 0,9-2 0 0 0,8-2 0 0 0,34-6 0 0 0,-7-1 0 0 0,48-13 0 0 0,-69 18 177 0 0,46-17-1068 0 0,-52 18 705 0 0,1 0-1 0 0,0 0 1 0 0,-1 0 0 0 0,1 0 0 0 0,-1-1-1 0 0,1 1 1 0 0,-1 0 0 0 0,0-1 0 0 0,1 0-1 0 0,-1 1 1 0 0,0-1 0 0 0,0 0 0 0 0,0 1-1 0 0,0-1 1 0 0,0 0 0 0 0,0-3 0 0 0,2 0-3995 0 0,4 3 5100 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09"/>
    </inkml:context>
    <inkml:brush xml:id="br0">
      <inkml:brushProperty name="width" value="0.035" units="cm"/>
      <inkml:brushProperty name="height" value="0.035" units="cm"/>
      <inkml:brushProperty name="color" value="#E71224"/>
    </inkml:brush>
  </inkml:definitions>
  <inkml:trace contextRef="#ctx0" brushRef="#br0">594 16 3008 0 0,'0'0'13019'0'0,"-8"0"-12238"0"0,-243 10 8831 0 0,2-2-3265 0 0,227-8-6347 0 0,0 1 0 0 0,1 0 0 0 0,7 0 0 0 0,8 0 0 0 0,8 1 0 0 0,43-1 0 0 0,50-3 0 0 0,-2 0 0 0 0,3 2 0 0 0,-27-1 0 0 0,-42 1 0 0 0,-2 0 0 0 0,-3 0 0 0 0,-1 0 0 0 0,-1 0 0 0 0,-3 0-5 0 0,31 1-1233 0 0,-47-1 991 0 0,-8 1-1165 0 0,-382 28 4314 0 0,372-27-2902 0 0,3-2 0 0 0,1 1 0 0 0,155-29 0 0 0,-29 13 0 0 0,-91 12 0 0 0,-4 0 0 0 0,-1 0 0 0 0,3-1 0 0 0,-3 1 0 0 0,1 1 0 0 0,1 0 0 0 0,2-1 0 0 0,-1 2 0 0 0,-2 0 0 0 0,-8-1-63 0 0,-8 2-361 0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10"/>
    </inkml:context>
    <inkml:brush xml:id="br0">
      <inkml:brushProperty name="width" value="0.035" units="cm"/>
      <inkml:brushProperty name="height" value="0.035" units="cm"/>
      <inkml:brushProperty name="color" value="#E71224"/>
    </inkml:brush>
  </inkml:definitions>
  <inkml:trace contextRef="#ctx0" brushRef="#br0">291 1 3468 0 0,'0'0'27098'0'0,"2"7"-26736"0"0,0 5-158 0 0,0 1 0 0 0,-1-1 1 0 0,-1 0-1 0 0,0 0 0 0 0,-1 1 1 0 0,0-1-1 0 0,-1 0 1 0 0,-6 22-1 0 0,-1-1-204 0 0,-2-1 0 0 0,-1 0 0 0 0,-1-1 0 0 0,-1 0 0 0 0,-2-1 0 0 0,-1-1 0 0 0,-1-1 0 0 0,-2 0 0 0 0,-32 35 0 0 0,48-57 0 0 0,3-1 0 0 0,-32 32 0 0 0,23-26 0 0 0,-1-1 0 0 0,2-2 0 0 0,-3-1 0 0 0,12-7-5 0 0,-1 1 1 0 0,1-1-1 0 0,-1 1 1 0 0,1-1-1 0 0,-1 0 0 0 0,1 0 1 0 0,-1 1-1 0 0,0-1 1 0 0,1 0-1 0 0,-1 0 0 0 0,1 0 1 0 0,-1 1-1 0 0,0-1 1 0 0,1 0-1 0 0,-1 0 0 0 0,1 0 1 0 0,-1 0-1 0 0,0 0 1 0 0,1 0-1 0 0,-1 0 0 0 0,0-1 1 0 0,1 1-1 0 0,-1 0 0 0 0,1 0 1 0 0,-1 0-1 0 0,1-1 1 0 0,-1 1-1 0 0,0 0 0 0 0,1-1 1 0 0,-1 1-1 0 0,1 0 1 0 0,-1-1-1 0 0,1 1 0 0 0,-1 0 1 0 0,1-1-1 0 0,0 1 1 0 0,-1-1-1 0 0,1 1 0 0 0,0-1 1 0 0,-1 1-1 0 0,1-1 1 0 0,0 1-1 0 0,-1-1 0 0 0,1 0 1 0 0,-1-7-6231 0 0,8-8 4015 0 0,12-18-14625 0 0,-9 24 12718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11"/>
    </inkml:context>
    <inkml:brush xml:id="br0">
      <inkml:brushProperty name="width" value="0.035" units="cm"/>
      <inkml:brushProperty name="height" value="0.035" units="cm"/>
      <inkml:brushProperty name="color" value="#E71224"/>
    </inkml:brush>
  </inkml:definitions>
  <inkml:trace contextRef="#ctx0" brushRef="#br0">22 0 4912 0 0,'0'0'13692'0'0,"-1"9"-12620"0"0,-9 110 3444 0 0,3-56-1673 0 0,3 0-1 0 0,8 121 1 0 0,-3-178-2833 0 0,4 37 9 0 0,21 76-1 0 0,-21-103-18 0 0,0 0 0 0 0,-1-3 0 0 0,0-2 0 0 0,-2-5-270 0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12"/>
    </inkml:context>
    <inkml:brush xml:id="br0">
      <inkml:brushProperty name="width" value="0.035" units="cm"/>
      <inkml:brushProperty name="height" value="0.035" units="cm"/>
      <inkml:brushProperty name="color" value="#E71224"/>
    </inkml:brush>
  </inkml:definitions>
  <inkml:trace contextRef="#ctx0" brushRef="#br0">436 402 4688 0 0,'0'0'11410'0'0,"3"0"-8610"0"0,11-5 10985 0 0,-27-20-13701 0 0,6 15-84 0 0,0 0 0 0 0,0 0 0 0 0,-1 1 0 0 0,0 0 0 0 0,-1 1 0 0 0,-12-9 0 0 0,11 8 0 0 0,-86-89 0 0 0,73 71 0 0 0,-45-37 0 0 0,62 57 0 0 0,-40-25 0 0 0,31 21 0 0 0,1 2 0 0 0,1 0 0 0 0,0 1 0 0 0,1 0 0 0 0,-2-1 0 0 0,-1 3 0 0 0,15 6-10 0 0,-1-1 0 0 0,0 1-1 0 0,1 0 1 0 0,-1 0 0 0 0,0 0 0 0 0,1-1-1 0 0,-1 1 1 0 0,0 0 0 0 0,1 0 0 0 0,-1 0-1 0 0,0 0 1 0 0,1 0 0 0 0,-1 0 0 0 0,0 1-1 0 0,1-1 1 0 0,-1 0 0 0 0,0 0 0 0 0,1 0-1 0 0,-1 0 1 0 0,1 1 0 0 0,-2 0 0 0 0,-8 15-1416 0 0,8-12-1774 0 0,17 7-6355 0 0,16 7-4841 0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13"/>
    </inkml:context>
    <inkml:brush xml:id="br0">
      <inkml:brushProperty name="width" value="0.035" units="cm"/>
      <inkml:brushProperty name="height" value="0.035" units="cm"/>
      <inkml:brushProperty name="color" value="#E71224"/>
    </inkml:brush>
  </inkml:definitions>
  <inkml:trace contextRef="#ctx0" brushRef="#br0">1 21 4840 0 0,'0'0'9212'0'0,"4"-12"-4823"0"0,-3 12-3913 0 0,-1-1 1 0 0,0 1 0 0 0,0-1 0 0 0,1 1-1 0 0,-1-1 1 0 0,0 1 0 0 0,1-1 0 0 0,-1 1-1 0 0,0-1 1 0 0,1 1 0 0 0,-1-1 0 0 0,1 1-1 0 0,-1 0 1 0 0,1-1 0 0 0,-1 1 0 0 0,1 0-1 0 0,-1 0 1 0 0,1-1 0 0 0,-1 1 0 0 0,1 0-1 0 0,-1 0 1 0 0,1 0 0 0 0,-1-1 0 0 0,1 1-1 0 0,-1 0 1 0 0,1 0 0 0 0,0 0 0 0 0,-1 0-1 0 0,2 0 1 0 0,4 2-475 0 0,1-1 0 0 0,-1 1 0 0 0,1 1 1 0 0,-1-1-1 0 0,0 1 0 0 0,0 0 0 0 0,0 0 0 0 0,0 1 0 0 0,0 0 1 0 0,8 7-1 0 0,6 4-2 0 0,17 6-657 0 0,4 3 2694 0 0,-13-9-4026 0 0,-5-4-4104 0 0,-3-3-5768 0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14"/>
    </inkml:context>
    <inkml:brush xml:id="br0">
      <inkml:brushProperty name="width" value="0.035" units="cm"/>
      <inkml:brushProperty name="height" value="0.035" units="cm"/>
      <inkml:brushProperty name="color" value="#E71224"/>
    </inkml:brush>
  </inkml:definitions>
  <inkml:trace contextRef="#ctx0" brushRef="#br0">0 424 3828 0 0,'0'0'24949'0'0,"7"-2"-24256"0"0,10-2-126 0 0,0-2-1 0 0,0 0 1 0 0,-1 0 0 0 0,0-2-1 0 0,21-12 1 0 0,80-59-603 0 0,-74 47 2 0 0,53-28 1 0 0,8-3 33 0 0,33-17 0 0 0,-124 73 0 0 0,0-2 0 0 0,1 2 0 0 0,1-1 0 0 0,-3 1 0 0 0,0 0 0 0 0,1 1 0 0 0,-2 0-17 0 0,-9 5-348 0 0,-31 13-22039 0 0,14-3 15575 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15"/>
    </inkml:context>
    <inkml:brush xml:id="br0">
      <inkml:brushProperty name="width" value="0.035" units="cm"/>
      <inkml:brushProperty name="height" value="0.035" units="cm"/>
      <inkml:brushProperty name="color" value="#E71224"/>
    </inkml:brush>
  </inkml:definitions>
  <inkml:trace contextRef="#ctx0" brushRef="#br0">332 0 3828 0 0,'0'0'19700'0'0,"-36"9"-18538"0"0,-193 66 3972 0 0,225-73-4932 0 0,-1 0 1 0 0,1 0-1 0 0,0 0 1 0 0,0 1-1 0 0,0 0 0 0 0,1-1 1 0 0,-1 2-1 0 0,0-1 0 0 0,-5 7 1 0 0,8-9-104 0 0,-1 1 15 0 0,-6 7 493 0 0,4-2-525 0 0,-2 2-65 0 0,6 1-17 0 0,16-5 0 0 0,1-3 0 0 0,-2-1 0 0 0,-1 0 0 0 0,1 0 0 0 0,0-1 0 0 0,2-2 0 0 0,9-2 0 0 0,-9-1 0 0 0,-4 0 0 0 0,2-1 0 0 0,-2-3 0 0 0,1 0 0 0 0,-1-1 0 0 0,0 1 0 0 0,-1-2 0 0 0,-2 1 0 0 0,-1 0 0 0 0,2 1 0 0 0,-1-2 0 0 0,-4 2 0 0 0,-1 0 0 0 0,-1 3-16 0 0,-3 5-199 0 0,5-3-6829 0 0,-3 2 6191 0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16"/>
    </inkml:context>
    <inkml:brush xml:id="br0">
      <inkml:brushProperty name="width" value="0.035" units="cm"/>
      <inkml:brushProperty name="height" value="0.035" units="cm"/>
      <inkml:brushProperty name="color" value="#E71224"/>
    </inkml:brush>
  </inkml:definitions>
  <inkml:trace contextRef="#ctx0" brushRef="#br0">155 131 2752 0 0,'0'0'19049'0'0,"-4"1"-18827"0"0,-4 2 74 0 0,1 0 1 0 0,-1 1-1 0 0,1 0 1 0 0,-1 0-1 0 0,2 1 1 0 0,-1 0-1 0 0,0 0 1 0 0,-10 12-1 0 0,1-2 450 0 0,2 2-1 0 0,-17 23 0 0 0,29-37-645 0 0,0 0 1 0 0,0 0-1 0 0,1-1 0 0 0,-1 1 0 0 0,1 0 1 0 0,0 1-1 0 0,0-1 0 0 0,0 0 0 0 0,0 5 1 0 0,0-7-78 0 0,1 0 1 0 0,0 0-1 0 0,0 1 1 0 0,0-1-1 0 0,0 0 1 0 0,0 0-1 0 0,1 0 0 0 0,-1 0 1 0 0,0 0-1 0 0,1 0 1 0 0,-1 1-1 0 0,0-1 1 0 0,1 0-1 0 0,-1 0 1 0 0,1 0-1 0 0,0 0 1 0 0,-1 0-1 0 0,1-1 1 0 0,0 1-1 0 0,-1 0 1 0 0,1 0-1 0 0,0 0 1 0 0,0 0-1 0 0,2 0 1 0 0,-2 0 34 0 0,55-9 308 0 0,-48 6-394 0 0,0-1-1 0 0,1-1 1 0 0,-1 1 0 0 0,-1-1-1 0 0,1-1 1 0 0,11-7-1 0 0,12-8-257 0 0,-26 17 267 0 0,-1-1 1 0 0,-1 1-1 0 0,1-1 0 0 0,-1 0 1 0 0,1 0-1 0 0,-1-1 1 0 0,0 1-1 0 0,3-7 0 0 0,10-12-118 0 0,-12 17 115 0 0,0-1 0 0 0,-1 0-1 0 0,0 0 1 0 0,0 0 0 0 0,0 0-1 0 0,-1-1 1 0 0,0 1 0 0 0,0-1-1 0 0,-1 0 1 0 0,0 1 0 0 0,0-1 0 0 0,-1-8-1 0 0,-2 2 45 0 0,-8-30-339 0 0,9 42 136 0 0,0 1 1 0 0,0-1-1 0 0,0 1 0 0 0,0 0 0 0 0,0 0 0 0 0,0-1 1 0 0,0 1-1 0 0,0 0 0 0 0,-1 0 0 0 0,1 0 0 0 0,0 0 1 0 0,-1 0-1 0 0,1 1 0 0 0,-1-1 0 0 0,-1-1 1 0 0,1 1-975 0 0,-27-8-9187 0 0,-2 18-2683 0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17"/>
    </inkml:context>
    <inkml:brush xml:id="br0">
      <inkml:brushProperty name="width" value="0.035" units="cm"/>
      <inkml:brushProperty name="height" value="0.035" units="cm"/>
      <inkml:brushProperty name="color" value="#E71224"/>
    </inkml:brush>
  </inkml:definitions>
  <inkml:trace contextRef="#ctx0" brushRef="#br0">599 39 2036 0 0,'23'-39'11941'0'0,"-30"43"-9664"0"0,-23 17 102 0 0,-54 33 53 0 0,-215 111 3698 0 0,173-101-3733 0 0,78-44-1510 0 0,46-19-774 0 0,0 2-2467 0 0,-12 4 8223 0 0,9-4-6399 0 0,1-1-3563 0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18"/>
    </inkml:context>
    <inkml:brush xml:id="br0">
      <inkml:brushProperty name="width" value="0.035" units="cm"/>
      <inkml:brushProperty name="height" value="0.035" units="cm"/>
      <inkml:brushProperty name="color" value="#E71224"/>
    </inkml:brush>
  </inkml:definitions>
  <inkml:trace contextRef="#ctx0" brushRef="#br0">0 0 3592 0 0,'0'0'21246'0'0,"4"4"-20596"0"0,68 74 5658 0 0,-15-29-5337 0 0,51 30-971 0 0,113 90 0 0 0,-195-147 20 0 0,48 31 1 0 0,-28-28-2398 0 0,-47-19-1928 0 0,-1-1 4240 0 0,2-3-2986 0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19"/>
    </inkml:context>
    <inkml:brush xml:id="br0">
      <inkml:brushProperty name="width" value="0.035" units="cm"/>
      <inkml:brushProperty name="height" value="0.035" units="cm"/>
      <inkml:brushProperty name="color" value="#E71224"/>
    </inkml:brush>
  </inkml:definitions>
  <inkml:trace contextRef="#ctx0" brushRef="#br0">135 166 3532 0 0,'0'0'17377'0'0,"0"-1"-17320"0"0,-1 1 0 0 0,1-1 1 0 0,0 1-1 0 0,0-1 0 0 0,0 1 0 0 0,-1-1 0 0 0,1 1 0 0 0,0 0 0 0 0,-1-1 0 0 0,1 1 1 0 0,0-1-1 0 0,-1 1 0 0 0,1 0 0 0 0,0-1 0 0 0,-1 1 0 0 0,1 0 0 0 0,-1 0 0 0 0,1-1 1 0 0,-1 1-1 0 0,1 0 0 0 0,0 0 0 0 0,-1 0 0 0 0,1-1 0 0 0,-1 1 0 0 0,1 0 0 0 0,-1 0 1 0 0,1 0-1 0 0,-1 0 0 0 0,1 0 0 0 0,-2 0 0 0 0,-16 4 46 0 0,14-3 109 0 0,-35 23 2184 0 0,37-23-2181 0 0,-6 13 908 0 0,4-6-626 0 0,6-6-1217 0 0,6-8 564 0 0,-1 0 0 0 0,0 0 0 0 0,0-1 0 0 0,0 0 0 0 0,-1 0 0 0 0,0 0-1 0 0,0-1 1 0 0,6-11 0 0 0,21-28-781 0 0,-31 45 949 0 0,-2 2 1 0 0,0 0 1 0 0,0 0-1 0 0,0 0 0 0 0,0 0 1 0 0,0 0-1 0 0,0 0 0 0 0,1 0 0 0 0,-1 0 1 0 0,0-1-1 0 0,0 1 0 0 0,0 0 1 0 0,0 0-1 0 0,0 0 0 0 0,0 0 0 0 0,0 0 1 0 0,0 0-1 0 0,0-1 0 0 0,1 1 1 0 0,-1 0-1 0 0,0 0 0 0 0,0 0 0 0 0,0 0 1 0 0,0-1-1 0 0,0 1 0 0 0,0 0 1 0 0,0 0-1 0 0,0 0 0 0 0,0 0 0 0 0,0 0 1 0 0,0-1-1 0 0,0 1 0 0 0,0 0 0 0 0,0 0 1 0 0,0 0-1 0 0,-1 0 0 0 0,1 0 1 0 0,0-1-1 0 0,0 1 0 0 0,0 0 0 0 0,0 0 1 0 0,0 0-1 0 0,0 0 0 0 0,0 0 1 0 0,0-1-1 0 0,0 1 0 0 0,-1 0 0 0 0,1 0 1 0 0,0 0-1 0 0,0 0 0 0 0,0 0 1 0 0,0 0-1 0 0,0 0 0 0 0,0 0 0 0 0,-1 0 1 0 0,1 0-1 0 0,0 0 0 0 0,0 0 1 0 0,0-1-1 0 0,0 1 0 0 0,-1 0 0 0 0,1 0 1 0 0,0 0-1 0 0,-6 4 110 0 0,1 0 0 0 0,-1 1 1 0 0,1-1-1 0 0,0 1 0 0 0,1 0 1 0 0,-1 0-1 0 0,-6 10 0 0 0,10-13-5 0 0,-12 42 976 0 0,13-43-954 0 0,8 18 174 0 0,-6-18-348 0 0,24-12-463 0 0,-14-5 87 0 0,0-1-1 0 0,-1 0 1 0 0,-1-1 0 0 0,-1-1 0 0 0,9-22-1 0 0,1-15 686 0 0,-28 63-190 0 0,1 0-1 0 0,-1 1 1 0 0,1 0 0 0 0,1 0 0 0 0,0 1-1 0 0,0 0 1 0 0,1 1 0 0 0,0-1 0 0 0,-9 21-1 0 0,-1 31 274 0 0,15-58-376 0 0,1-1 75 0 0,-3 4 57 0 0,3-3-274 0 0,4-6-869 0 0,4-11 793 0 0,1 0-1 0 0,-2 0 0 0 0,0 0 1 0 0,0-1-1 0 0,6-23 0 0 0,-12 35 215 0 0,3-3 25 0 0,-4 4 46 0 0,1 0-47 0 0,1-6 8 0 0,-2 6 588 0 0,-6 4-484 0 0,-1 1 8 0 0,-1 1-1 0 0,1 0 1 0 0,-1 1-1 0 0,1 0 1 0 0,1 0-1 0 0,-1 0 0 0 0,1 1 1 0 0,0 0-1 0 0,0 0 1 0 0,0 0-1 0 0,-4 8 1 0 0,-1 0 203 0 0,9-12-298 0 0,1 0 1 0 0,-1-1-1 0 0,1 1 0 0 0,0 0 1 0 0,-1 0-1 0 0,1 0 0 0 0,0 0 1 0 0,0 0-1 0 0,0 0 0 0 0,0 4 1 0 0,0-4 10 0 0,1 5 79 0 0,3 3 62 0 0,-1-9-129 0 0,3-3-262 0 0,1-2 26 0 0,0-1 1 0 0,0 0 0 0 0,0 0 0 0 0,-1-1-1 0 0,0 1 1 0 0,0-1 0 0 0,0 0-1 0 0,-1-1 1 0 0,0 1 0 0 0,6-13 0 0 0,6-24-531 0 0,-15 41 698 0 0,-1-2 62 0 0,1 3-5 0 0,-1 1-1 0 0,0 0 1 0 0,1-1 0 0 0,-1 1-1 0 0,0 0 1 0 0,0-1-1 0 0,1 1 1 0 0,-1 0 0 0 0,0-1-1 0 0,0 1 1 0 0,0 0 0 0 0,0-1-1 0 0,1 1 1 0 0,-1 0-1 0 0,0-1 1 0 0,0 1 0 0 0,0-1-1 0 0,0 1 1 0 0,0 0-1 0 0,0-1 1 0 0,0 1 0 0 0,0-1-1 0 0,0 1 1 0 0,0 0-1 0 0,0-1 1 0 0,0 1 0 0 0,-1 0-1 0 0,1-1 1 0 0,0 1-1 0 0,0-1 1 0 0,0 1 0 0 0,0 0-1 0 0,-1-1 1 0 0,1 1 0 0 0,0 0-1 0 0,0-1 1 0 0,-1 1-1 0 0,1 0 1 0 0,0 0 0 0 0,0-1-1 0 0,-1 1 1 0 0,0 0-1 0 0,-5 4 57 0 0,-1 0 0 0 0,1 1 0 0 0,-1 0 0 0 0,1 0 0 0 0,1 0 0 0 0,-1 1 0 0 0,1 0 0 0 0,0 0 0 0 0,0 1 0 0 0,1-1 0 0 0,0 1 0 0 0,-5 11 0 0 0,-30 59-992 0 0,23-48-3094 0 0,8-18-348 0 0,0 5-9073 0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0:57.320"/>
    </inkml:context>
    <inkml:brush xml:id="br0">
      <inkml:brushProperty name="width" value="0.035" units="cm"/>
      <inkml:brushProperty name="height" value="0.035" units="cm"/>
      <inkml:brushProperty name="color" value="#E71224"/>
    </inkml:brush>
  </inkml:definitions>
  <inkml:trace contextRef="#ctx0" brushRef="#br0">0 26 3204 0 0,'0'0'19939'0'0,"1"4"-19618"0"0,-1-3-303 0 0,0 0 1 0 0,0-1-1 0 0,0 1 0 0 0,0 0 0 0 0,1 0 0 0 0,-1-1 0 0 0,0 1 1 0 0,0 0-1 0 0,0 0 0 0 0,1-1 0 0 0,-1 1 0 0 0,0 0 0 0 0,1-1 1 0 0,-1 1-1 0 0,1 0 0 0 0,-1-1 0 0 0,1 1 0 0 0,-1-1 1 0 0,1 1-1 0 0,-1-1 0 0 0,1 1 0 0 0,-1-1 0 0 0,1 1 0 0 0,0-1 1 0 0,-1 1-1 0 0,1-1 0 0 0,0 0 0 0 0,-1 0 0 0 0,1 1 0 0 0,0-1 1 0 0,-1 0-1 0 0,1 0 0 0 0,0 0 0 0 0,0 1 0 0 0,-1-1 1 0 0,1 0-1 0 0,0 0 0 0 0,0 0 0 0 0,-1 0 0 0 0,1-1 0 0 0,1 1 1 0 0,1 0-35 0 0,65-8-513 0 0,-61 8 454 0 0,0 0 0 0 0,0 0 0 0 0,0-1 0 0 0,0 0 0 0 0,-1-1 0 0 0,1 0 0 0 0,7-2 0 0 0,-13 3 499 0 0,-6 0-287 0 0,-9 0 236 0 0,1 0 1 0 0,0 1 0 0 0,-1 1 0 0 0,1 0 0 0 0,-1 1 0 0 0,-24 6 0 0 0,36-7-209 0 0,-6 1 325 0 0,7-2-363 0 0,0 1 0 0 0,0-1-1 0 0,-1 0 1 0 0,1 0 0 0 0,0 1 0 0 0,0-1 0 0 0,0 0 0 0 0,0 1 0 0 0,0-1 0 0 0,0 1 0 0 0,0 0 0 0 0,0-1 0 0 0,0 1 0 0 0,0 0 0 0 0,0-1 0 0 0,0 1 0 0 0,0 0 0 0 0,0 0 0 0 0,1 0 0 0 0,-1 0 0 0 0,-1 1 0 0 0,32 5-69 0 0,-15-8-286 0 0,1-1 1 0 0,-1 0-1 0 0,0-2 1 0 0,1 1 0 0 0,-1-2-1 0 0,-1 0 1 0 0,1-1-1 0 0,-1 0 1 0 0,22-14 0 0 0,-34 19 121 0 0,-2 1 103 0 0,0 0 1 0 0,0 0-1 0 0,-1 0 1 0 0,1 0 0 0 0,0 0-1 0 0,0 0 1 0 0,0 0 0 0 0,0 0-1 0 0,0 0 1 0 0,-1 0-1 0 0,1 0 1 0 0,0 0 0 0 0,0-1-1 0 0,0 1 1 0 0,0 0 0 0 0,0 0-1 0 0,0 0 1 0 0,-1 0-1 0 0,1 0 1 0 0,0 0 0 0 0,0-1-1 0 0,0 1 1 0 0,0 0 0 0 0,0 0-1 0 0,0 0 1 0 0,0 0 0 0 0,0 0-1 0 0,0-1 1 0 0,0 1-1 0 0,0 0 1 0 0,0 0 0 0 0,0 0-1 0 0,0 0 1 0 0,0 0 0 0 0,0-1-1 0 0,0 1 1 0 0,0 0-1 0 0,0 0 1 0 0,0 0 0 0 0,0 0-1 0 0,0-1 1 0 0,0 1 0 0 0,0 0-1 0 0,0 0 1 0 0,0 0 0 0 0,0 0-1 0 0,1 0 1 0 0,-1-1-1 0 0,0 1 1 0 0,0 0 0 0 0,0 0-1 0 0,0 0 1 0 0,0 0 0 0 0,0 0-1 0 0,0 0 1 0 0,1 0-1 0 0,-1 0 1 0 0,0 0 0 0 0,0-1-1 0 0,0 1 1 0 0,0 0 0 0 0,0 0-1 0 0,1 0 1 0 0,-1 0 0 0 0,0 0-1 0 0,0 0 1 0 0,-26 1 89 0 0,19 0 18 0 0,-30 25 1000 0 0,36-25-782 0 0,-7 7 703 0 0,8-8-1033 0 0,0 0 0 0 0,0 0-1 0 0,1 0 1 0 0,-1 0-1 0 0,0 0 1 0 0,0 0 0 0 0,0 0-1 0 0,0 0 1 0 0,0 0 0 0 0,0 0-1 0 0,1 0 1 0 0,-1 1 0 0 0,0-1-1 0 0,0 0 1 0 0,0 0 0 0 0,0 0-1 0 0,0 0 1 0 0,0 0-1 0 0,0 0 1 0 0,1 0 0 0 0,-1 0-1 0 0,0 0 1 0 0,0 1 0 0 0,0-1-1 0 0,0 0 1 0 0,0 0 0 0 0,0 0-1 0 0,0 0 1 0 0,0 0-1 0 0,0 0 1 0 0,0 1 0 0 0,0-1-1 0 0,0 0 1 0 0,0 0 0 0 0,0 0-1 0 0,0 0 1 0 0,0 0 0 0 0,0 1-1 0 0,0-1 1 0 0,0 0-1 0 0,0 0 1 0 0,0 0 0 0 0,0 0-1 0 0,0 0 1 0 0,0 1 0 0 0,0-1-1 0 0,0 0 1 0 0,0 0 0 0 0,0 0-1 0 0,0 0 1 0 0,0 0 0 0 0,0 0-1 0 0,0 1 1 0 0,-1-1-1 0 0,1 0 1 0 0,0 0 0 0 0,0 0-1 0 0,0 0 1 0 0,62-21-1588 0 0,-60 20 1437 0 0,8-5-108 0 0,-10 6 265 0 0,0 0 1 0 0,0 0 0 0 0,1 0-1 0 0,-1 0 1 0 0,0 0-1 0 0,0 0 1 0 0,0 0-1 0 0,1 0 1 0 0,-1 0 0 0 0,0 0-1 0 0,0-1 1 0 0,0 1-1 0 0,0 0 1 0 0,1 0 0 0 0,-1 0-1 0 0,0 0 1 0 0,0 0-1 0 0,0-1 1 0 0,0 1 0 0 0,0 0-1 0 0,0 0 1 0 0,0 0-1 0 0,1 0 1 0 0,-1-1-1 0 0,0 1 1 0 0,0 0 0 0 0,0 0-1 0 0,0 0 1 0 0,0-1-1 0 0,0 1 1 0 0,0 0 0 0 0,0 0-1 0 0,0 0 1 0 0,0-1-1 0 0,0 1 1 0 0,0 0-1 0 0,0 0 1 0 0,0 0 0 0 0,0-1-1 0 0,0 1 1 0 0,0 0-1 0 0,-1 0 1 0 0,1 0 0 0 0,0-1-1 0 0,0 1 1 0 0,0 0-1 0 0,0 0 1 0 0,0 0 0 0 0,0 0-1 0 0,0-1 1 0 0,-1 1-1 0 0,1 0 1 0 0,0 0-1 0 0,0 0 1 0 0,0 0 0 0 0,0 0-1 0 0,-1 0 1 0 0,1-1-1 0 0,0 1 1 0 0,0 0 0 0 0,-1 0-1 0 0,-9 0 65 0 0,0-1 0 0 0,-1 2-1 0 0,1-1 1 0 0,0 2 0 0 0,0-1-1 0 0,0 1 1 0 0,-14 5 0 0 0,20-6-276 0 0,2 0-589 0 0,-12 5-4378 0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1:37.451"/>
    </inkml:context>
    <inkml:brush xml:id="br0">
      <inkml:brushProperty name="width" value="0.05" units="cm"/>
      <inkml:brushProperty name="height" value="0.05" units="cm"/>
    </inkml:brush>
  </inkml:definitions>
  <inkml:trace contextRef="#ctx0" brushRef="#br0">6 22 4156 0 0,'22'-21'27317'0'0,"-18"347"-25269"0"0,1-142-3182 0 0,-8-3-6520 0 0,0-147 1126 0 0,-1 1 1 0 0,-15 54-1 0 0,12-66 3630 0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1:38.147"/>
    </inkml:context>
    <inkml:brush xml:id="br0">
      <inkml:brushProperty name="width" value="0.05" units="cm"/>
      <inkml:brushProperty name="height" value="0.05" units="cm"/>
    </inkml:brush>
  </inkml:definitions>
  <inkml:trace contextRef="#ctx0" brushRef="#br0">73 7 4708 0 0,'0'0'3556'0'0,"-14"-6"-1034"0"0,6 7 1740 0 0,4 1-3936 0 0,1 0 0 0 0,-1 0 0 0 0,1 0 0 0 0,0 1 0 0 0,0 0 0 0 0,0-1 0 0 0,0 1 0 0 0,0 0 1 0 0,1 0-1 0 0,-1 0 0 0 0,1 1 0 0 0,0-1 0 0 0,0 1 0 0 0,0-1 0 0 0,1 1 0 0 0,-1 0 0 0 0,1-1 0 0 0,0 1 0 0 0,0 0 0 0 0,0 0 0 0 0,0 0 0 0 0,1 0 0 0 0,-1 0 0 0 0,1 0 0 0 0,0 0 0 0 0,0 0 0 0 0,1 0 0 0 0,-1 0 1 0 0,1 0-1 0 0,2 5 0 0 0,-2-7-280 0 0,1 1 0 0 0,0-1 0 0 0,1 0 1 0 0,-1 0-1 0 0,0 0 0 0 0,1 0 0 0 0,-1 0 1 0 0,1-1-1 0 0,-1 1 0 0 0,1-1 0 0 0,0 1 1 0 0,0-1-1 0 0,-1 0 0 0 0,1 0 0 0 0,0 0 0 0 0,0-1 1 0 0,0 1-1 0 0,0-1 0 0 0,0 0 0 0 0,0 0 1 0 0,6 0-1 0 0,64-4-176 0 0,-40-2 26 0 0,57-18 0 0 0,-36 8 431 0 0,-52 16 111 0 0,-12 2-442 0 0,-63 19 12 0 0,-2 15-4247 0 0,4 13-3779 0 0,10 10-3313 0 0,46-43 8671 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1:39.427"/>
    </inkml:context>
    <inkml:brush xml:id="br0">
      <inkml:brushProperty name="width" value="0.05" units="cm"/>
      <inkml:brushProperty name="height" value="0.05" units="cm"/>
    </inkml:brush>
  </inkml:definitions>
  <inkml:trace contextRef="#ctx0" brushRef="#br0">871 1 4512 0 0,'0'0'9607'0'0,"3"3"-8695"0"0,-1 0-519 0 0,0 1 1 0 0,1-1 0 0 0,-1 1-1 0 0,0 0 1 0 0,-1 0 0 0 0,1 0-1 0 0,-1 0 1 0 0,0 1 0 0 0,0-1-1 0 0,1 6 1 0 0,5 57 2485 0 0,-3-13-1207 0 0,4 65-68 0 0,-9-118-1599 0 0,1 0 0 0 0,0 1 0 0 0,-1-1 0 0 0,1 0 1 0 0,-1 0-1 0 0,0 0 0 0 0,1 0 0 0 0,-1 0 0 0 0,0 0 1 0 0,0 0-1 0 0,1 0 0 0 0,-1 0 0 0 0,0 0 0 0 0,0 0 1 0 0,0 0-1 0 0,0 0 0 0 0,0-1 0 0 0,0 1 0 0 0,0 0 1 0 0,-1-1-1 0 0,1 1 0 0 0,-2 0 0 0 0,-29 9 143 0 0,29-9-113 0 0,-5 1-30 0 0,0-1 0 0 0,0 0-1 0 0,0 0 1 0 0,0 0-1 0 0,0-1 1 0 0,0-1-1 0 0,0 1 1 0 0,0-1 0 0 0,0 0-1 0 0,0-1 1 0 0,0 0-1 0 0,-9-4 1 0 0,-3-2-54 0 0,1-1-1 0 0,0-1 1 0 0,-21-14-1 0 0,-16-12-35 0 0,49 32-318 0 0,7 8 186 0 0,16 18 143 0 0,-7-12 79 0 0,-2 1-1 0 0,1 0 1 0 0,7 14-1 0 0,-10-11 8 0 0,0 0 1 0 0,-1 1-1 0 0,-1-1 1 0 0,0 1-1 0 0,-1 0 1 0 0,-1 0-1 0 0,0-1 1 0 0,-1 1-1 0 0,0 0 1 0 0,-1 0-1 0 0,-1 0 1 0 0,-4 15-1 0 0,4-20 5 0 0,-1 0-1 0 0,0 0 1 0 0,-1-1-1 0 0,0 1 1 0 0,-1-1 0 0 0,0 0-1 0 0,0 0 1 0 0,-1 0-1 0 0,0-1 1 0 0,-1 0 0 0 0,0 0-1 0 0,0-1 1 0 0,0 0-1 0 0,-1 0 1 0 0,0-1-1 0 0,-1 0 1 0 0,-14 9 0 0 0,6-7 268 0 0,-1 0 1 0 0,0-1-1 0 0,-1-1 1 0 0,0-1 0 0 0,0-1-1 0 0,0 0 1 0 0,0-1-1 0 0,0-1 1 0 0,-1-1 0 0 0,1-1-1 0 0,-1 0 1 0 0,-32-6-1 0 0,38 3-91 0 0,0 1-1 0 0,1-2 1 0 0,0 0-1 0 0,0 0 0 0 0,0-2 1 0 0,0 1-1 0 0,1-1 1 0 0,-1-1-1 0 0,2-1 0 0 0,-1 1 1 0 0,1-2-1 0 0,0 1 1 0 0,1-2-1 0 0,0 1 0 0 0,0-1 1 0 0,1-1-1 0 0,1 0 1 0 0,-12-19-1 0 0,16 22-638 0 0,0-1 1 0 0,0 1-1 0 0,1-1 1 0 0,1 0-1 0 0,-1 0 1 0 0,2 0-1 0 0,-1 0 0 0 0,1-1 1 0 0,0 1-1 0 0,1 0 1 0 0,0-1-1 0 0,1 1 1 0 0,0 0-1 0 0,0 0 0 0 0,1 0 1 0 0,5-17-1 0 0,3 0-1474 0 0,0 1 0 0 0,1 1 0 0 0,1 0 0 0 0,24-34-1 0 0,5 1-8586 0 0,-31 40 7587 0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1:39.922"/>
    </inkml:context>
    <inkml:brush xml:id="br0">
      <inkml:brushProperty name="width" value="0.05" units="cm"/>
      <inkml:brushProperty name="height" value="0.05" units="cm"/>
    </inkml:brush>
  </inkml:definitions>
  <inkml:trace contextRef="#ctx0" brushRef="#br0">38 73 5805 0 0,'4'-19'26926'0'0,"-12"12"-26890"0"0,2-3-36 0 0,-3 0 0 0 0,3 0 0 0 0,1 1 0 0 0,-1 3-152 0 0,5 4-813 0 0,5 31-23750 0 0,-3-12 20940 0 0,-1-2 1075 0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1:40.677"/>
    </inkml:context>
    <inkml:brush xml:id="br0">
      <inkml:brushProperty name="width" value="0.05" units="cm"/>
      <inkml:brushProperty name="height" value="0.05" units="cm"/>
    </inkml:brush>
  </inkml:definitions>
  <inkml:trace contextRef="#ctx0" brushRef="#br0">10 1 9049 0 0,'-10'1'23516'0'0,"227"25"-23085"0"0,-169-24-4898 0 0,-1-1-4798 0 0,1-8-5253 0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1:49.441"/>
    </inkml:context>
    <inkml:brush xml:id="br0">
      <inkml:brushProperty name="width" value="0.05" units="cm"/>
      <inkml:brushProperty name="height" value="0.05" units="cm"/>
    </inkml:brush>
  </inkml:definitions>
  <inkml:trace contextRef="#ctx0" brushRef="#br0">434 69 5621 0 0,'6'-2'1384'0'0,"-1"-1"1"0"0,0-1 0 0 0,0 1 0 0 0,0-1-1 0 0,0 0 1 0 0,-1 0 0 0 0,6-7 1505 0 0,-3 0-750 0 0,-10 5 2790 0 0,-3 3-4601 0 0,1 1-1 0 0,-1 0 1 0 0,0-1 0 0 0,0 2-1 0 0,0-1 1 0 0,0 1-1 0 0,0 0 1 0 0,0 0-1 0 0,0 0 1 0 0,-9 1-1 0 0,-69 8 1972 0 0,46-3-1985 0 0,1 2 1 0 0,-58 18 0 0 0,85-21-271 0 0,0-1 0 0 0,-1 2 0 0 0,2-1 0 0 0,-1 1 1 0 0,0 1-1 0 0,1 0 0 0 0,0 0 0 0 0,1 1 0 0 0,-1 0 0 0 0,1 0 1 0 0,0 1-1 0 0,1 0 0 0 0,-11 15 0 0 0,7-5-45 0 0,10-17 0 0 0,0 0 0 0 0,0 0 0 0 0,0 0 0 0 0,1 1 0 0 0,-1-1 0 0 0,1 0 0 0 0,-1 1 0 0 0,1-1 0 0 0,-1 0 0 0 0,1 1 0 0 0,0-1 0 0 0,0 1 0 0 0,0-1 0 0 0,0 1 0 0 0,0-1 0 0 0,0 0 0 0 0,0 3 0 0 0,0 4 0 0 0,0 0 0 0 0,0 0 0 0 0,0 0 0 0 0,1 0 0 0 0,0 0 0 0 0,1 0 0 0 0,0 0 0 0 0,0-1 0 0 0,0 1 0 0 0,1 0 0 0 0,0-1 0 0 0,8 12 0 0 0,-4-7 0 0 0,2-1 0 0 0,-1 0 0 0 0,1 0 0 0 0,1-1 0 0 0,0 0 0 0 0,13 10 0 0 0,9 2 0 0 0,0 0 0 0 0,2-2 0 0 0,68 29 0 0 0,-52-29 0 0 0,-34-15 0 0 0,0 1 0 0 0,0 0 0 0 0,0 2 0 0 0,-1-1 0 0 0,0 2 0 0 0,-1 0 0 0 0,18 15 0 0 0,-31-23 0 0 0,1 0 0 0 0,-1 0 0 0 0,0 0 0 0 0,0 0 0 0 0,0 0 0 0 0,0 0 0 0 0,0 0 0 0 0,0 0 0 0 0,0 0 0 0 0,-1 1 0 0 0,1-1 0 0 0,0 0 0 0 0,-1 1 0 0 0,1-1 0 0 0,-1 1 0 0 0,1-1 0 0 0,-1 0 0 0 0,0 1 0 0 0,1-1 0 0 0,-1 2 0 0 0,0 1 0 0 0,0 12 0 0 0,-3-6 0 0 0,-1 0 0 0 0,0 0 0 0 0,-1 0 0 0 0,0 0 0 0 0,-1-1 0 0 0,0 0 0 0 0,-10 13 0 0 0,-62 63 0 0 0,13-17 0 0 0,56-56-583 0 0,2-5-1475 0 0,0 2 1 0 0,1-1-1 0 0,0 1 1 0 0,0 0-1 0 0,1 0 1 0 0,-8 20 0 0 0,11-27 138 0 0,-1 7-473 0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1:50.137"/>
    </inkml:context>
    <inkml:brush xml:id="br0">
      <inkml:brushProperty name="width" value="0.05" units="cm"/>
      <inkml:brushProperty name="height" value="0.05" units="cm"/>
    </inkml:brush>
  </inkml:definitions>
  <inkml:trace contextRef="#ctx0" brushRef="#br0">97 1 7301 0 0,'-6'4'2285'0'0,"-23"17"567"0"0,21-14-784 0 0,1 1 0 0 0,0-1 0 0 0,0 2-1 0 0,0-1 1 0 0,-6 12 0 0 0,1 9 904 0 0,12-27-2150 0 0,2 19 1823 0 0,-2-20-2530 0 0,1 6-13 0 0,21 2 1094 0 0,2-8-1126 0 0,13-5-70 0 0,-31 0 0 0 0,-3 0 0 0 0,1 3 0 0 0,-1-1 0 0 0,1 1 0 0 0,-1-1 0 0 0,1 0 0 0 0,-1 0 0 0 0,0 0 0 0 0,1-1 0 0 0,-1 1 0 0 0,0-1 0 0 0,0 0 0 0 0,-1 1 0 0 0,1-1 0 0 0,-1 0 0 0 0,1-1 0 0 0,-1 1 0 0 0,0 0 0 0 0,0-1 0 0 0,-1 1 0 0 0,1-1 0 0 0,-1 0 0 0 0,1 1 0 0 0,-1-1 0 0 0,0 0 0 0 0,0-6 0 0 0,0 9-165 0 0,-1-1 0 0 0,0 1-1 0 0,1-1 1 0 0,-1 1 0 0 0,0-1 0 0 0,0 1 0 0 0,0-1-1 0 0,0 0 1 0 0,0 1 0 0 0,0-1 0 0 0,-1 1 0 0 0,1-1-1 0 0,-1 1 1 0 0,0-3 0 0 0,0 2-412 0 0,0 1 0 0 0,0-1 1 0 0,0 1-1 0 0,-1-1 0 0 0,1 1 1 0 0,0 0-1 0 0,-1-1 0 0 0,1 1 0 0 0,-1 0 1 0 0,1 0-1 0 0,-1 0 0 0 0,0 0 0 0 0,1 1 1 0 0,-1-1-1 0 0,0 0 0 0 0,-3 0 0 0 0,-33-5-10378 0 0,17 6 6432 0 0,17 0 3975 0 0,0 0-2214 0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1:41.627"/>
    </inkml:context>
    <inkml:brush xml:id="br0">
      <inkml:brushProperty name="width" value="0.05" units="cm"/>
      <inkml:brushProperty name="height" value="0.05" units="cm"/>
    </inkml:brush>
  </inkml:definitions>
  <inkml:trace contextRef="#ctx0" brushRef="#br0">0 8 6809 0 0,'14'-7'15749'0'0,"-8"14"-15213"0"0,-1 1 0 0 0,0 0-1 0 0,0 0 1 0 0,-1 0 0 0 0,0 1-1 0 0,0-1 1 0 0,-1 1 0 0 0,0 0 0 0 0,-1 0-1 0 0,3 16 1 0 0,9 108 1981 0 0,-12-109-2093 0 0,16 226 1094 0 0,-7-81-6034 0 0,-4-29-4813 0 0,-1 0-6650 0 0,-6-115 13281 0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1:42.923"/>
    </inkml:context>
    <inkml:brush xml:id="br0">
      <inkml:brushProperty name="width" value="0.05" units="cm"/>
      <inkml:brushProperty name="height" value="0.05" units="cm"/>
    </inkml:brush>
  </inkml:definitions>
  <inkml:trace contextRef="#ctx0" brushRef="#br0">1363 0 6337 0 0,'0'0'11269'0'0,"2"6"-10009"0"0,2 11-165 0 0,1 1 1 0 0,-2-1-1 0 0,-1 1 1 0 0,0 0-1 0 0,-1 23 0 0 0,-8 102 2752 0 0,1-49-2127 0 0,4-52-1492 0 0,0-17-36 0 0,1-1-1 0 0,0 0 1 0 0,2 1 0 0 0,1-1 0 0 0,1 0-1 0 0,1 0 1 0 0,8 28 0 0 0,-9-45-605 0 0,1-1-1 0 0,-1 1 1 0 0,1 0-1 0 0,1-1 1 0 0,-1 0-1 0 0,1 0 1 0 0,0 0-1 0 0,1 0 1 0 0,-1-1-1 0 0,1 0 1 0 0,0 0-1 0 0,1-1 1 0 0,-1 1-1 0 0,1-2 1 0 0,-1 1-1 0 0,9 3 1 0 0,-11-5 148 0 0,1-1 0 0 0,-1 1 0 0 0,1-1 1 0 0,-1 0-1 0 0,1 0 0 0 0,0 0 0 0 0,0-1 0 0 0,-1 1 1 0 0,1-1-1 0 0,0 0 0 0 0,0-1 0 0 0,0 1 0 0 0,-1-1 1 0 0,1 0-1 0 0,0 0 0 0 0,-1-1 0 0 0,1 1 0 0 0,-1-1 1 0 0,1 0-1 0 0,-1 0 0 0 0,0 0 0 0 0,0-1 1 0 0,0 0-1 0 0,0 1 0 0 0,0-1 0 0 0,6-7 0 0 0,-5 5 164 0 0,-3 4 69 0 0,0-1 1 0 0,0 0-1 0 0,0 0 0 0 0,0-1 1 0 0,-1 1-1 0 0,1 0 1 0 0,-1 0-1 0 0,1-1 0 0 0,-1 1 1 0 0,0-1-1 0 0,0 0 0 0 0,0 1 1 0 0,0-1-1 0 0,0-3 0 0 0,0 4 121 0 0,-1 0-1 0 0,1 0 1 0 0,-1 0-1 0 0,1 0 1 0 0,-1 0-1 0 0,0 0 1 0 0,0 0-1 0 0,0 0 1 0 0,0 0-1 0 0,0 0 1 0 0,0 0-1 0 0,-1 0 0 0 0,1 0 1 0 0,-1 0-1 0 0,1 0 1 0 0,-1 0-1 0 0,0 0 1 0 0,0 0-1 0 0,0 0 1 0 0,0 0-1 0 0,0 0 1 0 0,0 1-1 0 0,0-1 1 0 0,-1 0-1 0 0,1 1 1 0 0,-1-1-1 0 0,1 1 1 0 0,-1 0-1 0 0,0-1 0 0 0,1 1 1 0 0,-1 0-1 0 0,0 0 1 0 0,0 0-1 0 0,0 0 1 0 0,-2 0-1 0 0,2 0 379 0 0,-21-1 438 0 0,-1 3-74 0 0,1 2 0 0 0,0 1-1 0 0,-1 0 1 0 0,2 2 0 0 0,-1 0-1 0 0,-36 16 1 0 0,-42 19 517 0 0,-136 47 1687 0 0,219-83-3035 0 0,1-3 0 0 0,-6-8 0 0 0,10-4 0 0 0,8-4 0 0 0,3 3-191 0 0,0 0-1 0 0,1 0 1 0 0,0 0-1 0 0,1 0 1 0 0,0 0 0 0 0,0 0-1 0 0,4-18 1 0 0,1-6-316 0 0,7-99-1535 0 0,-12 130 2037 0 0,-1-9 1 0 0,-9-8 10 0 0,9 19 2 0 0,0 0 0 0 0,0 0 0 0 0,0 1 0 0 0,0-1 1 0 0,0 0-1 0 0,-1 1 0 0 0,1-1 0 0 0,-1 0 0 0 0,1 1 0 0 0,-1 0 0 0 0,0-1 0 0 0,0 1 1 0 0,0 0-1 0 0,1 0 0 0 0,-1 0 0 0 0,0 0 0 0 0,0 0 0 0 0,0 1 0 0 0,0-1 0 0 0,0 1 1 0 0,-1-1-1 0 0,1 1 0 0 0,0-1 0 0 0,0 1 0 0 0,0 0 0 0 0,0 0 0 0 0,0 0 0 0 0,-1 1 1 0 0,1-1-1 0 0,0 0 0 0 0,0 1 0 0 0,0-1 0 0 0,0 1 0 0 0,0 0 0 0 0,0 0 0 0 0,-2 1 0 0 0,-8 3 54 0 0,0 0-1 0 0,0 1 0 0 0,0 0 0 0 0,-14 12 0 0 0,3 0 254 0 0,0 1 0 0 0,2 1-1 0 0,1 1 1 0 0,0 0 0 0 0,-17 27 0 0 0,-3 3 381 0 0,-24 34-450 0 0,51-64-165 0 0,-2-1 0 0 0,0 0-1 0 0,-1-1 1 0 0,-1 0 0 0 0,0-2 0 0 0,-2 0-1 0 0,-30 22 1 0 0,19-20-1193 0 0,-2-2 0 0 0,0-1 0 0 0,0-1 0 0 0,-1-1 0 0 0,-1-2 0 0 0,0-2 1 0 0,-1-1-1 0 0,0-2 0 0 0,-1-1 0 0 0,-44 2 0 0 0,72-8-1820 0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1:43.340"/>
    </inkml:context>
    <inkml:brush xml:id="br0">
      <inkml:brushProperty name="width" value="0.05" units="cm"/>
      <inkml:brushProperty name="height" value="0.05" units="cm"/>
    </inkml:brush>
  </inkml:definitions>
  <inkml:trace contextRef="#ctx0" brushRef="#br0">0 14 7649 0 0,'10'5'1756'0'0,"11"9"13181"0"0,-16-8-14613 0 0,-3-4 645 0 0,1 10 5259 0 0,2 5-5331 0 0,-1-12-890 0 0,10-19-69 0 0,-6 2-1700 0 0,15-22-21141 0 0,-16 23 17897 0 0,-5 8 5406 0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2:02.140"/>
    </inkml:context>
    <inkml:brush xml:id="br0">
      <inkml:brushProperty name="width" value="0.05" units="cm"/>
      <inkml:brushProperty name="height" value="0.05" units="cm"/>
    </inkml:brush>
  </inkml:definitions>
  <inkml:trace contextRef="#ctx0" brushRef="#br0">61 136 1300 0 0,'0'0'8756'0'0,"2"-4"-8411"0"0,3-3-1897 0 0,6-12 16258 0 0,-6 10-9656 0 0,-33-16-5187 0 0,18 20 137 0 0,7 4 114 0 0,-7-3-115 0 0,10 11 4178 0 0,9 24-4168 0 0,-3-12-9 0 0,-1-8 0 0 0,1 1 0 0 0,1-1 0 0 0,1 0 0 0 0,-1 0 0 0 0,1-1 0 0 0,-1 1 0 0 0,0 0 0 0 0,-1 1 0 0 0,1-1 0 0 0,-1-1 0 0 0,4-2 0 0 0,4-4 0 0 0,5-16 0 0 0,-7-1 0 0 0,-4 2 0 0 0,-1-1 0 0 0,2 0 0 0 0,-1-2 0 0 0,-2 2 0 0 0,-1-1 0 0 0,-1 0 0 0 0,-1-2 0 0 0,-2-1 0 0 0,1 0 0 0 0,0-1 0 0 0,1 2 0 0 0,-1-1 0 0 0,-7-2 0 0 0,-9 8 0 0 0,-2 4 0 0 0,3-1 0 0 0,-4 3 0 0 0,-6 5 0 0 0,1 3 0 0 0,5 4 0 0 0,-12 12-4302 0 0,-8 0-14852 0 0,15-14 14854 0 0,0-2 1509 0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2:05.089"/>
    </inkml:context>
    <inkml:brush xml:id="br0">
      <inkml:brushProperty name="width" value="0.05" units="cm"/>
      <inkml:brushProperty name="height" value="0.05" units="cm"/>
    </inkml:brush>
  </inkml:definitions>
  <inkml:trace contextRef="#ctx0" brushRef="#br0">0 1 1340 0 0,'0'0'2768'0'0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2:05.485"/>
    </inkml:context>
    <inkml:brush xml:id="br0">
      <inkml:brushProperty name="width" value="0.05" units="cm"/>
      <inkml:brushProperty name="height" value="0.05" units="cm"/>
    </inkml:brush>
  </inkml:definitions>
  <inkml:trace contextRef="#ctx0" brushRef="#br0">1 0 1880 0 0,'0'0'2376'0'0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2:06.166"/>
    </inkml:context>
    <inkml:brush xml:id="br0">
      <inkml:brushProperty name="width" value="0.05" units="cm"/>
      <inkml:brushProperty name="height" value="0.05" units="cm"/>
    </inkml:brush>
  </inkml:definitions>
  <inkml:trace contextRef="#ctx0" brushRef="#br0">101 46 1952 0 0,'0'0'12000'0'0,"-5"-4"-11931"0"0,-17-8 17 0 0,16 8 962 0 0,6-22 8045 0 0,-2 73-7563 0 0,-12 59 1 0 0,-2 26-2045 0 0,9-58-4673 0 0,4-47-668 0 0,-2 0-1 0 0,-10 29 1 0 0,10-38 3081 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1:46.696"/>
    </inkml:context>
    <inkml:brush xml:id="br0">
      <inkml:brushProperty name="width" value="0.05" units="cm"/>
      <inkml:brushProperty name="height" value="0.05" units="cm"/>
    </inkml:brush>
  </inkml:definitions>
  <inkml:trace contextRef="#ctx0" brushRef="#br0">643 31 4984 0 0,'0'0'3073'0'0,"1"6"-1700"0"0,-1 1-705 0 0,0-1-1 0 0,1 0 0 0 0,0 1 0 0 0,0-1 1 0 0,0 1-1 0 0,1-1 0 0 0,0 0 1 0 0,0 0-1 0 0,1 0 0 0 0,0 0 1 0 0,0-1-1 0 0,0 1 0 0 0,0-1 1 0 0,1 1-1 0 0,6 6 0 0 0,-9-11-626 0 0,1-1 1 0 0,-1 1-1 0 0,0 0 0 0 0,1 0 0 0 0,-1-1 0 0 0,1 1 1 0 0,-1-1-1 0 0,1 1 0 0 0,-1-1 0 0 0,1 1 1 0 0,-1-1-1 0 0,1 0 0 0 0,-1 0 0 0 0,1 0 0 0 0,-1 0 1 0 0,1 0-1 0 0,-1 0 0 0 0,1 0 0 0 0,-1 0 0 0 0,1-1 1 0 0,-1 1-1 0 0,1-1 0 0 0,-1 1 0 0 0,1-1 0 0 0,-1 0 1 0 0,1 1-1 0 0,-1-1 0 0 0,0 0 0 0 0,0 0 1 0 0,1 0-1 0 0,-1 0 0 0 0,0 0 0 0 0,0 0 0 0 0,0 0 1 0 0,0 0-1 0 0,1-2 0 0 0,6-6-262 0 0,-1 0 1 0 0,-1 0-1 0 0,10-18 0 0 0,-14 24 200 0 0,-1 0-84 0 0,0-33-157 0 0,-3 33 357 0 0,1 1 0 0 0,0 0 0 0 0,-1-1 0 0 0,1 1 0 0 0,-1 0 0 0 0,0 0 0 0 0,0 0 0 0 0,0 0 0 0 0,0 1 0 0 0,0-1 1 0 0,0 1-1 0 0,0-1 0 0 0,0 1 0 0 0,-1-1 0 0 0,1 1 0 0 0,-1 0 0 0 0,1 0 0 0 0,-1 0 0 0 0,1 1 0 0 0,-5-2 0 0 0,3 2 632 0 0,-21 14 99 0 0,-8 17 1273 0 0,-41 49 0 0 0,45-47 231 0 0,-65 58-1 0 0,85-84-2329 0 0,1 1 0 0 0,-1-1 0 0 0,0 0 0 0 0,0-1 0 0 0,0 0 0 0 0,-1-1 0 0 0,0 0 0 0 0,0 0 0 0 0,-20 6 0 0 0,11-6 0 0 0,-4-3 0 0 0,15-2 0 0 0,0 1 0 0 0,0-2 0 0 0,1 1 0 0 0,-1-1 0 0 0,0 0 0 0 0,0-1 0 0 0,0 0 0 0 0,1 0 0 0 0,-1 0 0 0 0,-7-5 0 0 0,11 5 0 0 0,-12-4 0 0 0,0-2 0 0 0,0 0 0 0 0,1-1 0 0 0,0-1 0 0 0,1 0 0 0 0,0-1 0 0 0,1 0 0 0 0,0-1 0 0 0,-17-20 0 0 0,-11-9 0 0 0,27 23-10487 0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1:47.633"/>
    </inkml:context>
    <inkml:brush xml:id="br0">
      <inkml:brushProperty name="width" value="0.05" units="cm"/>
      <inkml:brushProperty name="height" value="0.05" units="cm"/>
    </inkml:brush>
  </inkml:definitions>
  <inkml:trace contextRef="#ctx0" brushRef="#br0">5 11 4932 0 0,'-4'-7'22493'0'0,"83"4"-20357"0"0,109 9-1 0 0,-10 1-1625 0 0,89-2-2088 0 0,-249-2 1570 0 0,-20 6 26 0 0,-33 10 20 0 0,2-4 224 0 0,1 2-1 0 0,1 0 0 0 0,-43 33 1 0 0,-83 76 783 0 0,128-101-1045 0 0,2 2 0 0 0,-41 51 0 0 0,56-63 0 0 0,2 0 0 0 0,-1 1 0 0 0,2 0 0 0 0,0 0 0 0 0,1 1 0 0 0,1 0 0 0 0,-9 30 0 0 0,14 12 0 0 0,2-53 0 0 0,0-1 0 0 0,1 0 0 0 0,0 1 0 0 0,0-1 0 0 0,0 0 0 0 0,0 0 0 0 0,1 0 0 0 0,0 0 0 0 0,0 0 0 0 0,0 0 0 0 0,1 0 0 0 0,0-1 0 0 0,0 1 0 0 0,4 5 0 0 0,0-3 0 0 0,-1-1 0 0 0,1 1 0 0 0,1-1 0 0 0,-1 0 0 0 0,1-1 0 0 0,0 0 0 0 0,13 6 0 0 0,10 2 0 0 0,1-2 0 0 0,-1-1 0 0 0,52 9 0 0 0,-74-17 0 0 0,145 23-75 0 0,-132-23-116 0 0,0-1 1 0 0,0 0-1 0 0,-1-2 0 0 0,1-1 1 0 0,25-5-1 0 0,-40 5-2086 0 0,0-1-1 0 0,0 0 1 0 0,-1 0 0 0 0,1 0-1 0 0,-1-1 1 0 0,1 0 0 0 0,-1 0-1 0 0,-1-1 1 0 0,1 0-1 0 0,-1 0 1 0 0,7-8 0 0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1:48.458"/>
    </inkml:context>
    <inkml:brush xml:id="br0">
      <inkml:brushProperty name="width" value="0.05" units="cm"/>
      <inkml:brushProperty name="height" value="0.05" units="cm"/>
    </inkml:brush>
  </inkml:definitions>
  <inkml:trace contextRef="#ctx0" brushRef="#br0">1 8 8581 0 0,'0'0'9857'0'0,"11"12"-2202"0"0,-12-10-8206 0 0,4 29 7749 0 0,-3-31-7198 0 0,0 1 1 0 0,1-1 0 0 0,-1 0-1 0 0,0 0 1 0 0,0 0 0 0 0,0 0-1 0 0,1 1 1 0 0,-1-1-1 0 0,0 0 1 0 0,0 0 0 0 0,0 0-1 0 0,1 0 1 0 0,-1 0 0 0 0,0 0-1 0 0,0 0 1 0 0,1 0 0 0 0,-1 0-1 0 0,0 1 1 0 0,0-1-1 0 0,1 0 1 0 0,-1 0 0 0 0,0 0-1 0 0,0-1 1 0 0,1 1 0 0 0,-1 0-1 0 0,0 0 1 0 0,0 0 0 0 0,1 0-1 0 0,-1 0 1 0 0,0 0 0 0 0,0 0-1 0 0,1 0 1 0 0,-1 0-1 0 0,0-1 1 0 0,0 1 0 0 0,1 0-1 0 0,-1 0 1 0 0,0 0 0 0 0,0 0-1 0 0,0-1 1 0 0,0 1 0 0 0,1 0-1 0 0,-1 0 1 0 0,0 0 0 0 0,0-1-1 0 0,0 1 1 0 0,0 0-1 0 0,0 0 1 0 0,0-1 0 0 0,0 1-1 0 0,0 0 1 0 0,1-1 0 0 0,9-12-7 0 0,-10 13 5 0 0,6-8-443 0 0,-46-20-29547 0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2:11.682"/>
    </inkml:context>
    <inkml:brush xml:id="br0">
      <inkml:brushProperty name="width" value="0.05" units="cm"/>
      <inkml:brushProperty name="height" value="0.05" units="cm"/>
    </inkml:brush>
  </inkml:definitions>
  <inkml:trace contextRef="#ctx0" brushRef="#br0">1 54 2352 0 0,'0'0'6362'0'0,"7"-1"-5722"0"0,0-1-116 0 0,7-1-541 0 0,0 4 10267 0 0,-15 4-9970 0 0,-5 31 1465 0 0,6-33-1189 0 0,13 6 199 0 0,-8-9-747 0 0,-1 0 0 0 0,1 0-1 0 0,-1 0 1 0 0,1-1 0 0 0,-1 0 0 0 0,1 0 0 0 0,-1 0 0 0 0,0 0 0 0 0,1-1 0 0 0,6-3-1 0 0,-9 4-37 0 0,9-9-208 0 0,-11 9 224 0 0,1 1-1 0 0,-1 0 1 0 0,0 0 0 0 0,1-1 0 0 0,-1 1 0 0 0,0 0 0 0 0,1-1 0 0 0,-1 1 0 0 0,0 0 0 0 0,0-1 0 0 0,0 1 0 0 0,1 0 0 0 0,-1-1-1 0 0,0 1 1 0 0,0-1 0 0 0,0 1 0 0 0,0 0 0 0 0,0-1 0 0 0,0 1 0 0 0,0-1 0 0 0,1 1 0 0 0,-1-1 0 0 0,0 1 0 0 0,-1 0-1 0 0,1-1 1 0 0,0 1 0 0 0,0-1 0 0 0,0 1 0 0 0,0-1 0 0 0,0 1 0 0 0,0 0 0 0 0,0-1 0 0 0,-1 1 0 0 0,1-1 0 0 0,0 1-1 0 0,-1-1 1 0 0,-20-6-66 0 0,15 6 3054 0 0,27-1-1049 0 0,-44 13-1059 0 0,16-8 852 0 0,15-6-1721 0 0,24-7 23 0 0,-24 7 85 0 0,-6 1-200 0 0,-1 2 85 0 0,-1 1 0 0 0,0-1 0 0 0,0 0 0 0 0,0 0 0 0 0,0 0 0 0 0,1 0 1 0 0,-1 0-1 0 0,0 0 0 0 0,0 0 0 0 0,0 0 0 0 0,1 0 0 0 0,-1 0 0 0 0,0 0 0 0 0,0 0 0 0 0,0 0 0 0 0,0 0 0 0 0,1 0 0 0 0,-1 0 0 0 0,0-1 0 0 0,0 1 0 0 0,0 0 0 0 0,0 0 0 0 0,1 0 0 0 0,-1 0 0 0 0,0 0 0 0 0,0 0 0 0 0,0 0 0 0 0,0 0 0 0 0,0-1 0 0 0,0 1 0 0 0,1 0 0 0 0,-1 0 0 0 0,0 0 0 0 0,0 0 0 0 0,0-1 0 0 0,0 1 0 0 0,0 0 0 0 0,0 0 0 0 0,0 0 1 0 0,0 0-1 0 0,0-1 0 0 0,0 1 0 0 0,0 0 0 0 0,0 0 0 0 0,0 0 0 0 0,0 0 0 0 0,0-1 0 0 0,0 1 0 0 0,0 0 0 0 0,0 0 0 0 0,0 0 0 0 0,0-1 0 0 0,0 1 0 0 0,0 0 0 0 0,0 0 0 0 0,0 0 0 0 0,0 0 0 0 0,0-1 0 0 0,0 1 0 0 0,0 0 0 0 0,-1 0 0 0 0,1 0 0 0 0,0 0 0 0 0,0 0 0 0 0,0 0 0 0 0,0-1 0 0 0,0 1 0 0 0,-1 0 0 0 0,-8-4-521 0 0,1 1 3113 0 0,1 1-4823 0 0,-3-31-26574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02.818"/>
    </inkml:context>
    <inkml:brush xml:id="br0">
      <inkml:brushProperty name="width" value="0.035" units="cm"/>
      <inkml:brushProperty name="height" value="0.035" units="cm"/>
      <inkml:brushProperty name="color" value="#33CCFF"/>
    </inkml:brush>
  </inkml:definitions>
  <inkml:trace contextRef="#ctx0" brushRef="#br0">0 1 1740 0 0,'0'0'1964'0'0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03.582"/>
    </inkml:context>
    <inkml:brush xml:id="br0">
      <inkml:brushProperty name="width" value="0.035" units="cm"/>
      <inkml:brushProperty name="height" value="0.035" units="cm"/>
      <inkml:brushProperty name="color" value="#33CCFF"/>
    </inkml:brush>
  </inkml:definitions>
  <inkml:trace contextRef="#ctx0" brushRef="#br0">0 71 4696 0 0,'16'-18'11107'0'0,"-11"12"-9358"0"0,3-20-6557 0 0,-3 5-4664 0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03.917"/>
    </inkml:context>
    <inkml:brush xml:id="br0">
      <inkml:brushProperty name="width" value="0.035" units="cm"/>
      <inkml:brushProperty name="height" value="0.035" units="cm"/>
      <inkml:brushProperty name="color" value="#33CCFF"/>
    </inkml:brush>
  </inkml:definitions>
  <inkml:trace contextRef="#ctx0" brushRef="#br0">19 170 5444 0 0,'-2'-4'923'0'0,"-1"0"-1"0"0,1 0 0 0 0,0-1 0 0 0,0 1 0 0 0,0-1 0 0 0,1 0 0 0 0,0 0 1 0 0,0 1-1 0 0,0-1 0 0 0,0-9 0 0 0,2 4-1321 0 0,0 1 0 0 0,1-1 0 0 0,0 1 0 0 0,6-14 0 0 0,-8 23 391 0 0,1-3-751 0 0,9-43-9289 0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04.252"/>
    </inkml:context>
    <inkml:brush xml:id="br0">
      <inkml:brushProperty name="width" value="0.035" units="cm"/>
      <inkml:brushProperty name="height" value="0.035" units="cm"/>
      <inkml:brushProperty name="color" value="#33CCFF"/>
    </inkml:brush>
  </inkml:definitions>
  <inkml:trace contextRef="#ctx0" brushRef="#br0">339 405 3276 0 0,'-30'-48'10075'0'0,"29"46"-9163"0"0,1 1-706 0 0,0-1 1 0 0,-1 1 0 0 0,1 0 0 0 0,0-1-1 0 0,-1 1 1 0 0,1-1 0 0 0,-1 1 0 0 0,0 0-1 0 0,1-1 1 0 0,-1 1 0 0 0,0 0 0 0 0,0 0-1 0 0,1-1 1 0 0,-1 1 0 0 0,-2-2 0 0 0,-10-16-4967 0 0,12 14 3655 0 0,-6-11-7133 0 0</inkml:trace>
  <inkml:trace contextRef="#ctx0" brushRef="#br0" timeOffset="1">61 66 3592 0 0,'-12'-11'2837'0'0,"4"1"-585"0"0,3 1-736 0 0,-3 0-912 0 0,1 1-624 0 0,-1 0-596 0 0,-5-2-6601 0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04.628"/>
    </inkml:context>
    <inkml:brush xml:id="br0">
      <inkml:brushProperty name="width" value="0.035" units="cm"/>
      <inkml:brushProperty name="height" value="0.035" units="cm"/>
      <inkml:brushProperty name="color" value="#33CCFF"/>
    </inkml:brush>
  </inkml:definitions>
  <inkml:trace contextRef="#ctx0" brushRef="#br0">129 38 3612 0 0,'-17'-9'1300'0'0,"9"6"-91"0"0,0-3 655 0 0,-4 1-624 0 0,-1 0-720 0 0,3-1-476 0 0,-8 4-600 0 0,-6 0-2024 0 0,6 2-3053 0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04.978"/>
    </inkml:context>
    <inkml:brush xml:id="br0">
      <inkml:brushProperty name="width" value="0.035" units="cm"/>
      <inkml:brushProperty name="height" value="0.035" units="cm"/>
      <inkml:brushProperty name="color" value="#33CCFF"/>
    </inkml:brush>
  </inkml:definitions>
  <inkml:trace contextRef="#ctx0" brushRef="#br0">654 0 2488 0 0,'-20'2'1668'0'0,"2"-4"-512"0"0,-1 4-683 0 0,1 1-505 0 0,-2 3-841 0 0,10-4-507 0 0,-1 1-1220 0 0</inkml:trace>
  <inkml:trace contextRef="#ctx0" brushRef="#br0" timeOffset="1">145 39 3172 0 0,'0'0'1104'0'0,"-23"-1"721"0"0,3-2-393 0 0,2 3-304 0 0,1 3-768 0 0,6-2 128 0 0,-5 1-404 0 0,0 3-300 0 0,-1 3-1984 0 0,11-5-741 0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05.344"/>
    </inkml:context>
    <inkml:brush xml:id="br0">
      <inkml:brushProperty name="width" value="0.035" units="cm"/>
      <inkml:brushProperty name="height" value="0.035" units="cm"/>
      <inkml:brushProperty name="color" value="#33CCFF"/>
    </inkml:brush>
  </inkml:definitions>
  <inkml:trace contextRef="#ctx0" brushRef="#br0">391 1 3592 0 0,'0'0'2213'0'0,"-21"0"163"0"0,6 0-932 0 0,0 7-1352 0 0,7 0-248 0 0,-1 0-476 0 0,-6 9-4113 0 0,7-11 2085 0 0</inkml:trace>
  <inkml:trace contextRef="#ctx0" brushRef="#br0" timeOffset="1">133 178 4576 0 0,'-44'8'7714'0'0,"-14"22"-3027"0"0,57-29-4552 0 0,-21 15-791 0 0,15-11-4568 0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06.459"/>
    </inkml:context>
    <inkml:brush xml:id="br0">
      <inkml:brushProperty name="width" value="0.035" units="cm"/>
      <inkml:brushProperty name="height" value="0.035" units="cm"/>
      <inkml:brushProperty name="color" value="#33CCFF"/>
    </inkml:brush>
  </inkml:definitions>
  <inkml:trace contextRef="#ctx0" brushRef="#br0">161 14 1788 0 0,'7'-14'15971'0'0,"-17"24"-9819"0"0,-35 42-7623 0 0,16-17 3406 0 0,-24 30-778 0 0,52-63-1069 0 0,-28 35 1094 0 0,29-36-1142 0 0,0 0 0 0 0,0 0-1 0 0,0 0 1 0 0,0 0 0 0 0,0 0-1 0 0,0-1 1 0 0,0 1 0 0 0,0 0-1 0 0,0 0 1 0 0,0 0-1 0 0,0 0 1 0 0,0 0 0 0 0,1 0-1 0 0,-1-1 1 0 0,0 1 0 0 0,1 0-1 0 0,-1 0 1 0 0,1-1 0 0 0,-1 1-1 0 0,1 0 1 0 0,-1 0-1 0 0,1-1 1 0 0,-1 1 0 0 0,1 0-1 0 0,0-1 1 0 0,-1 1 0 0 0,2 0-1 0 0,-1 0-110 0 0,2 1 206 0 0,19 0 98 0 0,27-3-463 0 0,68 3 43 0 0,-78 1-3886 0 0,-1 3-3940 0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07.790"/>
    </inkml:context>
    <inkml:brush xml:id="br0">
      <inkml:brushProperty name="width" value="0.035" units="cm"/>
      <inkml:brushProperty name="height" value="0.035" units="cm"/>
      <inkml:brushProperty name="color" value="#33CCFF"/>
    </inkml:brush>
  </inkml:definitions>
  <inkml:trace contextRef="#ctx0" brushRef="#br0">67 0 4228 0 0,'0'0'11643'0'0,"-6"4"-10923"0"0,-17 10 13 0 0,18-10 1 0 0,-7 6 2149 0 0,10-6-2324 0 0,0-1 0 0 0,0 1 1 0 0,1-1-1 0 0,-1 1 1 0 0,1 0-1 0 0,-1-1 0 0 0,1 1 1 0 0,0 5-1 0 0,1-6-533 0 0,-1-3-28 0 0,1 0 2 0 0,0 0-1 0 0,0 0 0 0 0,-1 0 1 0 0,1 0-1 0 0,0 1 1 0 0,0-1-1 0 0,-1 0 0 0 0,1 0 1 0 0,0 0-1 0 0,-1 0 1 0 0,1 0-1 0 0,0 0 0 0 0,0 0 1 0 0,0 1-1 0 0,-1-1 1 0 0,1 0-1 0 0,0 0 0 0 0,0 0 1 0 0,0 1-1 0 0,-1-1 1 0 0,1 0-1 0 0,0 0 0 0 0,0 0 1 0 0,0 1-1 0 0,0-1 1 0 0,0 0-1 0 0,-1 0 0 0 0,1 1 1 0 0,0-1-1 0 0,0 0 1 0 0,0 1-1 0 0,0-1 0 0 0,0 0 1 0 0,0 0-1 0 0,0 1 1 0 0,0-1-1 0 0,0 0 0 0 0,0 0 1 0 0,0 1-1 0 0,0-1 1 0 0,0 0-1 0 0,0 1 0 0 0,0-1 1 0 0,1 0-1 0 0,-1 0 1 0 0,0 1-1 0 0,11 1-40 0 0,1 0 0 0 0,-1-1-1 0 0,1 0 1 0 0,0 0 0 0 0,20-3 0 0 0,-28 1 47 0 0,-1 1 0 0 0,-1 0 1 0 0,0 0-1 0 0,0 0 1 0 0,1-1-1 0 0,-1 1 1 0 0,0-1-1 0 0,0 1 1 0 0,0-1-1 0 0,0 0 1 0 0,0 0-1 0 0,0 0 1 0 0,0 0-1 0 0,0 0 1 0 0,0-1-1 0 0,0 1 1 0 0,0 0-1 0 0,-1-1 1 0 0,3-2-1 0 0,3-2 55 0 0,-5 5-40 0 0,-1 0 0 0 0,1-1 0 0 0,0 1-1 0 0,-1-1 1 0 0,0 1 0 0 0,1-1 0 0 0,-1 0 0 0 0,0 1-1 0 0,0-1 1 0 0,0 0 0 0 0,0 0 0 0 0,0 0 0 0 0,0 0-1 0 0,-1 0 1 0 0,2-3 0 0 0,-1 2 15 0 0,-2-1-24 0 0,2 3-11 0 0,-1 1 0 0 0,0-1 0 0 0,0 1 0 0 0,0-1 0 0 0,0 1 0 0 0,0-1 0 0 0,0 1 0 0 0,1-1 0 0 0,-1 1 0 0 0,0-1 0 0 0,-1 1 0 0 0,1-1 0 0 0,0 1 1 0 0,0-1-1 0 0,0 1 0 0 0,0-1 0 0 0,0 1 0 0 0,0-1 0 0 0,-1 1 0 0 0,1-1 0 0 0,0 1 0 0 0,0-1 0 0 0,-1 1 0 0 0,1-1 0 0 0,0 1 0 0 0,-1 0 0 0 0,1-1 0 0 0,0 1 0 0 0,-1-1 0 0 0,-2 0-3 0 0,-1 0 0 0 0,1 1 0 0 0,0-1 0 0 0,0 1 0 0 0,-1-1 0 0 0,1 1 0 0 0,0 0 0 0 0,-1 1 0 0 0,1-1 0 0 0,-6 2 0 0 0,4-1-8 0 0,3-1 2 0 0,0 0 1 0 0,-1 0-1 0 0,1 0 1 0 0,0 0-1 0 0,0 1 1 0 0,0-1 0 0 0,0 1-1 0 0,-1-1 1 0 0,1 1-1 0 0,0 0 1 0 0,0 0-1 0 0,0 0 1 0 0,0 0-1 0 0,1 0 1 0 0,-1 0-1 0 0,-2 2 1 0 0,-38 38-332 0 0,42-41 343 0 0,-1 1 0 0 0,1 0 0 0 0,-1 0 0 0 0,1-1 0 0 0,0 1 0 0 0,0 0 1 0 0,-1 0-1 0 0,1 0 0 0 0,0 0 0 0 0,0-1 0 0 0,0 1 0 0 0,0 0 0 0 0,0 0 0 0 0,0 0 0 0 0,0 0 1 0 0,0-1-1 0 0,0 1 0 0 0,0 0 0 0 0,0 0 0 0 0,1 0 0 0 0,-1 0 0 0 0,0-1 0 0 0,0 1 1 0 0,1 0-1 0 0,-1 0 0 0 0,1-1 0 0 0,-1 1 0 0 0,1 0 0 0 0,-1-1 0 0 0,1 1 0 0 0,-1 0 0 0 0,1-1 1 0 0,0 1-1 0 0,-1-1 0 0 0,1 1 0 0 0,0-1 0 0 0,-1 1 0 0 0,1-1 0 0 0,0 0 0 0 0,0 1 1 0 0,-1-1-1 0 0,1 0 0 0 0,0 1 0 0 0,0-1 0 0 0,0 0 0 0 0,0 0 0 0 0,-1 0 0 0 0,1 0 1 0 0,0 0-1 0 0,1 0 0 0 0,18-5-7 0 0,-15 3 23 0 0,4-6-14 0 0,9-10-111 0 0,-17 18 85 0 0,-1-1 0 0 0,0 1-1 0 0,1 0 1 0 0,-1-1 0 0 0,0 1 0 0 0,1-1 0 0 0,-1 1 0 0 0,0-1-1 0 0,1 1 1 0 0,-1-1 0 0 0,0 1 0 0 0,0-1 0 0 0,1 1 0 0 0,-1-1-1 0 0,0 1 1 0 0,0-1 0 0 0,0 1 0 0 0,0-1 0 0 0,0 1 0 0 0,0-1-1 0 0,0 0 1 0 0,0 1 0 0 0,0-1 0 0 0,0 1 0 0 0,0-1 0 0 0,0 1-1 0 0,-1-1 1 0 0,1 1 0 0 0,0-1 0 0 0,0 1 0 0 0,0-1 0 0 0,-1 1 0 0 0,1-1-1 0 0,-2-1-2 0 0,0 1 0 0 0,0-1-1 0 0,0 1 1 0 0,0 0 0 0 0,0 0-1 0 0,-1 0 1 0 0,1 0-1 0 0,0 0 1 0 0,-1 0 0 0 0,1 1-1 0 0,0-1 1 0 0,-1 1 0 0 0,1 0-1 0 0,0 0 1 0 0,-1-1 0 0 0,1 1-1 0 0,-1 1 1 0 0,1-1-1 0 0,0 0 1 0 0,-1 1 0 0 0,1-1-1 0 0,0 1 1 0 0,-1 0 0 0 0,-3 1-1 0 0,2 0-14 0 0,-20 20-95 0 0,15-8 161 0 0,9-14-22 0 0,0 0 0 0 0,1 0 0 0 0,-1 0-1 0 0,0-1 1 0 0,0 1 0 0 0,0 0 0 0 0,0 0 0 0 0,0 0-1 0 0,0 0 1 0 0,0 0 0 0 0,0 0 0 0 0,1 0 0 0 0,-1 0 0 0 0,0 0-1 0 0,0 0 1 0 0,0 0 0 0 0,0 0 0 0 0,0 0 0 0 0,0 0 0 0 0,0 0-1 0 0,1 0 1 0 0,-1 0 0 0 0,0 0 0 0 0,0 0 0 0 0,0 0 0 0 0,0 0-1 0 0,0 0 1 0 0,0 0 0 0 0,1 0 0 0 0,-1 0 0 0 0,0 0-1 0 0,0 0 1 0 0,0 0 0 0 0,0 0 0 0 0,0 0 0 0 0,0 0 0 0 0,1 0-1 0 0,-1 0 1 0 0,0 0 0 0 0,0 0 0 0 0,0 1 0 0 0,0-1 0 0 0,0 0-1 0 0,0 0 1 0 0,0 0 0 0 0,0 0 0 0 0,0 0 0 0 0,0 0 0 0 0,0 0-1 0 0,1 0 1 0 0,-1 1 0 0 0,0-1 0 0 0,0 0 0 0 0,0 0-1 0 0,0 0 1 0 0,0 0 0 0 0,0 0 0 0 0,0 0 0 0 0,0 1 0 0 0,0-1-1 0 0,0 0 1 0 0,0 0 0 0 0,0 0 0 0 0,0 0 0 0 0,0 0 0 0 0,0 0-1 0 0,-1 1 1 0 0,1-1 0 0 0,0 0 0 0 0,10-3-33 0 0,-6 2 6 0 0,0 0 1 0 0,-1 0-1 0 0,1-1 1 0 0,0 1 0 0 0,-1-1-1 0 0,1 0 1 0 0,5-4-1 0 0,2-17-431 0 0,-6 10-2338 0 0,-3 6-3410 0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08.839"/>
    </inkml:context>
    <inkml:brush xml:id="br0">
      <inkml:brushProperty name="width" value="0.035" units="cm"/>
      <inkml:brushProperty name="height" value="0.035" units="cm"/>
      <inkml:brushProperty name="color" value="#33CCFF"/>
    </inkml:brush>
  </inkml:definitions>
  <inkml:trace contextRef="#ctx0" brushRef="#br0">184 0 5180 0 0,'0'0'6263'0'0,"0"6"-4939"0"0,-6 28 874 0 0,-2-1 1 0 0,-1-1-1 0 0,-23 55 1 0 0,19-52-1111 0 0,-65 156 2610 0 0,59-147-7870 0 0,0 0-5461 0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09.670"/>
    </inkml:context>
    <inkml:brush xml:id="br0">
      <inkml:brushProperty name="width" value="0.035" units="cm"/>
      <inkml:brushProperty name="height" value="0.035" units="cm"/>
      <inkml:brushProperty name="color" value="#33CCFF"/>
    </inkml:brush>
  </inkml:definitions>
  <inkml:trace contextRef="#ctx0" brushRef="#br0">15 113 3160 0 0,'0'-11'2065'0'0,"2"5"1185"0"0,2 0-2924 0 0,1-1 1 0 0,0 1 0 0 0,0 0-1 0 0,0 0 1 0 0,1 1-1 0 0,0-1 1 0 0,0 1 0 0 0,0 1-1 0 0,1-1 1 0 0,0 1-1 0 0,0 0 1 0 0,0 1-1 0 0,0-1 1 0 0,0 1 0 0 0,1 1-1 0 0,-1-1 1 0 0,1 2-1 0 0,11-3 1 0 0,4 0-143 0 0,1 0 0 0 0,-1 2-1 0 0,0 1 1 0 0,1 1 0 0 0,28 3 0 0 0,-28-1-56 0 0,-13-2-91 0 0,1 1-1 0 0,-1 0 1 0 0,0 1-1 0 0,0 0 0 0 0,0 1 1 0 0,0 0-1 0 0,-1 1 1 0 0,1 0-1 0 0,-1 1 0 0 0,0 0 1 0 0,15 10-1 0 0,-24-15-20 0 0,0 1-1 0 0,0 0 0 0 0,-1 0 1 0 0,1-1-1 0 0,0 1 1 0 0,0 0-1 0 0,0 0 1 0 0,-1 0-1 0 0,1 0 0 0 0,0 0 1 0 0,-1 0-1 0 0,1 0 1 0 0,-1 0-1 0 0,1 0 1 0 0,-1 0-1 0 0,0 1 1 0 0,1-1-1 0 0,-1 0 0 0 0,0 0 1 0 0,0 0-1 0 0,0 1 1 0 0,0-1-1 0 0,0 0 1 0 0,0 0-1 0 0,0 2 0 0 0,-1 0 31 0 0,0 0-1 0 0,-1 0 0 0 0,1-1 0 0 0,0 1 0 0 0,-1 0 0 0 0,1-1 0 0 0,-1 1 0 0 0,0-1 0 0 0,0 0 1 0 0,-3 3-1 0 0,-7 6 225 0 0,-1 0 0 0 0,-28 18 0 0 0,29-21-184 0 0,-53 38 380 0 0,63-45-422 0 0,-13 14-52 0 0,14-14 1 0 0,1-1 1 0 0,-1 0 0 0 0,1 1 0 0 0,-1-1-1 0 0,1 1 1 0 0,0-1 0 0 0,-1 1 0 0 0,1-1-1 0 0,-1 1 1 0 0,1-1 0 0 0,0 1-1 0 0,0 0 1 0 0,-1-1 0 0 0,1 1 0 0 0,0-1-1 0 0,0 1 1 0 0,0 0 0 0 0,-1-1 0 0 0,1 1-1 0 0,0 0 1 0 0,0-1 0 0 0,0 1-1 0 0,0 0 1 0 0,0-1 0 0 0,0 1 0 0 0,1 0-1 0 0,-1-1 1 0 0,0 1 0 0 0,0-1-1 0 0,0 1 1 0 0,1 0 0 0 0,-1-1 0 0 0,1 2-1 0 0,29 13 31 0 0,-28-15-55 0 0,2 1 38 0 0,67 14-123 0 0,-67-14 107 0 0,-1 0 0 0 0,1 0 0 0 0,0 0 0 0 0,-1 1 0 0 0,1-1 0 0 0,-1 1-1 0 0,0 0 1 0 0,0 0 0 0 0,1 0 0 0 0,-1 0 0 0 0,0 0 0 0 0,3 4 0 0 0,-5-4-7 0 0,1 1 17 0 0,-1 0 0 0 0,0 0 0 0 0,0 1 1 0 0,0-1-1 0 0,0 1 0 0 0,-1-1 0 0 0,1 1 1 0 0,-1-1-1 0 0,0 1 0 0 0,0-1 0 0 0,0 1 0 0 0,-1 5 1 0 0,-2-1 197 0 0,0 0 1 0 0,-1 0 0 0 0,0 0 0 0 0,0-1 0 0 0,0 1-1 0 0,-1-1 1 0 0,0 0 0 0 0,-1 0 0 0 0,1-1-1 0 0,-1 1 1 0 0,-1-1 0 0 0,1-1 0 0 0,-1 1-1 0 0,0-1 1 0 0,0 0 0 0 0,-1-1 0 0 0,1 0-1 0 0,-1 0 1 0 0,0 0 0 0 0,0-1 0 0 0,-1 0 0 0 0,1-1-1 0 0,-10 2 1 0 0,-4 0 384 0 0,1-2-1 0 0,-1 0 1 0 0,0-2-1 0 0,1 0 1 0 0,-1-1-1 0 0,1-2 1 0 0,-1 0-1 0 0,1-1 1 0 0,-32-10-1 0 0,24 1-840 0 0,3-5-4119 0 0,24 16 3635 0 0,1 0 0 0 0,-1 0 0 0 0,1 0 0 0 0,-1 0 0 0 0,1 0 0 0 0,0 0 0 0 0,0 0 0 0 0,0-1 0 0 0,0 1 0 0 0,0 0 0 0 0,1 0 0 0 0,-1-1 0 0 0,1 1 0 0 0,-1-1 0 0 0,1 1 0 0 0,0-1 0 0 0,0 1-1 0 0,0 0 1 0 0,0-1 0 0 0,0 1 0 0 0,1-1 0 0 0,-1 1 0 0 0,1-1 0 0 0,-1 1 0 0 0,3-5 0 0 0,4-7-2160 0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10.038"/>
    </inkml:context>
    <inkml:brush xml:id="br0">
      <inkml:brushProperty name="width" value="0.035" units="cm"/>
      <inkml:brushProperty name="height" value="0.035" units="cm"/>
      <inkml:brushProperty name="color" value="#33CCFF"/>
    </inkml:brush>
  </inkml:definitions>
  <inkml:trace contextRef="#ctx0" brushRef="#br0">1 7 4464 0 0,'1'-1'11003'0'0,"12"-4"2950"0"0,-9 7-13550 0 0,-1 1-1 0 0,1 0 0 0 0,-1-1 1 0 0,0 2-1 0 0,0-1 1 0 0,0 0-1 0 0,3 7 1 0 0,17 34-3064 0 0,-6 5-6773 0 0,-7-6-7669 0 0,-10-40 14385 0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23.291"/>
    </inkml:context>
    <inkml:brush xml:id="br0">
      <inkml:brushProperty name="width" value="0.035" units="cm"/>
      <inkml:brushProperty name="height" value="0.035" units="cm"/>
      <inkml:brushProperty name="color" value="#33CCFF"/>
    </inkml:brush>
  </inkml:definitions>
  <inkml:trace contextRef="#ctx0" brushRef="#br0">0 1 1720 0 0,'0'0'4329'0'0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26.117"/>
    </inkml:context>
    <inkml:brush xml:id="br0">
      <inkml:brushProperty name="width" value="0.035" units="cm"/>
      <inkml:brushProperty name="height" value="0.035" units="cm"/>
      <inkml:brushProperty name="color" value="#33CCFF"/>
    </inkml:brush>
  </inkml:definitions>
  <inkml:trace contextRef="#ctx0" brushRef="#br0">383 111 4944 0 0,'0'0'6352'0'0,"43"-19"6273"0"0,-42 19-12379 0 0,0-1-1 0 0,0 1 1 0 0,0 0 0 0 0,0-1-1 0 0,0 1 1 0 0,0-1 0 0 0,0 1 0 0 0,0-1-1 0 0,0 1 1 0 0,0-1 0 0 0,0 0 0 0 0,0 1-1 0 0,0-1 1 0 0,0 0 0 0 0,0 0-1 0 0,-1 0 1 0 0,1 1 0 0 0,0-1 0 0 0,-1 0-1 0 0,1 0 1 0 0,-1 0 0 0 0,1 0 0 0 0,-1 0-1 0 0,1 0 1 0 0,-1-1 0 0 0,0 1-1 0 0,1 0 1 0 0,-1 0 0 0 0,0 0 0 0 0,0 0-1 0 0,0 0 1 0 0,0 0 0 0 0,0-1 0 0 0,0 1-1 0 0,-1-2 1 0 0,-4-14-246 0 0,-4 7 0 0 0,-1 4 0 0 0,-3 1 0 0 0,-6-2 0 0 0,0 3 0 0 0,-3 0 0 0 0,2 2 0 0 0,0-1 0 0 0,-2 2 0 0 0,-3 1 0 0 0,4 0 0 0 0,2 1 0 0 0,-6 2 0 0 0,6-1 0 0 0,2 1 0 0 0,1 0 0 0 0,-1 3 0 0 0,0-1 0 0 0,-1 2 0 0 0,4-1 0 0 0,2 1 0 0 0,-1 1 0 0 0,1 0 0 0 0,2 2 0 0 0,1 0 0 0 0,0 2 0 0 0,2 3 0 0 0,2-1 0 0 0,2 1 0 0 0,4 2 0 0 0,-1-12 0 0 0,1 0 0 0 0,-1 1 0 0 0,1-1 0 0 0,1 0 0 0 0,-1 0 0 0 0,1 0 0 0 0,0 0 0 0 0,0 0 0 0 0,0-1 0 0 0,0 1 0 0 0,1-1 0 0 0,0 1 0 0 0,0-1 0 0 0,0 0 0 0 0,1 0 0 0 0,0 0 0 0 0,-1 0 0 0 0,1-1 0 0 0,0 0 0 0 0,1 1 0 0 0,6 3 0 0 0,-6-4 0 0 0,-3-2 0 0 0,0 1 0 0 0,0 0 0 0 0,1-1 0 0 0,-1 1 0 0 0,1 0 0 0 0,-1-1 0 0 0,1 0 0 0 0,0 1 0 0 0,-1-1 0 0 0,1 0 0 0 0,4 0 0 0 0,23 7 0 0 0,40 11 0 0 0,-51-15 0 0 0,-2-1 0 0 0,4 0 0 0 0,-2 0 0 0 0,1-1 0 0 0,0 0 0 0 0,0 0 0 0 0,10 4 8 0 0,-26-7-5 0 0,33-5-236 0 0,-30 5 740 0 0,1-1-3454 0 0,29-11-23676 0 0,-29 8 26379 0 0,-6 4-2514 0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28.291"/>
    </inkml:context>
    <inkml:brush xml:id="br0">
      <inkml:brushProperty name="width" value="0.035" units="cm"/>
      <inkml:brushProperty name="height" value="0.035" units="cm"/>
      <inkml:brushProperty name="color" value="#33CCFF"/>
    </inkml:brush>
  </inkml:definitions>
  <inkml:trace contextRef="#ctx0" brushRef="#br0">468 62 5957 0 0,'1'-1'6881'0'0,"-3"-14"8429"0"0,-5-2-14667 0 0,6 13 553 0 0,-18-7 765 0 0,-17 1-1175 0 0,12 8-753 0 0,1 1-33 0 0,0 2 0 0 0,-45 10 0 0 0,-9 14 0 0 0,64-20 0 0 0,-1 0 0 0 0,2 1 0 0 0,-1 1 0 0 0,1 0 0 0 0,0 1 0 0 0,0 0 0 0 0,1 0 0 0 0,0 1 0 0 0,1 1 0 0 0,0 0 0 0 0,1 0 0 0 0,-1 1 0 0 0,2 0 0 0 0,-15 25 0 0 0,21-33 0 0 0,1-2 0 0 0,1-1 0 0 0,-1 1 0 0 0,0 0 0 0 0,1 0 0 0 0,-1 0 0 0 0,1 0 0 0 0,0 0 0 0 0,-1 0 0 0 0,1 0 0 0 0,0 0 0 0 0,-1 0 0 0 0,1 0 0 0 0,0 0 0 0 0,0 0 0 0 0,0 0 0 0 0,0 0 0 0 0,0 0 0 0 0,0 0 0 0 0,0 0 0 0 0,1 2 0 0 0,-1 0 0 0 0,0 1 0 0 0,1-1 0 0 0,0 1 0 0 0,-1-1 0 0 0,1 0 0 0 0,0 1 0 0 0,1-1 0 0 0,-1 0 0 0 0,1 0 0 0 0,-1 0 0 0 0,1 0 0 0 0,0 0 0 0 0,0 0 0 0 0,0 0 0 0 0,0 0 0 0 0,1-1 0 0 0,-1 1 0 0 0,1-1 0 0 0,0 0 0 0 0,-1 0 0 0 0,1 0 0 0 0,0 0 0 0 0,0 0 0 0 0,0-1 0 0 0,1 1 0 0 0,-1-1 0 0 0,0 0 0 0 0,6 1 0 0 0,6 5 0 0 0,1 0-225 0 0,0 0 0 0 0,1-1 1 0 0,0 0-1 0 0,1-1 0 0 0,-1-2 0 0 0,25 4 0 0 0,11-5-8002 0 0,-2-7-9770 0 0,-24 1 15116 0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02:08:28.911"/>
    </inkml:context>
    <inkml:brush xml:id="br0">
      <inkml:brushProperty name="width" value="0.035" units="cm"/>
      <inkml:brushProperty name="height" value="0.035" units="cm"/>
      <inkml:brushProperty name="color" value="#33CCFF"/>
    </inkml:brush>
  </inkml:definitions>
  <inkml:trace contextRef="#ctx0" brushRef="#br0">71 10 4788 0 0,'5'-9'26396'0'0,"-10"14"-25527"0"0,-16 17-268 0 0,11-3-488 0 0,1 28 1207 0 0,8-6-8240 0 0,-3 11-9110 0 0,0-45 11418 0 0,-3-1 3531 0 0,5-5 239 0 0,-11 6-1940 0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4:52.793"/>
    </inkml:context>
    <inkml:brush xml:id="br0">
      <inkml:brushProperty name="width" value="0.035" units="cm"/>
      <inkml:brushProperty name="height" value="0.035" units="cm"/>
      <inkml:brushProperty name="color" value="#FF4E00"/>
      <inkml:brushProperty name="inkEffects" value="rainbow"/>
      <inkml:brushProperty name="anchorX" value="0"/>
      <inkml:brushProperty name="anchorY" value="0"/>
      <inkml:brushProperty name="scaleFactor" value="0.5"/>
    </inkml:brush>
  </inkml:definitions>
  <inkml:trace contextRef="#ctx0" brushRef="#br0">0 4082 2252 0 0,'0'0'21957'0'0,"5"-8"-21444"0"0,-1 0-2 0 0,3-4-52 0 0,2-1-63 0 0,1-2 61 0 0,0-1-10 0 0,2-1-71 0 0,1-3-47 0 0,2-1-75 0 0,1-3 219 0 0,4-2-220 0 0,0-4 77 0 0,3-3-46 0 0,3-6-20 0 0,3-4-122 0 0,2-4 64 0 0,0-4-17 0 0,1-3 67 0 0,0-2-115 0 0,-1-1-24 0 0,-1-1-20 0 0,-1-1 69 0 0,-2 2-104 0 0,-2 3 6 0 0,-2-1 24 0 0,0 2-49 0 0,-3 2 47 0 0,-2 2-24 0 0,-2 1-138 0 0,-1 1 162 0 0,-1 0-46 0 0,-1 0 90 0 0,0 0-128 0 0,-2-2 13 0 0,1 0-49 0 0,0-5 111 0 0,0 0-97 0 0,-1-1 52 0 0,0 0-20 0 0,-1 2 5 0 0,-1 1 22 0 0,1 2-6 0 0,-1-1-76 0 0,1 2 64 0 0,0-1-32 0 0,0 1 69 0 0,0 1-117 0 0,1 0 126 0 0,1 0-59 0 0,-1 0-14 0 0,2-4-2 0 0,1-1 30 0 0,0-1-72 0 0,1-2 107 0 0,1 0-103 0 0,-1 2 93 0 0,0 1-79 0 0,0 1 4 0 0,0 2 8 0 0,0 2 65 0 0,0 0-33 0 0,0 1-51 0 0,1 2-49 0 0,0 0 214 0 0,1 0-221 0 0,-1 1 59 0 0,1 1 33 0 0,0 1 17 0 0,0 1-17 0 0,0 3 37 0 0,-1 0-94 0 0,0 2 37 0 0,0 2-84 0 0,0 2 119 0 0,-1 1-127 0 0,0 0 129 0 0,0 2-44 0 0,-1 2 29 0 0,0 0-19 0 0,-1 1 20 0 0,-1 2-62 0 0,0 1 37 0 0,-2 0-23 0 0,2 1-23 0 0,-1 0 49 0 0,0 2 3 0 0,-1 0-33 0 0,0 1 60 0 0,0 0-140 0 0,-1 2 130 0 0,1 0-62 0 0,-1 1 14 0 0,0 1-20 0 0,1 1 33 0 0,-1-1-35 0 0,0 1 21 0 0,0 1 17 0 0,1-1 23 0 0,0 1-47 0 0,1 0 90 0 0,-1 0-106 0 0,1 1 15 0 0,1 0 120 0 0,0 1-67 0 0,-1-1-21 0 0,1 2 80 0 0,-1 0-340 0 0,-3 3 366 0 0,3-2-93 0 0,-1 0 48 0 0,1 1-70 0 0,-2 1 78 0 0,2-1 16 0 0,0 0-70 0 0,0 0 30 0 0,1 0 83 0 0,-3 2-87 0 0,3-1-25 0 0,0 0 25 0 0,1 0 76 0 0,0 0-195 0 0,1-1 43 0 0,-1 1 158 0 0,0 0-151 0 0,-2 1 90 0 0,1-1 74 0 0,1 1-219 0 0,-1-1 242 0 0,1 0-174 0 0,-3 1 122 0 0,2-1-104 0 0,0 1 91 0 0,-2 1-19 0 0,1-1-86 0 0,-3 2 64 0 0,3-1 24 0 0,-3 2-9 0 0,1-1-21 0 0,-2 1-48 0 0,-2 1 96 0 0,2-1-46 0 0,-2 0-68 0 0,0 1 73 0 0,0-1 21 0 0,-1 1 26 0 0,0 1-73 0 0,-2-1-45 0 0,2 0 117 0 0,-1 0-101 0 0,0 1 126 0 0,-1-1-152 0 0,0 1 154 0 0,-2 1-238 0 0,1 0 153 0 0,-1 0-51 0 0,2-2 82 0 0,1 1-43 0 0,0-1 7 0 0,-1 1-29 0 0,-1 0-12 0 0,0 0-26 0 0,0 1-56 0 0,0-1-65 0 0,0 0-137 0 0,0 0-247 0 0,0 0-101 0 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4:55.297"/>
    </inkml:context>
    <inkml:brush xml:id="br0">
      <inkml:brushProperty name="width" value="0.035" units="cm"/>
      <inkml:brushProperty name="height" value="0.035" units="cm"/>
      <inkml:brushProperty name="color" value="#FF4E00"/>
      <inkml:brushProperty name="inkEffects" value="rainbow"/>
      <inkml:brushProperty name="anchorX" value="-3256.20874"/>
      <inkml:brushProperty name="anchorY" value="2812.28491"/>
      <inkml:brushProperty name="scaleFactor" value="0.5"/>
    </inkml:brush>
  </inkml:definitions>
  <inkml:trace contextRef="#ctx0" brushRef="#br0">276 3731 4492 0 0,'0'0'4636'0'0,"1"-3"-3266"0"0,-1 0-100 0 0,1 1-69 0 0,0 0-25 0 0,-1-2 2049 0 0,-2 0-2285 0 0,0 0 79 0 0,-1-3-49 0 0,1 1-20 0 0,-2-2-16 0 0,1 2-92 0 0,0-5-47 0 0,-2 0 35 0 0,0-3-27 0 0,0-1-124 0 0,-2-3 119 0 0,1-2-79 0 0,-1-2-85 0 0,-1-3-30 0 0,0-2-168 0 0,-1-4 110 0 0,0-4-119 0 0,-1-4-108 0 0,-1-3 66 0 0,0-3-95 0 0,0-2 42 0 0,0-2-90 0 0,0-2-36 0 0,0 0 30 0 0,2 0-10 0 0,-1-1-111 0 0,1 2 0 0 0,0-1-127 0 0,1 0 29 0 0,0 1-17 0 0,2 0 0 0 0,0-1 0 0 0,0 0 0 0 0,1 1 0 0 0,0 0 0 0 0,0 0 0 0 0,1 1 0 0 0,1 0 0 0 0,0 0 0 0 0,0 0 0 0 0,1-2 0 0 0,-1 1 0 0 0,2 0 0 0 0,-1 1 0 0 0,1 1 0 0 0,0 2 0 0 0,-1 1 0 0 0,1 1 0 0 0,0 1 0 0 0,0-1 0 0 0,0 1 0 0 0,1-1 0 0 0,1 1 0 0 0,0-1 0 0 0,0 2 0 0 0,2-1 0 0 0,-2 2 0 0 0,2 1 0 0 0,0 0 0 0 0,1 2 0 0 0,0 1 0 0 0,2 1 0 0 0,0 1 0 0 0,2 1 0 0 0,2 0 0 0 0,1 2 0 0 0,0 0 0 0 0,3-1 0 0 0,0 2 0 0 0,0-1 0 0 0,2 1 0 0 0,0 1 0 0 0,1-1 0 0 0,2 0 0 0 0,0-1 0 0 0,1 1 0 0 0,0 1 0 0 0,0 0 0 0 0,-1 1 0 0 0,1 1 0 0 0,-2 0 0 0 0,1 0-75 0 0,0 1 36 0 0,-1 0-48 0 0,1 1 21 0 0,-1 0-100 0 0,-1 1 176 0 0,1 0-74 0 0,0 2 88 0 0,-2 1-156 0 0,1-1 168 0 0,0 1-90 0 0,0-1 92 0 0,1 0-88 0 0,1 0-20 0 0,1-1 89 0 0,-1 2-31 0 0,0 0-11 0 0,-1 0 15 0 0,0 1-24 0 0,0 0 72 0 0,-1 1-138 0 0,0 0 34 0 0,0 1 32 0 0,-1 1-20 0 0,0 1 28 0 0,0 0 2 0 0,-1 1-27 0 0,0 1 28 0 0,-1 1-52 0 0,-1 2 90 0 0,-1 0-61 0 0,-1 2-91 0 0,-3 2 78 0 0,1 0 26 0 0,-1 2-18 0 0,0-2 127 0 0,-2 2-91 0 0,1 0-42 0 0,-1 1 61 0 0,0-1-11 0 0,-1 1-81 0 0,1 0 185 0 0,-1 1-193 0 0,0-1 131 0 0,-1 1-34 0 0,-1 1-53 0 0,2-1 89 0 0,-1 0-52 0 0,-1 2-45 0 0,0 0 99 0 0,-2 1-94 0 0,2-2 81 0 0,0 0-121 0 0,-1 0 142 0 0,-1 1-53 0 0,1 1 36 0 0,-2 0-40 0 0,0 1 4 0 0,1-1-8 0 0,-2 2 6 0 0,1-1 6 0 0,0 0 22 0 0,0 0 18 0 0,0 0-32 0 0,0 0 48 0 0,-10 2-110 0 0,-1-1 63 0 0,0 1 32 0 0,2-1 1 0 0,3 0-4 0 0,2 0-6 0 0,2-1-4 0 0,1 0-41 0 0,-4 1 114 0 0,0 0-153 0 0,1 0 156 0 0,1 0-145 0 0,0-1 94 0 0,2 1-112 0 0,0-1 124 0 0,0 0 39 0 0,2 0-107 0 0,-1 0 48 0 0,0 0-7 0 0,-4 0 71 0 0,1 1-84 0 0,-1-1 9 0 0,1 0-120 0 0,1 0 274 0 0,0 0-297 0 0,2 1 114 0 0,-1-1-3 0 0,1 0 16 0 0,0 0-24 0 0,0 0 93 0 0,1 0-111 0 0,-1 0-62 0 0,0 0 114 0 0,0-1-51 0 0,-4 2-46 0 0,0 0 121 0 0,-1-1 43 0 0,-2 1-199 0 0,0 0 143 0 0,-3 1-42 0 0,1-1 108 0 0,-3 1-97 0 0,-1 0-27 0 0,2 0 78 0 0,-5 0-15 0 0,0 0-31 0 0,2 0 26 0 0,-3 0-84 0 0,1 0 75 0 0,2 0-114 0 0,-2 1 145 0 0,4-2-59 0 0,-2 1 81 0 0,1 0-127 0 0,2 0 109 0 0,-1-1-35 0 0,2 0 24 0 0,-1 1-135 0 0,2-1 87 0 0,3 1-24 0 0,-2-1 56 0 0,1 0-18 0 0,2 0 84 0 0,2 0-186 0 0,-3 0 52 0 0,0-1-44 0 0,2 1 136 0 0,0-1-111 0 0,2 0 254 0 0,1 0-408 0 0,0 0 202 0 0,2 0-44 0 0,-1 0 14 0 0,0 0-37 0 0,0 0 187 0 0,0 0-112 0 0,0 0 17 0 0,0 0-4 0 0,13-2-42 0 0,0 0 76 0 0,6 0-79 0 0,1 0-40 0 0,-3 0 52 0 0,2 0-12 0 0,0 0-10 0 0,-3 1 66 0 0,2 0-57 0 0,1 0 131 0 0,-5 0-196 0 0,4 0 113 0 0,-1 0-112 0 0,-3-1 29 0 0,3 1-11 0 0,-3 1-37 0 0,2-1 1 0 0,0 0 128 0 0,-4 0-123 0 0,3 0 80 0 0,-3 0-36 0 0,2 0 23 0 0,-3 0-20 0 0,2 0 57 0 0,-2-1-67 0 0,1 1 7 0 0,-3 0 62 0 0,3 0 13 0 0,-3-1-108 0 0,-1 1 142 0 0,1 0-138 0 0,-2 1 50 0 0,-2-1 46 0 0,3-1 30 0 0,-2 1-112 0 0,-1 0 51 0 0,-1 0-140 0 0,-2 0 241 0 0,2 0-136 0 0,0 1 33 0 0,-1-1-75 0 0,-1 1 64 0 0,0 0 29 0 0,-1 0-13 0 0,-1 0-38 0 0,0 0 64 0 0,0 0-143 0 0,4 1 0 0 0,1 1 299 0 0,-1 0-229 0 0,-1 2 144 0 0,0 1-118 0 0,-2 3 117 0 0,-1 0-83 0 0,-1 5 82 0 0,0 2-84 0 0,-3 4 68 0 0,0 1 11 0 0,-2 3-63 0 0,0 0 83 0 0,-2 2-111 0 0,1-1-28 0 0,-1 0 66 0 0,0-1-315 0 0,-1-1-347 0 0,1 0-416 0 0,1-1-283 0 0,0-2-370 0 0,1-1-501 0 0,1-1-2861 0 0,0-2 1271 0 0,1-4-54 0 0,1-4 346 0 0,2-2 438 0 0,0-3 238 0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4:56.525"/>
    </inkml:context>
    <inkml:brush xml:id="br0">
      <inkml:brushProperty name="width" value="0.035" units="cm"/>
      <inkml:brushProperty name="height" value="0.035" units="cm"/>
      <inkml:brushProperty name="color" value="#FF4E00"/>
      <inkml:brushProperty name="inkEffects" value="rainbow"/>
      <inkml:brushProperty name="anchorX" value="-5203.70703"/>
      <inkml:brushProperty name="anchorY" value="4859.49854"/>
      <inkml:brushProperty name="scaleFactor" value="0.5"/>
    </inkml:brush>
  </inkml:definitions>
  <inkml:trace contextRef="#ctx0" brushRef="#br0">417 11 3920 0 0,'0'0'12512'0'0,"-4"-2"-11888"0"0,0 0 13 0 0,-5 0-13 0 0,1 0-83 0 0,-2 2-10 0 0,-3 1-16 0 0,-1 0-38 0 0,-1 2-1 0 0,-1-1-17 0 0,1 2-34 0 0,-2-1-11 0 0,0-1 34 0 0,0 1-97 0 0,0 0 66 0 0,0-1-59 0 0,-1 0-31 0 0,1 1 7 0 0,1-1-43 0 0,0-1 48 0 0,0 1-31 0 0,2 0-46 0 0,-1 0-37 0 0,4-1 44 0 0,-1 1-89 0 0,2-1-25 0 0,-1 1 56 0 0,3-1-83 0 0,-1 0 57 0 0,1 0-4 0 0,0 0-22 0 0,2-1-75 0 0,1 1 141 0 0,2-1-144 0 0,-3 0 45 0 0,2 0-98 0 0,0 1 136 0 0,1-1-124 0 0,1 0 105 0 0,1 0-68 0 0,1 0-73 0 0,0 1 92 0 0,0-1-34 0 0,0-1-112 0 0,0 1 143 0 0,0 0-118 0 0,1 0 35 0 0,5-3-43 0 0,4-1 75 0 0,-1 1-56 0 0,4-1 33 0 0,1 0-70 0 0,2 1 113 0 0,0 1-143 0 0,-1 0 45 0 0,1 0 58 0 0,0 1 36 0 0,1 0-123 0 0,-1 0 28 0 0,1 0 10 0 0,0-1-27 0 0,-1 1 27 0 0,0 0-91 0 0,-4 0 91 0 0,2-1-12 0 0,-1 0-65 0 0,-3 1 45 0 0,2 0-30 0 0,-3-1 25 0 0,1 1 36 0 0,-1 0 13 0 0,0 0 28 0 0,-2 0-19 0 0,-2 0-16 0 0,2 1-18 0 0,-2-1 106 0 0,-1 0-112 0 0,-1 1-23 0 0,2 0 57 0 0,-1 0 9 0 0,-1 0 8 0 0,0 0-68 0 0,-1 0 119 0 0,1 0-99 0 0,0-1-6 0 0,0 1 63 0 0,-1 0-8 0 0,0-1 36 0 0,-1 1-123 0 0,-1 0 70 0 0,0 0 12 0 0,0 0-6 0 0,0 0 14 0 0,0 0-44 0 0,3 1 55 0 0,0-1 10 0 0,0 0 21 0 0,0 1 30 0 0,-2-1 167 0 0,-1 5-96 0 0,-3 3 170 0 0,-1 2-44 0 0,-2 4 125 0 0,-1 2-49 0 0,-2 3-35 0 0,0 2 8 0 0,-1 3-81 0 0,0 1 53 0 0,0 0-108 0 0,0 1 35 0 0,1 0-188 0 0,2-1-70 0 0,-1 0-281 0 0,3-1-531 0 0,0-1-678 0 0,1-1-601 0 0,2-1-3258 0 0,2-3 1463 0 0,0-4-210 0 0,2-1 459 0 0,0-5 365 0 0,0-2 374 0 0,0-3 178 0 0,-1-1 3125 0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4:59.324"/>
    </inkml:context>
    <inkml:brush xml:id="br0">
      <inkml:brushProperty name="width" value="0.035" units="cm"/>
      <inkml:brushProperty name="height" value="0.035" units="cm"/>
      <inkml:brushProperty name="color" value="#FF4E00"/>
      <inkml:brushProperty name="inkEffects" value="rainbow"/>
      <inkml:brushProperty name="anchorX" value="-3813.06665"/>
      <inkml:brushProperty name="anchorY" value="5716.18213"/>
      <inkml:brushProperty name="scaleFactor" value="0.5"/>
    </inkml:brush>
  </inkml:definitions>
  <inkml:trace contextRef="#ctx0" brushRef="#br0">54 484 2332 0 0,'0'0'2109'0'0,"0"-2"-995"0"0,0-1 42 0 0,0 0-16 0 0,0 1 80 0 0,0 0 1337 0 0,0-2-1264 0 0,0 1 17 0 0,0 0 15 0 0,0-3 5455 0 0,1 2-5919 0 0,0 0 87 0 0,-1-1-231 0 0,1 2 11 0 0,-1 0-170 0 0,0 1 13 0 0,1 1-146 0 0,0-2-22 0 0,0 0-55 0 0,1 0-53 0 0,-1 1-37 0 0,0 0-233 0 0,2-1 93 0 0,0 1-52 0 0,0 0-53 0 0,-1 1 16 0 0,4-1-103 0 0,-1 0 0 0 0,0 0-39 0 0,3 1 66 0 0,-1 0-129 0 0,0 0 96 0 0,3 1-149 0 0,-1 0 112 0 0,3 1-145 0 0,-1 1 65 0 0,1 0-139 0 0,-1 1 46 0 0,0 1-76 0 0,-1 0 51 0 0,-3-1-41 0 0,2 2 44 0 0,-1 1-31 0 0,0 0 28 0 0,-3-1 34 0 0,2 2 71 0 0,-2-1-18 0 0,-1 0 40 0 0,0 1-36 0 0,0 1 110 0 0,-2-1-97 0 0,-1 1 111 0 0,0-1-12 0 0,-2 2 33 0 0,-1 1-10 0 0,0 1 11 0 0,-1-3 16 0 0,-2 3 84 0 0,-1 0-23 0 0,-2 0 55 0 0,-2 0 16 0 0,0 0 59 0 0,-1 0-14 0 0,-1 0 102 0 0,0 0-96 0 0,-1 0 89 0 0,0-1 2 0 0,0-1-37 0 0,2-1 24 0 0,-2 0 57 0 0,1 0 43 0 0,2-2-50 0 0,0 1 26 0 0,0 0 34 0 0,3-2-15 0 0,-2 1-22 0 0,3-2 46 0 0,1-1-30 0 0,-1 1-4 0 0,1 0-2 0 0,-1 0-43 0 0,2-1 71 0 0,0 0 6 0 0,1-2 18 0 0,-1 2-24 0 0,0-1 61 0 0,1 0-46 0 0,1-1-41 0 0,0 0 1591 0 0,0-6-1495 0 0,0-1-8 0 0,1-5-108 0 0,0 2-295 0 0,0-5 79 0 0,3-1-48 0 0,0-3 0 0 0,0 0 0 0 0,1-2 0 0 0,0-2 0 0 0,1-1 0 0 0,1-2 0 0 0,0-1 0 0 0,-1-1 0 0 0,1-2 0 0 0,0 1 0 0 0,0-1 0 0 0,1-1 0 0 0,-1 1 0 0 0,1 1 0 0 0,0 0 0 0 0,0 1 0 0 0,1 1 0 0 0,-1 0 0 0 0,1 3 0 0 0,0-1 0 0 0,-1 3 0 0 0,0 1 0 0 0,0 1 0 0 0,0 2 0 0 0,-1 2 0 0 0,-1 4 0 0 0,0-1 0 0 0,-1 2 0 0 0,-1 1 0 0 0,1 1 0 0 0,-1 0 0 0 0,0 1-840 0 0,1 1-246 0 0,-1 1-102 0 0,0 2-151 0 0,-1-1-106 0 0,1 2 32 0 0,-2 0-11 0 0,1 0-35 0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4:59.644"/>
    </inkml:context>
    <inkml:brush xml:id="br0">
      <inkml:brushProperty name="width" value="0.035" units="cm"/>
      <inkml:brushProperty name="height" value="0.035" units="cm"/>
      <inkml:brushProperty name="color" value="#FF4E00"/>
      <inkml:brushProperty name="inkEffects" value="rainbow"/>
      <inkml:brushProperty name="anchorX" value="-5206.22705"/>
      <inkml:brushProperty name="anchorY" value="4917.15674"/>
      <inkml:brushProperty name="scaleFactor" value="0.5"/>
    </inkml:brush>
  </inkml:definitions>
  <inkml:trace contextRef="#ctx0" brushRef="#br0">551 1 5753 0 0,'0'0'0'0'0,"2"0"1916"0"0,1 1-121 0 0,0 0-181 0 0,-1 0-16 0 0,1-1 1459 0 0,-8 4-1632 0 0,-4 0-3 0 0,-2 3-139 0 0,-3 0 97 0 0,-2 2-144 0 0,-3 1-82 0 0,-1 1-37 0 0,-4 2-66 0 0,-1 2-237 0 0,-2 1 108 0 0,-2 1-142 0 0,-1 1-204 0 0,0 2 86 0 0,-1 0-271 0 0,1 0-346 0 0,0 0-473 0 0,1 1-740 0 0,1 0-387 0 0,0 0-1134 0 0,2 1-2362 0 0,3-1 1145 0 0,1-2-36 0 0,3-1 377 0 0,3-3 371 0 0,10-10 2042 0 0,-1 3-464 0 0,2-4 937 0 0,0 2-180 0 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01.201"/>
    </inkml:context>
    <inkml:brush xml:id="br0">
      <inkml:brushProperty name="width" value="0.035" units="cm"/>
      <inkml:brushProperty name="height" value="0.035" units="cm"/>
      <inkml:brushProperty name="color" value="#FF4E00"/>
      <inkml:brushProperty name="inkEffects" value="rainbow"/>
      <inkml:brushProperty name="anchorX" value="-3385.66943"/>
      <inkml:brushProperty name="anchorY" value="5791.94531"/>
      <inkml:brushProperty name="scaleFactor" value="0.5"/>
    </inkml:brush>
  </inkml:definitions>
  <inkml:trace contextRef="#ctx0" brushRef="#br0">539 279 5200 0 0,'0'0'16205'0'0,"4"8"-15769"0"0,0 1-10 0 0,1 2-87 0 0,-1-1 30 0 0,1 1-140 0 0,-1-3 70 0 0,1 2-74 0 0,-1-2 50 0 0,0 1-118 0 0,-1-1 89 0 0,1 0-132 0 0,-2-1 55 0 0,2 1-29 0 0,-2-2-102 0 0,0 2 99 0 0,0-1-49 0 0,-1-2 28 0 0,-1 4 8 0 0,0-2-62 0 0,-2 2 88 0 0,0-1-46 0 0,-2 1-14 0 0,-1 0-92 0 0,0-2 146 0 0,-3 2-120 0 0,-1 0-8 0 0,-1 0 58 0 0,1-2 16 0 0,-2 1-74 0 0,-1-1 12 0 0,0 1 32 0 0,1-2-42 0 0,-1 0 33 0 0,-1 0 32 0 0,0 1-65 0 0,2-3 8 0 0,-2 2 20 0 0,4-2 14 0 0,-3 1-46 0 0,3-2-12 0 0,-2 1 2 0 0,2 0 6 0 0,-1-1-13 0 0,2 0 51 0 0,-2 0-47 0 0,2-1 62 0 0,3 0-116 0 0,-3 0 73 0 0,1-1-40 0 0,2 0-55 0 0,-3 0-2 0 0,1-1 0 0 0,2 0-46 0 0,1 0 9 0 0,2 0-104 0 0,-3-2 84 0 0,0-1-48 0 0,1 0-16 0 0,1-3-17 0 0,0 1 63 0 0,1 0-7 0 0,1 2-69 0 0,2-5 106 0 0,0 1-20 0 0,0 2-52 0 0,1-4 88 0 0,1 2-51 0 0,1-2 68 0 0,-1 2-61 0 0,1-2 1 0 0,0 3 65 0 0,0-2 35 0 0,0 1-35 0 0,0 0-17 0 0,0 1 15 0 0,1-1 49 0 0,-1 1-43 0 0,1-1 44 0 0,-1 2-17 0 0,0-1 11 0 0,0 1 16 0 0,-1 2 28 0 0,1-2-7 0 0,0 1 52 0 0,0 0-61 0 0,0 0 68 0 0,-1 1-105 0 0,-1 0 120 0 0,0 2-43 0 0,-1 0 15 0 0,0-2-24 0 0,0 0 6 0 0,0 0-3 0 0,0 1 75 0 0,-1 1-73 0 0,1 0 62 0 0,-1 0-17 0 0,0 1 52 0 0,0 0-84 0 0,0 0 36 0 0,0 1-3 0 0,0-1 69 0 0,-7 5-79 0 0,0 1 78 0 0,-4 2-28 0 0,0 2 46 0 0,-1 0-77 0 0,-1 1 24 0 0,0 1 15 0 0,-2-1 44 0 0,0 2-26 0 0,0-1 22 0 0,-2 0-52 0 0,0 1 89 0 0,-1 0 66 0 0,2-1-175 0 0,-1 0 124 0 0,1 0 28 0 0,1 0-117 0 0,1-2 73 0 0,0 1 13 0 0,1-2 45 0 0,3-2-108 0 0,-1 1 120 0 0,1 0-135 0 0,2-2 123 0 0,-1 1 74 0 0,2-2-72 0 0,0 1-15 0 0,1-2 113 0 0,-1 1 33 0 0,1 2 65 0 0,2-1 769 0 0,0-1-725 0 0,3-1 10 0 0,-1-1 314 0 0,2-2-755 0 0,0 0-4 0 0,0-1-24 0 0,1 0-33 0 0,-1-1 0 0 0,-2-5 0 0 0,0 0 0 0 0,0-5 0 0 0,2-2 0 0 0,1-3 0 0 0,1-1 0 0 0,1-3 0 0 0,1-1 0 0 0,1-4 0 0 0,0-2 0 0 0,1-3 0 0 0,1-1 0 0 0,0-3 0 0 0,0 0 0 0 0,0 0 0 0 0,0-1 0 0 0,0 2 0 0 0,0 2 0 0 0,-2 1 0 0 0,1 3 0 0 0,0 1 0 0 0,-1 2 0 0 0,-1 2 0 0 0,0 2 0 0 0,0 2 0 0 0,-1 2 0 0 0,-1 4 0 0 0,-1 0 0 0 0,0 0 0 0 0,-1 2 0 0 0,1 0 0 0 0,-1 3-350 0 0,1-2-2024 0 0,1 3 800 0 0,0-1-639 0 0,0 2-3165 0 0,0 1 1346 0 0,0 0-74 0 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01.445"/>
    </inkml:context>
    <inkml:brush xml:id="br0">
      <inkml:brushProperty name="width" value="0.035" units="cm"/>
      <inkml:brushProperty name="height" value="0.035" units="cm"/>
      <inkml:brushProperty name="color" value="#FF4E00"/>
      <inkml:brushProperty name="inkEffects" value="rainbow"/>
      <inkml:brushProperty name="anchorX" value="-1712.07178"/>
      <inkml:brushProperty name="anchorY" value="7347.77686"/>
      <inkml:brushProperty name="scaleFactor" value="0.5"/>
    </inkml:brush>
  </inkml:definitions>
  <inkml:trace contextRef="#ctx0" brushRef="#br0">40 72 8957 0 0,'0'0'8306'0'0,"-7"-10"-6596"0"0,0-2-1427 0 0,-2 0 3100 0 0,2 0-854 0 0,1 4-2991 0 0,2 2 3124 0 0,5 1-1181 0 0,1 2 99 0 0,1 1-333 0 0,-1 1-195 0 0,0 0-1186 0 0,0 1 307 0 0,-1 1-173 0 0,-1-1 0 0 0,1 0 0 0 0,-1 0 0 0 0,-5 22-26647 0 0,4-16 23604 0 0,0-2 291 0 0,0-1 2838 0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02.005"/>
    </inkml:context>
    <inkml:brush xml:id="br0">
      <inkml:brushProperty name="width" value="0.035" units="cm"/>
      <inkml:brushProperty name="height" value="0.035" units="cm"/>
      <inkml:brushProperty name="color" value="#FF4E00"/>
      <inkml:brushProperty name="inkEffects" value="rainbow"/>
      <inkml:brushProperty name="anchorX" value="-408.45215"/>
      <inkml:brushProperty name="anchorY" value="8654.51758"/>
      <inkml:brushProperty name="scaleFactor" value="0.5"/>
    </inkml:brush>
  </inkml:definitions>
  <inkml:trace contextRef="#ctx0" brushRef="#br0">74 0 6653 0 0,'0'0'15618'0'0,"-11"2"-15029"0"0,0 1-36 0 0,-2 1-126 0 0,2 0-52 0 0,1 2 149 0 0,3 0-174 0 0,2-2-61 0 0,2 4 57 0 0,1-2-130 0 0,1 0 2 0 0,1-2 22 0 0,2 4-91 0 0,0-1 78 0 0,1 1-129 0 0,1-1 125 0 0,1 0-208 0 0,-1-1 71 0 0,2 0-51 0 0,-1-1-85 0 0,3 0 33 0 0,2-1 11 0 0,-2 0-57 0 0,4 0 32 0 0,0-1-85 0 0,-2-1 97 0 0,3 0-55 0 0,1 1 3 0 0,0-2 109 0 0,-3 1 13 0 0,-2-2 16 0 0,3 1-11 0 0,-2 0 11 0 0,-1-1 113 0 0,1 0 0 0 0,-3 0-25 0 0,-1 0-10 0 0,-2 0-58 0 0,-2 0 74 0 0,0 0-16 0 0,-2 0 88 0 0,-1 0-197 0 0,1 0 146 0 0,0 0-108 0 0,-11 2-24 0 0,-4 2-27 0 0,-3 1-138 0 0,0 1-409 0 0,1 2-579 0 0,0 0-399 0 0,2 2-427 0 0,2 1-3256 0 0,1 1 1415 0 0,2-1-104 0 0,3-1 393 0 0,2 0 339 0 0,1-2 382 0 0,2-2 1680 0 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03.297"/>
    </inkml:context>
    <inkml:brush xml:id="br0">
      <inkml:brushProperty name="width" value="0.035" units="cm"/>
      <inkml:brushProperty name="height" value="0.035" units="cm"/>
      <inkml:brushProperty name="color" value="#FF4E00"/>
      <inkml:brushProperty name="inkEffects" value="rainbow"/>
      <inkml:brushProperty name="anchorX" value="887.07202"/>
      <inkml:brushProperty name="anchorY" value="9674.20605"/>
      <inkml:brushProperty name="scaleFactor" value="0.5"/>
    </inkml:brush>
  </inkml:definitions>
  <inkml:trace contextRef="#ctx0" brushRef="#br0">39 55 3972 0 0,'6'-9'22542'0'0,"-15"12"-22339"0"0,1 1 20 0 0,-1-1-46 0 0,2 0-20 0 0,2-1 69 0 0,2-1-89 0 0,1 0-13 0 0,1-1 44 0 0,1 0-140 0 0,0 0 74 0 0,1 0-22 0 0,-1 0-15 0 0,0 0 1 0 0,0 0 41 0 0,7 4-93 0 0,-1 0 30 0 0,0 1-50 0 0,0-2 58 0 0,-3 0-65 0 0,6-3 34 0 0,-1 0-25 0 0,-1-1 52 0 0,-2 0-61 0 0,2-3 52 0 0,-2 1-34 0 0,0 1 56 0 0,-2-1-6 0 0,-1-1-20 0 0,0 0 46 0 0,0 1 60 0 0,-1 0 87 0 0,-1 1 80 0 0,0 1-52 0 0,-3-4 133 0 0,0-1-83 0 0,-1 1 5 0 0,-1-1-4 0 0,0 1-67 0 0,1 2-104 0 0,-1-2 104 0 0,1 1-174 0 0,1 1-100 0 0,1 1-476 0 0,-2-1-481 0 0,1 1-609 0 0,0 1-363 0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04.164"/>
    </inkml:context>
    <inkml:brush xml:id="br0">
      <inkml:brushProperty name="width" value="0.035" units="cm"/>
      <inkml:brushProperty name="height" value="0.035" units="cm"/>
      <inkml:brushProperty name="color" value="#FF4E00"/>
      <inkml:brushProperty name="inkEffects" value="rainbow"/>
      <inkml:brushProperty name="anchorX" value="2163.53394"/>
      <inkml:brushProperty name="anchorY" value="11000.52539"/>
      <inkml:brushProperty name="scaleFactor" value="0.5"/>
    </inkml:brush>
  </inkml:definitions>
  <inkml:trace contextRef="#ctx0" brushRef="#br0">604 54 7341 0 0,'0'0'0'0'0,"1"-5"2284"0"0,0-1 47 0 0,-1 1-396 0 0,2-2-53 0 0,-1 2-360 0 0,1 0 11 0 0,-1 2-194 0 0,-1 1-165 0 0,1 1-30 0 0,-1-3-188 0 0,1 1-66 0 0,-1 1 80 0 0,0 0-256 0 0,1-1 2782 0 0,4 8-3060 0 0,1 1-75 0 0,2 2 27 0 0,-2-1-102 0 0,1 1-15 0 0,-2-1-10 0 0,0 0-37 0 0,-1-1-19 0 0,0 2-11 0 0,-1-3-79 0 0,0 3 81 0 0,0-2-34 0 0,-1 2-45 0 0,0-2-92 0 0,-1-1-15 0 0,0 3-5 0 0,-1-1-5 0 0,1-2 0 0 0,-3 4 0 0 0,-1 0 0 0 0,0 0 0 0 0,-2 0 0 0 0,-2 1 0 0 0,-2 0 0 0 0,-1 0 0 0 0,-2-1 0 0 0,-1 0 0 0 0,-1-1 0 0 0,-1 0 0 0 0,-3 0 0 0 0,-1 0 0 0 0,-2 0 0 0 0,-1 0 0 0 0,-1-1 0 0 0,-1 0 0 0 0,-1-1 0 0 0,1 1 0 0 0,-1-1 0 0 0,1-1 0 0 0,0 0 0 0 0,0 0 0 0 0,2-1 0 0 0,-1 0 0 0 0,1-2 0 0 0,1 0 0 0 0,5-1 0 0 0,-3 0 0 0 0,1-2 0 0 0,-1-1 0 0 0,1 0 0 0 0,-1-2 0 0 0,4 1 0 0 0,4 0 0 0 0,2 0 0 0 0,1-2 0 0 0,-2 1 0 0 0,-1-1 0 0 0,-3-1 0 0 0,1-2 0 0 0,2 0 0 0 0,4 0 0 0 0,2-2 0 0 0,2 2 0 0 0,3-3 0 0 0,3-1 0 0 0,3 0 0 0 0,3 0 0 0 0,2 0 0 0 0,3 1 0 0 0,3 0 0 0 0,3 0-849 0 0,2 1-855 0 0,1 0-358 0 0,2 0-382 0 0,2 1-2873 0 0,-1 1 1289 0 0,0-1-35 0 0,-1 1 484 0 0,0 0 236 0 0,-2 0 395 0 0,-5 1 616 0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04.448"/>
    </inkml:context>
    <inkml:brush xml:id="br0">
      <inkml:brushProperty name="width" value="0.035" units="cm"/>
      <inkml:brushProperty name="height" value="0.035" units="cm"/>
      <inkml:brushProperty name="color" value="#FF4E00"/>
      <inkml:brushProperty name="inkEffects" value="rainbow"/>
      <inkml:brushProperty name="anchorX" value="3717.29736"/>
      <inkml:brushProperty name="anchorY" value="12268.21582"/>
      <inkml:brushProperty name="scaleFactor" value="0.5"/>
    </inkml:brush>
  </inkml:definitions>
  <inkml:trace contextRef="#ctx0" brushRef="#br0">1 42 7853 0 0,'0'0'13476'0'0,"8"-4"-11513"0"0,3 0-275 0 0,4-2-352 0 0,3 0-476 0 0,3 1-606 0 0,1 1-676 0 0,1 0-842 0 0,1 1-337 0 0,-1 2-3641 0 0,0 0 1582 0 0,-4 1-267 0 0,1-1 442 0 0,-4 1 284 0 0,1-1 320 0 0,-4 0 1331 0 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07.513"/>
    </inkml:context>
    <inkml:brush xml:id="br0">
      <inkml:brushProperty name="width" value="0.035" units="cm"/>
      <inkml:brushProperty name="height" value="0.035" units="cm"/>
      <inkml:brushProperty name="color" value="#FF4E00"/>
      <inkml:brushProperty name="inkEffects" value="rainbow"/>
      <inkml:brushProperty name="anchorX" value="2174.18408"/>
      <inkml:brushProperty name="anchorY" value="11039.52148"/>
      <inkml:brushProperty name="scaleFactor" value="0.5"/>
    </inkml:brush>
  </inkml:definitions>
  <inkml:trace contextRef="#ctx0" brushRef="#br0">572 64 7677 0 0,'0'0'2624'0'0,"2"-2"-79"0"0,1 0-258 0 0,-1 0-220 0 0,2-3-88 0 0,-1 1-65 0 0,0 1-276 0 0,-1 0 83 0 0,-1-2-234 0 0,1 0-74 0 0,-1 1-760 0 0,-1 1 793 0 0,0 1-451 0 0,1-2 125 0 0,-1 0-336 0 0,1 1-443 0 0,-1 1-327 0 0,-4-2 48 0 0,-1 1-62 0 0,-5 1 0 0 0,1 1 0 0 0,-5 1 0 0 0,-2 2 0 0 0,-2 0 0 0 0,0 2 0 0 0,-2 1 0 0 0,2 0 0 0 0,0 1 0 0 0,0 0 0 0 0,2 1 0 0 0,-1 0 0 0 0,2-1 0 0 0,3 0 0 0 0,-1 0 0 0 0,1 0 0 0 0,0 0 0 0 0,2 0 0 0 0,0-1 0 0 0,2 0 0 0 0,0 0 0 0 0,1 0 0 0 0,0 0 0 0 0,1 0 0 0 0,0 0 0 0 0,2 0 0 0 0,-1 1 0 0 0,2 0 0 0 0,-2 1 0 0 0,0-2 0 0 0,2-1 0 0 0,0-1 0 0 0,6 2 0 0 0,1 0 0 0 0,0 0 0 0 0,0-1 0 0 0,-2-1 0 0 0,1 2 0 0 0,-2-1 0 0 0,1 3 0 0 0,2-1 0 0 0,-1-1 0 0 0,1 1 0 0 0,1 0 0 0 0,-1-2 0 0 0,2 2 0 0 0,1-1 0 0 0,-2-1 0 0 0,2 1 0 0 0,1 0 0 0 0,0 0 0 0 0,-2-1 0 0 0,1 0 0 0 0,0 1 0 0 0,-1-1 0 0 0,1 0 0 0 0,0 0 0 0 0,-2 0 0 0 0,2 1 0 0 0,-2-1 0 0 0,1 1 0 0 0,1 0 0 0 0,-2-1 0 0 0,2 2 0 0 0,-1-1 0 0 0,-2 0 0 0 0,2 0 0 0 0,-2 0 0 0 0,1 0 0 0 0,0 0 0 0 0,-1-1 0 0 0,1 2 0 0 0,-1-2 0 0 0,0 2 0 0 0,0 0 0 0 0,-1-2 0 0 0,0 3 0 0 0,0-2 0 0 0,-1 1 0 0 0,-1-1 0 0 0,0 2 0 0 0,0-1 0 0 0,-2 2 0 0 0,1-2 0 0 0,-1 2 0 0 0,-1 1 0 0 0,0 0 0 0 0,-1-2 0 0 0,0 2 0 0 0,-2 0 0 0 0,0 1 0 0 0,-1-1 0 0 0,0 0 0 0 0,0 0 0 0 0,-1 0 0 0 0,0-1 0 0 0,0 0 0 0 0,-1-1 0 0 0,-1 1 0 0 0,-1-1 0 0 0,-1 0 0 0 0,0 0 0 0 0,-1-1 0 0 0,-1 0 0 0 0,0-1 0 0 0,0-1 0 0 0,-1 0 0 0 0,0 0 0 0 0,-1-1 0 0 0,1 0 0 0 0,-1-1 0 0 0,3-1 0 0 0,-3-2 0 0 0,-1-1 0 0 0,-1-1 0 0 0,0-1 0 0 0,0-1 0 0 0,1-2 0 0 0,0-1 0 0 0,2-3 0 0 0,0 0 0 0 0,2-3 0 0 0,0-1 0 0 0,2-1 0 0 0,-1 0 0 0 0,2 0 0 0 0,2 0 0 0 0,0 1 0 0 0,2 1 0 0 0,0 0-1484 0 0,2 4-4603 0 0,0-2 1892 0 0,1 3-358 0 0,2-2 479 0 0,1 2 396 0 0,2-2 339 0 0,2 0 374 0 0,0 1 679 0 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07.908"/>
    </inkml:context>
    <inkml:brush xml:id="br0">
      <inkml:brushProperty name="width" value="0.035" units="cm"/>
      <inkml:brushProperty name="height" value="0.035" units="cm"/>
      <inkml:brushProperty name="color" value="#FF4E00"/>
      <inkml:brushProperty name="inkEffects" value="rainbow"/>
      <inkml:brushProperty name="anchorX" value="4001.78906"/>
      <inkml:brushProperty name="anchorY" value="12042.64258"/>
      <inkml:brushProperty name="scaleFactor" value="0.5"/>
    </inkml:brush>
  </inkml:definitions>
  <inkml:trace contextRef="#ctx0" brushRef="#br0">103 0 7433 0 0,'0'0'22535'0'0,"0"5"-21376"0"0,0 1-130 0 0,-2 3-493 0 0,0-1-560 0 0,-2 3 123 0 0,-2 0-99 0 0,0 1 0 0 0,0 1 0 0 0,-1-1 0 0 0,2-1 0 0 0,-2 1 0 0 0,0 0 0 0 0,0 0 0 0 0,1-2 0 0 0,-1 1 0 0 0,2 0 0 0 0,0-1 0 0 0,0 0 0 0 0,1-1 0 0 0,1-2 0 0 0,-1 1 0 0 0,2-2 0 0 0,0-1 0 0 0,1 0-1041 0 0,1 0-1326 0 0,22 0-22420 0 0,-12-12 21901 0 0,-1 0 1407 0 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08.103"/>
    </inkml:context>
    <inkml:brush xml:id="br0">
      <inkml:brushProperty name="width" value="0.035" units="cm"/>
      <inkml:brushProperty name="height" value="0.035" units="cm"/>
      <inkml:brushProperty name="color" value="#FF4E00"/>
      <inkml:brushProperty name="inkEffects" value="rainbow"/>
      <inkml:brushProperty name="anchorX" value="5333.97705"/>
      <inkml:brushProperty name="anchorY" value="13090.86523"/>
      <inkml:brushProperty name="scaleFactor" value="0.5"/>
    </inkml:brush>
  </inkml:definitions>
  <inkml:trace contextRef="#ctx0" brushRef="#br0">44 92 8293 0 0,'0'0'0'0'0,"0"-2"3032"0"0,-1-2 416 0 0,0 0-1015 0 0,0-3 147 0 0,1 1-337 0 0,-1 0-318 0 0,0-3 21 0 0,0 2-385 0 0,0 1-71 0 0,1-2-194 0 0,0 2-262 0 0,1 1-369 0 0,-1 3-466 0 0,0 0-8 0 0,0 1-149 0 0,1 0-73 0 0,-2-3-440 0 0,1 0-280 0 0,-1 1-405 0 0,1 0-346 0 0,-1 1-78 0 0,-7 19-11889 0 0,2-4 9704 0 0,1-2 361 0 0,-1 3 367 0 0,0 0 245 0 0,2-2 2772 0 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08.953"/>
    </inkml:context>
    <inkml:brush xml:id="br0">
      <inkml:brushProperty name="width" value="0.035" units="cm"/>
      <inkml:brushProperty name="height" value="0.035" units="cm"/>
      <inkml:brushProperty name="color" value="#FF4E00"/>
      <inkml:brushProperty name="inkEffects" value="rainbow"/>
      <inkml:brushProperty name="anchorX" value="6647.53516"/>
      <inkml:brushProperty name="anchorY" value="14372.33008"/>
      <inkml:brushProperty name="scaleFactor" value="0.5"/>
    </inkml:brush>
  </inkml:definitions>
  <inkml:trace contextRef="#ctx0" brushRef="#br0">177 3 6837 0 0,'0'0'10703'0'0,"-1"3"-8948"0"0,-1 1-109 0 0,-2 3-312 0 0,0 0 59 0 0,-1 2-15 0 0,-1 1-173 0 0,-1 1-15 0 0,0-1-168 0 0,0 1-74 0 0,0 1-48 0 0,0-1-14 0 0,0 1-51 0 0,-1-1-119 0 0,0 1-818 0 0,1-1 223 0 0,1-3-121 0 0,-1 2 0 0 0,2-2 0 0 0,0 1 0 0 0,1-2 0 0 0,-1 1 0 0 0,2-2 0 0 0,0-2 0 0 0,1-1 0 0 0,-4-4 0 0 0,-3-3 0 0 0,-1 4 0 0 0,1 0 0 0 0,1 1 0 0 0,3 1 0 0 0,2-1 0 0 0,5 3 0 0 0,2 0 0 0 0,3 0 0 0 0,-1-1 0 0 0,5-1 0 0 0,1-2 0 0 0,1-2 0 0 0,2-1 0 0 0,0-2 0 0 0,1-1 0 0 0,1-1 0 0 0,0-1 0 0 0,0 1 0 0 0,0-1 0 0 0,0 0 0 0 0,0 0 0 0 0,0 0 0 0 0,-1 0 0 0 0,-1 1 0 0 0,0 0 0 0 0,-2 1 0 0 0,1-1 0 0 0,-2 2 0 0 0,-3 1 0 0 0,1-1 0 0 0,-1 1 0 0 0,-1 1 0 0 0,-1-1 0 0 0,-1 1 0 0 0,-2 1 0 0 0,1 0 0 0 0,-1-1 0 0 0,-2 3 0 0 0,0-1 0 0 0,-1 0 0 0 0,2-1 0 0 0,-1 0 0 0 0,1 1 0 0 0,-2-1 0 0 0,0 2 0 0 0,-1-1 0 0 0,0 1 0 0 0,0 0 0 0 0,0 0 0 0 0,0 0 0 0 0,-5 5 0 0 0,0-1 0 0 0,-3 3 0 0 0,0 0 0 0 0,1-2 0 0 0,0 2 0 0 0,-1-2 0 0 0,2 0 0 0 0,0 1 0 0 0,2-2 0 0 0,-1 1 0 0 0,1-1 0 0 0,1 1 0 0 0,1-1 0 0 0,0-1 0 0 0,2-1 0 0 0,-1 3 0 0 0,0-3 0 0 0,1 0 0 0 0,0-1 0 0 0,-1 1 0 0 0,1 1 0 0 0,0-1 0 0 0,2 1 0 0 0,0-1 0 0 0,4-1 0 0 0,0 0 0 0 0,5-1 0 0 0,0-1 0 0 0,3-2 0 0 0,1-1 0 0 0,1-1 0 0 0,1-1 0 0 0,1-2 0 0 0,1 0 0 0 0,1-1 0 0 0,0-1 0 0 0,0-1 0 0 0,-1 1 0 0 0,-1 0 0 0 0,-2 1 0 0 0,0 0 0 0 0,-1 0 0 0 0,-1 1 0 0 0,-9 5 0 0 0,3-1 0 0 0,-4 1 0 0 0,3-1 0 0 0,3-2 0 0 0,-2 1 0 0 0,0 0 0 0 0,1 1 0 0 0,-3 0 0 0 0,1 0 0 0 0,-2 1 0 0 0,-1 1 0 0 0,1-1 0 0 0,-2 2 0 0 0,0-1 0 0 0,-1 1 0 0 0,-1 1 0 0 0,-1 0 0 0 0,1 0 0 0 0,-1 4 0 0 0,1 1 0 0 0,-2 2 0 0 0,0 1 0 0 0,-1 1 0 0 0,-1 1 0 0 0,-1 1 0 0 0,1-3 0 0 0,-1 3 0 0 0,-1 0 0 0 0,1 0 0 0 0,-1 0 0 0 0,1 0 0 0 0,0-1 0 0 0,1-1 0 0 0,-1 1 0 0 0,1-1 0 0 0,0-1 0 0 0,1 0 0 0 0,0 0 0 0 0,0 0 0 0 0,2-2-350 0 0,-1 2-1725 0 0,1-2 187 0 0,1 1-3619 0 0,-1-2 1259 0 0,1-1-3 0 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09.724"/>
    </inkml:context>
    <inkml:brush xml:id="br0">
      <inkml:brushProperty name="width" value="0.035" units="cm"/>
      <inkml:brushProperty name="height" value="0.035" units="cm"/>
      <inkml:brushProperty name="color" value="#FF4E00"/>
      <inkml:brushProperty name="inkEffects" value="rainbow"/>
      <inkml:brushProperty name="anchorX" value="4919.98389"/>
      <inkml:brushProperty name="anchorY" value="12876.60352"/>
      <inkml:brushProperty name="scaleFactor" value="0.5"/>
    </inkml:brush>
  </inkml:definitions>
  <inkml:trace contextRef="#ctx0" brushRef="#br0">525 91 3652 0 0,'0'0'1588'0'0,"3"-2"-37"0"0,0 0 57 0 0,2-3 10 0 0,1 1-7 0 0,1-2-96 0 0,-1 1 46 0 0,1-1-136 0 0,-2 1 12 0 0,-1 2-9 0 0,-1-2-163 0 0,0 1-155 0 0,-1 0 58 0 0,-1 2-324 0 0,-1 0 34 0 0,-2-3-153 0 0,-1 1 6 0 0,-3-2 26 0 0,0 1-192 0 0,-3 0-9 0 0,0 1 12 0 0,-4 1-210 0 0,-1 1 212 0 0,1 1-245 0 0,-3 0 184 0 0,3 1-253 0 0,-5 1 76 0 0,1 0 0 0 0,-1 0-92 0 0,3 1 5 0 0,-1 0 17 0 0,-1 0-46 0 0,4 0 18 0 0,-2 1-58 0 0,4 0 85 0 0,-3 0-97 0 0,1 1-49 0 0,3-1-123 0 0,-2 1 27 0 0,3 0-19 0 0,-1 0 0 0 0,2 0 0 0 0,-1 0 0 0 0,2 0 0 0 0,-1 1 0 0 0,2-1 0 0 0,0 2 0 0 0,1-2 0 0 0,2 0 0 0 0,-1 1 0 0 0,0 0 0 0 0,1 1 0 0 0,0-1 0 0 0,1-1 0 0 0,0-1 0 0 0,1 2 0 0 0,0 1 0 0 0,0-2 0 0 0,1 0 0 0 0,1 1 0 0 0,1 0 0 0 0,1 2 0 0 0,1-2 0 0 0,-1-1 0 0 0,2 1 0 0 0,-2-1 0 0 0,2 1 0 0 0,0 0 0 0 0,0-1 0 0 0,-1 0 0 0 0,-1-1 0 0 0,2 1 0 0 0,-1-1 0 0 0,0 0 0 0 0,0 0 0 0 0,1 0 0 0 0,-2 0 0 0 0,2 0 0 0 0,-1 0 0 0 0,-1 0 0 0 0,0 0 0 0 0,0 0 0 0 0,-1 0 0 0 0,0-1 0 0 0,0 1 0 0 0,1 1 0 0 0,-2-1 0 0 0,1 2 0 0 0,-1-1 0 0 0,-1 0 0 0 0,0 2 0 0 0,0-1 0 0 0,0 0 0 0 0,0-2 0 0 0,-1 3 0 0 0,-1 0 0 0 0,-1 2 0 0 0,0-2 0 0 0,-3 2 0 0 0,-1-1 0 0 0,1-1 0 0 0,-3 1 0 0 0,-2-1 0 0 0,-1 0 0 0 0,2-1 0 0 0,-3 1 0 0 0,-1-1 0 0 0,-1 0 0 0 0,3-1 0 0 0,-3-1 0 0 0,1 1 0 0 0,2-2 0 0 0,-2 0 0 0 0,3-1 0 0 0,-2-1 0 0 0,-1-1 0 0 0,0-2 0 0 0,0-2 0 0 0,3-2-4364 0 0,0-1-610 0 0,3-3 593 0 0,1 1 131 0 0,2-5 330 0 0,2-2 512 0 0,0-2 196 0 0,2 0 461 0 0,1 3 1467 0 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54.374"/>
    </inkml:context>
    <inkml:brush xml:id="br0">
      <inkml:brushProperty name="width" value="0.035" units="cm"/>
      <inkml:brushProperty name="height" value="0.035" units="cm"/>
      <inkml:brushProperty name="color" value="#66CC00"/>
    </inkml:brush>
  </inkml:definitions>
  <inkml:trace contextRef="#ctx0" brushRef="#br0">203 71 4880 0 0,'0'-2'5074'0'0,"-2"-9"-4339"0"0,1 4 6025 0 0,1-19 1333 0 0,0 18-7919 0 0,0 5 2289 0 0,-3-7-936 0 0,2 6-1089 0 0,4 10 2094 0 0,19 43-2507 0 0,-2 1 0 0 0,-3 0-1 0 0,18 83 1 0 0,-29-103-26 0 0,-1 0 0 0 0,-2 1 0 0 0,-1-1 0 0 0,-1 1 1 0 0,-1-1-1 0 0,-2 1 0 0 0,-1-1 0 0 0,-9 34 0 0 0,8-48-117 0 0,-2-1 0 0 0,0 0 0 0 0,-1 0 0 0 0,-1 0 0 0 0,0-1 0 0 0,-1 0 0 0 0,0-1 0 0 0,-1 0 0 0 0,0 0 0 0 0,-20 18 0 0 0,11-14-2780 0 0,-1-1 0 0 0,-24 16 0 0 0,-45 18-16161 0 0,76-44 16151 0 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54.958"/>
    </inkml:context>
    <inkml:brush xml:id="br0">
      <inkml:brushProperty name="width" value="0.035" units="cm"/>
      <inkml:brushProperty name="height" value="0.035" units="cm"/>
      <inkml:brushProperty name="color" value="#66CC00"/>
    </inkml:brush>
  </inkml:definitions>
  <inkml:trace contextRef="#ctx0" brushRef="#br0">684 3 5969 0 0,'8'-3'21567'0'0,"-22"28"-17232"0"0,-14 15-6594 0 0,10-19 4917 0 0,-29 24-2389 0 0,-3-2 1 0 0,-93 61-1 0 0,-122 55-2454 0 0,194-118-234 0 0,55-33 989 0 0,-21 2-14456 0 0,34-10 12293 0 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55.361"/>
    </inkml:context>
    <inkml:brush xml:id="br0">
      <inkml:brushProperty name="width" value="0.035" units="cm"/>
      <inkml:brushProperty name="height" value="0.035" units="cm"/>
      <inkml:brushProperty name="color" value="#66CC00"/>
    </inkml:brush>
  </inkml:definitions>
  <inkml:trace contextRef="#ctx0" brushRef="#br0">20 19 6021 0 0,'9'-19'26643'0'0,"-19"60"-26429"0"0,3-1 0 0 0,-3 54 0 0 0,9-73-2286 0 0,1 0-1 0 0,5 32 1 0 0,5-7-6307 0 0,7-4-4898 0 0,-9-29 10288 0 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56.103"/>
    </inkml:context>
    <inkml:brush xml:id="br0">
      <inkml:brushProperty name="width" value="0.035" units="cm"/>
      <inkml:brushProperty name="height" value="0.035" units="cm"/>
      <inkml:brushProperty name="color" value="#66CC00"/>
    </inkml:brush>
  </inkml:definitions>
  <inkml:trace contextRef="#ctx0" brushRef="#br0">286 562 7841 0 0,'0'5'17740'0'0,"20"-16"-16790"0"0,-2-2 1 0 0,1 0-1 0 0,-2-1 1 0 0,0 0-1 0 0,-1-2 0 0 0,24-28 1 0 0,80-119-418 0 0,-107 144-533 0 0,9-13 0 0 0,-7 11 0 0 0,29-41-34 0 0,55-75-1329 0 0,-99 136 1330 0 0,1 0 1 0 0,-1 1 0 0 0,0-1 0 0 0,1 1 0 0 0,-1 0 0 0 0,1-1 0 0 0,-1 1 0 0 0,1-1 0 0 0,-1 1 0 0 0,1 0-1 0 0,-1-1 1 0 0,1 1 0 0 0,0 0 0 0 0,-1-1 0 0 0,1 1 0 0 0,-1 0 0 0 0,1 0 0 0 0,0 0 0 0 0,-1 0 0 0 0,1-1 0 0 0,0 1-1 0 0,-1 0 1 0 0,1 0 0 0 0,-1 0 0 0 0,1 0 0 0 0,0 1 0 0 0,-1-1 0 0 0,1 0 0 0 0,0 0 0 0 0,-1 0 0 0 0,1 0-1 0 0,0 1 1 0 0,20 17-590 0 0,4 27-153 0 0,-21-31 488 0 0,2 5-73 0 0,-1 0 0 0 0,-1 0 0 0 0,2 22 0 0 0,-5-34 323 0 0,-1 0 1 0 0,0-1-1 0 0,-1 1 1 0 0,0-1-1 0 0,0 1 1 0 0,0-1 0 0 0,-1 1-1 0 0,0-1 1 0 0,0 0-1 0 0,0 0 1 0 0,-1 0 0 0 0,0 0-1 0 0,-4 6 1 0 0,1-4 30 0 0,0-1 1 0 0,-1 0-1 0 0,0 0 0 0 0,0-1 1 0 0,0 0-1 0 0,0 0 0 0 0,-1-1 1 0 0,0 0-1 0 0,-1 0 1 0 0,1-1-1 0 0,-1 0 0 0 0,1 0 1 0 0,-18 4-1 0 0,-14 2 706 0 0,-77 10-1 0 0,74-14 36 0 0,-307 50 3301 0 0,308-46-4019 0 0,2-9-262 0 0,38-1 236 0 0,-12-3-2640 0 0,0-6-3294 0 0,13 8 4295 0 0,-1 0 0 0 0,0-1-1 0 0,0 1 1 0 0,0 0-1 0 0,0 0 1 0 0,0 0 0 0 0,0 0-1 0 0,0 1 1 0 0,0-1 0 0 0,0 1-1 0 0,-3-1 1 0 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56.767"/>
    </inkml:context>
    <inkml:brush xml:id="br0">
      <inkml:brushProperty name="width" value="0.035" units="cm"/>
      <inkml:brushProperty name="height" value="0.035" units="cm"/>
      <inkml:brushProperty name="color" value="#66CC00"/>
    </inkml:brush>
  </inkml:definitions>
  <inkml:trace contextRef="#ctx0" brushRef="#br0">3 642 8569 0 0,'0'0'17229'0'0,"7"-3"-16079"0"0,15-8-153 0 0,0-2-1 0 0,0 0 0 0 0,-1-1 0 0 0,-1-1 0 0 0,28-28 0 0 0,92-105-1423 0 0,-68 69 696 0 0,213-207-269 0 0,-276 279 0 0 0,-1 1 0 0 0,3 3 0 0 0,2 12 0 0 0,-11-4-27 0 0,1 0 0 0 0,-1 0-1 0 0,0 0 1 0 0,0 0 0 0 0,-1 0 0 0 0,0 1 0 0 0,1-1-1 0 0,-2 0 1 0 0,1 1 0 0 0,-1-1 0 0 0,0 1 0 0 0,0-1-1 0 0,0 1 1 0 0,-1-1 0 0 0,-1 7 0 0 0,0 4-31 0 0,-2 0 0 0 0,0 0 0 0 0,-11 26 0 0 0,9-29 114 0 0,-2 0 0 0 0,1 0 0 0 0,-2-1 0 0 0,1 0 0 0 0,-2-1 0 0 0,0 0 0 0 0,0 0 0 0 0,-1-1 0 0 0,0-1 0 0 0,-18 13 0 0 0,-17 8-28 0 0,-73 35 0 0 0,66-37-33 0 0,38-20 5 0 0,2-1 0 0 0,0-1 0 0 0,0 0 0 0 0,-24 6 0 0 0,25-8 36 0 0,-1-1 0 0 0,0 0 0 0 0,1-1 0 0 0,-1 0 0 0 0,0-1 0 0 0,-1-1 1 0 0,1 0-1 0 0,-20-3 0 0 0,24 2-865 0 0,0-1 1 0 0,0 0-1 0 0,1-1 1 0 0,-1 0-1 0 0,-13-7 1 0 0,-6-9-5696 0 0,4-6-3742 0 0,16 3 3485 0 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57.125"/>
    </inkml:context>
    <inkml:brush xml:id="br0">
      <inkml:brushProperty name="width" value="0.035" units="cm"/>
      <inkml:brushProperty name="height" value="0.035" units="cm"/>
      <inkml:brushProperty name="color" value="#66CC00"/>
    </inkml:brush>
  </inkml:definitions>
  <inkml:trace contextRef="#ctx0" brushRef="#br0">49 14 8825 0 0,'0'0'7633'0'0,"5"-6"-4516"0"0,0-1 4699 0 0,-4 14-6488 0 0,1 60 593 0 0,-16 37 1252 0 0,-3-28-4116 0 0,3-11-4312 0 0,2 1-5885 0 0,10-55 8668 0 0,0 2-643 0 0,1-1-2203 0 0,1 7 2348 0 0</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57.472"/>
    </inkml:context>
    <inkml:brush xml:id="br0">
      <inkml:brushProperty name="width" value="0.035" units="cm"/>
      <inkml:brushProperty name="height" value="0.035" units="cm"/>
      <inkml:brushProperty name="color" value="#66CC00"/>
    </inkml:brush>
  </inkml:definitions>
  <inkml:trace contextRef="#ctx0" brushRef="#br0">1 52 9389 0 0,'3'-17'5864'0'0,"2"3"-1263"0"0,0 3-1901 0 0,-3 1-2400 0 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57.824"/>
    </inkml:context>
    <inkml:brush xml:id="br0">
      <inkml:brushProperty name="width" value="0.035" units="cm"/>
      <inkml:brushProperty name="height" value="0.035" units="cm"/>
      <inkml:brushProperty name="color" value="#66CC00"/>
    </inkml:brush>
  </inkml:definitions>
  <inkml:trace contextRef="#ctx0" brushRef="#br0">117 46 8529 0 0,'20'-32'12259'0'0,"-8"19"-3135"0"0,-19 36-5689 0 0,2-4-4015 0 0,-39 139 869 0 0,10-42-1290 0 0,18-36-3838 0 0,-12 47-12680 0 0,18-88 11048 0 0,5-24 3661 0 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59.154"/>
    </inkml:context>
    <inkml:brush xml:id="br0">
      <inkml:brushProperty name="width" value="0.035" units="cm"/>
      <inkml:brushProperty name="height" value="0.035" units="cm"/>
      <inkml:brushProperty name="color" value="#66CC00"/>
    </inkml:brush>
  </inkml:definitions>
  <inkml:trace contextRef="#ctx0" brushRef="#br0">1254 48 6665 0 0,'4'-7'2953'0'0,"0"0"0"0"0,1 0 0 0 0,0 0 0 0 0,11-11 0 0 0,-10 18-1543 0 0,-5 0-1354 0 0,-1 0 0 0 0,0 0 0 0 0,0 0 0 0 0,1-1 1 0 0,-1 1-1 0 0,0 0 0 0 0,1 0 0 0 0,-1 0 0 0 0,0 0 0 0 0,0 0 1 0 0,1 0-1 0 0,-1 0 0 0 0,0 0 0 0 0,1 0 0 0 0,-1 0 0 0 0,0 0 1 0 0,1 0-1 0 0,-1 0 0 0 0,0 0 0 0 0,1 0 0 0 0,-1 0 0 0 0,0 0 0 0 0,0 0 1 0 0,1 1-1 0 0,-1-1 0 0 0,0 0 0 0 0,1 0 0 0 0,-1 0 0 0 0,0 0 1 0 0,0 1-1 0 0,0-1 0 0 0,1 0 0 0 0,-1 0 0 0 0,0 1 0 0 0,1-1 1 0 0,1 4 152 0 0,0 0 0 0 0,0 1 0 0 0,0-1 0 0 0,-1 0 0 0 0,1 1 0 0 0,-1-1 0 0 0,0 1 0 0 0,-1-1 1 0 0,1 1-1 0 0,-1 0 0 0 0,0-1 0 0 0,0 1 0 0 0,0 0 0 0 0,0-1 0 0 0,-1 1 0 0 0,0 0 0 0 0,-2 7 0 0 0,-5 16 417 0 0,-18 45-1 0 0,15-47-238 0 0,-11 31 384 0 0,-2-1 1 0 0,-56 92 0 0 0,57-118-583 0 0,22-29-212 0 0,0 0 0 0 0,0 0 0 0 0,1-1 0 0 0,-1 1 0 0 0,0 0 0 0 0,0-1 0 0 0,0 1 0 0 0,0 0 0 0 0,0-1 0 0 0,0 0 0 0 0,-1 1-1 0 0,1-1 1 0 0,0 0 0 0 0,0 1 0 0 0,0-1 0 0 0,0 0 0 0 0,0 0 0 0 0,0 0 0 0 0,-1 0 0 0 0,1 0 0 0 0,0 0 0 0 0,0 0 0 0 0,0 0 0 0 0,0-1 0 0 0,0 1 0 0 0,0 0 0 0 0,0-1 0 0 0,-1 1 0 0 0,1-1 0 0 0,0 1 0 0 0,0-1 0 0 0,0 0 0 0 0,1 1 0 0 0,-1-1-1 0 0,0 0 1 0 0,0 1 0 0 0,0-1 0 0 0,0 0 0 0 0,1 0 0 0 0,-1 0 0 0 0,-1-2 0 0 0,-2-2-164 0 0,0 1 1 0 0,0-2-1 0 0,1 1 1 0 0,-1 0-1 0 0,1-1 0 0 0,-4-10 1 0 0,4 6-2 0 0,-1 1 0 0 0,1 0 0 0 0,-1 0 0 0 0,-1 0 0 0 0,0 0 0 0 0,0 1 0 0 0,-1 0 0 0 0,-12-15 0 0 0,13 19 197 0 0,1 1 0 0 0,0 0 0 0 0,-1 0 0 0 0,0 0 0 0 0,1 0 0 0 0,-1 1 0 0 0,0 0 0 0 0,-1 0 0 0 0,1 0 0 0 0,0 0 0 0 0,0 1 0 0 0,-1 0 0 0 0,1 0 0 0 0,-1 1 0 0 0,1-1 0 0 0,-1 1 0 0 0,-7 1 0 0 0,-8 1 394 0 0,-1 0 0 0 0,-39 10 1 0 0,44-7-80 0 0,0 1 0 0 0,0 1 0 0 0,1 0 1 0 0,0 1-1 0 0,0 0 0 0 0,1 2 1 0 0,-19 14-1 0 0,27-18-324 0 0,0 2 0 0 0,0 1 0 0 0,5 2 0 0 0,2-10 0 0 0,0 1 0 0 0,1-1 0 0 0,-1 0 0 0 0,0 0 0 0 0,0 0 0 0 0,1 0 0 0 0,-1 0 0 0 0,1 0 0 0 0,-1 0 0 0 0,1 0 0 0 0,-1 0 0 0 0,1 0 0 0 0,-1 0 0 0 0,1 0 0 0 0,0 0 0 0 0,0 0 0 0 0,-1-1 0 0 0,3 2 0 0 0,3-1 0 0 0,5 3-27 0 0,1 0 0 0 0,1 0 0 0 0,-1-1 0 0 0,0 0 0 0 0,1-1 0 0 0,-1-1-1 0 0,1 0 1 0 0,15-1 0 0 0,9 2-486 0 0,-26-2 370 0 0,4 1-35 0 0,0 0 1 0 0,1 1-1 0 0,-1 0 0 0 0,0 1 1 0 0,0 1-1 0 0,0 0 1 0 0,15 7-1 0 0,-28-10 144 0 0,-2 0 42 0 0,0-1 1 0 0,1 0-1 0 0,-1 1 0 0 0,0-1 1 0 0,0 0-1 0 0,0 1 0 0 0,1-1 1 0 0,-1 0-1 0 0,0 1 0 0 0,0-1 1 0 0,0 0-1 0 0,0 1 0 0 0,0-1 1 0 0,0 0-1 0 0,0 1 0 0 0,0-1 1 0 0,0 0-1 0 0,0 1 0 0 0,0-1 1 0 0,0 1-1 0 0,0-1 0 0 0,0 0 1 0 0,0 1-1 0 0,0-1 0 0 0,0 0 1 0 0,0 1-1 0 0,0-1 0 0 0,0 0 1 0 0,-1 1-1 0 0,1-1 0 0 0,0 0 1 0 0,0 1-1 0 0,-1-1 0 0 0,1 0 1 0 0,0 1-1 0 0,-17 12 276 0 0,-29 9 239 0 0,39-19-388 0 0,-140 52 1027 0 0,97-39-1178 0 0,1 3-1 0 0,-57 30 1 0 0,77-35 16 0 0,16-9 0 0 0,1 1 0 0 0,1 0 0 0 0,-21 15 0 0 0,21-13 0 0 0,5 1 0 0 0,9 2 0 0 0,11-1 0 0 0,1-7 0 0 0,-3-3-163 0 0,1-1-1 0 0,-1 0 1 0 0,0-1 0 0 0,0 0-1 0 0,0-1 1 0 0,0 0 0 0 0,-1-1-1 0 0,1 0 1 0 0,-1-1 0 0 0,0 0 0 0 0,14-10-1 0 0,-22 13 34 0 0,-1 2 1025 0 0,-3-2-842 0 0,-1 1 0 0 0,0 0 0 0 0,1 0 0 0 0,-1-1-1 0 0,0 1 1 0 0,1 1 0 0 0,-1-1 0 0 0,0 0 0 0 0,0 0 0 0 0,0 1-1 0 0,0-1 1 0 0,1 1 0 0 0,-1-1 0 0 0,0 1 0 0 0,-4 0 0 0 0,-10-1 9 0 0,0 1 1 0 0,0 1-1 0 0,0 1 1 0 0,0 0-1 0 0,-26 7 1 0 0,11-1-72 0 0,0-2 1 0 0,-41 3-1 0 0,56-7 9 0 0,2-3 0 0 0,4-7 0 0 0,6-5 0 0 0,8-29 0 0 0,1 28 0 0 0,-1 1 0 0 0,0-2 0 0 0,0 4 0 0 0,-1 0 0 0 0,-1 1 0 0 0,0-1 0 0 0,0 0 0 0 0,-1-21 0 0 0,-2 19 0 0 0,-1-11 0 0 0,-4 13 0 0 0,-2 2 0 0 0,4 5 0 0 0,0 0 0 0 0,-1 1 0 0 0,0-1 0 0 0,1 1 0 0 0,-1 0 0 0 0,-1 0 0 0 0,1 1 0 0 0,0 0 0 0 0,-1 0 0 0 0,1 0 0 0 0,-1 0 0 0 0,1 1 0 0 0,-1 0 0 0 0,0 0 0 0 0,0 0 0 0 0,1 1 0 0 0,-1 0 0 0 0,0 0 0 0 0,0 1 0 0 0,-7 1 0 0 0,-8 0 0 0 0,0 2 0 0 0,1 0 0 0 0,-1 1 0 0 0,-35 15 0 0 0,44-15 0 0 0,1 5 0 0 0,10-10 0 0 0,1 1 0 0 0,-1-1 0 0 0,1 1 0 0 0,-1 0 0 0 0,1-1 0 0 0,-1 1 0 0 0,1-1 0 0 0,0 1 0 0 0,-1-1 0 0 0,1 1 0 0 0,0 0 0 0 0,0-1 0 0 0,-1 1 0 0 0,1 0 0 0 0,0-1 0 0 0,0 1 0 0 0,0 0 0 0 0,0-1 0 0 0,0 1 0 0 0,0 0 0 0 0,0 0 0 0 0,0-1 0 0 0,0 2 0 0 0,2-1 0 0 0,0 1 0 0 0,0-1 0 0 0,0 1 0 0 0,0-1 0 0 0,0 0 0 0 0,0 0 0 0 0,0 0 0 0 0,0 0 0 0 0,0 0 0 0 0,0 0 0 0 0,0-1 0 0 0,1 1 0 0 0,-1-1 0 0 0,0 1 0 0 0,1-1 0 0 0,-1 0 0 0 0,0 0 0 0 0,1 0 0 0 0,-1 0 0 0 0,4-1 0 0 0,62-8 0 0 0,-53 7 0 0 0,26-6 291 0 0,-1-2-3352 0 0,-19 3-690 0 0,0-1 0 0 0,0-1 0 0 0,0-1 0 0 0,-1-1 0 0 0,-1-1 0 0 0,24-17 0 0 0,-22 12 859 0 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59.498"/>
    </inkml:context>
    <inkml:brush xml:id="br0">
      <inkml:brushProperty name="width" value="0.035" units="cm"/>
      <inkml:brushProperty name="height" value="0.035" units="cm"/>
      <inkml:brushProperty name="color" value="#66CC00"/>
    </inkml:brush>
  </inkml:definitions>
  <inkml:trace contextRef="#ctx0" brushRef="#br0">12 7 7597 0 0,'0'0'10376'0'0,"-10"-4"-7818"0"0,9 2-1462 0 0,10 2 5471 0 0,-9 0-6540 0 0,79 9 1408 0 0,8 5-5715 0 0,-43-7-2549 0 0,-2 3 0 0 0,47 16-1 0 0,-65-16 3846 0 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5:59.840"/>
    </inkml:context>
    <inkml:brush xml:id="br0">
      <inkml:brushProperty name="width" value="0.035" units="cm"/>
      <inkml:brushProperty name="height" value="0.035" units="cm"/>
      <inkml:brushProperty name="color" value="#66CC00"/>
    </inkml:brush>
  </inkml:definitions>
  <inkml:trace contextRef="#ctx0" brushRef="#br0">6 1348 11557 0 0,'-5'11'18370'0'0,"28"-9"-18274"0"0,6-18-1400 0 0,-17 13-3569 0 0,5-2 449 0 0,-2 0 31 0 0,3-6 421 0 0,-5 0 348 0 0,0-2 427 0 0,0-5 321 0 0</inkml:trace>
  <inkml:trace contextRef="#ctx0" brushRef="#br0" timeOffset="1">502 53 10309 0 0,'10'-16'6177'0'0,"-1"-3"-4037"0"0,-1 6-216 0 0,-6 8 892 0 0,-28 36-22970 0 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6:00.298"/>
    </inkml:context>
    <inkml:brush xml:id="br0">
      <inkml:brushProperty name="width" value="0.035" units="cm"/>
      <inkml:brushProperty name="height" value="0.035" units="cm"/>
      <inkml:brushProperty name="color" value="#66CC00"/>
    </inkml:brush>
  </inkml:definitions>
  <inkml:trace contextRef="#ctx0" brushRef="#br0">117 30 9593 0 0,'4'-21'9440'0'0,"-1"13"-2701"0"0,-3 8-6629 0 0,1 0 1 0 0,-1 0-1 0 0,0 0 1 0 0,0 0-1 0 0,0 0 1 0 0,1 0 0 0 0,-1 0-1 0 0,0 0 1 0 0,0 0-1 0 0,1 0 1 0 0,-1 0-1 0 0,0 0 1 0 0,0 0-1 0 0,0 0 1 0 0,1 0 0 0 0,-1 0-1 0 0,0 0 1 0 0,0 0-1 0 0,0 0 1 0 0,1 1-1 0 0,-1-1 1 0 0,0 0-1 0 0,0 0 1 0 0,0 0 0 0 0,1 0-1 0 0,-1 0 1 0 0,0 0-1 0 0,0 1 1 0 0,0-1-1 0 0,0 0 1 0 0,0 0-1 0 0,1 0 1 0 0,-1 1 0 0 0,0-1-1 0 0,0 0 1 0 0,0 0-1 0 0,0 0 1 0 0,0 1-1 0 0,0-1 1 0 0,0 0-1 0 0,0 0 1 0 0,0 0 0 0 0,0 1-1 0 0,0-1 1 0 0,0 0-1 0 0,0 0 1 0 0,0 1-1 0 0,0-1 1 0 0,0 0-1 0 0,0 0 1 0 0,0 0 0 0 0,0 1-1 0 0,0-1 1 0 0,0 0-1 0 0,0 0 1 0 0,0 1-1 0 0,-1-1 1 0 0,0 30 1127 0 0,-11 42-2243 0 0,11-67 1355 0 0,-67 247-661 0 0,58-220-85 0 0,9-25-278 0 0,-1 1 1 0 0,1-1 0 0 0,0 1-1 0 0,1-1 1 0 0,0 1 0 0 0,0-1 0 0 0,2 11-1 0 0,-1-10-626 0 0,-1 0 0 0 0,0 1 0 0 0,0-1 0 0 0,-2 16 0 0 0,-27 89-14117 0 0,24-95 12421 0 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6:01.381"/>
    </inkml:context>
    <inkml:brush xml:id="br0">
      <inkml:brushProperty name="width" value="0.035" units="cm"/>
      <inkml:brushProperty name="height" value="0.035" units="cm"/>
      <inkml:brushProperty name="color" value="#66CC00"/>
    </inkml:brush>
  </inkml:definitions>
  <inkml:trace contextRef="#ctx0" brushRef="#br0">546 19 4924 0 0,'0'-1'486'0'0,"0"0"-1"0"0,1-1 1 0 0,-1 1-1 0 0,0 0 0 0 0,1 0 1 0 0,-1 0-1 0 0,1 0 0 0 0,0 0 1 0 0,-1 0-1 0 0,1 0 1 0 0,0 0-1 0 0,-1 1 0 0 0,1-1 1 0 0,0 0-1 0 0,0 0 1 0 0,0 0-1 0 0,0 1 0 0 0,2-2 1 0 0,-3 2-248 0 0,1 0 1 0 0,-1 0-1 0 0,1 1 1 0 0,-1-1-1 0 0,1 0 1 0 0,-1 0-1 0 0,1 1 1 0 0,-1-1-1 0 0,1 0 1 0 0,-1 0-1 0 0,1 1 1 0 0,-1-1 0 0 0,0 1-1 0 0,1-1 1 0 0,-1 0-1 0 0,1 1 1 0 0,-1-1-1 0 0,0 1 1 0 0,0-1-1 0 0,1 1 1 0 0,-1-1-1 0 0,0 1 1 0 0,0-1-1 0 0,1 1 1 0 0,-1-1-1 0 0,0 2 1 0 0,1 2 256 0 0,1 1 0 0 0,-1-1 0 0 0,0 1 0 0 0,-1 0 0 0 0,1-1 1 0 0,-1 1-1 0 0,0 0 0 0 0,0 4 0 0 0,-4 12 408 0 0,-1-1 0 0 0,-1-1 0 0 0,0 1 0 0 0,-1-1 1 0 0,-2 0-1 0 0,0 0 0 0 0,-20 30 0 0 0,4-15-778 0 0,-2 0-1 0 0,-2-1 1 0 0,-38 32 0 0 0,59-56-125 0 0,0-2 0 0 0,-1 3 0 0 0,7-1 0 0 0,18-3 0 0 0,75 5-1864 0 0,20 2 1594 0 0,-109-13 371 0 0,-1 3 91 0 0,-3 9 586 0 0,-11 2-623 0 0,-1-1 0 0 0,0-1 0 0 0,-1 0 0 0 0,0 0 0 0 0,-1-2 0 0 0,-32 17 0 0 0,-42 29-177 0 0,59-33 22 0 0,2-1 0 0 0,8-6 0 0 0,-2 6 0 0 0,4-5 0 0 0,7-3 0 0 0,2 0 0 0 0,5-2 0 0 0,6 4 0 0 0,10-4 0 0 0,-6-11 0 0 0,-1 1 0 0 0,1-1 0 0 0,-1 1 0 0 0,1-1 0 0 0,0-1 0 0 0,-1 1 0 0 0,1-1 0 0 0,0 1 0 0 0,0-2 0 0 0,0 1 0 0 0,-1 0 0 0 0,8-2 0 0 0,53-15 0 0 0,-55 14 0 0 0,0 0-339 0 0,0 0 0 0 0,0 0 0 0 0,-1-1 0 0 0,1 0 0 0 0,12-9 0 0 0,-21 12 696 0 0,-5-1-233 0 0,-2 0 6 0 0,-1 0-1 0 0,1 1 0 0 0,-1 0 1 0 0,1 0-1 0 0,-1 0 1 0 0,0 1-1 0 0,1 0 0 0 0,-1 0 1 0 0,0 1-1 0 0,1 0 1 0 0,-9 2-1 0 0,-8 2-129 0 0,1 1 0 0 0,-39 16 0 0 0,-22 9 0 0 0,65-24 0 0 0,0 0 0 0 0,1-1 0 0 0,0-2 0 0 0,1-5 0 0 0,2-16 0 0 0,11 11 0 0 0,0-1 0 0 0,1 0 0 0 0,0 1 0 0 0,0-1 0 0 0,0 0 0 0 0,1-1 0 0 0,0 1 0 0 0,0-12 0 0 0,6-64 0 0 0,-2 51 0 0 0,30-199 0 0 0,-16 134 0 0 0,-14 67 15 0 0,-2 24-364 0 0,-1-1 1 0 0,1 1-1 0 0,0 0 0 0 0,0 0 0 0 0,1 1 1 0 0,-1-1-1 0 0,6-10 0 0 0,4-5-3877 0 0,0 2 0 0 0,2-1 1 0 0,1 2-1 0 0,0-1 0 0 0,24-22 0 0 0,-19 23 1173 0 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6:01.744"/>
    </inkml:context>
    <inkml:brush xml:id="br0">
      <inkml:brushProperty name="width" value="0.035" units="cm"/>
      <inkml:brushProperty name="height" value="0.035" units="cm"/>
      <inkml:brushProperty name="color" value="#66CC00"/>
    </inkml:brush>
  </inkml:definitions>
  <inkml:trace contextRef="#ctx0" brushRef="#br0">11 14 10913 0 0,'0'0'13241'0'0,"5"-13"-9864"0"0,-20 53-28352 0 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6:02.557"/>
    </inkml:context>
    <inkml:brush xml:id="br0">
      <inkml:brushProperty name="width" value="0.035" units="cm"/>
      <inkml:brushProperty name="height" value="0.035" units="cm"/>
      <inkml:brushProperty name="color" value="#66CC00"/>
    </inkml:brush>
  </inkml:definitions>
  <inkml:trace contextRef="#ctx0" brushRef="#br0">1641 201 5044 0 0,'10'-13'5615'0'0,"12"-1"-3459"0"0,0 1 0 0 0,1 2 0 0 0,31-12 0 0 0,35-17-755 0 0,61-30-839 0 0,-117 56-286 0 0,-30 12 1081 0 0,-7 3-288 0 0,-24 9 404 0 0,-101 35 1317 0 0,-120 11 1398 0 0,-3-22-3465 0 0,-256-6-1078 0 0,493-26 355 0 0,-38-3 0 0 0,40 1 0 0 0,6 0 0 0 0,0 0 0 0 0,0-1 0 0 0,0 0 0 0 0,0 0 0 0 0,1-1 0 0 0,-10-3 0 0 0,-49-16 0 0 0,58 20 0 0 0,-25-29 0 0 0,4-6 0 0 0,19 23 0 0 0,-1-2 0 0 0,0 3 0 0 0,0 2 0 0 0,-9 6 0 0 0,-8 14 0 0 0,-42 29 0 0 0,20-11 0 0 0,-57 24 0 0 0,89-45 0 0 0,0-1 0 0 0,2 1 0 0 0,-6-5 0 0 0,-1-7 0 0 0,8-5 0 0 0,12 8 0 0 0,-1-1 0 0 0,1 1 0 0 0,0 0 0 0 0,0-1 0 0 0,0 1 0 0 0,0-1 0 0 0,0 0 0 0 0,1 0 0 0 0,-1 0 0 0 0,1 1 0 0 0,-1-2 0 0 0,1 1 0 0 0,0 0 0 0 0,0 0 0 0 0,1 0 0 0 0,-1-5 0 0 0,-1-3 0 0 0,0 0 0 0 0,-1 0 0 0 0,0 0 0 0 0,-1 0 0 0 0,-7-15 0 0 0,4 14 0 0 0,1 3 0 0 0,-6 8 0 0 0,-5 17 0 0 0,15-13 0 0 0,-1 0 0 0 0,0 0 0 0 0,1 0 0 0 0,-1 0 0 0 0,1 1 0 0 0,0-1 0 0 0,0 1 0 0 0,1-1 0 0 0,-1 1 0 0 0,1 0 0 0 0,-1 0 0 0 0,0 6 0 0 0,-3 7 0 0 0,-2-3 0 0 0,1 1 0 0 0,-7 28 0 0 0,-1 3 0 0 0,2-10-2 0 0,6-11-3439 0 0,2-6-2999 0 0,1 0-4317 0 0,3-13 5876 0 0,3 0 3697 0 0,-2-5 206 0 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6:02.937"/>
    </inkml:context>
    <inkml:brush xml:id="br0">
      <inkml:brushProperty name="width" value="0.035" units="cm"/>
      <inkml:brushProperty name="height" value="0.035" units="cm"/>
      <inkml:brushProperty name="color" value="#66CC00"/>
    </inkml:brush>
  </inkml:definitions>
  <inkml:trace contextRef="#ctx0" brushRef="#br0">1 44 6953 0 0,'0'0'2508'0'0,"11"-10"-196"0"0,-1 4-344 0 0,3 0-76 0 0,3 0-283 0 0,-1 3-157 0 0,6 0-140 0 0,0 1-380 0 0,2 0-368 0 0,-2-2-484 0 0,0 4-540 0 0,4-2-400 0 0,-3 2-3317 0 0,-2 2 89 0 0,4 0 444 0 0,-6-2 307 0 0,1 2 377 0 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6:03.288"/>
    </inkml:context>
    <inkml:brush xml:id="br0">
      <inkml:brushProperty name="width" value="0.035" units="cm"/>
      <inkml:brushProperty name="height" value="0.035" units="cm"/>
      <inkml:brushProperty name="color" value="#66CC00"/>
    </inkml:brush>
  </inkml:definitions>
  <inkml:trace contextRef="#ctx0" brushRef="#br0">3 0 9561 0 0,'-2'11'8305'0'0,"4"4"-4033"0"0,8-6-2636 0 0,-2-6-172 0 0,3 1-572 0 0,7-2-504 0 0,0 0-664 0 0,1-2-748 0 0,15 1-604 0 0,-14-1-2868 0 0,4-1 103 0 0,-1-1 401 0 0,1-6 356 0 0,-4 1 451 0 0,4-2 249 0 0</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6:04.457"/>
    </inkml:context>
    <inkml:brush xml:id="br0">
      <inkml:brushProperty name="width" value="0.035" units="cm"/>
      <inkml:brushProperty name="height" value="0.035" units="cm"/>
      <inkml:brushProperty name="color" value="#66CC00"/>
    </inkml:brush>
  </inkml:definitions>
  <inkml:trace contextRef="#ctx0" brushRef="#br0">331 1 7861 0 0,'0'0'2997'0'0,"-4"0"-189"0"0,-1 1-2235 0 0,0 0-1 0 0,0 0 1 0 0,1 0 0 0 0,-1 1-1 0 0,0 0 1 0 0,1 0 0 0 0,0 0-1 0 0,-1 0 1 0 0,1 1 0 0 0,0 0-1 0 0,0 0 1 0 0,0 0 0 0 0,1 0-1 0 0,-1 1 1 0 0,1-1 0 0 0,0 1-1 0 0,0 0 1 0 0,-5 8 0 0 0,-8 10 1010 0 0,1 1-1 0 0,-13 28 1 0 0,-13 30-327 0 0,4 1 0 0 0,-33 105 1 0 0,60-152-1290 0 0,1 0 0 0 0,2 1 0 0 0,2-1 0 0 0,1 2 0 0 0,2-1 0 0 0,1 0 0 0 0,2 1 0 0 0,8 51 0 0 0,29 133-486 0 0,-31-195-1407 0 0,1 0 0 0 0,1 0 0 0 0,1-1 1 0 0,27 45-1 0 0,-26-51-237 0 0,1-1 1 0 0,0 0 0 0 0,2-1 0 0 0,0-1-1 0 0,1 0 1 0 0,30 25 0 0 0,-16-22-1063 0 0,3-4 387 0 0</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7:42.665"/>
    </inkml:context>
    <inkml:brush xml:id="br0">
      <inkml:brushProperty name="width" value="0.035" units="cm"/>
      <inkml:brushProperty name="height" value="0.035" units="cm"/>
      <inkml:brushProperty name="color" value="#66CC00"/>
    </inkml:brush>
  </inkml:definitions>
  <inkml:trace contextRef="#ctx0" brushRef="#br0">1 6 3992 0 0,'0'0'1203'0'0,"24"-5"1720"0"0,104 14 3331 0 0,-87-5-8322 0 0,0-1-5094 0 0,-28-3 4536 0 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7:46.676"/>
    </inkml:context>
    <inkml:brush xml:id="br0">
      <inkml:brushProperty name="width" value="0.035" units="cm"/>
      <inkml:brushProperty name="height" value="0.035" units="cm"/>
      <inkml:brushProperty name="color" value="#66CC00"/>
    </inkml:brush>
  </inkml:definitions>
  <inkml:trace contextRef="#ctx0" brushRef="#br0">1870 14 5805 0 0,'0'0'3417'0'0,"18"-14"17107"0"0,-223 88-18298 0 0,-13 5-1431 0 0,-740 215-795 0 0,642-186 0 0 0,215-72 0 0 0,84-30 0 0 0,2-1 0 0 0,-2 1 0 0 0,2 1 0 0 0,9-5 0 0 0,6-4 0 0 0,28-29 0 0 0,-22 27 0 0 0,0 2 0 0 0,125-124 0 0 0,7-11 0 0 0,-125 125 0 0 0,0 0 0 0 0,-3 2 0 0 0,-1 2 0 0 0,0-3 0 0 0,1 0 0 0 0,-1 0 0 0 0,-5 7 0 0 0,-5 5 0 0 0,1-1 0 0 0,-51 54 0 0 0,-115 92 0 0 0,84-78 0 0 0,9-1 0 0 0,61-54 0 0 0,3-1 0 0 0,1 0 0 0 0,5-1 0 0 0,14-4-255 0 0,-2 0-4112 0 0,19 5-22858 0 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7:47.153"/>
    </inkml:context>
    <inkml:brush xml:id="br0">
      <inkml:brushProperty name="width" value="0.035" units="cm"/>
      <inkml:brushProperty name="height" value="0.035" units="cm"/>
      <inkml:brushProperty name="color" value="#66CC00"/>
    </inkml:brush>
  </inkml:definitions>
  <inkml:trace contextRef="#ctx0" brushRef="#br0">0 6 1996 0 0,'0'0'1452'0'0,"6"-6"-3836"0"0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7:47.845"/>
    </inkml:context>
    <inkml:brush xml:id="br0">
      <inkml:brushProperty name="width" value="0.035" units="cm"/>
      <inkml:brushProperty name="height" value="0.035" units="cm"/>
      <inkml:brushProperty name="color" value="#66CC00"/>
    </inkml:brush>
  </inkml:definitions>
  <inkml:trace contextRef="#ctx0" brushRef="#br0">1 12 3480 0 0,'0'0'24366'0'0,"9"-10"-23580"0"0,0 9 1983 0 0,2 5-2660 0 0,-4-1 48 0 0,1 0 0 0 0,0 0 0 0 0,-1-1 0 0 0,1 0 1 0 0,0-1-1 0 0,0 0 0 0 0,13 1 0 0 0,124 14-157 0 0,-122-14 0 0 0,-2 0 0 0 0,0-1 0 0 0,0 0 0 0 0,-2 1 0 0 0,1-1 0 0 0,-3 1-69 0 0,-13-2-401 0 0,-36-11-26443 0 0,24 7 25892 0 0,0 1-1925 0 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7:55.059"/>
    </inkml:context>
    <inkml:brush xml:id="br0">
      <inkml:brushProperty name="width" value="0.035" units="cm"/>
      <inkml:brushProperty name="height" value="0.035" units="cm"/>
      <inkml:brushProperty name="color" value="#66CC00"/>
    </inkml:brush>
  </inkml:definitions>
  <inkml:trace contextRef="#ctx0" brushRef="#br0">1330 124 4020 0 0,'-33'-17'8107'0'0,"-1"7"-2772"0"0,-67-9 0 0 0,66 15-3973 0 0,0 2-1 0 0,0 1 0 0 0,0 2 0 0 0,-36 5 0 0 0,11 3-787 0 0,1 3-1 0 0,0 3 1 0 0,1 1-1 0 0,1 4 1 0 0,-71 34-1 0 0,88-34-607 0 0,1 2-1 0 0,0 1 0 0 0,2 3 1 0 0,1 1-1 0 0,1 1 0 0 0,1 2 1 0 0,-51 59-1 0 0,66-63 35 0 0,0 1 0 0 0,3 0 0 0 0,0 1 0 0 0,1 1 0 0 0,2 1 0 0 0,1 0 0 0 0,2 0 0 0 0,0 1 0 0 0,-6 42 0 0 0,0 33 0 0 0,-5 152 0 0 0,20-242 0 0 0,1 11 0 0 0,1 0 0 0 0,0-1 0 0 0,2 1 0 0 0,2 0 0 0 0,0-1 0 0 0,1 0 0 0 0,2 0 0 0 0,1 0 0 0 0,1-1 0 0 0,15 29 0 0 0,1-9 0 0 0,2-1 0 0 0,1-1 0 0 0,3-2 0 0 0,49 51 0 0 0,-59-72 0 0 0,0-1 0 0 0,2-2 0 0 0,0 0 0 0 0,1-1 0 0 0,0-2 0 0 0,37 15 0 0 0,-11-3 0 0 0,-28-14 0 0 0,1-1 0 0 0,0-1 0 0 0,1-2 0 0 0,40 10 0 0 0,-45-13 0 0 0,67 9 0 0 0,-74-11 0 0 0,45-1 0 0 0,13 1 0 0 0,-24-6 0 0 0,51-9 0 0 0,-44 0 0 0 0,-1-1 0 0 0,-1-3 0 0 0,0-2 0 0 0,-2-3 0 0 0,0-1 0 0 0,-1-3 0 0 0,82-56 0 0 0,-72 32 0 0 0,-1-2 0 0 0,98-116 0 0 0,-135 139 0 0 0,-1-2 0 0 0,-1 0 0 0 0,-1-1 0 0 0,-2-1 0 0 0,-2 0 0 0 0,12-36 0 0 0,-19 50 0 0 0,8-31 0 0 0,-4-4 0 0 0,-6 31 0 0 0,1-6 0 0 0,1-40 0 0 0,-4 46 0 0 0,-3 0 0 0 0,0 1 0 0 0,-3 0 0 0 0,0 0 0 0 0,-1 1 0 0 0,0 0 0 0 0,0 0 0 0 0,0 0 0 0 0,0 0 0 0 0,1 2 0 0 0,-2-2 0 0 0,0 2 0 0 0,2 0 0 0 0,-2 1 0 0 0,0 1 0 0 0,-1-1 0 0 0,-1 1 0 0 0,-1 0 0 0 0,0 1 0 0 0,0 0 0 0 0,0 1 0 0 0,-1 0 0 0 0,1-2 0 0 0,1 1 0 0 0,-4-1 0 0 0,3 2 0 0 0,-1 1 0 0 0,0 0 0 0 0,0 0 0 0 0,1 1 0 0 0,-4-3 0 0 0,1 3 0 0 0,0-2 0 0 0,3 2 0 0 0,-4 0 0 0 0,0 2 0 0 0,2-1 0 0 0,-3-1 0 0 0,3 1 0 0 0,0 0 0 0 0,-4-1 0 0 0,2 2 0 0 0,-4-1 0 0 0,4 2 0 0 0,-1-2 0 0 0,0 2 0 0 0,2 0 0 0 0,1-2 0 0 0,-3 2 0 0 0,1 0 0 0 0,0 0 0 0 0,-1 1 0 0 0,-3-1 0 0 0,2-1 0 0 0,5 0 0 0 0,-5 0 0 0 0,0 1 0 0 0,1 0 0 0 0,-3-1 0 0 0,-1 1 0 0 0,2 1 0 0 0,-37-15 295 0 0,15 5-3173 0 0,1-10-6273 0 0,-2-3 1063 0 0,-20-12 1256 0 0,53 38 6318 0 0,-28-20-2597 0 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7:57.664"/>
    </inkml:context>
    <inkml:brush xml:id="br0">
      <inkml:brushProperty name="width" value="0.035" units="cm"/>
      <inkml:brushProperty name="height" value="0.035" units="cm"/>
      <inkml:brushProperty name="color" value="#66CC00"/>
    </inkml:brush>
  </inkml:definitions>
  <inkml:trace contextRef="#ctx0" brushRef="#br0">100 0 7605 0 0,'0'0'22196'0'0,"-2"9"-21184"0"0,-16 121 1362 0 0,5-35-2871 0 0,-2-2-3943 0 0,13-86 2838 0 0,0 0 1 0 0,-1-1-1 0 0,1 1 0 0 0,-1-1 1 0 0,-6 10-1 0 0,-13 16-12958 0 0,13-22 11664 0 0</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7:58.936"/>
    </inkml:context>
    <inkml:brush xml:id="br0">
      <inkml:brushProperty name="width" value="0.035" units="cm"/>
      <inkml:brushProperty name="height" value="0.035" units="cm"/>
      <inkml:brushProperty name="color" value="#66CC00"/>
    </inkml:brush>
  </inkml:definitions>
  <inkml:trace contextRef="#ctx0" brushRef="#br0">591 44 5805 0 0,'5'-7'15871'0'0,"-4"22"-14983"0"0,-1 0-1 0 0,-1 0 1 0 0,-1 0 0 0 0,0 0 0 0 0,-1-1-1 0 0,-8 27 1 0 0,-40 85 2341 0 0,1-3-1581 0 0,46-113-1648 0 0,-5 3 0 0 0,5-2 0 0 0,0 0 0 0 0,-4-5 0 0 0,-9-9 0 0 0,9-3 0 0 0,1 1 0 0 0,-1-1 0 0 0,1-1 0 0 0,1 1 0 0 0,-1-1 0 0 0,1 0 0 0 0,1-1 0 0 0,-10-15 0 0 0,-9-11 0 0 0,-22-17 0 0 0,37 42 0 0 0,-5-5 0 0 0,0 0 0 0 0,2 2 0 0 0,1 1 0 0 0,3 0 0 0 0,-2 1 0 0 0,0-4 0 0 0,4 0-1684 0 0,10 8 1151 0 0,16 9 629 0 0,-12-2-613 0 0,36 11-1565 0 0,-23-5 1215 0 0,-19-6 670 0 0,43 13-2006 0 0,-43-13 2082 0 0,-3 2-854 0 0,-1 0 969 0 0,1 0-1 0 0,-1 0 1 0 0,0-1 0 0 0,0 1-1 0 0,0 0 1 0 0,0-1-1 0 0,0 1 1 0 0,-1-1-1 0 0,1 0 1 0 0,-1 0-1 0 0,0 0 1 0 0,1 0 0 0 0,-1 0-1 0 0,-3 1 1 0 0,-50 28 492 0 0,28-15 158 0 0,0 1 0 0 0,-39 33 0 0 0,-3 1 606 0 0,32-23 3530 0 0,35-32-4494 0 0,1 3-223 0 0,1 0-45 0 0,0 0 0 0 0,0 0 0 0 0,0 0 0 0 0,0 0 0 0 0,0 0 0 0 0,0 0 0 0 0,0 0 0 0 0,1 0 0 0 0,-1 0 0 0 0,0 0 0 0 0,1 0 0 0 0,-1-1-1 0 0,0 1 1 0 0,1 0 0 0 0,0 0 0 0 0,-1-1 0 0 0,1 1 0 0 0,0 0 0 0 0,-1-3 0 0 0,1-125 5 0 0,7 30-23 0 0,3-28 0 0 0,-9 104 0 0 0,0 4 0 0 0,1 2-1942 0 0,-1 5 6293 0 0,-1 8-5946 0 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00.154"/>
    </inkml:context>
    <inkml:brush xml:id="br0">
      <inkml:brushProperty name="width" value="0.035" units="cm"/>
      <inkml:brushProperty name="height" value="0.035" units="cm"/>
      <inkml:brushProperty name="color" value="#66CC00"/>
    </inkml:brush>
  </inkml:definitions>
  <inkml:trace contextRef="#ctx0" brushRef="#br0">427 22 4760 0 0,'0'-1'6259'0'0,"0"-12"-6031"0"0,0 5 8548 0 0,-1 27-818 0 0,-9 105-5343 0 0,-2-13-1424 0 0,9-76-1068 0 0,0 0-1 0 0,-3 0 1 0 0,0-1 0 0 0,-14 40-1 0 0,14-58-261 0 0,5-13 101 0 0,0 0 0 0 0,1-1-1 0 0,-2 1 1 0 0,1-1 0 0 0,0 1 0 0 0,0-1 0 0 0,-1 1-1 0 0,1-1 1 0 0,-1 0 0 0 0,0 1 0 0 0,1-1-1 0 0,-4 2 1 0 0,3-2 5 0 0,0-8-164 0 0,-16-96-355 0 0,11 77 427 0 0,-4-5-189 0 0,10 27 286 0 0,0 1 1 0 0,0 0-1 0 0,0 0 0 0 0,0-1 1 0 0,-1 1-1 0 0,1 0 0 0 0,-1 0 1 0 0,1 0-1 0 0,-1 0 0 0 0,0 1 1 0 0,0-1-1 0 0,0 0 1 0 0,0 1-1 0 0,0-1 0 0 0,0 1 1 0 0,0 0-1 0 0,-5-2 0 0 0,4 2-16 0 0,-23 1 68 0 0,23 1-37 0 0,-1 0 0 0 0,1 0 0 0 0,0 1 0 0 0,0 0 0 0 0,0-1 0 0 0,0 1 0 0 0,0 0-1 0 0,0 0 1 0 0,0 1 0 0 0,1-1 0 0 0,-1 0 0 0 0,1 1 0 0 0,-1 0 0 0 0,1-1-1 0 0,0 1 1 0 0,0 0 0 0 0,1 0 0 0 0,-1 0 0 0 0,0 1 0 0 0,1-1 0 0 0,0 0 0 0 0,0 1-1 0 0,0-1 1 0 0,0 0 0 0 0,0 1 0 0 0,1-1 0 0 0,0 1 0 0 0,-1-1 0 0 0,1 1 0 0 0,0-1-1 0 0,1 1 1 0 0,-1 0 0 0 0,1-1 0 0 0,0 0 0 0 0,1 5 0 0 0,-2-6-101 0 0,1 0 1 0 0,0 0-1 0 0,-1 0 1 0 0,1 0-1 0 0,0 0 1 0 0,0 0-1 0 0,0 0 1 0 0,0-1 0 0 0,1 1-1 0 0,-1 0 1 0 0,0-1-1 0 0,1 1 1 0 0,-1-1-1 0 0,1 0 1 0 0,-1 1-1 0 0,1-1 1 0 0,0 0-1 0 0,0 0 1 0 0,-1 0-1 0 0,4 1 1 0 0,-2 0-25 0 0,-2-1-82 0 0,3-1 39 0 0,-1 0 1 0 0,1 0-1 0 0,-1 0 0 0 0,1 0 1 0 0,-1 0-1 0 0,1-1 0 0 0,-1 0 1 0 0,1 0-1 0 0,-1 0 0 0 0,0 0 1 0 0,1 0-1 0 0,2-2 1 0 0,4-7-671 0 0,4-10 5 0 0,-13 19 750 0 0,3-30 266 0 0,-11 5 140 0 0,7 23-212 0 0,-10-21 1127 0 0,-13-1-859 0 0,22 24-292 0 0,-37-16 560 0 0,30 16-428 0 0,0 0-1 0 0,0 0 1 0 0,0 1-1 0 0,0 0 1 0 0,-12 3-1 0 0,17-3-124 0 0,-5 3 118 0 0,1 0-1 0 0,-1 0 1 0 0,1 0 0 0 0,-11 8 0 0 0,13-3 36 0 0,0 0 1 0 0,0 0 0 0 0,1 1-1 0 0,0 0 1 0 0,0 0-1 0 0,1 0 1 0 0,0 1-1 0 0,-1 9 1 0 0,-7 84-178 0 0,5-37-3774 0 0,-6-2-4718 0 0,-19 10-6285 0 0,25-58 11830 0 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11.125"/>
    </inkml:context>
    <inkml:brush xml:id="br0">
      <inkml:brushProperty name="width" value="0.1" units="cm"/>
      <inkml:brushProperty name="height" value="0.6" units="cm"/>
      <inkml:brushProperty name="color" value="#F6630D"/>
      <inkml:brushProperty name="inkEffects" value="pencil"/>
    </inkml:brush>
  </inkml:definitions>
  <inkml:trace contextRef="#ctx0" brushRef="#br0">768 205 1208 290775 68896,'0'0'540'0'0,"0"0"64"0"0,0 0-92 0 0,0 0 84 0 0,0 0 100 1731-232,0 0-104-1731 232,0 0-68 0 0,0 0 9 0 0,0 0-21 0 0,0 0 40 0 0,0 0-100 0 0,0 0 8 0 0,0 0-80 0 0,0 0-4 0 0,0 0 4 0 0,0 0-12 0 0,0 0-20 0 0,0 0 12 0 0,0 0-64 0 0,0 0 64 0 0,0 0-56 0 0,0 0-4 0 0,0 0-16 0 0,0 0 64 0 0,0 0-28 0 0,0 0-24 0 0,0 0-40 0 0,0 0 60 0 0,0 0-8 0 0,0 0 8 0 0,0 0 24 0 0,0 0-32 0 0,0-2 8 0 0,-1-1 20 0 0,0 0 12 0 0,1 1 32 0 0,-1 0-60 0 0,1 1-24 0 0,0 1 21 0 0,0 0 23 0 0,0 0-16 0 0,0 0-56 0 0,-5 1-32 0 0,-1 1 8 0 0,-2 1 32 0 0,0 0-28 0 0,3-1-24 0 0,-2 0 12 0 0,1 0 40 0 0,0 0-20 0 0,1 0 20 0 0,0-1 24 0 0,-1 1-16 0 0,0 0-36 0 0,0 0 36 0 0,0 0-68 0 0,-1-1 40 0 0,2 1-12 0 0,-2 0 12-1731 232,1 0-40 1731-232,1-1 20 0 0,-2 1-52 0 0,2 0-8 0 0,0 0 28 0 0,2-1 52 0 0,-3 1-92 0 0,1 0 40 0 0,-2 0-60 0 0,0 1 92 0 0,-1 0-64 0 0,1 0 12 0 0,-1 1 0 0 0,1-1-20 0 0,0 1 52 0 0,1 0-72 0 0,-2 0 28 0 0,2 0-28 0 0,-2 0 32 0 0,2 0-4 0 0,-2 0-68 0 0,1 0 48 0 0,2-1 32 0 0,-2 1-92 0 0,1-1 44 0 0,-1 2 56 0 0,1-1-28 0 0,0 0 12 0 0,0 0-64 0 0,-1 0 72 0 0,1 0 33 0 0,-1 1 7 0 0,1-1-48 0 0,-1 1 8 0 0,0-1 28 1731-232,-1 1 56-1731 232,1 0 0 0 0,-1 0-44 0 0,0 1-124 0 0,0-1 88 0 0,1 1-48 0 0,-1-1 68 0 0,1 0-76 0 0,0 1 32 808 640,0-2-20-808-640,0 2-4 0 0,1-1-56 0 0,0 0 68 0 0,1 0-88 0 0,-1 0 28 0 0,1 0-40 0 0,-1-1 16 0 0,1 1-24 0 0,0-1 56 0 0,0 1-100 0 0,-1-1 32 0 0,2 1 40 0 0,-2 0 52 0 0,1 0-52 0 0,2-1-64 0 0,-2 1 96 0 0,-1-1-64 0 0,0 2 20 0 0,1-1 44 0 0,-1 1 8 0 0,1 0 0 0 0,-1 0-20 0 0,1 0 32 0 0,-1 0 0 0 0,1-1 40 0 0,-1 2-104 0 0,2-2 32 0 0,-1 2-52 0 0,1-2 96 0 0,-1 1-56 0 0,1 0 96 857 636,-1 0-176-857-636,1 0 0 0 0,0 0 0 0 0,0-1 0 0 0,0 1 0 0 0,0-1 0 0 0,0 1 0 0 0,1 0 0 0 0,-1 0 0 0 0,1-1 0 0 0,-2 1 0 0 0,1 0 0 0 0,0 0 0 0 0,0 0 0 0 0,0 0 0 0 0,0 0 0 0 0,2-1 0 0 0,-2 0 0 0 0,0 1 0 0 0,0 0 0 0 0,0 0 0 0 0,1-2 0 0 0,0 2 0 0 0,0-1 0 0 0,0 2 0 0 0,-1-2 0 0 0,2 0 0 0 0,-1 0 0 0 0,1 1 0 0 0,0-2 0 0 0,0 2 0 0 0,-1-1 0 0 0,1-1 0 0 0,0 2 0 0 0,-1-1 0 0 0,1 0 0 0 0,0 1 0 0 0,-1-1 0 0 0,1 2 0 0 0,1-1 0 0 0,-1-2 0 0 0,0 2 0 0 0,0 0 0 0 0,0-2 0 0 0,-1 2 0 0 0,1 0 0 0 0,1-2 0 0 0,-1 3 0 0 0,1-1 0 0 0,-1 1 0 0 0,1-1 0 0 0,-1-2 0 0 0,1 2 0 0 0,-1-1 0 0 0,0-1 0 0 0,1 2 0 0 0,-1-1 0 0 0,1-1 0 0 0,0 1 0 0 0,-1 0 0 0 0,1-1 0 0 0,0 2 0 0 0,-1-1 0 0 0,1 0 0 0 0,0 1 0 0 0,0-1 0 0 0,1 0 0 0 0,-1-2 0 0 0,0 3 0-857-636,0 0 0 857 636,0-1 0-1780 242,0 1 0 1780-242,-1 0 0 0 0,1-1 0 0 0,0 1 0 0 0,0 0 0 0 0,0 0 0 0 0,-1 0 0 1780-242,1-1 0-1780 242,0 2 0 0 0,0-1 0 0 0,1-1 0 0 0,-1 2 0 0 0,0 0 0 0 0,0 0 0 0 0,0 0 0 0 0,1-2 0 0 0,-1-1 0 0 0,1 2 0 0 0,0 0 0 0 0,0-1 0 0 0,-1 1 0 0 0,0 1 0 0 0,1-3 0 857 636,-1 3 0-857-636,1-1 0 0 0,0-1 0 0 0,0 2 0 0 0,0 0 0 0 0,0-2 0 0 0,0 2 0 0 0,0 0 0 0 0,0-2 0 0 0,0 3 0 0 0,0-1 0 0 0,0-2 0 0 0,0 3 0 0 0,0-2 0 0 0,0 0 0 0 0,0 1 0 0 0,0 0 0 0 0,0-2 0 0 0,-1 2 0 0 0,1 0 0 0 0,-1-2 0 0 0,0 2 0 0 0,1-1 0 0 0,0-1 0 0 0,0-2 0 0 0,0 3 0 0 0,0-1 0 0 0,0 0 0 0 0,0-1 0 911 631,0 1 0-911-631,0 1 0 0 0,0-1 0 0 0,0-2 0 0 0,0 3 0 0 0,0-1 0 0 0,0-1 0 0 0,0-1 0 0 0,0-1 0 0 0,0 3 0 0 0,1-1 0 0 0,0 1 0 0 0,0 0 0 0 0,0 0 0 0 0,0-1 0 0 0,-1-1 0 0 0,1 2 0 0 0,0-1 0 0 0,-1 0 0 0 0,1-1 0 0 0,-1 2 0 0 0,1 0 0 0 0,0 0 0 0 0,-1-2 0 0 0,1 2 0 0 0,-1 0 0 0 0,0-1 0 0 0,1 1 0 0 0,0 0 0 0 0,0-1 0 0 0,0-2 0 0 0,0 3 0 0 0,1-1 0 0 0,-1-1 0 0 0,0 0 0 0 0,1 1 0 0 0,-1 0 0 0 0,1-1 0 0 0,-2 0 0 0 0,2 1 0 0 0,-1 0 0 0 0,1-1 0 0 0,-1-1 0 0 0,-1 0 0 0 0,1 1 0 0 0,1 1 0 0 0,-1 0 0 0 0,0-2 0 0 0,0 2 0 968 627,0 0 0-968-627,0-1 0 0 0,-1-1 0 0 0,2 1 0 0 0,1-1 0 0 0,-1 1 0 0 0,0-2 0 0 0,0 2 0 0 0,0 0 0 0 0,-1 0 0 0 0,2 1 0 0 0,-1 0 0 0 0,0-1 0 0 0,0 1 0 0 0,0 0 0 0 0,0-1 0 0 0,1 1 0 0 0,-1 0 0 0 0,0 0 0 0 0,0 0 0 0 0,0 1 0 0 0,0-2 0 0 0,0 2 0 0 0,1 0 0 0 0,-1-1 0 0 0,0 1 0 0 0,0-1 0 0 0,0 0 0 0 0,-1-2 0 0 0,1 2 0 0 0,-1 0 0 0 0,0-1 0 0 0,0 0 0 0 0,0-2 0 0 0,0 3 0 0 0,0 0 0 0 0,0 0 0 0 0,0-1 0 0 0,0 1 0 0 0,0-1 0 0 0,0 0 0 0 0,0-1 0 0 0,-1-1 0 0 0,1 2 0 0 0,1 0 0 0 0,0 0 0 1033 621,-1-1 0-1033-621,0-1 0 0 0,0 2 0 0 0,1 1 0 0 0,-1-1 0 0 0,0-1 0 0 0,-1-1 0 0 0,1 2 0 0 0,0 1 0 0 0,0-2 0 0 0,-1 1 0 0 0,0-2 0 0 0,1 2 0 0 0,1 0 0 0 0,-1 0 0 0 0,0-1 0 0 0,-1 0 0 0 0,1 1 0 0 0,1 0 0 0 0,-1 0 0 0 0,0-1 0 0 0,-1 0 0 0 0,1-2 0 0 0,-1 3 0 0 0,1 1 0 0 0,0-1 0 0 0,-1-1 0 0 0,1 0 0 0 0,-1-1 0 0 0,1 2 0 0 0,0 0 0 0 0,0-1 0 0 0,0 1 0 0 0,-1-2 0 0 0,1 0 0 0 0,0 2 0 0 0,0 0 0 0 0,0-1 0 0 0,0 0 0 0 0,0 0 0 0 0,-1-1 0 0 0,1 1 0 0 0,0 1 0 0 0,0 0 0 0 0,0-1 0 0 0,0 0 0 0 0,-1-2 0 0 0,0 1 0 1102 615,1 1 0-1102-615,0 1 0 0 0,0 0 0 0 0,0-1 0 0 0,0-1 0 0 0,-1 0 0 0 0,1 2 0 0 0,0 0 0 0 0,1 0 0 0 0,-2-1 0 0 0,1-1 0 0 0,-1 0 0 0 0,2 2 0 0 0,0 0 0 0 0,0-1 0 0 0,-1 1 0 0 0,1 0 0 0 0,0 0 0 0 0,-1 0 0 0 0,0-1 0 0 0,0-1 0 0 0,0 3 0 0 0,1 0 0 0 0,-1-1 0 0 0,1 0 0 0 0,0 1 0 0 0,0 0 0 0 0,0-2 0 0 0,0 1 0 0 0,0 0 0 0 0,0 1 0 0 0,0-1 0 0 0,0-1 0 0 0,0 1 0 0 0,0 0 0 0 0,0-1 0 0 0,-1 0 0 0 0,2 1 0 0 0,0-1 0 0 0,-1 0 0 0 0,0 0 0 0 0,1 0 0 0 0,0 1 0 0 0,-1-1 0 0 0,0 0 0 0 0,-1-1 0 0 0,2 1 0 0 0,0 1 0 0 0,-1-1 0 0 0,0-1 0 0 0,1 2 0 0 0,-1 0 0 0 0,0-1 0 0 0,-1 0 0 0 0,0-1 0 1180 609,1 1 0-1180-609,1 0 0 0 0,-1 0 0 0 0,0-1 0 0 0,-1 0 0 0 0,2 1 0 0 0,0 0 0 0 0,0 0 0 0 0,-1-1 0 0 0,1 2 0 0 0,0-1 0 0 0,-1 0 0 0 0,0-1 0 0 0,1 2 0 0 0,-1 0 0 0 0,1-1 0 0 0,-1 0 0 0 0,-1-1 0 0 0,1 1 0 0 0,1 1 0 0 0,-1 0 0 0 0,0-1 0 0 0,1 0 0 0 0,1 1 0-1180-609,-1-1 0 1180 609,-1-1 0 0 0,0 0 0 0 0,-1-1 0 1180 609,1 2 0-2360-1218,0 0 0 1180 609,1 0 0 0 0,-2-1 0 0 0,0 0 0 0 0,0 0 0 0 0,-1-1 0 0 0,0 0 0 0 0,0 0 0 0 0,2 1 0 0 0,0 1 0 0 0,0 0 0 0 0,0 0 0-1102-615,-1-1 0 1102 615,0 0 0 0 0,-1-1 0 0 0,1 0 0 0 0,-1 0 0 0 0,1 2 0 0 0,2 1 0 0 0,-1-1 0-1033-621,-1 0 0 1033 621,2 1 0 0 0,0-1 0 0 0,0 1 0 0 0,1 0 0 0 0,0 0 0 0 0,0-1 0 0 0,1 1 0 1884-295,0-1 0-1884 295,-2 1 0 0 0,2 0 0 0 0,0-1 0 0 0,-2 1 0 0 0,3 0 0 0 0,-1 0 0 0 0,0 1 0 0 0,0-1 0 0 0,-1 0 0 0 0,1 0 0 0 0,1 1 0 0 0,0-1 0 0 0,0 1 0 0 0,0 0 0 0 0,-1 0 0 0 0,1 0 0 0 0,-1 0 0 0 0,-1-1 0 0 0,1 1 0 0 0,0 0 0 0 0,1 0 0 0 0,-1 0 0 0 0,1 1 0 0 0,-1-1 0 0 0,-1-1 0 0 0,2 0 0 0 0,0 1 0 0 0,0-1 0 0 0,1 0 0 0 0,-2-1 0 0 0,1 1 0 0 0,1-1 0 0 0,0 1 0 0 0,0 0 0 0 0,1-1 0 0 0,0 1 0 0 0,-2-2 0 0 0,0 1 0 0 0,0 0 0 0 0,-2 0 0 0 0,3-1 0 0 0,-1 1 0 0 0,-2-1 0 0 0,3 0 0 0 0,0-1 0 0 0,-1 1 0 0 0,0 0 0 0 0,0 1 0 0 0,-2-1 0 0 0,-1 0 0-1884 295,1 1 0 1884-295,0-1 0 0 0,0 0 0 0 0,-1-1 0 0 0,-2 1 0 0 0,3 0 0 1033 621,0-1 0-1033-621,-1 1 0 0 0,0 0 0 0 0,-2-1 0-1995 288,0 0 0 1995-288,3 1 0 0 0,0-1 0 0 0,0 0 0 0 0,-1 1 0 0 0,2 0 0 0 0,1 0 0 0 0,-2 0 0 0 0,0-1 0 0 0,1 1 0 0 0,1 0 0 0 0,-2-1 0 0 0,-1 1 0 0 0,3 0 0 0 0,-1-1 0 0 0,0 1 0 0 0,-2 0 0 0 0,3-1 0 0 0,-1 1 0 0 0,0-1 0 0 0,-1 1 0 0 0,-2-1 0 0 0,4 0 0 0 0,0 0 0 0 0,-1 0 0 0 0,-1 0 0 0 0,1 0 0 0 0,1 1 0 0 0,-2-1 0 0 0,0 0 0 1995-288,-2 1 0-1995 288,3-1 0 0 0,2 0 0 0 0,-1 0 0 0 0,-2 0 0 0 0,2 0 0 0 0,0 0 0 0 0,-1 1 0 0 0,-1-1 0 0 0,-2 0 0 0 0,3 1 0 0 0,1-1 0 0 0,-1 1 0 0 0,-1 0 0 0 0,1-1 0 0 0,1 1 0 0 0,-2-1 0 0 0,0 0 0 0 0,1 1 0 0 0,1-1 0 0 0,-1 1 0 0 0,-1-1 0 0 0,-1 0 0 0 0,2 0 0 0 0,2 0 0 0 0,-2-1 0 0 0,0 1 0 0 0,1 0 0 0 0,1-1 0 0 0,-2 1 0 0 0,-1-1 0 0 0,2 1 0 0 0,0 0 0 0 0,-1 0 0 0 0,-1 0 0 0 0,-2 0 0 0 0,0 0 0 0 0,2 0 0 0 0,2-1 0 0 0,-1 0 0 0 0,-2 1 0 0 0,0 0 0 0 0,2-1 0 0 0,1 1 0 0 0,-2-1 0 0 0,0 1 0 0 0,1-1 0 0 0,1 1 0 0 0,-2 0 0 0 0,0-1 0 0 0,1 1 0 0 0,1-1 0 0 0,-1 1 0 0 0,-1 0 0 1933-308,1 0 0-1933 308,1 0 0 0 0,-2 0 0 0 0,0 1 0 0 0,-2-1 0 0 0,2 0 0 0 0,2-1 0 0 0,-2 1 0 0 0,0 0 0 0 0,1-1 0 0 0,1 1 0 0 0,-1-1 0 0 0,-1 1 0 0 0,2 0 0 0 0,0 0 0 0 0,0 1 0 0 0,-3-1 0 0 0,4 0 0 0 0,0 0 0 0 0,-2 0 0 0 0,3 0 0 0 0,-1 0 0 0 0,-1 0 0 0 0,2 0 0 0 0,-1 0 0 0 0,-1 0 0 0 0,2 1 0 0 0,0-1 0 0 0,1 1 0 0 0,-1-1 0 0 0,-1 1 0 0 0,0 0 0 0 0,0-1 0 0 0,-2 1 0 0 0,-2-1 0 0 0,4 0 0 0 0,0 0 0 0 0,-1 0 0 0 0,-2 0 0 0 0,2 1 0 0 0,0-1 0 0 0,-1 1 0 0 0,-2-1 0 0 0,3 1 0 0 0,0-1 0 0 0,-1 0 0 1152 602,-1 0 0-1152-602,1 0 0 0 0,0 1 0 0 0,0-1 0 0 0,-2 0 0 0 0,3 0 0 0 0,0 0 0 0 0,0 0 0 0 0,2-1 0 0 0,-1 0 0 0 0,0 0 0 0 0,1 1 0 0 0,-1-1 0 0 0,-1 0 0 0 0,2 1 0 0 0,0-1 0 0 0,1 0 0 0 0,0 0 0 0 0,-2 0 0 0 0,1 0 0 1914-341,0 0 0-1914 341,2 0 0 0 0,-1-1 0 0 0,0 1 0 0 0,-2-1 0 0 0,-1 1 0 0 0,2-1 0 0 0,-1 0 0 0 0,2 1 0 0 0,-1-1 0 0 0,0 0 0 0 0,0 0 0 0 0,-2 1 0 0 0,1-1 0 0 0,0 0 0 0 0,1-1 0 0 0,-1 1 0 0 0,-2 0 0 0 0,2-1 0 0 0,0 1 0 0 0,0-1 0 0 0,0 0 0 0 0,-3 1 0 0 0,2-1 0 0 0,-1 0 0 0 0,1 0 0 0 0,0-1 0 0 0,-3 2 0 0 0,3-2 0 0 0,0 0 0 0 0,0 0 0 0 0,-1 0 0 0 0,-1 1 0 0 0,1-1 0 0 0,1 1 0 0 0,0-2 0 0 0,0 2 0 0 0,-2 0 0 0 0,2-1 0 0 0,0 0 0 0 0,0 0 0 0 0,0 1 0 0 0,-2 0 0 0 0,1-1 0 0 0,0 0 0 0 0,1 0 0 0 0,-1 0 0 0 0,1 0 0 0 0,0 1 0 0 0,1-2 0 0 0,-1 1 0 0 0,2 0 0 0 0,-2 0 0 0 0,2-1 0 0 0,-2 1 0 0 0,1-2 0 0 0,-1 2 0 0 0,2-2 0 0 0,0 0 0 0 0,-2 0 0 0 0,2 0 0 0 0,-1 0 0 0 0,2-1 0 0 0,-1 0 0 0 0,-1 1 0 0 0,1-1 0 0 0,1 0 0 0 0,-1 1 0 0 0,0-1 0 0 0,-1 1 0 0 0,1 0 0 0 0,-2 0 0 0 0,1-1 0 0 0,0 1 0 0 0,0-1 0 0 0,0 1 0 1271 580,0 0 0-1271-580,-1 0 0 0 0,1-1 0 0 0,0 0 0 0 0,-1 0 0 0 0,0 0 0 0 0,0 2 0 0 0,1-2 0 0 0,0 0 0 0 0,0 0 0 0 0,1 0 0 0 0,0-1 0 0 0,0 1 0 0 0,0-2 0 0 0,0 0 0 0 0,1-1 0 0 0,-2 2 0-1271-580,1-1 0 1271 580,0 0 0 0 0,-1 1 0 0 0,0-1 0 0 0,-1 0 0 0 0,0 2 0 0 0,0-2 0 0 0,-1 2 0 0 0,1-1 0 0 0,-2 1 0 0 0,2 0 0 0 0,-2 0 0 0 0,1-1 0 0 0,-1 2 0 0 0,1-1 0 0 0,-2 1 0 0 0,1-1 0 0 0,0 1 0 0 0,0 0 0 0 0,-1 0 0 0 0,0 0 0 0 0,-1-1 0 0 0,1 0 0 0 0,0 1 0-1195-587,0-2 0 1195 587,0 1 0 0 0,0-1 0 0 0,0 1 0 0 0,-1 0 0 0 0,0 0 0 0 0,1-1 0 0 0,-1 1 0 0 0,0-1 0 0 0,0 2 0 0 0,0 0 0 0 0,-1-1 0 0 0,1-1 0 0 0,-1 0 0 0 0,0 1 0 0 0,0 1 0 0 0,1-2 0 0 0,-1 1 0 0 0,2-1 0 0 0,-1 0 0 0 0,1 0 0 0 0,0 0 0 0 0,1 0 0 0 0,-1 1 0-1125-595,1-2 0 1125 595,0 2 0 0 0,0-1 0 0 0,-1 1 0 0 0,1-1 0 0 0,0 2 0 0 0,0-2 0 0 0,-1 2 0 0 0,1-1 0 0 0,-1 1 0 0 0,0 1 0 0 0,-1-1 0 0 0,1 0 0 0 0,-1-1 0 0 0,1 0 0 0 0,-1 3 0 0 0,-1-2 0 0 0,0 0 0 0 0,0 2 0 0 0,0-2 0 0 0,0 0 0 0 0,0 2 0 0 0,0-2 0 0 0,1 1 0 0 0,-1 1 0 0 0,0-2 0-1060-602,0 0 0 1060 602,0 2 0 0 0,-1 0 0 0 0,1-1 0 0 0,0-1 0 0 0,0 2 0 0 0,-1-3 0 0 0,1 1 0 0 0,-1 1 0 0 0,0-2 0 1733-318,1 0 0-1733 318,-1-2 0 0 0,0 2 0 0 0,1 1 0 0 0,-1-1 0 0 0,0-1 0 0 0,0 2 0 0 0,0-1 0 0 0,0 0 0 0 0,0 2 0 0 0,-1-2 0 0 0,1 0 0 0 0,0 2 0 0 0,-1-2 0 0 0,1 0 0 0 0,0 2 0 0 0,0 1 0 0 0,0-2 0 0 0,0-1 0 0 0,0 2 0 0 0,0-2 0 0 0,0 0 0 0 0,0 2 0 0 0,0 2 0 0 0,0-3 0-1039-596,0-1 0 1039 596,0 2 0 0 0,0-3 0 0 0,0 1 0 0 0,0 1 0 0 0,0-2 0 0 0,1 1 0 0 0,-1 0 0 0 0,0-1 0 0 0,0 1 0 0 0,0-2 0 0 0,-1 2 0 0 0,1 1 0 0 0,0-2 0 0 0,0 0 0 0 0,-1 0 0 0 0,0 0 0 0 0,1 3 0 0 0,-1-2 0 0 0,0 0 0 0 0,0 2 0 0 0,0-2 0 0 0,0 1 0 0 0,-1 0 0 0 0,1 0 0 0 0,0-1 0 1039 596,0 2 0-1039-596,-1-1 0 0 0,0 0 0 0 0,1 2 0 0 0,-1-2 0 0 0,-1 0 0 0 0,1 2 0 0 0,0-2 0 0 0,0 0 0 0 0,-1-1 0 0 0,1 1 0 0 0,0 1 0 0 0,0-1 0 0 0,0 0 0 0 0,-1-1 0 0 0,1 1 0 0 0,-1 1 0 0 0,1-1 0 0 0,-1 1 0 0 0,2 0 0 0 0,-2-1 0 0 0,-1 1 0 0 0,1-2 0 0 0,0 2 0 0 0,1 0 0 0 0,-2 0 0 0 0,1 0 0 0 0,0 1 0 0 0,0-1 0 0 0,-1 0 0 0 0,0-2 0 0 0,1 2 0 0 0,-1-2 0 0 0,0 1 0 0 0,0-1 0 0 0,0 1 0 0 0,-1-1 0 0 0,1 1 0 0 0,0-1 0 0 0,0 1 0 0 0,1 2 0 0 0,0-1 0 0 0,0-1 0 0 0,-2 0 0-1039-596,2 1 0 1039 596,0 0 0 0 0,-2 0 0 0 0,1 0 0 0 0,-1 0 0 0 0,1 0 0 0 0,1 1 0 0 0,-1-1 0 0 0,1 1 0 0 0,0 0 0 0 0,-1 0 0-1695 306,0-1 0 1695-306,1 2 0 0 0,1 0 0 0 0,-1 0 0 0 0,0 0 0 0 0,0 0 0 0 0,2 1 0 0 0,-2-1 0 0 0,0 0 0 0 0,0 1 0 0 0,0-2 0 0 0,-1 1 0 0 0,1 0 0 0 0,-1-1 0 0 0,0 0 0 0 0,-2-2 0 0 0,1 1 0 0 0,-2-1 0 0 0,0 1 0 0 0,-2-2 0 0 0,0 0 0 0 0,1 2 0 0 0,-1-2 0 0 0,1 1 0 0 0,-2 0 0 0 0,1-2 0-946-613,1 2 0 946 613,-2 0 0 0 0,2 0 0 0 0,0 0 0 0 0,0 1 0 0 0,0-1 0 0 0,1 0 0 0 0,0 0 0 0 0,0 1 0 0 0,0-1 0 0 0,0 0 0 0 0,0 1 0 0 0,0 0 0 0 0,0 0 0 0 0,0 0 0 0 0,-1-1 0 0 0,1 1 0 0 0,-2-1 0 0 0,-1-1 0 0 0,-1-1 0 0 0,1 1 0 0 0,0-1 0 0 0,-2 0 0 0 0,0 0 0 0 0,2 1 0 0 0,0-1 0 0 0,-1 1 0-895-619,2 0 0 895 619,0 1 0 0 0,-2-1 0 0 0,3 1 0 0 0,-1-1 0 0 0,1 2 0 0 0,0-2 0 0 0,0 2 0 1619-282,0-1 0-1619 282,1 1 0 0 0,-2-1 0 0 0,1 1 0 0 0,0 0 0 0 0,1 1 0 0 0,-1-1 0 0 0,1 1 0 0 0,-1-1 0 0 0,2 1 0 0 0,-2 0 0 0 0,2 0 0 0 0,-1 0 0 0 0,1 0 0 0 0,2 2 0 0 0,-2-2 0 0 0,0 1 0 0 0,-1-1 0 0 0,0 1 0 0 0,0-1 0 0 0,0 1 0 0 0,0-1 0 0 0,0 1 0 0 0,2 1 0 0 0,-3-1 0 0 0,0 1 0 0 0,0-1 0 0 0,1 0 0 0 0,-1 0 0 0 0,0 1 0 0 0,3 0 0 0 0,-3 0 0-885-612,1 0 0 885 612,-2 0 0 0 0,1 1 0 0 0,2 0 0 0 0,-3-1 0 0 0,1 0 0 0 0,-1 0 0 0 0,1 0 0 0 0,2 1 0 0 0,-2-1 0 0 0,0 1 0 0 0,2 1 0 0 0,-2-1 0 0 0,0 0 0 0 0,2 0 0 0 0,-3 0 0 0 0,0 0 0-1583 271,2 0 0 1583-271,-3 0 0 0 0,1 1 0 0 0,-1-1 0 0 0,1 1 0 0 0,2 0 0 0 0,-2-1 0 0 0,1 1 0 0 0,1-1 0 0 0,-3 1 0 0 0,1 0 0 0 0,-2 0 0 0 0,1 1 0 0 0,3-1 0 0 0,-3 0 0 0 0,1 0 0 0 0,2 1 0 0 0,-2-1 0 0 0,0 0 0 0 0,-1 0 0 0 0,1 0 0 0 0,2 1 0 0 0,-3-1 0 0 0,1 0 0 0 0,2 0 0 0 0,-2 1 0 0 0,1-1 0 0 0,-2 1 0 0 0,2 0 0 0 0,1 0 0 0 0,-1-1 0 0 0,0 1 0 0 0,2 0 0 0 0,-2-1 0 0 0,1 1 0 0 0,1 0 0 0 0,-1-1 0 0 0,1 1 0 0 0,0 0 0 0 0,0 0 0 0 0,-1 0 0 0 0,3 0 0 0 0,-4 0 0 0 0,1 1 0 0 0,2-1 0 0 0,-2 1 0 0 0,1-1 0 0 0,1 0 0-1617 256,-1 1 0 1617-256,0-1 0 0 0,1 0 0 0 0,-2 0 0 0 0,0 1 0 0 0,1-1 0 0 0,0 0 0 0 0,0 1 0 808 634,1-1 0-808-634,-2 0 0 0 0,1 0 0 0 0,1-1 0 0 0,-2 1 0 0 0,1 1 0 0 0,0-1 0 0 0,-1 1 0 0 0,0-1 0 0 0,2 0 0 0 0,-2 1 0 0 0,0-1 0 0 0,2 0 0 0 0,-2 0 0 0 0,1 0 0 0 0,1 0 0 0 0,-1 0 0 0 0,0 0 0 0 0,1-1 0 0 0,-2 1 0 0 0,0 0 0 0 0,1 0 0 0 0,-2 0 0 0 0,0 0 0 0 0,2 0 0 0 0,-2 0 0 0 0,0 1 0 0 0,0-1 0 0 0,0 1 0 0 0,2-1 0 0 0,-2 0 0 0 0,1 1 0 0 0,0-1 0 0 0,0 1 0 0 0,0-1 0 0 0,2 0 0 0 0,-2 0 0 0 0,1 0 0 0 0,1 0 0 0 0,-2 0 0 0 0,1 1 0 0 0,1-1 0 0 0,1-1 0 0 0,-1 2 0 0 0,1-1 0 0 0,0 1 0 0 0,1-1 0-1696 249,-2 0 0 1696-249,0 0 0 0 0,1 0 0 0 0,1 0 0 0 0,-2 0 0 0 0,1 1 0 0 0,1 0 0 0 0,0-1 0 0 0,2 0 0 0 0,-2 1 0 0 0,0 0 0 0 0,0-1 0 0 0,1 0 0 0 0,-1 2 0 0 0,0-1 0 0 0,0 1 0 0 0,1-2 0 0 0,-1 2 0 0 0,0 0 0 0 0,0 0 0 0 0,-1 1 0 0 0,0 0 0 0 0,-1 1 0 0 0,-1 0 0 0 0,0 2 0 0 0,-2 0 0 0 0,2 0 0 0 0,-2 1 0 0 0,-1 0 0 0 0,0 2 0 0 0,-1 0 0 808 640,0 0 0-808-640,0 1 0 0 0,0 1 0 0 0,-2 2 0 0 0,-1 1-1712 0 0,0 0-3921 0 0,2 1 585 0 0,0-2 543 857 636,1-1 553-857-636,2-3 256 0 0,2 0 459 911 631,1-3 125-911-631,2-1 1240 0 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15.068"/>
    </inkml:context>
    <inkml:brush xml:id="br0">
      <inkml:brushProperty name="width" value="0.1" units="cm"/>
      <inkml:brushProperty name="height" value="0.6" units="cm"/>
      <inkml:brushProperty name="color" value="#F6630D"/>
      <inkml:brushProperty name="inkEffects" value="pencil"/>
    </inkml:brush>
  </inkml:definitions>
  <inkml:trace contextRef="#ctx0" brushRef="#br0">0 688 5721 295959 69669,'0'0'2212'0'0,"0"0"-8"0"0,0 0-240 0 0,0 0-92 0 0,0 0-172 0 0,0 0-151 0 0,0 0-189 0 0,0 0-8 0 0,0 0-124 0 0,0 0-92 0 0,0 0-60 0 0,0 0-20 0 0,0 0-124 0 0,0 0 100 0 0,0 0-148 0 0,0 0 17 0 0,0 0 11 0 0,0 0-136 0 0,0 0-28 0 0,0 0 60 0 0,0 0-132 0 0,0 0-92 0 0,0 0-500 0 0,8-3-84 0 0,2 0 0 0 0,-1 0 0 0 0,-1 0 0 0 0,-3 2 0 0 0,-1 0 0 0 0,-3 0 0 0 0,2-1 0 0 0,-1 0 0 0 0,0 0 0 0 0,-1 1 0 0 0,1-3 0 0 0,0 0 0 0 0,-1 1 0 0 0,1-2 0 0 0,1 0 0 0 0,-1 0 0 0 0,0-1 0 0 0,1-3 0 1742-289,0 1 0-1742 289,1-1 0 0 0,-1-2 0 0 0,1-2 0 0 0,1 0 0 0 0,-1-2 0 0 0,2-1 0 0 0,1-1 0 0 0,0-2 0 0 0,2 0 0 0 0,-1-1 0 0 0,2-1 0 0 0,-1 1 0 0 0,1 0 0 0 0,0 0 0 0 0,1 0 0 0 0,-1 1 0 0 0,1 0 0 0 0,0 0 0 0 0,0 1 0 0 0,0 0 0 0 0,1 1 0 0 0,-1 1 0 0 0,1 0 0 0 0,-1 2 0 0 0,0 0 0 0 0,0 1 0 0 0,0 0 0-946-613,-1 1 0 946 613,1 1 0 0 0,-2 0 0 0 0,1 1 0 0 0,-1-1 0 0 0,0 3 0 0 0,-1-1 0 0 0,1 1 0 0 0,-1 1 0 0 0,-1 1 0 0 0,-2 0 0 0 0,1 0 0 0 0,-1 1 0 0 0,1 0 0 0 0,-1 0 0 0 0,0 1 0 0 0,-1 0 0 0 0,0 0 0 0 0,-1 1 0 0 0,-1 1 0 0 0,1-1 0 0 0,-1 0 0 0 0,0 1 0 0 0,0 0 0 0 0,-1 1 0 0 0,-1 1 0 0 0,2-3 0 0 0,0 1 0 0 0,0 0 0 0 0,0 0 0 0 0,-1 1 0 0 0,0 0 0 0 0,-1 0 0 0 0,0 1 0 0 0,0 0 0 1657-294,0 0 0-1657 294,0 1 0 0 0,0-1 0 0 0,0 0 0 0 0,0 0 0 0 0,0 0 0 0 0,0 0 0 0 0,0 0 0 0 0,-7 3 0 0 0,-2 2 0 0 0,-2 1 0 0 0,0 0 0 0 0,0 1 0 0 0,0-1 0 0 0,1-1 0 0 0,1 1 0 0 0,-2 0 0 0 0,2-2 0 0 0,0 1 0-1657 294,-2 0 0 1657-294,1-1 0 0 0,-1 1 0 0 0,1-2 0 0 0,-1 2 0 0 0,0-1 0 0 0,2 0 0 0 0,-1 0 0 0 0,1-1 0 0 0,-1 0 0 0 0,2 0 0 0 0,-1 1 0 0 0,1-2 0 0 0,2 1 0 0 0,-1-1 0 0 0,0 0 0 0 0,2 0 0 0 0,0 0 0 0 0,0 0 0 0 0,1-1 0 946 613,1 0 0-946-613,-1 0 0 0 0,0 0 0 0 0,0 0 0 0 0,1 0 0 0 0,2-1 0 0 0,0 0 0 0 0,0 0 0 0 0,-2 1 0 0 0,-1 0 0 0 0,0 1 0 0 0,1-1 0 0 0,1-1 0 0 0,1 1 0 0 0,0-1 0 0 0,1 0 0 0 0,0 0 0 0 0,0 0 0 0 0,0 0 0-946-613,0 0 0 946 613,1 0 0 0 0,-1 0 0 0 0,5-5 0 0 0,1-2 0 0 0,0 0 0 0 0,2-1 0 0 0,0 2 0 0 0,1-1 0 0 0,0 0 0 0 0,-1 2 0 0 0,1-1 0 0 0,2 1 0 0 0,-1 0 0 0 0,0 0 0 0 0,0 1 0 0 0,1-1 0 0 0,-1 1 0 0 0,0 0 0 0 0,0 0 0 0 0,0 1 0 0 0,-1 0 0 0 0,0 0 0 0 0,-1 0 0 0 0,1 0 0 0 0,-2 1 0 0 0,1-1 0 0 0,0 1 0 0 0,-3 0 0 0 0,3 0 0 0 0,0 1 0 0 0,0-2 0 0 0,-1 1 0 0 0,-2 0 0 0 0,2 0 0 0 0,-1 1 0 0 0,-1 0 0 0 0,-1 0 0 0 0,1 0 0 0 0,-1 0 0 0 0,0 0 0 0 0,-1 1 0 0 0,-2-1 0 0 0,0 1 0 0 0,3-1 0 0 0,0 0 0 0 0,0 0 0 1657-294,-1 1 0-1657 294,-1-1 0 0 0,-1 1 0 0 0,0 0 0 0 0,-1 0 0 0 0,0 0 0 0 0,0 0 0 0 0,-1 0 0 0 0,1 0 0 0 0,3 2 0 0 0,1 0 0 0 0,0 1 0 0 0,1 1 0 0 0,-1 0 0 0 0,0 2 0 0 0,-1 0 0 0 0,1 2 0 0 0,-2-1 0 0 0,0 3 0 0 0,0 1 0 0 0,-1 2 0 0 0,1 0 0 984 601,0 2 0-984-601,0 0 0 0 0,0 0 0 0 0,0 0 0 0 0,0 1 0 0 0,1-1 0 0 0,1 0 0 0 0,-1-3 0 0 0,1 2 0 1039 596,-1-2 0-1039-596,-1 1 0 0 0,0 1-5356 0 0,0-1 183 0 0,0-3 513 0 0,-1-2 515 0 0,1-1 385 0 0,0-1 272 1098 588,-1-2 415-2869-256,0-2 205 2896 263,0 0 2624-1125-595</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20.512"/>
    </inkml:context>
    <inkml:brush xml:id="br0">
      <inkml:brushProperty name="width" value="0.035" units="cm"/>
      <inkml:brushProperty name="height" value="0.035" units="cm"/>
      <inkml:brushProperty name="color" value="#66CC00"/>
    </inkml:brush>
  </inkml:definitions>
  <inkml:trace contextRef="#ctx0" brushRef="#br0">283 520 6869 0 0,'0'2'7916'0'0,"9"7"1805"0"0,-1-13-9301 0 0,0 0 0 0 0,1 0 0 0 0,-2-1 0 0 0,1 0 0 0 0,-1-1 0 0 0,1 1 0 0 0,-2-1 0 0 0,1-1 0 0 0,-1 1 0 0 0,0-1 0 0 0,0-1 0 0 0,0 1 0 0 0,-1-1 0 0 0,-1 1 0 0 0,1-1 0 0 0,-1-1 0 0 0,0 1 0 0 0,4-15 0 0 0,13-40-326 0 0,-3 0-1 0 0,19-123 1 0 0,-34 161-94 0 0,-3 24 0 0 0,14-39 0 0 0,-9 30 0 0 0,5 4 0 0 0,7 9 0 0 0,-13-2-89 0 0,0 0 0 0 0,0 1 0 0 0,0 0-1 0 0,0 0 1 0 0,0 0 0 0 0,0 0 0 0 0,0 0 0 0 0,-1 1 0 0 0,1 0 0 0 0,-1 0-1 0 0,6 6 1 0 0,7 5-745 0 0,24 8-1012 0 0,45 34 0 0 0,-84-55 1727 0 0,-1 2 99 0 0,-1-1 0 0 0,1 1 0 0 0,-1-1 0 0 0,0 0 0 0 0,0 1 0 0 0,0-1-1 0 0,0 0 1 0 0,0 0 0 0 0,-1 0 0 0 0,1 1 0 0 0,-1-1 0 0 0,1-1 0 0 0,-1 1-1 0 0,0 0 1 0 0,0 0 0 0 0,0-1 0 0 0,0 1 0 0 0,0-1 0 0 0,0 1-1 0 0,0-1 1 0 0,0 0 0 0 0,-3 1 0 0 0,-64 26 130 0 0,52-23-63 0 0,-49 16 611 0 0,-112 21-1 0 0,171-40-607 0 0,0-1 0 0 0,0 0 0 0 0,0 0 0 0 0,0 0 1 0 0,0-1-1 0 0,0 0 0 0 0,0-1 0 0 0,0 1 0 0 0,0-1 0 0 0,0-1 0 0 0,0 1 0 0 0,-11-5 0 0 0,17 5-31 0 0,-1-2-22 0 0,1-1 0 0 0,0 1 0 0 0,0-1 1 0 0,0 1-1 0 0,0-1 0 0 0,0 0 1 0 0,1 1-1 0 0,0-1 0 0 0,-1 0 0 0 0,2-7 1 0 0,1-3-89 0 0,1-1 1 0 0,0 1-1 0 0,1-1 0 0 0,1 1 1 0 0,8-19-1 0 0,-12 31 89 0 0,0 1 2 0 0,3-7 28 0 0,-3 1 1169 0 0,-6 8-373 0 0,-19 21 81 0 0,-29 37 560 0 0,34-33-1427 0 0,-1-1 1 0 0,-2-2 0 0 0,-1 0-1 0 0,-24 20 1 0 0,18-24-450 0 0,0-13-6158 0 0,9-11-9591 0 0</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20.907"/>
    </inkml:context>
    <inkml:brush xml:id="br0">
      <inkml:brushProperty name="width" value="0.035" units="cm"/>
      <inkml:brushProperty name="height" value="0.035" units="cm"/>
      <inkml:brushProperty name="color" value="#66CC00"/>
    </inkml:brush>
  </inkml:definitions>
  <inkml:trace contextRef="#ctx0" brushRef="#br0">13 116 3192 0 0,'46'-101'18433'0'0,"-44"99"-16263"0"0,1-7-1167 0 0,-2 6-31 0 0,-2 10 5066 0 0,-4 35-5746 0 0,3-20-1395 0 0,0-1 0 0 0,-1 1 1 0 0,-2-1-1 0 0,0 0 0 0 0,-10 27 1 0 0,12-41-695 0 0,0-1 1 0 0,0 1 0 0 0,1 0-1 0 0,0 0 1 0 0,1 1-1 0 0,-1-1 1 0 0,0 13 0 0 0,-3 16-5617 0 0,1-21 4501 0 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22.146"/>
    </inkml:context>
    <inkml:brush xml:id="br0">
      <inkml:brushProperty name="width" value="0.035" units="cm"/>
      <inkml:brushProperty name="height" value="0.035" units="cm"/>
      <inkml:brushProperty name="color" value="#66CC00"/>
    </inkml:brush>
  </inkml:definitions>
  <inkml:trace contextRef="#ctx0" brushRef="#br0">565 46 4564 0 0,'21'-45'20116'0'0,"-23"70"-19922"0"0,-7 30 464 0 0,-2-1 0 0 0,-3 0 0 0 0,-1 0 0 0 0,-4-2 0 0 0,-1 0 0 0 0,-32 56 0 0 0,40-89-144 0 0,0-1 0 0 0,-16 20 1 0 0,26-37-455 0 0,0 2 33 0 0,0-2 42 0 0,2-1-128 0 0,-1 0-1 0 0,1 1 1 0 0,0-1 0 0 0,0 0-1 0 0,-1 1 1 0 0,1-1 0 0 0,0 0-1 0 0,-1 0 1 0 0,1 1 0 0 0,0-1-1 0 0,-1 0 1 0 0,1 0 0 0 0,-1 0-1 0 0,1 1 1 0 0,0-1 0 0 0,-1 0 0 0 0,1 0-1 0 0,-1 0 1 0 0,1 0 0 0 0,-1 0-1 0 0,1 0 1 0 0,0 0 0 0 0,-1 0-1 0 0,1 0 1 0 0,-1 0 0 0 0,1 0-1 0 0,0 0 1 0 0,-1 0 0 0 0,1 0-1 0 0,-1 0 1 0 0,1-1 0 0 0,-1 1-1 0 0,1 0 1 0 0,0 0 0 0 0,-1 0-1 0 0,1-1 1 0 0,0 1 0 0 0,-1-1 0 0 0,-7-7 4 0 0,2-1 0 0 0,-1 0 0 0 0,1 0 0 0 0,0 0 0 0 0,1-1 0 0 0,0 0 0 0 0,0 0 0 0 0,1 0 0 0 0,0-1 0 0 0,-2-15 1 0 0,-27-145-411 0 0,32 169 357 0 0,0-1 1 0 0,0 1-1 0 0,0 0 0 0 0,1-1 1 0 0,-1 1-1 0 0,1-1 1 0 0,-1 1-1 0 0,1-1 0 0 0,0 1 1 0 0,0-1-1 0 0,0 1 1 0 0,1-1-1 0 0,-1 1 0 0 0,1-5 1 0 0,1 7 8 0 0,-1 0 0 0 0,0 0 0 0 0,0 0 0 0 0,0 0 0 0 0,0 1 1 0 0,0-1-1 0 0,0 0 0 0 0,0 0 0 0 0,0 1 0 0 0,0-1 0 0 0,0 0 1 0 0,0 1-1 0 0,0-1 0 0 0,0 1 0 0 0,0 0 0 0 0,0-1 0 0 0,0 1 1 0 0,0 0-1 0 0,-1-1 0 0 0,1 1 0 0 0,0 0 0 0 0,0 1 0 0 0,5 2-346 0 0,0 0-1 0 0,0-1 0 0 0,0 0 0 0 0,0 0 0 0 0,0 0 0 0 0,1 0 1 0 0,-1-1-1 0 0,1 0 0 0 0,0-1 0 0 0,0 1 0 0 0,12 0 0 0 0,-14-2 159 0 0,-3 1 5 0 0,45 4-771 0 0,-177 78 3724 0 0,66-48-1603 0 0,29-17 25 0 0,1 2 0 0 0,-51 38 0 0 0,33-24 327 0 0,42-28-1486 0 0,-4-9 0 0 0,5-16 0 0 0,8 11 0 0 0,-1 1 0 0 0,2 0 0 0 0,-1-1 0 0 0,1 1 0 0 0,0 0 0 0 0,1-1 0 0 0,-1 1 0 0 0,1 0 0 0 0,1 0 0 0 0,3-11 0 0 0,2-13 0 0 0,3-28-91 0 0,21-76 1 0 0,-30 133-1402 0 0,-3-6-3943 0 0,-3 1 6527 0 0,2 4-1906 0 0</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23.045"/>
    </inkml:context>
    <inkml:brush xml:id="br0">
      <inkml:brushProperty name="width" value="0.035" units="cm"/>
      <inkml:brushProperty name="height" value="0.035" units="cm"/>
      <inkml:brushProperty name="color" value="#66CC00"/>
    </inkml:brush>
  </inkml:definitions>
  <inkml:trace contextRef="#ctx0" brushRef="#br0">399 7 4504 0 0,'3'-7'21964'0'0,"9"149"-18355"0"0,-12-136-3540 0 0,-1 1-1 0 0,0-1 0 0 0,0 1 0 0 0,-1-1 0 0 0,0 0 0 0 0,0 1 1 0 0,0-1-1 0 0,-1 0 0 0 0,0 0 0 0 0,0-1 0 0 0,-1 1 1 0 0,-6 8-1 0 0,-6 5 146 0 0,-35 34 1 0 0,30-33-102 0 0,-89 91 296 0 0,109-110-544 0 0,0-1 101 0 0,1 1 1 0 0,0-1 0 0 0,-1 0 0 0 0,1 1-1 0 0,-1-1 1 0 0,1 0 0 0 0,0 1 0 0 0,-1-1-1 0 0,1 0 1 0 0,-1 1 0 0 0,1-1 0 0 0,0 1-1 0 0,0-1 1 0 0,-1 0 0 0 0,1 1 0 0 0,0-1-1 0 0,0 1 1 0 0,0-1 0 0 0,-1 1 0 0 0,1-1-1 0 0,0 1 1 0 0,0-1 0 0 0,0 1 0 0 0,0-1-1 0 0,0 1 1 0 0,0-1 0 0 0,0 1 0 0 0,0-1 0 0 0,0 1-1 0 0,0-1 1 0 0,0 1 0 0 0,1-1 0 0 0,-1 1-1 0 0,0-1 1 0 0,0 1 0 0 0,10 19-1495 0 0,-5-18 1179 0 0,1 0-1 0 0,0 0 0 0 0,1-1 1 0 0,-1 0-1 0 0,0 0 1 0 0,0 0-1 0 0,0-1 0 0 0,0 0 1 0 0,1 0-1 0 0,-1-1 0 0 0,0 0 1 0 0,0 0-1 0 0,0 0 1 0 0,0-1-1 0 0,0 0 0 0 0,0 0 1 0 0,9-5-1 0 0,-13 6 276 0 0,0 0 18 0 0,5-3 40 0 0,-6 4 39 0 0,0 0 0 0 0,-1-1 0 0 0,1 1 0 0 0,-1-1 0 0 0,1 1 0 0 0,0-1-1 0 0,-1 1 1 0 0,1-1 0 0 0,-1 0 0 0 0,1 1 0 0 0,-1-1 0 0 0,1 0 0 0 0,-1 1 0 0 0,0-1 0 0 0,1 0 0 0 0,-1 0 0 0 0,0 1 0 0 0,1-1-1 0 0,-1 0 1 0 0,0 0 0 0 0,0 0 0 0 0,0 1 0 0 0,0-1 0 0 0,0 0 0 0 0,0 0 0 0 0,0 0 0 0 0,0 1 0 0 0,0-1 0 0 0,0 0-1 0 0,0 0 1 0 0,-1 0 0 0 0,1 1 0 0 0,0-1 0 0 0,0 0 0 0 0,-1 0 0 0 0,1 1 0 0 0,-1-1 0 0 0,1 0 0 0 0,0 1 0 0 0,-1-1 0 0 0,0 0-1 0 0,1 1 1 0 0,-1-1 0 0 0,1 1 0 0 0,-2-2 0 0 0,0 0 160 0 0,-1-1-1 0 0,1 1 1 0 0,-1 0-1 0 0,1 0 1 0 0,-1 0-1 0 0,0 0 1 0 0,0 0 0 0 0,0 0-1 0 0,0 1 1 0 0,-7-3-1 0 0,1 3 91 0 0,-1 0 0 0 0,1 0-1 0 0,-1 1 1 0 0,0 1 0 0 0,0-1-1 0 0,1 1 1 0 0,-1 1-1 0 0,1 0 1 0 0,-1 0 0 0 0,1 1-1 0 0,0 0 1 0 0,0 1 0 0 0,0 0-1 0 0,0 0 1 0 0,1 1 0 0 0,0 0-1 0 0,0 1 1 0 0,0-1 0 0 0,0 1-1 0 0,1 1 1 0 0,0 0-1 0 0,1 0 1 0 0,-1 0 0 0 0,1 1-1 0 0,-8 13 1 0 0,8-11-275 0 0,0 1-1 0 0,1 0 1 0 0,0 0-1 0 0,1 1 1 0 0,0-1-1 0 0,1 1 1 0 0,0 0-1 0 0,1 0 1 0 0,0 0-1 0 0,0 13 1 0 0,-2 6-40 0 0,6 22-2676 0 0,1-14-5404 0 0,-8 3-7915 0 0,1-27 12956 0 0</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24.628"/>
    </inkml:context>
    <inkml:brush xml:id="br0">
      <inkml:brushProperty name="width" value="0.035" units="cm"/>
      <inkml:brushProperty name="height" value="0.035" units="cm"/>
      <inkml:brushProperty name="color" value="#66CC00"/>
    </inkml:brush>
  </inkml:definitions>
  <inkml:trace contextRef="#ctx0" brushRef="#br0">644 189 5785 0 0,'6'1'25069'0'0,"-23"-11"-24861"0"0,-1 1 0 0 0,0 1 0 0 0,0 0 0 0 0,0 2 0 0 0,-1 0 0 0 0,0 1 0 0 0,0 1 1 0 0,-1 1-1 0 0,-29-2 0 0 0,-18 2-292 0 0,-102 9 0 0 0,151-5-24 0 0,-30 6 146 0 0,-47 8-1477 0 0,130-24-2023 0 0,-30 7 2217 0 0,0 0-1 0 0,0 0 0 0 0,-1 0 0 0 0,1-1 1 0 0,-1 0-1 0 0,0 0 0 0 0,1 0 0 0 0,-1 0 1 0 0,-1-1-1 0 0,7-6 0 0 0,2-6-6120 0 0,-1 1 4706 0 0,14-29 4689 0 0,-24 42-1405 0 0,4-26 20588 0 0,-19 32-21023 0 0,2 0 392 0 0,1 1-1 0 0,0 0 1 0 0,0 0 0 0 0,1 1 0 0 0,0 0-1 0 0,0 1 1 0 0,-12 10 0 0 0,9-7-581 0 0,0 1 0 0 0,0 1 0 0 0,2 0 0 0 0,3 2 0 0 0,1 0 0 0 0,3 1 0 0 0,3 4 0 0 0,1-14 0 0 0,0 0 0 0 0,1-1 0 0 0,-1 1 0 0 0,1 0 0 0 0,0 0 0 0 0,0 0 0 0 0,1-1 0 0 0,-1 1 0 0 0,1-1 0 0 0,0 1 0 0 0,1-1 0 0 0,-1 0 0 0 0,1 0 0 0 0,-1 0 0 0 0,1 0 0 0 0,1 0 0 0 0,5 5 0 0 0,-2-1 0 0 0,9 11-3599 0 0,-12-15 570 0 0,0 0-1 0 0,0-1 1 0 0,0 1-1 0 0,0-1 0 0 0,1 0 1 0 0,-1 0-1 0 0,11 4 1 0 0,-13-5 49 0 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30.968"/>
    </inkml:context>
    <inkml:brush xml:id="br0">
      <inkml:brushProperty name="width" value="0.035" units="cm"/>
      <inkml:brushProperty name="height" value="0.035" units="cm"/>
      <inkml:brushProperty name="color" value="#66CC00"/>
    </inkml:brush>
  </inkml:definitions>
  <inkml:trace contextRef="#ctx0" brushRef="#br0">0 1 11181 0 0,'0'0'8591'0'0,"2"3"-6160"0"0,-1-1-1919 0 0,1 0 0 0 0,0 0-1 0 0,0 0 1 0 0,-1 0-1 0 0,1-1 1 0 0,0 1 0 0 0,0 0-1 0 0,0-1 1 0 0,1 0-1 0 0,-1 1 1 0 0,0-1 0 0 0,1 0-1 0 0,-1 0 1 0 0,0 0-1 0 0,5 0 1 0 0,1 1-977 0 0,1 0 0 0 0,0-1 1 0 0,0 0-1 0 0,12-1 0 0 0,28-4-6752 0 0,10-8-8594 0 0,-43 6 12718 0 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25.319"/>
    </inkml:context>
    <inkml:brush xml:id="br0">
      <inkml:brushProperty name="width" value="0.035" units="cm"/>
      <inkml:brushProperty name="height" value="0.035" units="cm"/>
      <inkml:brushProperty name="color" value="#66CC00"/>
    </inkml:brush>
  </inkml:definitions>
  <inkml:trace contextRef="#ctx0" brushRef="#br0">0 0 4656 0 0,'18'14'5910'0'0,"6"147"6259"0"0,-6 87-8927 0 0,-19-226-4997 0 0,-1 0 0 0 0,-7 38 0 0 0,-18 41-14156 0 0,22-85 12878 0 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26.021"/>
    </inkml:context>
    <inkml:brush xml:id="br0">
      <inkml:brushProperty name="width" value="0.035" units="cm"/>
      <inkml:brushProperty name="height" value="0.035" units="cm"/>
      <inkml:brushProperty name="color" value="#66CC00"/>
    </inkml:brush>
  </inkml:definitions>
  <inkml:trace contextRef="#ctx0" brushRef="#br0">411 0 5240 0 0,'0'0'13543'0'0,"-1"11"-12439"0"0,-17 130 4275 0 0,10-98-3936 0 0,2 0-1 0 0,1 0 1 0 0,3 0-1 0 0,5 75 1 0 0,-3-116-1542 0 0,0 0 0 0 0,0 0 0 0 0,1 0-1 0 0,-1 0 1 0 0,1-1 0 0 0,-1 1 0 0 0,1 0 0 0 0,0 0 0 0 0,-1-1 0 0 0,1 1-1 0 0,0-1 1 0 0,0 1 0 0 0,0 0 0 0 0,0-1 0 0 0,1 0 0 0 0,-1 1 0 0 0,0-1-1 0 0,1 0 1 0 0,1 2 0 0 0,-2-3 22 0 0,0 1-1 0 0,0-1 1 0 0,0 0 0 0 0,0 0-1 0 0,0 1 1 0 0,0-1-1 0 0,0 0 1 0 0,0 0 0 0 0,0 0-1 0 0,0 0 1 0 0,0 0-1 0 0,0-1 1 0 0,0 1 0 0 0,0 0-1 0 0,0 0 1 0 0,0-1-1 0 0,0 1 1 0 0,0 0 0 0 0,0-1-1 0 0,0 1 1 0 0,0-1-1 0 0,-1 1 1 0 0,1-1 0 0 0,0 0-1 0 0,0 1 1 0 0,0-1-1 0 0,-1 0 1 0 0,1 1 0 0 0,0-1-1 0 0,-1 0 1 0 0,1 0-1 0 0,-1 0 1 0 0,2-1 0 0 0,32-49-1331 0 0,-33 49 1571 0 0,-1-1-66 0 0,0 3-79 0 0,0-1-1 0 0,0 1 0 0 0,0 0 0 0 0,1 0 1 0 0,-1-1-1 0 0,0 1 0 0 0,0 0 0 0 0,0-1 1 0 0,0 1-1 0 0,0 0 0 0 0,0 0 1 0 0,0-1-1 0 0,0 1 0 0 0,0 0 0 0 0,0-1 1 0 0,0 1-1 0 0,0 0 0 0 0,0-1 0 0 0,0 1 1 0 0,-1 0-1 0 0,1 0 0 0 0,0-1 0 0 0,0 1 1 0 0,0 0-1 0 0,0 0 0 0 0,0-1 0 0 0,-1 1 1 0 0,1 0-1 0 0,0 0 0 0 0,0-1 1 0 0,0 1-1 0 0,-1 0 0 0 0,1 0 0 0 0,0 0 1 0 0,0 0-1 0 0,-1-1 0 0 0,1 1 0 0 0,0 0 1 0 0,-1 0-1 0 0,-5 0 291 0 0,-1 0 0 0 0,1 1 0 0 0,-1 0 0 0 0,1 0 0 0 0,-1 0 1 0 0,-11 5-1 0 0,17-6 12 0 0,-25 9 713 0 0,-34 9 816 0 0,-21 4-1849 0 0,26-10 0 0 0,33-9 0 0 0,0-1 0 0 0,21-2 0 0 0,1 1 0 0 0,-1-1 0 0 0,0 0 0 0 0,0 0 0 0 0,0 0 0 0 0,0 0 0 0 0,0 0 0 0 0,0 0 0 0 0,0 0 0 0 0,0 0 0 0 0,0 0 0 0 0,0 0 0 0 0,0 0 0 0 0,0 0 0 0 0,1-1 0 0 0,-1 1 0 0 0,0 0 0 0 0,0-1 0 0 0,0 1 0 0 0,0-1 0 0 0,0 0 0 0 0,-13-7 0 0 0,-7-6 1504 0 0,-4-7-10136 0 0,-10-6-8024 0 0,31 24 13308 0 0,-6-6 281 0 0</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26.630"/>
    </inkml:context>
    <inkml:brush xml:id="br0">
      <inkml:brushProperty name="width" value="0.035" units="cm"/>
      <inkml:brushProperty name="height" value="0.035" units="cm"/>
      <inkml:brushProperty name="color" value="#66CC00"/>
    </inkml:brush>
  </inkml:definitions>
  <inkml:trace contextRef="#ctx0" brushRef="#br0">35 308 6081 0 0,'0'0'2539'0'0,"-20"-16"4996"0"0,12 10 44 0 0,8 6-7472 0 0,-1 0 1 0 0,1 0 0 0 0,0 0 0 0 0,0 0 0 0 0,-1 0 0 0 0,1 0-1 0 0,0-1 1 0 0,0 1 0 0 0,0 0 0 0 0,-1 0 0 0 0,1 0 0 0 0,0 0-1 0 0,0-1 1 0 0,0 1 0 0 0,-1 0 0 0 0,1 0 0 0 0,0 0 0 0 0,0-1-1 0 0,0 1 1 0 0,0 0 0 0 0,0 0 0 0 0,0 0 0 0 0,0-1 0 0 0,0 1-1 0 0,-1 0 1 0 0,1 0 0 0 0,0-1 0 0 0,0 1 0 0 0,0 0 0 0 0,0 0-1 0 0,0-1 1 0 0,0 1 0 0 0,0 0 0 0 0,0 0 0 0 0,0-1 0 0 0,1 1-1 0 0,-1 0 1 0 0,0 0 0 0 0,0-1 0 0 0,0 1 0 0 0,0 0 0 0 0,0 0-1 0 0,0-1 1 0 0,0 1 0 0 0,1 0 0 0 0,-1 0 0 0 0,0 0 0 0 0,0-1-1 0 0,0 1 1 0 0,0 0 0 0 0,1 0 0 0 0,-1 0 0 0 0,0 0 0 0 0,0 0-1 0 0,0-1 1 0 0,1 1 0 0 0,-1 0 0 0 0,0 0 0 0 0,0 0 0 0 0,1 0-1 0 0,26-7 868 0 0,32 3-1878 0 0,-49 4 837 0 0,5-1-67 0 0,1 1-1 0 0,-1 0 0 0 0,1 2 0 0 0,0-1 1 0 0,-1 2-1 0 0,0 0 0 0 0,17 6 0 0 0,-31-8 135 0 0,0-1 0 0 0,0 1-1 0 0,-1-1 1 0 0,1 1 0 0 0,0 0 0 0 0,0-1-1 0 0,-1 1 1 0 0,1 0 0 0 0,0-1-1 0 0,-1 1 1 0 0,1 0 0 0 0,-1 0-1 0 0,1 0 1 0 0,-1 0 0 0 0,0 0-1 0 0,1 0 1 0 0,-1-1 0 0 0,0 1 0 0 0,0 0-1 0 0,1 0 1 0 0,-1 0 0 0 0,0 0-1 0 0,0 0 1 0 0,0 0 0 0 0,0 0-1 0 0,0 0 1 0 0,0 0 0 0 0,0 0 0 0 0,-1 0-1 0 0,1 0 1 0 0,0 0 0 0 0,-1 0-1 0 0,1 0 1 0 0,0 0 0 0 0,-1-1-1 0 0,1 1 1 0 0,-1 0 0 0 0,0 1 0 0 0,-18 29 182 0 0,18-30-179 0 0,-62 70 775 0 0,39-46 484 0 0,-33 45 0 0 0,47-59-1263 0 0,-2 0 0 0 0,3-1 0 0 0,9-9 0 0 0,0-1 0 0 0,0 0 0 0 0,-1 1 0 0 0,1-1 0 0 0,0 0 0 0 0,0 1 0 0 0,0-1 0 0 0,-1 0 0 0 0,1 0 0 0 0,0 1 0 0 0,0-1 0 0 0,-1 0 0 0 0,1 0 0 0 0,0 1 0 0 0,0-1 0 0 0,-1 0 0 0 0,1 0 0 0 0,0 0 0 0 0,-1 0 0 0 0,1 0 0 0 0,0 1 0 0 0,-1-1 0 0 0,1 0 0 0 0,0 0 0 0 0,-1 0 0 0 0,1 0 0 0 0,0 0 0 0 0,-1 0 0 0 0,1 0 0 0 0,-1 0 0 0 0,1 0 0 0 0,0 0 0 0 0,-1 0 0 0 0,1-1 0 0 0,-20-17 0 0 0,15 7 0 0 0,1 0 0 0 0,0-1 0 0 0,1 1 0 0 0,0-1 0 0 0,1 1 0 0 0,1-1 0 0 0,-1 0 0 0 0,2 0 0 0 0,1-19 0 0 0,-2 3 0 0 0,7-193 0 0 0,-2 151 0 0 0,-1 49 2690 0 0,2 5-4621 0 0,-3 13 533 0 0,0 0 1 0 0,0 1-1 0 0,0-1 0 0 0,0 1 1 0 0,0 0-1 0 0,0 0 0 0 0,0 0 0 0 0,1 0 1 0 0,-1 0-1 0 0,1 0 0 0 0,-1 0 1 0 0,1 1-1 0 0,0-1 0 0 0,0 1 0 0 0,0 0 1 0 0,0 0-1 0 0,0 0 0 0 0,0 0 1 0 0,3 0-1 0 0,11-3-1686 0 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27.004"/>
    </inkml:context>
    <inkml:brush xml:id="br0">
      <inkml:brushProperty name="width" value="0.035" units="cm"/>
      <inkml:brushProperty name="height" value="0.035" units="cm"/>
      <inkml:brushProperty name="color" value="#66CC00"/>
    </inkml:brush>
  </inkml:definitions>
  <inkml:trace contextRef="#ctx0" brushRef="#br0">361 0 6245 0 0,'0'0'17709'0'0,"-7"5"-15883"0"0,-28 14 242 0 0,0 3-1 0 0,2 0 1 0 0,-46 42-1 0 0,59-46-2784 0 0,2 2-1 0 0,-22 28 1 0 0,28-32-1624 0 0,2 0 1 0 0,0 1-1 0 0,-15 34 1 0 0,22-44 579 0 0,-10 25-6270 0 0,1-7-1270 0 0,3-9 6462 0 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27.524"/>
    </inkml:context>
    <inkml:brush xml:id="br0">
      <inkml:brushProperty name="width" value="0.035" units="cm"/>
      <inkml:brushProperty name="height" value="0.035" units="cm"/>
      <inkml:brushProperty name="color" value="#66CC00"/>
    </inkml:brush>
  </inkml:definitions>
  <inkml:trace contextRef="#ctx0" brushRef="#br0">284 86 5877 0 0,'9'-4'13715'0'0,"-6"10"-13287"0"0,1 1 1 0 0,-1 0 0 0 0,0 0 0 0 0,-1 0-1 0 0,1 0 1 0 0,-1 0 0 0 0,-1 0-1 0 0,1 1 1 0 0,-1-1 0 0 0,-1 0-1 0 0,0 1 1 0 0,0-1 0 0 0,0 1-1 0 0,-1-1 1 0 0,0 1 0 0 0,0-1-1 0 0,0 0 1 0 0,-1 1 0 0 0,-1-1-1 0 0,-2 7 1 0 0,-3 6 149 0 0,0-1 0 0 0,-1 0 0 0 0,-1-1-1 0 0,0 0 1 0 0,-1-1 0 0 0,-18 21 0 0 0,27-36-547 0 0,-7 7 72 0 0,-14 4-109 0 0,5-3 6 0 0,-2-2 0 0 0,1-5 0 0 0,-2-5 0 0 0,13 1 0 0 0,-6-3 0 0 0,-11-22 0 0 0,18 17 0 0 0,1-1 0 0 0,-1 0 0 0 0,1 0 0 0 0,1 0 0 0 0,0-1 0 0 0,0 0 0 0 0,1 0 0 0 0,1-1 0 0 0,0 1 0 0 0,0-1 0 0 0,1 1 0 0 0,1-1 0 0 0,0 0 0 0 0,1-18 0 0 0,4-29 1626 0 0,9 7-5781 0 0,9 3-5595 0 0,9 3-5409 0 0,-23 33 12070 0 0</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27.870"/>
    </inkml:context>
    <inkml:brush xml:id="br0">
      <inkml:brushProperty name="width" value="0.035" units="cm"/>
      <inkml:brushProperty name="height" value="0.035" units="cm"/>
      <inkml:brushProperty name="color" value="#66CC00"/>
    </inkml:brush>
  </inkml:definitions>
  <inkml:trace contextRef="#ctx0" brushRef="#br0">42 23 9809 0 0,'0'0'3224'0'0,"-8"-11"6433"0"0,1 0-7417 0 0,-20 34-25954 0 0</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28.230"/>
    </inkml:context>
    <inkml:brush xml:id="br0">
      <inkml:brushProperty name="width" value="0.035" units="cm"/>
      <inkml:brushProperty name="height" value="0.035" units="cm"/>
      <inkml:brushProperty name="color" value="#66CC00"/>
    </inkml:brush>
  </inkml:definitions>
  <inkml:trace contextRef="#ctx0" brushRef="#br0">174 23 5332 0 0,'0'0'2056'0'0,"6"-22"17613"0"0,-26 126-16241 0 0,-21 99-1626 0 0,30-163-4695 0 0,-22 52 0 0 0,25-72 1119 0 0,-4 8-5054 0 0,0 0-1 0 0,-22 34 1 0 0,25-47 3886 0 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29.579"/>
    </inkml:context>
    <inkml:brush xml:id="br0">
      <inkml:brushProperty name="width" value="0.035" units="cm"/>
      <inkml:brushProperty name="height" value="0.035" units="cm"/>
      <inkml:brushProperty name="color" value="#66CC00"/>
    </inkml:brush>
  </inkml:definitions>
  <inkml:trace contextRef="#ctx0" brushRef="#br0">947 31 5621 0 0,'2'-3'1290'0'0,"0"0"1"0"0,0 0 0 0 0,0 0-1 0 0,0 0 1 0 0,0 1 0 0 0,1-1-1 0 0,-1 1 1 0 0,1-1 0 0 0,4-2-1 0 0,1 12 3322 0 0,-3 20-4297 0 0,-4 5 734 0 0,-1 1-1 0 0,-1 0 1 0 0,-2 0-1 0 0,-2 0 1 0 0,-8 32-1 0 0,-2-6 135 0 0,-40 100-1 0 0,44-132-911 0 0,7-14-206 0 0,-2 0-1 0 0,1 0 0 0 0,-2-1 0 0 0,0 1 1 0 0,-8 11-1 0 0,1-10-64 0 0,4-8 0 0 0,9-5 0 0 0,-1 0 0 0 0,1-1 0 0 0,0 1 0 0 0,0-1 0 0 0,0 1 0 0 0,-1-1 0 0 0,1 0 0 0 0,0 0 0 0 0,-1 1 0 0 0,1-1 0 0 0,0 0 0 0 0,-1 0 0 0 0,1 0 0 0 0,0 0 0 0 0,0-1 0 0 0,-1 1 0 0 0,1 0 0 0 0,0 0 0 0 0,-1-1 0 0 0,1 1 0 0 0,0-1 0 0 0,0 1 0 0 0,0-1 0 0 0,-3-1 0 0 0,2 1 0 0 0,-6-3 0 0 0,0-1 0 0 0,0 0 0 0 0,1 0 0 0 0,-1-1 0 0 0,1 1 0 0 0,1-2 0 0 0,-1 1 0 0 0,1-1 0 0 0,0 0 0 0 0,0 0 0 0 0,-4-9 0 0 0,3 8 0 0 0,-46-66 0 0 0,-81-150 0 0 0,126 210 0 0 0,3 1 0 0 0,5 13 0 0 0,-1 0 0 0 0,1-1 0 0 0,0 1 0 0 0,0 0 0 0 0,0 0 0 0 0,0 0 0 0 0,-1 0 0 0 0,1-1 0 0 0,0 1 0 0 0,0 0 0 0 0,0 0 0 0 0,0 0 0 0 0,0-1 0 0 0,0 1 0 0 0,0 0 0 0 0,0 0 0 0 0,0-1 0 0 0,0 1 0 0 0,0 0 0 0 0,0 0 0 0 0,0-1 0 0 0,0 1 0 0 0,0 0 0 0 0,0 0 0 0 0,0 0 0 0 0,0-1 0 0 0,0 1 0 0 0,0 0 0 0 0,0 0 0 0 0,0-1 0 0 0,0 1 0 0 0,0 0 0 0 0,0 0 0 0 0,1 0 0 0 0,-1-1 0 0 0,0 1 0 0 0,0 0 0 0 0,0 0 0 0 0,0 0 0 0 0,0 0 0 0 0,1-1 0 0 0,-1 1 0 0 0,0 0 0 0 0,0 0 0 0 0,0 0 0 0 0,1 0 0 0 0,-1 0 0 0 0,0 0 0 0 0,1-1 0 0 0,33 13 16 0 0,-21-7-237 0 0,0 0-1 0 0,1-1 0 0 0,-1 0 1 0 0,1-1-1 0 0,17 2 1 0 0,-8-7-1072 0 0,0 0 0 0 0,40-11 0 0 0,17-1-1878 0 0,-67 12 2577 0 0,-13 1 571 0 0,1 1 1 0 0,0 0-1 0 0,0 0 0 0 0,0-1 1 0 0,-1 1-1 0 0,1 0 0 0 0,0 0 0 0 0,0 0 1 0 0,0 0-1 0 0,-1 0 0 0 0,1 0 0 0 0,0 0 1 0 0,0 0-1 0 0,0 0 0 0 0,0 0 0 0 0,-1 1 1 0 0,1-1-1 0 0,0 0 0 0 0,0 0 0 0 0,-1 1 1 0 0,1-1-1 0 0,0 1 0 0 0,0-1 0 0 0,-1 1 1 0 0,1-1-1 0 0,1 2 0 0 0,-1-1 213 0 0,-4 3-129 0 0,-30 29 1134 0 0,-1-2-1 0 0,-1-1 0 0 0,-2-2 0 0 0,-63 38 1 0 0,-9 7 1478 0 0,-17 9-1998 0 0,111-78-675 0 0,-2-19 0 0 0,11-4 0 0 0,-4-56 0 0 0,8 52 0 0 0,-1 1 0 0 0,-1-1 0 0 0,-1 1 0 0 0,0 0 0 0 0,-2 1 0 0 0,-17-39 0 0 0,23 53 0 0 0,-1 0 0 0 0,-18-28 0 0 0,10 20 0 0 0,2 2 0 0 0,0 0 0 0 0,0 1 0 0 0,4 7 0 0 0,2 8 0 0 0,9 32 0 0 0,0-13 0 0 0,0-9 0 0 0,-1 3 0 0 0,-1-2 0 0 0,-1 6 0 0 0,-3-19 0 0 0,16 33 0 0 0,-14-27-177 0 0,0-1 0 0 0,1 0-1 0 0,0 0 1 0 0,0 0 0 0 0,7 7 0 0 0,-9-10 142 0 0,1-1-1 0 0,-1 1 1 0 0,0-1 0 0 0,0 1 0 0 0,-1 0 0 0 0,1 0 0 0 0,0-1-1 0 0,-1 1 1 0 0,0 1 0 0 0,0-1 0 0 0,0 0 0 0 0,0 0 0 0 0,0 3 0 0 0,0 2 98 0 0,0-1 1 0 0,-1 1-1 0 0,0-1 1 0 0,-1 1-1 0 0,0-1 1 0 0,0 1 0 0 0,0-1-1 0 0,-1 0 1 0 0,0 0-1 0 0,0 0 1 0 0,-1 0 0 0 0,0 0-1 0 0,0 0 1 0 0,-1-1-1 0 0,0 1 1 0 0,0-1-1 0 0,0 0 1 0 0,-1 0 0 0 0,-8 8-1 0 0,0 0-27 0 0,-2-1-1 0 0,1-1 1 0 0,-1 0-1 0 0,-1-1 1 0 0,0-1-1 0 0,-1 0 1 0 0,-24 9-1 0 0,1-7-843 0 0,12-17-6699 0 0,24 3 5625 0 0,0-1-1 0 0,1 0 0 0 0,-1 0 0 0 0,1 0 1 0 0,0 0-1 0 0,0 0 0 0 0,0-1 0 0 0,0 1 0 0 0,-4-8 1 0 0,7 10 1812 0 0,-9-11-3029 0 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30.620"/>
    </inkml:context>
    <inkml:brush xml:id="br0">
      <inkml:brushProperty name="width" value="0.035" units="cm"/>
      <inkml:brushProperty name="height" value="0.035" units="cm"/>
      <inkml:brushProperty name="color" value="#66CC00"/>
    </inkml:brush>
  </inkml:definitions>
  <inkml:trace contextRef="#ctx0" brushRef="#br0">388 25 6685 0 0,'3'-7'14184'0'0,"2"7"-10174"0"0,0 5-3578 0 0,7 11-2720 0 0,-5-5 4507 0 0,-6-9-1773 0 0,0 0-388 0 0,-1 0 0 0 0,0-1-1 0 0,0 1 1 0 0,1 0-1 0 0,-1-1 1 0 0,1 1 0 0 0,0-1-1 0 0,-1 1 1 0 0,1-1-1 0 0,0 1 1 0 0,0-1 0 0 0,0 1-1 0 0,0-1 1 0 0,0 0-1 0 0,0 1 1 0 0,0-1-1 0 0,1 0 1 0 0,-1 0 0 0 0,0 0-1 0 0,1 0 1 0 0,-1 0-1 0 0,0 0 1 0 0,1 0 0 0 0,-1-1-1 0 0,1 1 1 0 0,0 0-1 0 0,-1-1 1 0 0,1 1 0 0 0,0-1-1 0 0,2 1 1 0 0,-1-1-205 0 0,23-16-1036 0 0,-23 12 1148 0 0,0 1 0 0 0,0-1 0 0 0,0 1 0 0 0,-1-1 0 0 0,1 0 0 0 0,-1 0 0 0 0,0 0 0 0 0,0 0 0 0 0,3-9 0 0 0,-4 10 321 0 0,-10-3-251 0 0,9 5-28 0 0,-1 0 1 0 0,1 1-1 0 0,0-1 0 0 0,-1 1 1 0 0,1-1-1 0 0,0 0 1 0 0,-1 1-1 0 0,1-1 1 0 0,-1 1-1 0 0,1-1 1 0 0,-1 1-1 0 0,1-1 1 0 0,-1 1-1 0 0,0 0 1 0 0,1-1-1 0 0,-1 1 1 0 0,1 0-1 0 0,-1-1 0 0 0,0 1 1 0 0,1 0-1 0 0,-1 0 1 0 0,0-1-1 0 0,0 1 1 0 0,-36-5 554 0 0,33 5-317 0 0,-25 5 612 0 0,20-3-550 0 0,0 0 1 0 0,0 0-1 0 0,1 1 1 0 0,-1 1-1 0 0,0 0 1 0 0,1 0 0 0 0,-11 7-1 0 0,2 1 274 0 0,1 1 1 0 0,0 1-1 0 0,-18 20 0 0 0,24-23-557 0 0,4 0-24 0 0,-1 4 0 0 0,6 3 0 0 0,9-2 0 0 0,-5-12-136 0 0,0 1 0 0 0,0-1 0 0 0,1 0 0 0 0,-1 1 0 0 0,1-1 0 0 0,0-1 0 0 0,0 1-1 0 0,1-1 1 0 0,-1 1 0 0 0,1-1 0 0 0,8 4 0 0 0,4 3-409 0 0,-14-9 475 0 0,0 1 0 0 0,0 1-1 0 0,-1-1 1 0 0,1 0 0 0 0,0 1-1 0 0,-1-1 1 0 0,0 1 0 0 0,1 0-1 0 0,-1 0 1 0 0,0 0 0 0 0,-1 0-1 0 0,1 0 1 0 0,0 0 0 0 0,-1 0-1 0 0,0 1 1 0 0,0-1-1 0 0,0 0 1 0 0,0 1 0 0 0,0-1-1 0 0,0 8 1 0 0,-1-8 104 0 0,-1 1 19 0 0,-1 6 109 0 0,-1-1 0 0 0,0 0 0 0 0,0 0 0 0 0,-1 0 1 0 0,-1 0-1 0 0,1 0 0 0 0,-1-1 0 0 0,-1 0 0 0 0,1 0 1 0 0,-2 0-1 0 0,1-1 0 0 0,-1 0 0 0 0,0 0 0 0 0,0-1 1 0 0,0 0-1 0 0,-1 0 0 0 0,0 0 0 0 0,-1-1 0 0 0,1-1 1 0 0,-1 1-1 0 0,-14 4 0 0 0,4-3-162 0 0,-4-2 0 0 0,-1-3 0 0 0,2-3 0 0 0,19 1 0 0 0,0 1 0 0 0,0 0 0 0 0,0-1 0 0 0,0 0 0 0 0,0 0 0 0 0,-1 0 0 0 0,1 0 0 0 0,1 0 0 0 0,-1 0 0 0 0,0-1 0 0 0,0 1 0 0 0,0-1 0 0 0,1 0 0 0 0,-1 0 0 0 0,1 0 0 0 0,-1 0 0 0 0,1-1 0 0 0,-4-4 0 0 0,0-1 0 0 0,0 2-228 0 0,1 0 1 0 0,1 0-1 0 0,-1 0 0 0 0,1-1 0 0 0,0 0 1 0 0,-6-13-1 0 0,6 8 706 0 0,0-1 1 0 0,1 1-1 0 0,0 0 1 0 0,1-1-1 0 0,0 0 1 0 0,1-25-1 0 0,6-20-925 0 0,11 4-4311 0 0,0 22-1881 0 0,4 4-3525 0 0,5 7 3009 0 0,-14 11 4028 0 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32.418"/>
    </inkml:context>
    <inkml:brush xml:id="br0">
      <inkml:brushProperty name="width" value="0.035" units="cm"/>
      <inkml:brushProperty name="height" value="0.035" units="cm"/>
      <inkml:brushProperty name="color" value="#66CC00"/>
    </inkml:brush>
  </inkml:definitions>
  <inkml:trace contextRef="#ctx0" brushRef="#br0">8 0 4492 0 0,'0'0'22396'0'0,"0"8"-21615"0"0,-2 2-630 0 0,0-1 671 0 0,1 0 0 0 0,0 0 1 0 0,0 0-1 0 0,1 0 0 0 0,1 10 0 0 0,3-7-808 0 0,-3-11-14 0 0,0-1 0 0 0,-1 1 0 0 0,1-1 0 0 0,0 0 0 0 0,0 1 0 0 0,-1-1 0 0 0,1 0 0 0 0,0 0 0 0 0,0 0 0 0 0,0 0 0 0 0,-1 1 0 0 0,1-1 0 0 0,0 0 0 0 0,0 0 0 0 0,0 0 0 0 0,-1-1 0 0 0,1 1 0 0 0,0 0 0 0 0,0 0 0 0 0,0 0 0 0 0,-1-1 0 0 0,2 1 0 0 0,20-14 0 0 0,-11 3 0 0 0,-3-1 0 0 0,-7 11 0 0 0,2-3 0 0 0,-6 4 0 0 0,-27 13 0 0 0,12-3 0 0 0,7-2-245 0 0,9-6-1674 0 0,17-38-23646 0 0,-12 29 22563 0 0</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3:58:36.971"/>
    </inkml:context>
    <inkml:brush xml:id="br0">
      <inkml:brushProperty name="width" value="0.035" units="cm"/>
      <inkml:brushProperty name="height" value="0.035" units="cm"/>
      <inkml:brushProperty name="color" value="#66CC00"/>
    </inkml:brush>
  </inkml:definitions>
  <inkml:trace contextRef="#ctx0" brushRef="#br0">1 159 1524 0 0,'0'0'1675'0'0,"2"-3"-1238"0"0,5-7 7416 0 0,-7 9-7523 0 0,1 1 0 0 0,-1 0 1 0 0,0-1-1 0 0,0 1 0 0 0,0 0 0 0 0,0-1 1 0 0,0 1-1 0 0,0 0 0 0 0,1-1 0 0 0,0 0 1652 0 0,-1 0-1652 0 0,1 1 0 0 0,-1 0 1 0 0,0 0-1 0 0,0 0 0 0 0,1-1 0 0 0,-1 1 1 0 0,0 0-1 0 0,1 0 0 0 0,-1 0 0 0 0,0 0 1 0 0,1 0-1 0 0,-1 0 0 0 0,0 0 0 0 0,1 0 1 0 0,-1 0-1 0 0,0 0 0 0 0,1 0 0 0 0,-1 0 1 0 0,0 0-1 0 0,1 0 0 0 0,-1 0 0 0 0,1 0 0 0 0,-1 0 1 0 0,0 0-1 0 0,1 0 0 0 0,-1 0 0 0 0,1 1 1 0 0,6 19 5 0 0,-6-15-10 0 0,14 41 2291 0 0,1-28-2026 0 0,-15-17-231 0 0,4 2-401 0 0,-1-1 0 0 0,1 0 0 0 0,0 0-1 0 0,0 0 1 0 0,1 0 0 0 0,-1-1 0 0 0,7 1 0 0 0,-4-8 10 0 0,0-1 0 0 0,-1 0 0 0 0,0 0 0 0 0,8-11 0 0 0,-14 16 2 0 0,8-13-94 0 0,-4 9 145 0 0,-4 4-46 0 0,2-3 50 0 0,0-1 1 0 0,-1 1-1 0 0,0-1 0 0 0,0 1 1 0 0,-1-1-1 0 0,2-8 0 0 0,1-3 110 0 0,10-60 47 0 0,-14 74-92 0 0,-2-15 13 0 0,2 17-52 0 0,0 1 0 0 0,0-1 0 0 0,0 1 0 0 0,0-1 0 0 0,0 1 0 0 0,0-1 0 0 0,0 1 0 0 0,0 0 1 0 0,0-1-1 0 0,0 1 0 0 0,0-1 0 0 0,0 1 0 0 0,-1-1 0 0 0,1 1 0 0 0,0 0 0 0 0,0-1 0 0 0,0 1 0 0 0,-1-1 0 0 0,1 1 0 0 0,0 0 0 0 0,-1-1 1 0 0,1 1-1 0 0,0 0 0 0 0,-1-1 0 0 0,1 1 0 0 0,0 0 0 0 0,-1-1 0 0 0,1 1 0 0 0,-1 0 0 0 0,1 0 0 0 0,0 0 0 0 0,-1-1 0 0 0,1 1 0 0 0,-1 0 0 0 0,1 0 1 0 0,-1 0-1 0 0,1 0 0 0 0,-1 0 0 0 0,1 0 0 0 0,-1 0 0 0 0,-62 58-81 0 0,22-7-4437 0 0,22-24-7205 0 0,-36 39 1 0 0,44-55 8665 0 0</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26:40.067"/>
    </inkml:context>
    <inkml:brush xml:id="br0">
      <inkml:brushProperty name="width" value="0.035" units="cm"/>
      <inkml:brushProperty name="height" value="0.035" units="cm"/>
      <inkml:brushProperty name="color" value="#66CC00"/>
    </inkml:brush>
  </inkml:definitions>
  <inkml:trace contextRef="#ctx0" brushRef="#br0">399 624 2692 0 0,'-36'-3'7232'0'0,"-7"5"-3859"0"0,41-1-2819 0 0,-34 11 6752 0 0,62-1-6390 0 0,-5-6-451 0 0,1 0 0 0 0,-1-1 0 0 0,1-1 0 0 0,25 0 0 0 0,12 2 13 0 0,634 37 2509 0 0,-297-26-3355 0 0,-314-12-611 0 0,-79-4 781 0 0,-38-3-709 0 0,-918-2 5369 0 0,881 5-3839 0 0,-109-13-1 0 0,179 13-603 0 0,1 0 0 0 0,-1 0-1 0 0,1 0 1 0 0,0 0 0 0 0,-1 0 0 0 0,1-1-1 0 0,0 1 1 0 0,-1 0 0 0 0,1-1-1 0 0,0 1 1 0 0,-1-1 0 0 0,1 1 0 0 0,0-1-1 0 0,0 0 1 0 0,-1 1 0 0 0,1-1-1 0 0,0 0 1 0 0,0 0 0 0 0,-1-1 0 0 0,2 1-24 0 0,0 0 1 0 0,0 0-1 0 0,0 1 1 0 0,1-1 0 0 0,-1 0-1 0 0,0 1 1 0 0,0-1-1 0 0,1 0 1 0 0,-1 1 0 0 0,1-1-1 0 0,-1 1 1 0 0,0-1-1 0 0,1 0 1 0 0,-1 1-1 0 0,1-1 1 0 0,0 1 0 0 0,-1-1-1 0 0,1 1 1 0 0,-1 0-1 0 0,1-1 1 0 0,0 1 0 0 0,-1 0-1 0 0,1-1 1 0 0,1 1-1 0 0,5-4-68 0 0,0 1 0 0 0,0 0 0 0 0,0 1-1 0 0,0-1 1 0 0,12-1 0 0 0,412-11-2659 0 0,-117 7 1522 0 0,-129-3 1488 0 0,-183 11 12 0 0,-10-1-181 0 0,-524-45 2796 0 0,527 46-2885 0 0,-449-11 2144 0 0,431 11-2164 0 0,92 2 0 0 0,82 12 1 0 0,11 2-11 0 0,888 28-6380 0 0,-976-43 7427 0 0,-1171-46 2929 0 0,985 42-3506 0 0,69 4-255 0 0,19-1 32 0 0,0 0 0 0 0,-31-4 1 0 0,40 1-221 0 0,22 0-42 0 0,36-3-364 0 0,0 1 0 0 0,68 2 0 0 0,101 13-1172 0 0,-116-5 1096 0 0,56 4-182 0 0,225 6 104 0 0,-350-17 1126 0 0,-32-2 120 0 0,-36-5-246 0 0,40 9-482 0 0,-302-29 1374 0 0,187 22-923 0 0,12-1-7 0 0,-63-4-170 0 0,-206 11 0 0 0,349 2-249 0 0,187-14 0 0 0,477 20-465 0 0,-611-8 203 0 0,-55-6 219 0 0,-63-6 165 0 0,-72-5 94 0 0,-1 7 0 0 0,-207 13 0 0 0,345 0-216 0 0,206 5-409 0 0,382 0-2716 0 0,-560-7 3287 0 0,-10 1-149 0 0,-1 0 1 0 0,1-1-1 0 0,0 0 1 0 0,0 0 0 0 0,0-1-1 0 0,-12-2 1 0 0,-32-4 85 0 0,-140-4 247 0 0,-389-6 2118 0 0,544 19-2240 0 0,31-2-139 0 0,1 0-128 0 0,-11 0 48 0 0,11 0-36 0 0,13-2-223 0 0,455-47-2742 0 0,-461 48 2946 0 0,-16 1-310 0 0,-392 7 1974 0 0,401-7-1651 0 0,14 0-594 0 0,140-3-802 0 0,221-11-2275 0 0,-369 13 3979 0 0,-7 0-254 0 0,0-1-1 0 0,0 0 1 0 0,0 1 0 0 0,0 0-1 0 0,-1 0 1 0 0,1 0 0 0 0,0 0 0 0 0,-8 1-1 0 0,-2-2 15 0 0,-247-27 1939 0 0,166 21-1121 0 0,64 5-608 0 0,2-1 278 0 0,1 2 0 0 0,-43 2 0 0 0,68 0-21 0 0,14 1-546 0 0,91 3-1348 0 0,0 5-1 0 0,173 38 1 0 0,-275-47 1381 0 0,1 0 0 0 0,-1 0 1 0 0,0 0-1 0 0,1 0 0 0 0,-1 0 0 0 0,1 0 1 0 0,-1 0-1 0 0,0 0 0 0 0,1 0 0 0 0,-1 0 1 0 0,1 0-1 0 0,-1 0 0 0 0,0 0 1 0 0,1 0-1 0 0,-1 1 0 0 0,0-1 0 0 0,1 0 1 0 0,-1 0-1 0 0,0 0 0 0 0,1 1 0 0 0,-1-1 1 0 0,0 0-1 0 0,1 0 0 0 0,-1 1 1 0 0,0-1-1 0 0,1 0 0 0 0,-1 0 0 0 0,0 1 1 0 0,0-1-1 0 0,0 0 0 0 0,1 1 0 0 0,-1-1 1 0 0,0 1-1 0 0,0-1 0 0 0,0 0 1 0 0,0 1-1 0 0,0-1 0 0 0,1 1 0 0 0,-1-1 1 0 0,0 0-1 0 0,0 1 0 0 0,0-1 0 0 0,0 1 1 0 0,0-1-1 0 0,0 0 0 0 0,-1 1 1 0 0,1-1-1 0 0,0 0 0 0 0,0 1 0 0 0,0-1 1 0 0,0 1-1 0 0,0-1 0 0 0,0 0 0 0 0,-1 1 1 0 0,1-1-1 0 0,0 0 0 0 0,0 1 0 0 0,-1-1 1 0 0,1 1-1 0 0,-20 13-264 0 0,17-12 338 0 0,-8 3-10 0 0,0 1 0 0 0,-1-2 1 0 0,1 0-1 0 0,-1 0 1 0 0,0-1-1 0 0,-1 0 0 0 0,1-1 1 0 0,-17 1-1 0 0,-7 1 237 0 0,-73 10 817 0 0,67-11-455 0 0,-1 3 0 0 0,1 1 0 0 0,-66 21 0 0 0,107-28-627 0 0,0 0-1 0 0,1 0 1 0 0,-1 0 0 0 0,0 0 0 0 0,1 0 0 0 0,-1 0 0 0 0,0 0 0 0 0,1 1-1 0 0,-1-1 1 0 0,1 0 0 0 0,-1 0 0 0 0,0 1 0 0 0,1-1 0 0 0,-1 1 0 0 0,1-1 0 0 0,-1 0-1 0 0,1 1 1 0 0,-1-1 0 0 0,1 1 0 0 0,-1-1 0 0 0,1 1 0 0 0,-1-1 0 0 0,1 1-1 0 0,0-1 1 0 0,-1 1 0 0 0,1 0 0 0 0,0-1 0 0 0,0 1 0 0 0,-1 0 0 0 0,1-1-1 0 0,0 1 1 0 0,0 0 0 0 0,0-1 0 0 0,0 2 0 0 0,20 11-49 0 0,43 0-513 0 0,305 21-2279 0 0,-365-34 2792 0 0,-10 2 138 0 0,-46 5 648 0 0,-105 0 1 0 0,36-3 397 0 0,18 4-281 0 0,102-8-893 0 0,8 2-607 0 0,30 10 222 0 0,0-3 1 0 0,1-1-1 0 0,0-1 0 0 0,60 2 1 0 0,-44-4 176 0 0,-51-5 178 0 0,1-1-62 0 0,3-1 127 0 0,-9-1-320 0 0,-27-4 406 0 0,0 1-1 0 0,0 1 1 0 0,0 2-1 0 0,-46 1 1 0 0,-128 11 1747 0 0,194-9-1736 0 0,6 1-79 0 0,-1 0-4 0 0,-1-1 0 0 0,1 1 0 0 0,-1-1 0 0 0,1 0 1 0 0,-1 0-1 0 0,1-1 0 0 0,-10-1 0 0 0,27-12-32 0 0,0 0 0 0 0,1 1 0 0 0,25-19 0 0 0,-22 19-95 0 0,0 0 0 0 0,-1-2 0 0 0,0 0 0 0 0,12-17 0 0 0,-14 16-248 0 0,-11 14 283 0 0,-1 0 0 0 0,1 0 0 0 0,0 0 0 0 0,-1 0-1 0 0,0 0 1 0 0,1 0 0 0 0,-1 0 0 0 0,0-1 0 0 0,0 1-1 0 0,0 0 1 0 0,0-1 0 0 0,0-3 0 0 0,-1 4-73 0 0,-3 0-103 0 0,0-1 222 0 0,0 1 1 0 0,0 0-1 0 0,-1 0 0 0 0,0 1 0 0 0,1-1 0 0 0,-1 1 0 0 0,0-1 1 0 0,1 1-1 0 0,-1 0 0 0 0,0 1 0 0 0,0-1 0 0 0,0 1 0 0 0,0-1 1 0 0,0 1-1 0 0,-4 1 0 0 0,-164 17 1386 0 0,168-17-1345 0 0,10-6-102 0 0,16-9 12 0 0,0 1 0 0 0,1 1 0 0 0,0 1 0 0 0,1 2 1 0 0,44-13-1 0 0,-28 9-683 0 0,48-22 0 0 0,-95 33-317 0 0,5 1 1062 0 0,0 1 0 0 0,-1-1 0 0 0,1 0 0 0 0,0 1 0 0 0,-1-1 1 0 0,1 1-1 0 0,-1 0 0 0 0,1 0 0 0 0,-1 0 0 0 0,1 0 0 0 0,-1 0 0 0 0,1 0 0 0 0,-1 1 0 0 0,1-1 1 0 0,-4 2-1 0 0,-28 8 124 0 0,0 1 1 0 0,1 2 0 0 0,1 2 0 0 0,0 0 0 0 0,1 3-1 0 0,-55 38 1 0 0,64-33 233 0 0,21-23-305 0 0,0 1 0 0 0,0 0 0 0 0,0-1 0 0 0,0 1 0 0 0,0 0-1 0 0,1 0 1 0 0,-1 0 0 0 0,0 0 0 0 0,1 0 0 0 0,-1 0 0 0 0,0 0 0 0 0,1 0 0 0 0,-1 0-1 0 0,1 0 1 0 0,0 0 0 0 0,-1 0 0 0 0,1 0 0 0 0,0 0 0 0 0,0 0 0 0 0,-1 0-1 0 0,1 0 1 0 0,0 1 0 0 0,0 1 0 0 0,3-2-46 0 0,0 0 1 0 0,-1 0-1 0 0,1 0 1 0 0,0 0-1 0 0,-1 0 1 0 0,1-1-1 0 0,0 1 1 0 0,0-1-1 0 0,-1 0 1 0 0,1 0-1 0 0,0 0 1 0 0,0 0-1 0 0,0 0 0 0 0,0 0 1 0 0,-1-1-1 0 0,1 1 1 0 0,0-1-1 0 0,0 0 1 0 0,-1 0-1 0 0,1 0 1 0 0,-1 0-1 0 0,1-1 1 0 0,-1 1-1 0 0,3-2 1 0 0,74-48-490 0 0,-64 40 362 0 0,47-37-1607 0 0,102-104 1 0 0,-113 102 780 0 0,-31 23 208 0 0,-15 11 255 0 0,-5 16 466 0 0,0-1-1 0 0,0 1 1 0 0,0 0 0 0 0,-1-1-1 0 0,1 1 1 0 0,0-1 0 0 0,0 1 0 0 0,-1 0-1 0 0,1-1 1 0 0,0 1 0 0 0,0 0-1 0 0,-1-1 1 0 0,1 1 0 0 0,0 0 0 0 0,-1 0-1 0 0,1-1 1 0 0,0 1 0 0 0,-1 0-1 0 0,1 0 1 0 0,-1 0 0 0 0,1-1 0 0 0,0 1-1 0 0,-1 0 1 0 0,1 0 0 0 0,-1 0-1 0 0,1 0 1 0 0,0 0 0 0 0,-1 0 0 0 0,1 0-1 0 0,-1 0 1 0 0,1 0 0 0 0,-1 0 0 0 0,1 0-1 0 0,-1 0 1 0 0,-12 2 12 0 0,-1 1 1 0 0,1 0-1 0 0,0 1 0 0 0,0 0 0 0 0,0 1 1 0 0,1 1-1 0 0,-1 0 0 0 0,1 0 0 0 0,-15 12 1 0 0,-10 3 540 0 0,-18 12 588 0 0,53-32-494 0 0,151-68-1402 0 0,-7 13-402 0 0,-140 53 1100 0 0,-10 1 16 0 0,-10 0 222 0 0,0 2 0 0 0,0 0-1 0 0,0 1 1 0 0,1 1 0 0 0,-1 1 0 0 0,1 0 0 0 0,0 1 0 0 0,-26 14 0 0 0,20-9 73 0 0,1 1 1 0 0,1 1-1 0 0,0 2 0 0 0,1-1 0 0 0,0 2 1 0 0,-17 19-1 0 0,33-31-107 0 0,1-1-40 0 0,0-1 0 0 0,0 1 0 0 0,1 0 0 0 0,0 0 0 0 0,-1 0 0 0 0,1 0 0 0 0,0 0 0 0 0,0 0 0 0 0,1 1 0 0 0,-1-1 0 0 0,1 0 0 0 0,-2 6 0 0 0,3-7-76 0 0,0-1-1 0 0,1 0 1 0 0,-1 0-1 0 0,1 0 1 0 0,-1 1 0 0 0,1-1-1 0 0,-1 0 1 0 0,1 0-1 0 0,0 0 1 0 0,0 0 0 0 0,-1 0-1 0 0,1 0 1 0 0,0 0-1 0 0,0 0 1 0 0,0-1 0 0 0,0 1-1 0 0,0 0 1 0 0,0 0-1 0 0,1-1 1 0 0,-1 1-1 0 0,0-1 1 0 0,0 1 0 0 0,0-1-1 0 0,0 1 1 0 0,1-1-1 0 0,-1 0 1 0 0,0 0 0 0 0,0 1-1 0 0,1-1 1 0 0,-1 0-1 0 0,0 0 1 0 0,1 0 0 0 0,-1-1-1 0 0,0 1 1 0 0,2 0-1 0 0,47-6 67 0 0,-48 5-98 0 0,32-7-240 0 0,0-2 1 0 0,-1-1-1 0 0,55-27 1 0 0,-15 5-529 0 0,-75 34 640 0 0,-111 43-58 0 0,52-12 1044 0 0,-93 66-1 0 0,151-97-682 0 0,3 1-2 0 0,0 0-114 0 0,-1 0-1 0 0,1 0 1 0 0,0 0-1 0 0,0 0 1 0 0,-1 0-1 0 0,1 0 1 0 0,1 0 0 0 0,-1 0-1 0 0,0 0 1 0 0,0 0-1 0 0,1 0 1 0 0,-1-1-1 0 0,1 1 1 0 0,0 0-1 0 0,-1 0 1 0 0,1 0 0 0 0,1 2-1 0 0,41 11 3 0 0,-3-13-733 0 0,-36-2 498 0 0,19-4-230 0 0,-19 4 313 0 0,0-1-1 0 0,0 0 0 0 0,0-1 0 0 0,0 1 0 0 0,0-1 0 0 0,-1 0 0 0 0,1 1 1 0 0,0-2-1 0 0,-1 1 0 0 0,1 0 0 0 0,-1-1 0 0 0,0 1 0 0 0,4-6 1 0 0,-6 8 89 0 0,0-2-207 0 0,-6-11-641 0 0,5 13 858 0 0,0-1 0 0 0,-1 0-1 0 0,1 0 1 0 0,0 1 0 0 0,-1-1 0 0 0,1 0 0 0 0,0 0 0 0 0,-1 1 0 0 0,1-1 0 0 0,-1 0 0 0 0,1 1-1 0 0,-1-1 1 0 0,1 1 0 0 0,-1-1 0 0 0,0 1 0 0 0,1-1 0 0 0,-1 1 0 0 0,0-1 0 0 0,1 1 0 0 0,-2-1-1 0 0,-2-1 20 0 0,-2-1 52 0 0,5 3 19 0 0,0 0 1 0 0,0 0-1 0 0,0 0 0 0 0,-1 0 1 0 0,1 0-1 0 0,0-1 0 0 0,0 1 1 0 0,0 0-1 0 0,0-1 0 0 0,0 1 1 0 0,0-1-1 0 0,0 1 0 0 0,0-1 1 0 0,0 0-1 0 0,0 1 0 0 0,1-1 1 0 0,-1 0-1 0 0,0 0 0 0 0,0 1 1 0 0,1-1-1 0 0,-1 0 0 0 0,0 0 1 0 0,1 0-1 0 0,-1 0 0 0 0,1 0 1 0 0,-1 0-1 0 0,0-2 0 0 0,9-11 0 0 0,1 0-1 0 0,0 1 1 0 0,1 0-1 0 0,0 0 1 0 0,1 1-1 0 0,17-15 1 0 0,29-34-444 0 0,-55 58 343 0 0,22-29-318 0 0,2 1 0 0 0,0 1 0 0 0,46-38 0 0 0,-71 67 338 0 0,6-4-4 0 0,0 0 0 0 0,0 1 0 0 0,1 0 0 0 0,-1 0 0 0 0,1 1 0 0 0,0 0 0 0 0,0 0 0 0 0,0 0 0 0 0,12-1 0 0 0,-7 1 32 0 0,-7 2 27 0 0,1-1 1 0 0,-1 0 0 0 0,0 0-1 0 0,0 0 1 0 0,0-1 0 0 0,9-5-1 0 0,-14 7-70 0 0,36-16-1556 0 0,-24 12 1725 0 0,-41 11 25 0 0,-54 17 354 0 0,10 3 96 0 0,-76 24 773 0 0,145-50-1304 0 0,1 1-38 0 0,-5 3 30 0 0,5-4 110 0 0,9-1-580 0 0,349-66-2973 0 0,-319 53 2888 0 0,-28 9 285 0 0,-7 4 767 0 0,-12 2-371 0 0,-56 14 797 0 0,0 2-1 0 0,-112 46 0 0 0,94-31-236 0 0,14-7 323 0 0,-68 35 1 0 0,136-58-1033 0 0,3-2-46 0 0,0 1 0 0 0,0-1 0 0 0,0 1 0 0 0,1-1 0 0 0,-1 0 0 0 0,0 1 0 0 0,0-1 0 0 0,0 0 0 0 0,0 0 0 0 0,1 0 0 0 0,-1 0 0 0 0,0 0 0 0 0,0 0 0 0 0,1 0 0 0 0,-1 0 0 0 0,0 0-1 0 0,0-1 1 0 0,0 1 0 0 0,0 0 0 0 0,1-1 0 0 0,0 0 0 0 0,52-17-339 0 0,54-30-1180 0 0,-60 23 176 0 0,86-59 0 0 0,-132 83 1227 0 0,-9 4 112 0 0,-68 38 2001 0 0,-138 101 1 0 0,195-129-1596 0 0,-106 78 2193 0 0,122-90-2116 0 0,0 1 312 0 0,-21 23-29028 0 0,21-24 25250 0 0</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26:43.475"/>
    </inkml:context>
    <inkml:brush xml:id="br0">
      <inkml:brushProperty name="width" value="0.035" units="cm"/>
      <inkml:brushProperty name="height" value="0.035" units="cm"/>
      <inkml:brushProperty name="color" value="#66CC00"/>
    </inkml:brush>
  </inkml:definitions>
  <inkml:trace contextRef="#ctx0" brushRef="#br0">427 538 1892 0 0,'21'-11'25889'0'0,"-14"23"-23191"0"0,2 3-5690 0 0,3 7 3937 0 0,2-1-1 0 0,1-1 1 0 0,21 24 0 0 0,-21-26-407 0 0,-14-11-107 0 0,-23-13-34 0 0,13 2-437 0 0,-1-1 114 0 0,-1-4 8 0 0,-64-60-63 0 0,27 22-19 0 0,-102-70 0 0 0,136 107 0 0 0,2-1 0 0 0,1 1 0 0 0,1-1 0 0 0,0-2 0 0 0,0 1 0 0 0,2-1 0 0 0,-1-2 0 0 0,3 1 0 0 0,-2 0 0 0 0,-1 0 0 0 0,1 0 0 0 0,1 0 0 0 0,1 1 0 0 0,-1 1 0 0 0,1-1 0 0 0,-1 0 0 0 0,2-1 0 0 0,0 0 0 0 0,-3-3 0 0 0,1 1 0 0 0,-1 2 0 0 0,1 0 0 0 0,-1 0 0 0 0,1 2 0 0 0,0-3 0 0 0,2-3 0 0 0,2 2 0 0 0,0 1 0 0 0,-2-2 0 0 0,2 1 0 0 0,2 21 0 0 0,-1 11 0 0 0,17 27 0 0 0,-5-23 0 0 0,1-2 0 0 0,1 1 0 0 0,1-1 0 0 0,1-1 0 0 0,0 0 0 0 0,30 26 0 0 0,112 83 0 0 0,-132-107 0 0 0,3-2 0 0 0,5 2 0 0 0,58 45 0 0 0,-78-56 0 0 0,-2 0 0 0 0,0 2 0 0 0,0-2 0 0 0,2 0 0 0 0,-1 1 0 0 0,0-2 0 0 0,2 0 0 0 0,-1 1 0 0 0,0-1 0 0 0,0 1 0 0 0,0-2 0 0 0,2 1 0 0 0,-2 0 0 0 0,4-1 0 0 0,-1 1 0 0 0,-2-1 0 0 0,-2 2 0 0 0,3-1 0 0 0,-3 1 0 0 0,-1 1 0 0 0,2 0 0 0 0,-12-9 0 0 0,0 1 0 0 0,0-1 0 0 0,0 0 0 0 0,1 0 0 0 0,-1 0 0 0 0,0 0 0 0 0,0 0 0 0 0,0 0 0 0 0,1 1 0 0 0,-1-1 0 0 0,0 0 0 0 0,0 0 0 0 0,0 0 0 0 0,0 0 0 0 0,0 1 0 0 0,1-1 0 0 0,-1 0 0 0 0,0 0 0 0 0,0 0 0 0 0,0 1 0 0 0,0-1 0 0 0,0 0 0 0 0,0 0 0 0 0,0 1 0 0 0,0-1 0 0 0,0 0 0 0 0,0 0 0 0 0,0 1 0 0 0,0-1 0 0 0,0 0 0 0 0,0 0 0 0 0,0 0 0 0 0,0 1 0 0 0,0-1 0 0 0,0 0 0 0 0,0 0 0 0 0,0 1 0 0 0,0-1 0 0 0,0 0 0 0 0,0 0 0 0 0,0 0 0 0 0,-1 1 0 0 0,1-1 0 0 0,0 0 0 0 0,0 0 0 0 0,0 0 0 0 0,-1 1 0 0 0,-25 3 0 0 0,-4-9 0 0 0,-61-16 0 0 0,21 4 0 0 0,6 2 0 0 0,42 8 0 0 0,4 0 0 0 0,3 1 0 0 0,2 1 0 0 0,-3-1 0 0 0,0 0 0 0 0,13 4 0 0 0,0 1 0 0 0,4 2 0 0 0,6 4 0 0 0,0 0 0 0 0,-1-1 0 0 0,1 0 0 0 0,1-1 0 0 0,-1 1 0 0 0,0-1 0 0 0,1-1 0 0 0,0 0 0 0 0,14 3 0 0 0,-9-3 0 0 0,4 2 0 0 0,32 7 0 0 0,0 3 0 0 0,56 23 0 0 0,-90-31 0 0 0,0 0 0 0 0,2 0 0 0 0,-17-6 0 0 0,5 2 0 0 0,-9 0 0 0 0,-38-3 0 0 0,13-3 0 0 0,7 2 0 0 0,1-1 0 0 0,-1-2 0 0 0,4 1 0 0 0,1 1 0 0 0,-3-3 0 0 0,1 2 0 0 0,2-1 0 0 0,17 5 0 0 0,-8-2 0 0 0,8 4 0 0 0,25 18 0 0 0,-6-8 0 0 0,-2-3 0 0 0,5 4 0 0 0,-16-10 0 0 0,46 11 0 0 0,-34-9 0 0 0,-3-1 0 0 0,-2 1 0 0 0,-12-5 0 0 0,-1 0 0 0 0,0 0 0 0 0,0 0 0 0 0,0 1 0 0 0,0-1 0 0 0,0 0 0 0 0,0 0 0 0 0,-1 0 0 0 0,1 0 0 0 0,0 0 0 0 0,0 0 0 0 0,0 0 0 0 0,0 1 0 0 0,0-1 0 0 0,0 0 0 0 0,0 0 0 0 0,0 0 0 0 0,0 0 0 0 0,0 0 0 0 0,0 1 0 0 0,0-1 0 0 0,0 0 0 0 0,0 0 0 0 0,0 0 0 0 0,0 0 0 0 0,0 0 0 0 0,0 0 0 0 0,0 1 0 0 0,1-1 0 0 0,-1 0 0 0 0,0 0 0 0 0,0 0 0 0 0,0 0 0 0 0,0 0 0 0 0,0 0 0 0 0,0 0 0 0 0,0 0 0 0 0,0 1 0 0 0,0-1 0 0 0,0 0 0 0 0,1 0 0 0 0,-1 0 0 0 0,0 0 0 0 0,0 0 0 0 0,0 0 0 0 0,0 0 0 0 0,0 0 0 0 0,0 0 0 0 0,1 0 0 0 0,-1 0 0 0 0,0 0 0 0 0,0 0 0 0 0,0 0 0 0 0,0 0 0 0 0,0 0 0 0 0,0 0 0 0 0,1 0 0 0 0,-1 0 0 0 0,0 0 0 0 0,0 0 0 0 0,0 0 0 0 0,-32 8 0 0 0,8-6 0 0 0,1-2 0 0 0,-1-1 0 0 0,0 0 0 0 0,3-1 0 0 0,13 1 0 0 0,10 0 0 0 0,42 0 0 0 0,-16 3 0 0 0,-5-1 0 0 0,-5 1 0 0 0,-1 1 0 0 0,2 1 0 0 0,-3-1 0 0 0,11-3-1854 0 0,-26-1 1240 0 0,0 1 1 0 0,0-1 0 0 0,0 1 0 0 0,0-1 0 0 0,0 1-1 0 0,0-1 1 0 0,0 0 0 0 0,-1 0 0 0 0,1 1 0 0 0,0-1-1 0 0,0 0 1 0 0,0 0 0 0 0,-1 0 0 0 0,1 0 0 0 0,-1 0-1 0 0,1 0 1 0 0,0 0 0 0 0,-1 0 0 0 0,0 0 0 0 0,1 0-1 0 0,-1-2 1 0 0,2-21-12812 0 0,-4 13 12732 0 0,1 8-2163 0 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26:19.057"/>
    </inkml:context>
    <inkml:brush xml:id="br0">
      <inkml:brushProperty name="width" value="0.035" units="cm"/>
      <inkml:brushProperty name="height" value="0.035" units="cm"/>
      <inkml:brushProperty name="color" value="#66CC00"/>
    </inkml:brush>
  </inkml:definitions>
  <inkml:trace contextRef="#ctx0" brushRef="#br0">1828 179 5312 0 0,'16'-1'3094'0'0,"-8"0"2799"0"0,2 0-5099 0 0,26-3 11897 0 0,-24 2-8117 0 0,-23 1-4431 0 0,-72-3 107 0 0,-250-31-232 0 0,-70-3-20 0 0,-206-2 2 0 0,388 22 0 0 0,158 13 0 0 0,-8 1 0 0 0,47 2 0 0 0,4 0 0 0 0,-4 1 0 0 0,2-1 0 0 0,3 0 0 0 0,12 0 731 0 0,18-4-3132 0 0,21-2-3716 0 0,20 16-10006 0 0,-28-4 12336 0 0,1 0 793 0 0</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26:20.578"/>
    </inkml:context>
    <inkml:brush xml:id="br0">
      <inkml:brushProperty name="width" value="0.035" units="cm"/>
      <inkml:brushProperty name="height" value="0.035" units="cm"/>
      <inkml:brushProperty name="color" value="#66CC00"/>
    </inkml:brush>
  </inkml:definitions>
  <inkml:trace contextRef="#ctx0" brushRef="#br0">2020 292 4072 0 0,'7'-1'14334'0'0,"-291"-42"-5080"0"0,36 8-5265 0 0,49-9-2766 0 0,-117-21-1328 0 0,292 61 105 0 0,-1 0 0 0 0,2 2 0 0 0,3-1 0 0 0,-62-6 0 0 0,2 0 0 0 0,4-4 0 0 0,21 6 0 0 0,-5-1 0 0 0,44 8 0 0 0,-1-1 0 0 0,1 0 0 0 0,-2 1 0 0 0,-2 0 0 0 0,3 0 0 0 0,-1 0 0 0 0,-132-4 0 0 0,144 5 0 0 0,-56-2 0 0 0,46 0 0 0 0,3 2 0 0 0,-4-1 0 0 0,-1-2 0 0 0,-1 1 0 0 0,-2 1 0 0 0,6 0 0 0 0,-2 1 0 0 0,-4 0 0 0 0,6 0 0 0 0,-3 0-62 0 0,13 0-1105 0 0,17-4-3120 0 0,-1 0 1 0 0,0-1 0 0 0,0 0 0 0 0,-1 0 0 0 0,15-9 0 0 0,-6 3 1197 0 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26:32.211"/>
    </inkml:context>
    <inkml:brush xml:id="br0">
      <inkml:brushProperty name="width" value="0.035" units="cm"/>
      <inkml:brushProperty name="height" value="0.035" units="cm"/>
      <inkml:brushProperty name="color" value="#66CC00"/>
    </inkml:brush>
  </inkml:definitions>
  <inkml:trace contextRef="#ctx0" brushRef="#br0">788 100 5024 0 0,'6'-4'27717'0'0,"-44"3"-27691"0"0,12 7-26 0 0,-406 171 0 0 0,287-113 0 0 0,130-57 0 0 0,-1 0 0 0 0,0 0 0 0 0,2 0 0 0 0,-1-1 0 0 0,2-1 0 0 0,12-5 0 0 0,1 1 0 0 0,0-1 0 0 0,-1 0 0 0 0,1 0 0 0 0,-1 0 0 0 0,1 0 0 0 0,0 0 0 0 0,-1 0 0 0 0,1 1 0 0 0,-1-1 0 0 0,1 0 0 0 0,0 0 0 0 0,-1 1 0 0 0,1-1 0 0 0,0 0 0 0 0,-1 0 0 0 0,1 1 0 0 0,0-1 0 0 0,0 0 0 0 0,-1 1 0 0 0,1-1 0 0 0,0 0 0 0 0,0 1 0 0 0,-1-1 0 0 0,1 1 0 0 0,0-1 0 0 0,0 0 0 0 0,0 1 0 0 0,0-1 0 0 0,0 1 0 0 0,10 21 0 0 0,0-8 0 0 0,-2 1 0 0 0,0 0 0 0 0,0 1 0 0 0,7 21 0 0 0,-2-5 0 0 0,13 27 0 0 0,-18-39 0 0 0,0 0 0 0 0,2-1 0 0 0,0-1 0 0 0,1 1 0 0 0,0-2 0 0 0,2 1 0 0 0,0-2 0 0 0,24 24 0 0 0,-25-29 0 0 0,41 30 0 0 0,51 33 0 0 0,-92-66 0 0 0,-1 0 0 0 0,1-1 0 0 0,-2 0 0 0 0,2 2 0 0 0,0-2 0 0 0,-1 0 0 0 0,-1 0 0 0 0,3-1 0 0 0,-1 1 0 0 0,1-1 0 0 0,-1 2 0 0 0,1-2 0 0 0,1 1 0 0 0,-8-4 0 0 0,-6-6 0 0 0,-21-16 0 0 0,5 5 0 0 0,6 5 0 0 0,-5-4 0 0 0,-60-56 0 0 0,55 51 0 0 0,14 13 0 0 0,0-1 0 0 0,1 0 0 0 0,-1 0 0 0 0,1 0 0 0 0,-5-8 0 0 0,5 7 0 0 0,-53-77 0 0 0,20 22 0 0 0,-7-21 0 0 0,15 35 0 0 0,22 36 0 0 0,-1-1 0 0 0,-1-2 0 0 0,0 2 0 0 0,1 1 0 0 0,0 2 0 0 0,1-2 0 0 0,-2 0 0 0 0,-2 3 0 0 0,1 0 0 0 0,-1 1 0 0 0,-3 2 0 0 0,0 1 0 0 0,0-2 0 0 0,-1 2 0 0 0,14 5 0 0 0,2 0 0 0 0,0 0 0 0 0,-1 0 0 0 0,1 0 0 0 0,0 0 0 0 0,0 0 0 0 0,-1 0 0 0 0,1 0 0 0 0,0 0 0 0 0,-1 0 0 0 0,1 0 0 0 0,0 0 0 0 0,0 0 0 0 0,-1 0 0 0 0,1 0 0 0 0,0 0 0 0 0,0 0 0 0 0,-1 0 0 0 0,1-1 0 0 0,0 1 0 0 0,0 0 0 0 0,-1 0 0 0 0,1 0 0 0 0,0 0 0 0 0,0 0 0 0 0,0-1 0 0 0,-1 1 0 0 0,1 0 0 0 0,0 0 0 0 0,0 0 0 0 0,0-1 0 0 0,0 1 0 0 0,-1 0 0 0 0,1 0 0 0 0,0-1 0 0 0,0 1 0 0 0,0 0 0 0 0,0 0 0 0 0,0-1 0 0 0,0 1 0 0 0,0-1 0 0 0,23-13 0 0 0,-3 4 0 0 0,-6 3 0 0 0,2 1 0 0 0,-2 0 0 0 0,2-1 0 0 0,-2 0 0 0 0,3-1 0 0 0,-1 2 0 0 0,1-1 0 0 0,0-2 0 0 0,-3 4 0 0 0,1 0 0 0 0,2-1 0 0 0,-2 1 0 0 0,0-1 0 0 0,0 1 0 0 0,-1-2 0 0 0,2-1 0 0 0,-4 2 0 0 0,2-1 0 0 0,4 1 0 0 0,-2-2 0 0 0,-4 1 0 0 0,2 1 0 0 0,1 1 0 0 0,-1-2 0 0 0,0 0 0 0 0,-1 0 0 0 0,0-1 0 0 0,-1 0 0 0 0,3 1 0 0 0,-4-2 0 0 0,3-2 0 0 0,-1 2 0 0 0,-3 1 0 0 0,1 0 0 0 0,3-1 0 0 0,-1 0 0 0 0,1 0 0 0 0,-2 1 0 0 0,2-1 0 0 0,-1 0 0 0 0,0-1 0 0 0,-1 1 0 0 0,0 0 0 0 0,-3 1 0 0 0,3-1 0 0 0,1 0 0 0 0,-3 0 0 0 0,-10 9 0 0 0,0 0 0 0 0,0 0 0 0 0,0 0 0 0 0,0 0 0 0 0,-1 0 0 0 0,1 0 0 0 0,0 0 0 0 0,0 0 0 0 0,0 0 0 0 0,0-1 0 0 0,0 1 0 0 0,0 0 0 0 0,0 0 0 0 0,0 0 0 0 0,0 0 0 0 0,0 0 0 0 0,0 0 0 0 0,0 0 0 0 0,0-1 0 0 0,-1 1 0 0 0,1 0 0 0 0,0 0 0 0 0,0 0 0 0 0,0 0 0 0 0,0 0 0 0 0,0 0 0 0 0,0-1 0 0 0,0 1 0 0 0,0 0 0 0 0,0 0 0 0 0,1 0 0 0 0,-1 0 0 0 0,0 0 0 0 0,0 0 0 0 0,0-1 0 0 0,0 1 0 0 0,0 0 0 0 0,0 0 0 0 0,0 0 0 0 0,0 0 0 0 0,0 0 0 0 0,0 0 0 0 0,0 0 0 0 0,0 0 0 0 0,0-1 0 0 0,1 1 0 0 0,-1 0 0 0 0,0 0 0 0 0,0 0 0 0 0,0 0 0 0 0,0 0 0 0 0,0 0 0 0 0,0 0 0 0 0,-33 9 0 0 0,-33 12 0 0 0,-71 34 0 0 0,66-24 0 0 0,5 0 0 0 0,61-29 0 0 0,-28 13 0 0 0,0 2 0 0 0,-31 21 0 0 0,49-29 0 0 0,-2 1 0 0 0,2 1 0 0 0,1-2 0 0 0,0 1 0 0 0,0 1 0 0 0,0-1 0 0 0,2 1 0 0 0,2 0 0 0 0,0-2 0 0 0,0 0 0 0 0,-1 0 0 0 0,-1 4 0 0 0,2-1 0 0 0,2-1 0 0 0,1 0 0 0 0,-1 0 0 0 0,-2-2 0 0 0,0 2 0 0 0,-1-2 0 0 0,0 2 0 0 0,2-3 0 0 0,0 2 0 0 0,9-9 0 0 0,-1-1 0 0 0,1 0 0 0 0,0 0 0 0 0,0 1 0 0 0,-1-1 0 0 0,1 0 0 0 0,0 0 0 0 0,0 1 0 0 0,0-1 0 0 0,-1 0 0 0 0,1 0 0 0 0,0 1 0 0 0,0-1 0 0 0,0 0 0 0 0,0 1 0 0 0,0-1 0 0 0,0 0 0 0 0,0 1 0 0 0,0-1 0 0 0,0 0 0 0 0,-1 1 0 0 0,1-1 0 0 0,0 0 0 0 0,1 1 0 0 0,-1-1 0 0 0,0 0 0 0 0,0 1 0 0 0,0-1 0 0 0,0 0 0 0 0,0 1 0 0 0,0-1 0 0 0,0 0 0 0 0,0 1 0 0 0,1-1 0 0 0,-1 1 0 0 0,21 6 0 0 0,-5 0 0 0 0,-4 1 0 0 0,-3 2 0 0 0,0-1 0 0 0,1 1 0 0 0,-2 1 0 0 0,5 8 0 0 0,-12-16 0 0 0,13 28 0 0 0,4 13 0 0 0,9 15 0 0 0,-26-53 0 0 0,26 40 0 0 0,-17-32 0 0 0,-3 0 0 0 0,1-1 0 0 0,2 1 0 0 0,-2-1 0 0 0,2 1 0 0 0,0-2 0 0 0,2-1 0 0 0,-1 1 0 0 0,-1-1 0 0 0,4 1 0 0 0,-2-1 0 0 0,-3-1 0 0 0,1 0 0 0 0,2-2 0 0 0,-4 1 0 0 0,0 0 0 0 0,2 0 0 0 0,-2 0 0 0 0,2-1 0 0 0,1 1 0 0 0,0-2 0 0 0,2 1 0 0 0,0 1 0 0 0,-3 0 0 0 0,1 1 0 0 0,-2-2 0 0 0,3 1 0 0 0,1-1 0 0 0,-2 1 0 0 0,0 1 0 0 0,-2 0 0 0 0,2 0 0 0 0,-2-2 0 0 0,-4-5 0 0 0,-5-5 0 0 0,-16-21 0 0 0,2 5 0 0 0,6 5 0 0 0,1-1 0 0 0,-8-10 0 0 0,10 15 0 0 0,-5-16 0 0 0,-11-31 0 0 0,11 32 0 0 0,4 6 0 0 0,-2-8 0 0 0,4 9 0 0 0,-11-33 0 0 0,-23-53 0 0 0,30 89 0 0 0,0-3 0 0 0,2 5 0 0 0,-2-3 0 0 0,-4 1 0 0 0,3 1 0 0 0,-5 1 0 0 0,3 1 0 0 0,0 1 0 0 0,0-3 0 0 0,2 4 0 0 0,-1-2 0 0 0,-1-1 0 0 0,3 1 0 0 0,-1-1 0 0 0,-1 0 0 0 0,6-1 0 0 0,2-2 0 0 0,12 0 0 0 0,4 5 0 0 0,0 4 0 0 0,1-2 0 0 0,2 0 0 0 0,-1-1 0 0 0,11-4 0 0 0,-5 5 0 0 0,27-13 0 0 0,-35 16 0 0 0,5-1 0 0 0,95-28 0 0 0,-94 27 0 0 0,0 0 0 0 0,-3 0 0 0 0,3 0 0 0 0,-3 1 0 0 0,-1 0 0 0 0,-1 0 0 0 0,-2-1 0 0 0,2 1 0 0 0,2-2 0 0 0,-4 2 0 0 0,2-1 0 0 0,0 0 0 0 0,-2-2 0 0 0,-1 2 0 0 0,1-2 0 0 0,0 0 0 0 0,1-1 0 0 0,-3 2 0 0 0,-2-1 0 0 0,-8 9 0 0 0,-1-1 0 0 0,0 1 0 0 0,1 0 0 0 0,-1-1 0 0 0,0 1 0 0 0,1-1 0 0 0,-1 1 0 0 0,0-1 0 0 0,0 1 0 0 0,1-1 0 0 0,-1 1 0 0 0,0-1 0 0 0,0 1 0 0 0,0-1 0 0 0,0 1 0 0 0,0-1 0 0 0,0 1 0 0 0,0-1 0 0 0,0 1 0 0 0,0-1 0 0 0,0 1 0 0 0,0-1 0 0 0,0 1 0 0 0,0-2 0 0 0,-15-14 0 0 0,-4 11 0 0 0,-8 11 0 0 0,9 2 0 0 0,-190 98 0 0 0,86-42 0 0 0,48-26 0 0 0,26-10 0 0 0,37-21 0 0 0,-5 3 0 0 0,1-1 0 0 0,1 1 0 0 0,2 0 0 0 0,0-2 0 0 0,-2 2 0 0 0,3-3 0 0 0,-2 1 0 0 0,1-1 0 0 0,0 3 0 0 0,6 2 0 0 0,9 7 0 0 0,5-4 0 0 0,1-3 0 0 0,5 2 0 0 0,-2 1 0 0 0,0 0 0 0 0,0 1 0 0 0,10 21 0 0 0,-16-26 0 0 0,18 40 0 0 0,-12-16 0 0 0,23 50 0 0 0,-28-70 0 0 0,-4-8 0 0 0,1 0 0 0 0,-1 0 0 0 0,1 0 0 0 0,1-1 0 0 0,-1 0 0 0 0,1 0 0 0 0,0 0 0 0 0,1-1 0 0 0,6 6 0 0 0,35 40 0 0 0,-38-40 0 0 0,0 2 0 0 0,-1-1 0 0 0,-1-2 0 0 0,2 3 0 0 0,0 0 0 0 0,-1-1 0 0 0,2 0 0 0 0,-2-2 0 0 0,-1 0 0 0 0,3 2 0 0 0,-1-1 0 0 0,-2-1 0 0 0,2 1 0 0 0,-1 0 0 0 0,0 1 0 0 0,2-1 0 0 0,1-1 0 0 0,-2 0 0 0 0,4-1 0 0 0,1-1 0 0 0,-3 0 0 0 0,2-1 0 0 0,0 0 0 0 0,-3 0 0 0 0,1 0 0 0 0,0 0 0 0 0,-1 0 0 0 0,0 1 0 0 0,-10-8 0 0 0,4 3 0 0 0,-4-5 0 0 0,-17-22 0 0 0,4 11 0 0 0,-46-26 0 0 0,49 32 0 0 0,-162-120 0 0 0,143 102 0 0 0,-39-43 0 0 0,34 33 0 0 0,20 21 0 0 0,-34-45 0 0 0,-8-14 0 0 0,47 62 0 0 0,-1-1 0 0 0,0 0 0 0 0,-2 1 0 0 0,3 1 0 0 0,0-1 0 0 0,1-1 0 0 0,-1 0 0 0 0,11-7 0 0 0,6 2 0 0 0,3 5 0 0 0,0 2 0 0 0,1 1 0 0 0,16-14 0 0 0,0 2 0 0 0,57-33 0 0 0,-38 26 0 0 0,59-26 0 0 0,-74 39 0 0 0,0-1 0 0 0,0-1 0 0 0,36-28 0 0 0,51-56 0 0 0,-106 89 0 0 0,3 0 0 0 0,-1 1 0 0 0,-2 1 0 0 0,-1 1 0 0 0,-2 0 0 0 0,1 1 0 0 0,3 0 0 0 0,-3-1 0 0 0,-1 0 0 0 0,2 1 0 0 0,2 1 0 0 0,0 3 0 0 0,2-2 0 0 0,5 1 0 0 0,-3-1 0 0 0,-2 1 0 0 0,1 0 0 0 0,-2-1 0 0 0,-4 0 0 0 0,3 0 0 0 0,-9 3 0 0 0,-8 3 0 0 0,-32 9 0 0 0,12-1 0 0 0,4 0 0 0 0,1-2 0 0 0,-2 2 0 0 0,2-1 0 0 0,1 0 0 0 0,2-1 0 0 0,0-1 0 0 0,0 0 0 0 0,-2 2 0 0 0,3-2 0 0 0,-2 1 0 0 0,-7 3 0 0 0,-32 12 0 0 0,-53 28 0 0 0,19-6 0 0 0,73-36 0 0 0,3 0 0 0 0,-2 0 0 0 0,0 1 0 0 0,13-7 0 0 0,-2 0 0 0 0,6-2 0 0 0,6-7 0 0 0,1 1 0 0 0,-1 1 0 0 0,2-1 0 0 0,-1 1 0 0 0,1 1 0 0 0,0 0 0 0 0,17-6 0 0 0,-1 1 0 0 0,39-17 0 0 0,76-19 0 0 0,24-8 0 0 0,-150 47 0 0 0,0-1 0 0 0,2 0 0 0 0,-2 0 0 0 0,-2 1 0 0 0,-2 0 0 0 0,1-1 0 0 0,-12 8 0 0 0,-1 0 0 0 0,1 0 0 0 0,0 0 0 0 0,0 0 0 0 0,0 0 0 0 0,0 0 0 0 0,0 0 0 0 0,0 0 0 0 0,0 0 0 0 0,-1 0 0 0 0,1 0 0 0 0,0-1 0 0 0,0 1 0 0 0,0 0 0 0 0,0 0 0 0 0,0 0 0 0 0,0 0 0 0 0,0 0 0 0 0,0 0 0 0 0,0 0 0 0 0,0-1 0 0 0,0 1 0 0 0,0 0 0 0 0,0 0 0 0 0,0 0 0 0 0,0 0 0 0 0,0 0 0 0 0,0-1 0 0 0,0 1 0 0 0,0 0 0 0 0,0 0 0 0 0,0 0 0 0 0,0 0 0 0 0,0 0 0 0 0,0 0 0 0 0,0-1 0 0 0,0 1 0 0 0,0 0 0 0 0,0 0 0 0 0,-43 10 0 0 0,0 2 0 0 0,-65 27 0 0 0,27-9 0 0 0,35-13 0 0 0,-181 72 0 0 0,214-84 0 0 0,-2 3 0 0 0,0-2 0 0 0,15-6 0 0 0,0 0 0 0 0,0 0 0 0 0,0 0 0 0 0,0 0 0 0 0,-1 0 0 0 0,1-1 0 0 0,0 1 0 0 0,0 0 0 0 0,0 0 0 0 0,0 0 0 0 0,-1 0 0 0 0,1 0 0 0 0,0 0 0 0 0,0 0 0 0 0,0 0 0 0 0,0 0 0 0 0,-1 0 0 0 0,1 0 0 0 0,0 1 0 0 0,0-1 0 0 0,0 0 0 0 0,0 0 0 0 0,-1 0 0 0 0,1 0 0 0 0,0 0 0 0 0,0 0 0 0 0,0 0 0 0 0,0 0 0 0 0,0 0 0 0 0,-1 0 0 0 0,1 1 0 0 0,0-1 0 0 0,0 0 0 0 0,0 0 0 0 0,0 0 0 0 0,0 0 0 0 0,0 0 0 0 0,0 1 0 0 0,0-1 0 0 0,0 0 0 0 0,-1 0 0 0 0,1 0 0 0 0,0 0 0 0 0,0 1 0 0 0,0-1 0 0 0,0 0 0 0 0,0 0 0 0 0,0 0 0 0 0,0 0 0 0 0,0 1 0 0 0,0-1 0 0 0,0 0 0 0 0,0 0 0 0 0,0 0 0 0 0,0 1 0 0 0,0-1 0 0 0,1 0 0 0 0,-1 0 0 0 0,0 0 0 0 0,0 0 0 0 0,0 0 0 0 0,0 1 0 0 0,0-1 0 0 0,0 0 0 0 0,0 0 0 0 0,0 0 0 0 0,1 0 0 0 0,-1 1 0 0 0,34-2 0 0 0,7-7 0 0 0,-1-1 0 0 0,0-2 0 0 0,72-31 0 0 0,-11 4 0 0 0,-84 33 0 0 0,177-69 0 0 0,-174 67 0 0 0,-3 1 0 0 0,-3 1 0 0 0,1-1 0 0 0,-3-1 0 0 0,-12 7 0 0 0,0 0 0 0 0,1 0 0 0 0,-1-1 0 0 0,0 1 0 0 0,0 0 0 0 0,0 0 0 0 0,1 0 0 0 0,-1 0 0 0 0,0 0 0 0 0,0-1 0 0 0,0 1 0 0 0,0 0 0 0 0,1 0 0 0 0,-1 0 0 0 0,0 0 0 0 0,0-1 0 0 0,0 1 0 0 0,0 0 0 0 0,0 0 0 0 0,0-1 0 0 0,0 1 0 0 0,0 0 0 0 0,0 0 0 0 0,0 0 0 0 0,1-1 0 0 0,-1 1 0 0 0,0 0 0 0 0,0 0 0 0 0,0-1 0 0 0,0 1 0 0 0,-1 0 0 0 0,1 0 0 0 0,0-1 0 0 0,0 1 0 0 0,0 0 0 0 0,0 0 0 0 0,0 0 0 0 0,0-1 0 0 0,0 1 0 0 0,0 0 0 0 0,0 0 0 0 0,-1 0 0 0 0,1-1 0 0 0,0 1 0 0 0,0 0 0 0 0,0 0 0 0 0,0 0 0 0 0,-1 0 0 0 0,1-1 0 0 0,0 1 0 0 0,0 0 0 0 0,0 0 0 0 0,-1 0 0 0 0,-34-3 0 0 0,4 8 0 0 0,-1 1 0 0 0,2 1 0 0 0,-1 2 0 0 0,-38 17 0 0 0,8-3 0 0 0,-10 0 0 0 0,-272 111 0 0 0,327-127 0 0 0,2 1 0 0 0,15-8 0 0 0,-1 0 0 0 0,0 0 0 0 0,0 0 0 0 0,0 0 0 0 0,0 0 0 0 0,0 0 0 0 0,1 0 0 0 0,-1 0 0 0 0,0 0 0 0 0,0 0 0 0 0,0 0 0 0 0,0 1 0 0 0,0-1 0 0 0,0 0 0 0 0,0 0 0 0 0,1 0 0 0 0,-1 0 0 0 0,0 0 0 0 0,0 0 0 0 0,0 0 0 0 0,0 1 0 0 0,0-1 0 0 0,0 0 0 0 0,0 0 0 0 0,0 0 0 0 0,0 0 0 0 0,0 0 0 0 0,0 1 0 0 0,0-1 0 0 0,0 0 0 0 0,0 0 0 0 0,0 0 0 0 0,0 0 0 0 0,0 0 0 0 0,0 1 0 0 0,0-1 0 0 0,0 0 0 0 0,0 0 0 0 0,0 0 0 0 0,0 0 0 0 0,0 0 0 0 0,0 1 0 0 0,0-1 0 0 0,0 0 0 0 0,44-7 0 0 0,0-3 0 0 0,0-1 0 0 0,83-34 0 0 0,-17 7-16 0 0,-46 17-558 0 0,102-50-1 0 0,-163 69 567 0 0,0 1-36 0 0,0 0 1 0 0,0 0-1 0 0,1-1 0 0 0,-1 0 1 0 0,0 1-1 0 0,0-1 0 0 0,-1 0 1 0 0,1 0-1 0 0,0-1 0 0 0,-1 1 0 0 0,1-1 1 0 0,-1 1-1 0 0,0-1 0 0 0,1 0 1 0 0,-2 0-1 0 0,1 1 0 0 0,3-8 0 0 0,-5 8-36 0 0,-16 3 138 0 0,-1 1 35 0 0,1 1 0 0 0,0 0 0 0 0,0 1 0 0 0,-22 8 0 0 0,-284 117 1400 0 0,252-95-1485 0 0,2 2 0 0 0,-94 69 0 0 0,110-69-8 0 0,39-27 0 0 0,0-1 0 0 0,3 0 0 0 0,-2 1 0 0 0,1 0 0 0 0,5 4 0 0 0,11 10 0 0 0,-1-5 0 0 0,0-2 0 0 0,10 45 0 0 0,39 102 0 0 0,-43-139 0 0 0,2 0 0 0 0,1-1 0 0 0,1-1 0 0 0,1 0 0 0 0,0 0 0 0 0,22 20 0 0 0,-5-4 0 0 0,-2 2 0 0 0,35 58 0 0 0,-65-97 0 0 0,12 15 0 0 0,1-1 0 0 0,23 21 0 0 0,-36-36 0 0 0,56 48 0 0 0,-47-37 0 0 0,-2 1 0 0 0,-1-1 0 0 0,0 1 0 0 0,1 3 0 0 0,-1-2 0 0 0,1-1 0 0 0,0 0 0 0 0,1-2 0 0 0,-1 1 0 0 0,-7-11 0 0 0,0 1 0 0 0,0-1 0 0 0,0 0 0 0 0,0 0 0 0 0,1 0 0 0 0,-1 1 0 0 0,0-1 0 0 0,0 0 0 0 0,0 0 0 0 0,0 1 0 0 0,0-1 0 0 0,0 0 0 0 0,0 0 0 0 0,0 0 0 0 0,0 1 0 0 0,0-1 0 0 0,0 0 0 0 0,0 0 0 0 0,0 1 0 0 0,0-1 0 0 0,0 0 0 0 0,0 0 0 0 0,0 1 0 0 0,0-1 0 0 0,0 0 0 0 0,0 0 0 0 0,-1 0 0 0 0,1 1 0 0 0,0-1 0 0 0,0 0 0 0 0,0 0 0 0 0,0 0 0 0 0,0 0 0 0 0,-1 1 0 0 0,1-1 0 0 0,0 0 0 0 0,0 0 0 0 0,0 0 0 0 0,0 0 0 0 0,-1 0 0 0 0,1 1 0 0 0,0-1 0 0 0,0 0 0 0 0,0 0 0 0 0,-1 0 0 0 0,1 0 0 0 0,0 0 0 0 0,0 0 0 0 0,-1 0 0 0 0,1 0 0 0 0,0 0 0 0 0,0 0 0 0 0,-1 0 0 0 0,1 0 0 0 0,0 0 0 0 0,0 0 0 0 0,0 0 0 0 0,-1 0 0 0 0,1 0 0 0 0,-7-2 0 0 0,1 1 0 0 0,0-1 0 0 0,0 0 0 0 0,0 0 0 0 0,1-1 0 0 0,-1 0 0 0 0,0 0 0 0 0,1 0 0 0 0,0-1 0 0 0,0 0 0 0 0,-7-6 0 0 0,-2-2 0 0 0,1-1 0 0 0,0-1 0 0 0,-15-20 0 0 0,-3-7 0 0 0,9 12 0 0 0,0-1 0 0 0,2-1 0 0 0,2 0 0 0 0,-22-49 0 0 0,36 74 0 0 0,0 4 0 0 0,-22-54 0 0 0,21 43 0 0 0,-3-2 0 0 0,15 16 0 0 0,16 27 0 0 0,-10-8 0 0 0,1-1 0 0 0,1-1 0 0 0,1 0 0 0 0,22 21 0 0 0,81 56 0 0 0,-30-28 0 0 0,-76-57 0 0 0,1-2 0 0 0,-3 0 0 0 0,0 0 0 0 0,0 1 0 0 0,-9-8 0 0 0,-2-1 0 0 0,0 0 0 0 0,0 0 0 0 0,0 0 0 0 0,0 1 0 0 0,0-1 0 0 0,0 0 0 0 0,0 0 0 0 0,0 0 0 0 0,0 0 0 0 0,0 0 0 0 0,-49-28 0 0 0,45 22 0 0 0,-23-17 0 0 0,1-1 0 0 0,-28-35 0 0 0,-24-26 0 0 0,66 73 0 0 0,3 1 0 0 0,-2-1 0 0 0,2 1 0 0 0,11 13 0 0 0,6 8 0 0 0,2 0 0 0 0,-1-1 0 0 0,1 0 0 0 0,17 12 0 0 0,-9-11 0 0 0,38 23 0 0 0,97 42 0 0 0,-136-68 0 0 0,0 0 0 0 0,-3-1 0 0 0,9 2-289 0 0,-21-7-1282 0 0,2-17-14484 0 0,-3-5 5357 0 0,-1 16 7772 0 0</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26:33.612"/>
    </inkml:context>
    <inkml:brush xml:id="br0">
      <inkml:brushProperty name="width" value="0.035" units="cm"/>
      <inkml:brushProperty name="height" value="0.035" units="cm"/>
      <inkml:brushProperty name="color" value="#66CC00"/>
    </inkml:brush>
  </inkml:definitions>
  <inkml:trace contextRef="#ctx0" brushRef="#br0">49 0 1860 0 0,'0'0'3574'0'0,"-16"1"-297"0"0,-15 3 9721 0 0,31-4-12881 0 0,0 1 0 0 0,-1-1-1 0 0,1 0 1 0 0,0 1 0 0 0,0-1-1 0 0,0 0 1 0 0,0 1-1 0 0,0-1 1 0 0,0 0 0 0 0,0 1-1 0 0,0-1 1 0 0,0 0 0 0 0,0 1-1 0 0,0-1 1 0 0,0 1 0 0 0,0-1-1 0 0,0 0 1 0 0,0 1-1 0 0,0-1 1 0 0,0 0 0 0 0,0 1-1 0 0,0-1 1 0 0,0 0 0 0 0,1 1-1 0 0,-1-1 1 0 0,0 0 0 0 0,0 1-1 0 0,0-1 1 0 0,1 0-1 0 0,-1 0 1 0 0,0 1 0 0 0,0-1-1 0 0,1 0 1 0 0,-1 0 0 0 0,0 1-1 0 0,1-1 1 0 0,-1 0 0 0 0,0 0-1 0 0,0 0 1 0 0,1 0-1 0 0,-1 1 1 0 0,1-1 0 0 0,26 10 1930 0 0,37 1-706 0 0,-60-10-989 0 0,338 26 1969 0 0,-177-17-2340 0 0,319 6 19 0 0,-348-9 0 0 0,193 17 0 0 0,-280-23 0 0 0,0 0 0 0 0,-43-2 0 0 0,45 5 0 0 0,-36-2 0 0 0,-1 0 0 0 0,4-2 0 0 0,-4 2 0 0 0,-2 0 0 0 0,-1-1-2 0 0,-9 0-30 0 0,3-4-194 0 0,1 1-502 0 0,-16-16-7490 0 0,-18-2-5324 0 0,14 11 7461 0 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26:54.295"/>
    </inkml:context>
    <inkml:brush xml:id="br0">
      <inkml:brushProperty name="width" value="0.035" units="cm"/>
      <inkml:brushProperty name="height" value="0.035" units="cm"/>
      <inkml:brushProperty name="color" value="#66CC00"/>
    </inkml:brush>
  </inkml:definitions>
  <inkml:trace contextRef="#ctx0" brushRef="#br0">792 78 3396 0 0,'4'0'21979'0'0,"1"1"-20424"0"0,10 0-5021 0 0,-8 1 5195 0 0,35 0-1064 0 0,-38-2-677 0 0,1-1 146 0 0,23-1 122 0 0,57-11 630 0 0,-82 13-949 0 0,-13 2 92 0 0,-172 38 1364 0 0,18-5-51 0 0,143-30-1203 0 0,48-10-358 0 0,60-12-722 0 0,-50 10 624 0 0,-9 2 8 0 0,1-1 0 0 0,-1-2 0 0 0,42-17-1 0 0,-68 24 209 0 0,7-2-19 0 0,-8 3 96 0 0,0 0-1 0 0,0 0 1 0 0,0-1 0 0 0,0 1-1 0 0,0 0 1 0 0,0 0-1 0 0,0 0 1 0 0,0-1-1 0 0,-1 1 1 0 0,1-1 0 0 0,0 1-1 0 0,0 0 1 0 0,0-1-1 0 0,-1 0 1 0 0,1 1-1 0 0,0-1 1 0 0,0 1 0 0 0,-1-1-1 0 0,1 0 1 0 0,-1 1-1 0 0,1-1 1 0 0,0 0 0 0 0,0-1-1 0 0,-1 2 19 0 0,0-1 0 0 0,0 0 1 0 0,0 0-1 0 0,0 0 0 0 0,0 0 0 0 0,0 0 0 0 0,0 1 0 0 0,0-1 0 0 0,-1 0 1 0 0,1 0-1 0 0,0 0 0 0 0,0 0 0 0 0,-1 1 0 0 0,1-1 0 0 0,0 0 1 0 0,-1 0-1 0 0,1 1 0 0 0,-1-1 0 0 0,1 0 0 0 0,-1 1 0 0 0,0-1 0 0 0,1 0 1 0 0,-1 1-1 0 0,1-1 0 0 0,-1 1 0 0 0,-1-2 0 0 0,-27-4 211 0 0,-41 13 450 0 0,61-5-603 0 0,-32 5 469 0 0,0 1 1 0 0,-65 24-1 0 0,103-31-387 0 0,-13 3 282 0 0,342-84-1964 0 0,-252 66 1100 0 0,-71 13 363 0 0,-12 2-337 0 0,-70 13 906 0 0,-87 27 0 0 0,60-13 585 0 0,51-13-601 0 0,54-14-412 0 0,-4 1-1009 0 0,-24 10-7706 0 0,16-7 10126 0 0,-258 152 2921 0 0,164-89-3210 0 0,105-66-1078 0 0,-5 2 104 0 0,7-4-227 0 0,0 0 0 0 0,0 0 0 0 0,0 0 0 0 0,0 0 0 0 0,0 0-1 0 0,1 0 1 0 0,-1 0 0 0 0,0 0 0 0 0,0 0 0 0 0,0 0 0 0 0,0 0-1 0 0,0 0 1 0 0,0 0 0 0 0,0 0 0 0 0,0 0 0 0 0,0 0 0 0 0,0 0-1 0 0,0 1 1 0 0,0-1 0 0 0,1 0 0 0 0,-1 0 0 0 0,0 0 0 0 0,0 0 0 0 0,0 0-1 0 0,0 0 1 0 0,0 0 0 0 0,0 0 0 0 0,0 0 0 0 0,0 0 0 0 0,0 0-1 0 0,0 0 1 0 0,0 0 0 0 0,0 0 0 0 0,0 0 0 0 0,0 1 0 0 0,0-1-1 0 0,0 0 1 0 0,0 0 0 0 0,0 0 0 0 0,0 0 0 0 0,0 0 0 0 0,107-39-1777 0 0,83-37-1661 0 0,-101 25 2449 0 0,-102 50 1227 0 0,-6-2 91 0 0,-42 16 1282 0 0,-1 3-1 0 0,2 3 1 0 0,-71 32 0 0 0,128-50-1387 0 0,1 0-125 0 0,-8 2-26 0 0,8-2-69 0 0,28-9-1381 0 0,-1-1 758 0 0,34-17-1 0 0,27-10-654 0 0,-71 31 1129 0 0,-3 2 66 0 0,-1-1-1 0 0,0 0 1 0 0,-1-1 0 0 0,21-11-1 0 0,-30 15 356 0 0,-7 1-129 0 0,-8 0 83 0 0,1 0 0 0 0,-1 1 1 0 0,0 1-1 0 0,1 0 0 0 0,0 1 0 0 0,-1 1 0 0 0,1 0 1 0 0,0 1-1 0 0,-13 6 0 0 0,-5 4 478 0 0,1 1 0 0 0,-47 33-1 0 0,76-47-220 0 0,8-5-868 0 0,19-8-261 0 0,0-1-1 0 0,48-30 0 0 0,-73 41 533 0 0,-4 2-485 0 0,1-1 611 0 0,0 1 0 0 0,0-1 1 0 0,0 1-1 0 0,0 0 0 0 0,0 0 1 0 0,0 0-1 0 0,0 0 0 0 0,0 0 1 0 0,0 1-1 0 0,0-1 0 0 0,-2 3 1 0 0,-1 0-8 0 0,-34 21 292 0 0,2 3 0 0 0,0 1 0 0 0,2 2 0 0 0,1 1 0 0 0,-34 42 0 0 0,63-69-178 0 0,-35 37 904 0 0,38-40-1032 0 0,46 33-310 0 0,-12-9 368 0 0,-25-21-19 0 0,1 1-1 0 0,-1-1 1 0 0,1-1 0 0 0,0 1 0 0 0,0-1-1 0 0,0-1 1 0 0,1 0 0 0 0,-1 0 0 0 0,1 0 0 0 0,14 2-1 0 0,0 0-24 0 0,242 56-1990 0 0,-263-60 1760 0 0,-10-3-2169 0 0,-17-3 2179 0 0,1 1 0 0 0,-2 1-1 0 0,-45 0 1 0 0,69 3 206 0 0,9-2-463 0 0,38-7 19 0 0,0 2 0 0 0,1 3 0 0 0,0 1-1 0 0,49 3 1 0 0,44-3 787 0 0,-76-1 193 0 0,7-1 40 0 0,123 5 1 0 0,-154 0-2615 0 0,-226-7 2447 0 0,183 7-333 0 0,-5 1 23 0 0,8 0-53 0 0,10-1 92 0 0,502 35-566 0 0,-423-28 740 0 0,13 5 119 0 0,-99-11-400 0 0,-11-2-11 0 0,-146-13 672 0 0,-94-4 2291 0 0,181 12-1791 0 0,65 6-970 0 0,-1 0-2 0 0,235 14-1564 0 0,198-16 1388 0 0,-424 2 50 0 0,7-2-66 0 0,-9 1-35 0 0,-135-15 169 0 0,-252 32 599 0 0,381-16-713 0 0,-10 1 16 0 0,8-1-66 0 0,11 0-152 0 0,480-2-2400 0 0,-313 8 1965 0 0,40 0 1439 0 0,-208-6-456 0 0,-5 0-350 0 0,-1 0-1 0 0,1-1 1 0 0,0 1-1 0 0,0 0 1 0 0,0 0-1 0 0,0 0 1 0 0,0 0-1 0 0,0 0 1 0 0,0 0 0 0 0,0-1-1 0 0,0 1 1 0 0,0 0-1 0 0,0 0 1 0 0,0 0-1 0 0,0 0 1 0 0,0 0 0 0 0,0-1-1 0 0,0 1 1 0 0,0 0-1 0 0,0 0 1 0 0,0 0-1 0 0,0 0 1 0 0,0 0-1 0 0,0-1 1 0 0,0 1 0 0 0,0 0-1 0 0,0 0 1 0 0,0 0-1 0 0,0 0 1 0 0,0 0-1 0 0,0 0 1 0 0,0-1 0 0 0,0 1-1 0 0,1 0 1 0 0,-1 0-1 0 0,0 0 1 0 0,0 0-1 0 0,0 0 1 0 0,0 0-1 0 0,0 0 1 0 0,0 0 0 0 0,0 0-1 0 0,1-1 1 0 0,-1 1-1 0 0,0 0 1 0 0,0 0-1 0 0,0 0 1 0 0,0 0 0 0 0,0 0-1 0 0,0 0 1 0 0,1 0-1 0 0,-1 0 1 0 0,-179-24 1177 0 0,-1 7 0 0 0,-321 12 0 0 0,368-2-1651 0 0,133 6 420 0 0,0 1 0 0 0,1 0 1 0 0,-1 0-1 0 0,0 0 0 0 0,0-1 1 0 0,0 1-1 0 0,1 0 0 0 0,-1 0 1 0 0,0-1-1 0 0,0 1 1 0 0,0 0-1 0 0,1-1 0 0 0,-1 1 1 0 0,0 0-1 0 0,0 0 0 0 0,0-1 1 0 0,0 1-1 0 0,0 0 0 0 0,0-1 1 0 0,0 1-1 0 0,0 0 0 0 0,0-1 1 0 0,0 1-1 0 0,0 0 0 0 0,0-1 1 0 0,0 1-1 0 0,0 0 0 0 0,0-1 1 0 0,0 1-1 0 0,0 0 1 0 0,0-1-1 0 0,0 1 0 0 0,-1 0 1 0 0,1-1-1 0 0,0 1 0 0 0,0 0 1 0 0,0 0-1 0 0,0-1 0 0 0,-1 1 1 0 0,1 0-1 0 0,0 0 0 0 0,0-1 1 0 0,-1 1-1 0 0,1 0 0 0 0,0 0 1 0 0,0 0-1 0 0,-1 0 0 0 0,1-1 1 0 0,0 1-1 0 0,-1 0 1 0 0,1 0-1 0 0,0 0 0 0 0,-1 0 1 0 0,1 0-1 0 0,0 0 0 0 0,-1 0 1 0 0,1 0-1 0 0,-1 0 0 0 0,4-2-73 0 0,0 0 0 0 0,0 0-1 0 0,0 0 1 0 0,0 0 0 0 0,0 1 0 0 0,0-1-1 0 0,1 1 1 0 0,3-1 0 0 0,43-2-959 0 0,90 5-1 0 0,-52 2 1836 0 0,-85-3-434 0 0,6 0-216 0 0,-7 0 185 0 0,-6-1 1204 0 0,-517-41 2118 0 0,484 42-3428 0 0,32 0-163 0 0,3 0 1 0 0,-9-1-37 0 0,14-1 136 0 0,118-3-1232 0 0,197 15 0 0 0,-164-1 301 0 0,-105-6 862 0 0,-177-16 451 0 0,19 0 683 0 0,-1 5 0 0 0,-152 8 0 0 0,259 1-630 0 0,81 10-573 0 0,-19-1-55 0 0,392 25-1452 0 0,-217-18 1054 0 0,-191-15 299 0 0,-53-6-97 0 0,-73-8 127 0 0,-334-11 475 0 0,413 23-290 0 0,-8 0-14 0 0,7 0-37 0 0,10 1 32 0 0,166 15-508 0 0,298 37-2432 0 0,-388-44 2722 0 0,-79-9 208 0 0,-12 0 60 0 0,-148-5 1360 0 0,-198 21-1 0 0,383-8-1250 0 0,25 3-390 0 0,461 56 136 0 0,-510-66 101 0 0,-6-2-18 0 0,-21-3-11 0 0,-40-2 38 0 0,-108 11-278 0 0,236 18 370 0 0,-7-12-195 0 0,-13-1-139 0 0,1-2 0 0 0,65 2 0 0 0,-109-10 51 0 0,-11-1-419 0 0,-44-2 912 0 0,0 3-1 0 0,-1 3 1 0 0,-84 13-1 0 0,34-3 1080 0 0,103-13-769 0 0,2 0-658 0 0,-1 0 1 0 0,1 0 0 0 0,0 0 0 0 0,-1-1 0 0 0,1 1 0 0 0,0 0 0 0 0,0 0 0 0 0,-1-1 0 0 0,1 1 0 0 0,0 0 0 0 0,0 0 0 0 0,0-1-1 0 0,-1 1 1 0 0,1 0 0 0 0,0-1 0 0 0,0 1 0 0 0,0 0 0 0 0,0-1 0 0 0,0 1 0 0 0,0 0 0 0 0,0-1 0 0 0,0 1 0 0 0,-1 0 0 0 0,1-1-1 0 0,0 1 1 0 0,0 0 0 0 0,1-1 0 0 0,-1 1 0 0 0,0 0 0 0 0,0-1 0 0 0,0 1 0 0 0,0 0 0 0 0,0-1 0 0 0,0 1 0 0 0,0 0-1 0 0,0 0 1 0 0,1-1 0 0 0,-1 1 0 0 0,0 0 0 0 0,0-1 0 0 0,0 1 0 0 0,1 0 0 0 0,-1 0 0 0 0,0-1 0 0 0,0 1 0 0 0,1 0 0 0 0,-1 0-1 0 0,14-18 121 0 0,-7 13-68 0 0,28-21-50 0 0,44-23 1 0 0,-11 15-1419 0 0,-70 34 1390 0 0,0 0 0 0 0,-1-1 0 0 0,1 0 0 0 0,0 1 0 0 0,-1-1 0 0 0,1 0 0 0 0,0 0 0 0 0,0-1 0 0 0,-3-1 0 0 0,-12-2 39 0 0,0 1 0 0 0,-1 1-1 0 0,1 0 1 0 0,0 1 0 0 0,-1 1 0 0 0,0 1 0 0 0,-27 2 0 0 0,7 0 326 0 0,-52-4 949 0 0,87 2-979 0 0,15 0-465 0 0,227 12-843 0 0,24 1-1057 0 0,-250-16 1547 0 0,-21-3-12 0 0,-18-3 291 0 0,-21-1 373 0 0,-1 1 0 0 0,-92-3-1 0 0,51 5 253 0 0,-213-12 1192 0 0,299 19-1583 0 0,13-1-498 0 0,86-1-1560 0 0,132 13 0 0 0,8 0-396 0 0,-233-11 2888 0 0,-12-2-372 0 0,-24-7 288 0 0,0 2 1 0 0,-1 1 0 0 0,-38-1 0 0 0,-109 2 1892 0 0,177 5-2170 0 0,-19-7-706 0 0,24 5-291 0 0,17-3 1018 0 0,7 0-614 0 0,0 1 1 0 0,0 1-1 0 0,0 1 0 0 0,39 2 1 0 0,15-1-310 0 0,57-6-513 0 0,-133 7 1257 0 0,8 0-30 0 0,-7-1 184 0 0,-12 0 379 0 0,-74-5-129 0 0,-487-22 4469 0 0,736 50-5270 0 0,114 13-1795 0 0,-168-19 1454 0 0,-346-34 2610 0 0,-721-22 4268 0 0,858 38-6623 0 0,92 2 432 0 0,-20-1-727 0 0,11 0-2877 0 0,22 0 3496 0 0,70-5-775 0 0,62 17-504 0 0,99 3 1161 0 0,-238-14 381 0 0,9 1-5 0 0,-7 0-85 0 0,-9 0-285 0 0,-375-17 3450 0 0,844 44-7236 0 0,-405-19 3670 0 0,38 1-99 0 0,-95-10 558 0 0,1 0-3 0 0,9 1 9 0 0,-9-1-16 0 0,-12-2 24 0 0,-60-12 899 0 0,0 3 1 0 0,-84-2 0 0 0,50 6 360 0 0,100 6-1212 0 0,-1 1-33 0 0,-11 0-58 0 0,11 0-27 0 0,14-1-1614 0 0,174-10-155 0 0,-60 6 2037 0 0,-126 4-203 0 0,0 0-1 0 0,1 1 1 0 0,-1-1 0 0 0,0 0 0 0 0,0 0 0 0 0,1 0 0 0 0,-1 0 0 0 0,0-1 0 0 0,1 1-1 0 0,0 0 1 0 0,-1 0 0 0 0,0-2 0 0 0,-4-2 12 0 0,-2 1 21 0 0,0 1 0 0 0,0 0 0 0 0,0 1 1 0 0,-1 0-1 0 0,1 0 0 0 0,-1 1 0 0 0,1 0 0 0 0,-15 1 1 0 0,-9-3 231 0 0,-148-6 1451 0 0,176 9-1599 0 0,0 0 22 0 0,-8 1-143 0 0,16 0 374 0 0,269 28-1526 0 0,-45-2-479 0 0,-213-25 1088 0 0,-41-4 509 0 0,-59-5 287 0 0,-315-30 3059 0 0,351 37-2727 0 0,45 0-293 0 0,-9-1-101 0 0,9 1-207 0 0,12-1-82 0 0,193 2-1469 0 0,-23 2 327 0 0,-175-3 1149 0 0,1-1-133 0 0,8 0 37 0 0,-27 0-41 0 0,-20 1 173 0 0,-111-5 1282 0 0,-176 2 2383 0 0,295 4-3546 0 0,0 1-1 0 0,0 2 0 0 0,-28 7 1 0 0,53-11-116 0 0,9 2-1656 0 0,6 2 1500 0 0,-1-2 0 0 0,1 1 0 0 0,24 0 0 0 0,-34-3 76 0 0,31 1 19 0 0,-350 9 4721 0 0,313-10-4504 0 0,-3 0-4 0 0,-3 1-19 0 0,13 0-635 0 0,239-7-3467 0 0,-170 1 2401 0 0,-70 5 1505 0 0,-11-2-45 0 0,-29-6 565 0 0,0 2 1 0 0,0 2-1 0 0,-1 2 1 0 0,0 1-1 0 0,-63 7 1 0 0,-19-2 1385 0 0,246-22-3678 0 0,-17 12-396 0 0,-109 6 2266 0 0,0-1-1 0 0,-1 1 1 0 0,1 0-1 0 0,0 0 1 0 0,0 0-1 0 0,0 0 1 0 0,0 0-1 0 0,0 0 1 0 0,0 0-1 0 0,0-1 1 0 0,0 1-1 0 0,0 0 1 0 0,0 0-1 0 0,0 0 1 0 0,0 0-1 0 0,0 0 1 0 0,0 0-1 0 0,0-1 1 0 0,0 1-1 0 0,1 0 1 0 0,-1 0-1 0 0,0 0 1 0 0,0 0-1 0 0,0 0 1 0 0,0 0-1 0 0,0 0 1 0 0,0 0-1 0 0,0 0 1 0 0,0-1-1 0 0,0 1 1 0 0,0 0-1 0 0,0 0 1 0 0,0 0-1 0 0,1 0 1 0 0,-1 0-1 0 0,0 0 1 0 0,0 0-1 0 0,0 0 1 0 0,0 0-1 0 0,0 0 1 0 0,0 0-1 0 0,0 0 1 0 0,1 0-1 0 0,-1 0 1 0 0,0 0-1 0 0,0 0 1 0 0,0 0 0 0 0,0 0-1 0 0,0 0 1 0 0,0 0-1 0 0,0 0 1 0 0,1 0-1 0 0,-1 0 1 0 0,-17-9-156 0 0,-21-5 183 0 0,-116-26 207 0 0,154 40-216 0 0,0 0 0 0 0,-1 0 0 0 0,1 0 0 0 0,0 0-1 0 0,-1 0 1 0 0,1 0 0 0 0,0 0 0 0 0,-1-1 0 0 0,1 1 0 0 0,0 0 0 0 0,-1 0 0 0 0,1 0 0 0 0,0 0 0 0 0,0-1 0 0 0,-1 1 0 0 0,1 0 0 0 0,0 0 0 0 0,-1 0 0 0 0,1-1 0 0 0,0 1 0 0 0,0 0 0 0 0,0-1 0 0 0,-1 1 0 0 0,1 0 0 0 0,0 0 0 0 0,0-1-1 0 0,0 1 1 0 0,0 0 0 0 0,0-1 0 0 0,-1 1 0 0 0,1 0 0 0 0,0-1 0 0 0,0 1 0 0 0,0 0 0 0 0,0-1 0 0 0,0 0 0 0 0,11-9 44 0 0,28-9 82 0 0,-32 17-55 0 0,14-7-32 0 0,-19 8 459 0 0,-2 3-472 0 0,-1 1 0 0 0,1-1 0 0 0,-1 1 0 0 0,0-1 1 0 0,0 1-1 0 0,0-1 0 0 0,-1 1 0 0 0,1-1 0 0 0,0 0 0 0 0,-1 0 0 0 0,-2 4 1 0 0,1-4 36 0 0,1 1 1 0 0,0 0 0 0 0,0 0 0 0 0,0 0 0 0 0,1 1 0 0 0,-1-1-1 0 0,1 0 1 0 0,-1 1 0 0 0,0 3 0 0 0,2-2 56 0 0,0 0 1 0 0,0 0 0 0 0,0-1-1 0 0,0 1 1 0 0,1 0-1 0 0,0-1 1 0 0,0 1 0 0 0,0-1-1 0 0,0 1 1 0 0,1-1-1 0 0,0 0 1 0 0,0 1 0 0 0,4 5-1 0 0,0-1 47 0 0,0 0-1 0 0,1 0 1 0 0,1 0-1 0 0,-1-1 0 0 0,14 11 1 0 0,-3-5-20 0 0,1 0 0 0 0,0-2 1 0 0,1 0-1 0 0,0-1 0 0 0,25 9 0 0 0,-28-14-372 0 0,0-1-1 0 0,0 0 0 0 0,0-2 1 0 0,1 0-1 0 0,-1-1 0 0 0,1-1 1 0 0,-1 0-1 0 0,1-2 0 0 0,0 0 1 0 0,-1 0-1 0 0,1-2 1 0 0,-1 0-1 0 0,31-11 0 0 0,-45 13 22 0 0,7-1-68 0 0,0-1 1 0 0,0 2-1 0 0,0 0 0 0 0,14 0 0 0 0,38 4-814 0 0,71 12 0 0 0,12 2-1105 0 0,-64-12 2601 0 0,-80-5-482 0 0,-10 0-591 0 0,-206-4 1595 0 0,-17-1 3404 0 0,411 32-2815 0 0,-152-23-1679 0 0,158 23 59 0 0,-149-24-1397 0 0,0-1 0 0 0,0-2 1 0 0,40-4-1 0 0,-68 2-602 0 0,1 1 0 0 0,-1-1 0 0 0,1-1 0 0 0,13-6 0 0 0,-5 3-849 0 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30:03.222"/>
    </inkml:context>
    <inkml:brush xml:id="br0">
      <inkml:brushProperty name="width" value="0.035" units="cm"/>
      <inkml:brushProperty name="height" value="0.035" units="cm"/>
      <inkml:brushProperty name="color" value="#66CC00"/>
    </inkml:brush>
  </inkml:definitions>
  <inkml:trace contextRef="#ctx0" brushRef="#br0">150 44 1932 0 0,'0'0'7130'0'0,"-5"-12"5819"0"0,-26 27-11159 0 0,-54 37 0 0 0,83-50-1593 0 0,-17 11 879 0 0,12-4 389 0 0,7-9-1426 0 0,0 0 0 0 0,0 0-1 0 0,0 0 1 0 0,0 0 0 0 0,0 0 0 0 0,0 0 0 0 0,0 0 0 0 0,0 0 0 0 0,0 0-1 0 0,0 0 1 0 0,0 0 0 0 0,1 0 0 0 0,-1 0 0 0 0,0 0 0 0 0,0 0 0 0 0,0 0-1 0 0,0 1 1 0 0,0-1 0 0 0,0 0 0 0 0,0 0 0 0 0,0 0 0 0 0,0 0 0 0 0,0 0-1 0 0,0 0 1 0 0,0 0 0 0 0,0 0 0 0 0,0 0 0 0 0,1 0 0 0 0,-1 0-1 0 0,0 0 1 0 0,0 0 0 0 0,0 0 0 0 0,0 0 0 0 0,0 0 0 0 0,0 0 0 0 0,0 1-1 0 0,0-1 1 0 0,0 0 0 0 0,0 0 0 0 0,0 0 0 0 0,0 0 0 0 0,0 0 0 0 0,0 0-1 0 0,0 0 1 0 0,0 0 0 0 0,0 0 0 0 0,0 0 0 0 0,0 0 0 0 0,0 0 0 0 0,0 1-1 0 0,0-1 1 0 0,0 0 0 0 0,0 0 0 0 0,0 0 0 0 0,0 0 0 0 0,0 0 0 0 0,0 0-1 0 0,0 0 1 0 0,-1 0 0 0 0,9-2-43 0 0,1-1 10 0 0,-1 0 0 0 0,1-1 1 0 0,-1 0-1 0 0,0 0 1 0 0,0-1-1 0 0,-1 1 0 0 0,8-7 1 0 0,46-32-375 0 0,-59 42 348 0 0,22-15-284 0 0,-22 14 271 0 0,0 0 1 0 0,0 1-1 0 0,0-1 0 0 0,0 0 1 0 0,1 1-1 0 0,-1-1 1 0 0,0 1-1 0 0,1 0 1 0 0,4-2-1 0 0,7-3 2596 0 0,-8 3-4618 0 0</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40.786"/>
    </inkml:context>
    <inkml:brush xml:id="br0">
      <inkml:brushProperty name="width" value="0.035" units="cm"/>
      <inkml:brushProperty name="height" value="0.035" units="cm"/>
      <inkml:brushProperty name="color" value="#66CC00"/>
    </inkml:brush>
  </inkml:definitions>
  <inkml:trace contextRef="#ctx0" brushRef="#br0">1851 329 4996 0 0,'4'-1'1899'0'0,"105"-24"14195"0"0,-106 24-15125 0 0,0 0-246 0 0,25-5 2783 0 0,-17 1-1355 0 0,-13-2 19 0 0,-3 1-2087 0 0,-30-19 93 0 0,-52-19-176 0 0,-184-62 0 0 0,207 83 0 0 0,2 4 0 0 0,-1 2 0 0 0,0 3 0 0 0,-1 2 0 0 0,-1 4 0 0 0,1 2 0 0 0,-1 3 0 0 0,0 3 0 0 0,0 3 0 0 0,-84 15 0 0 0,4 9 0 0 0,1 7 0 0 0,-275 102 0 0 0,313-88 0 0 0,101-45 0 0 0,7-2 0 0 0,47-8-1394 0 0,-39 2-733 0 0,4 1-2801 0 0,6-1-3563 0 0,8-1-2884 0 0,-7 1 8363 0 0</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42.058"/>
    </inkml:context>
    <inkml:brush xml:id="br0">
      <inkml:brushProperty name="width" value="0.035" units="cm"/>
      <inkml:brushProperty name="height" value="0.035" units="cm"/>
      <inkml:brushProperty name="color" value="#66CC00"/>
    </inkml:brush>
  </inkml:definitions>
  <inkml:trace contextRef="#ctx0" brushRef="#br0">2077 203 3612 0 0,'0'0'1104'0'0,"11"-16"9973"0"0,-12 15-10938 0 0,1-1 1 0 0,0 1-1 0 0,-1 0 1 0 0,1-1-1 0 0,-1 1 0 0 0,0 0 1 0 0,1-1-1 0 0,-1 1 1 0 0,0 0-1 0 0,0 0 1 0 0,1 0-1 0 0,-1 0 0 0 0,0 0 1 0 0,0 0-1 0 0,-1 0 1 0 0,1 0-1 0 0,0 0 1 0 0,0 0-1 0 0,0 0 0 0 0,0 1 1 0 0,-1-1-1 0 0,-1 0 1 0 0,-33-13 1532 0 0,29 12-1417 0 0,-374-90 7926 0 0,309 77-7367 0 0,-21-1-107 0 0,0 4 1 0 0,-2 4-1 0 0,-111 6 0 0 0,-282 46-691 0 0,157 12-16 0 0,300-49 0 0 0,33-7 0 0 0,-5 1 0 0 0,-85 11 0 0 0,68-9 0 0 0,-4-1 0 0 0,5-1 0 0 0,-1 0 0 0 0,1 2 0 0 0,1 0 0 0 0,2-1 0 0 0,8 0-151 0 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43.643"/>
    </inkml:context>
    <inkml:brush xml:id="br0">
      <inkml:brushProperty name="width" value="0.035" units="cm"/>
      <inkml:brushProperty name="height" value="0.035" units="cm"/>
      <inkml:brushProperty name="color" value="#66CC00"/>
    </inkml:brush>
  </inkml:definitions>
  <inkml:trace contextRef="#ctx0" brushRef="#br0">675 636 1800 0 0,'-5'-11'20582'0'0,"9"-2"-20136"0"0,0-1 0 0 0,0 0-1 0 0,1 1 1 0 0,1 0 0 0 0,13-22 0 0 0,3-10 88 0 0,111-278 1021 0 0,-110 261-1278 0 0,-22 60-228 0 0,13-29 90 0 0,-4 9-94 0 0,-9 19 30 0 0,12-18 236 0 0,-8 9 379 0 0,-5 12-673 0 0,0 0 1 0 0,0 0-1 0 0,0 0 0 0 0,0 0 1 0 0,0 0-1 0 0,0 0 1 0 0,0 0-1 0 0,0 1 0 0 0,-1-1 1 0 0,1 0-1 0 0,0 0 1 0 0,0 0-1 0 0,0 0 0 0 0,0 0 1 0 0,0 0-1 0 0,0 0 0 0 0,0 0 1 0 0,0 0-1 0 0,0 0 1 0 0,-1 0-1 0 0,1 0 0 0 0,0 0 1 0 0,0 0-1 0 0,0 0 0 0 0,0 0 1 0 0,0 0-1 0 0,0 0 1 0 0,0 0-1 0 0,-1 0 0 0 0,1 0 1 0 0,0 0-1 0 0,0 0 1 0 0,0 0-1 0 0,0 0 0 0 0,0 0 1 0 0,0 0-1 0 0,0 0 0 0 0,-1 0 1 0 0,1 0-1 0 0,0 0 1 0 0,0 0-1 0 0,0 0 0 0 0,0 0 1 0 0,0 0-1 0 0,0 0 1 0 0,0 0-1 0 0,0-1 0 0 0,0 1 1 0 0,0 0-1 0 0,0 0 0 0 0,-1 0 1 0 0,1 0-1 0 0,0 0 1 0 0,0 0-1 0 0,0 0 0 0 0,0 0 1 0 0,0-1-1 0 0,0 1 0 0 0,0 0 1 0 0,0 0-1 0 0,0 0 1 0 0,0 0-1 0 0,0 0 0 0 0,0 0 1 0 0,0 0-1 0 0,0-1 1 0 0,0 1-1 0 0,0 0 0 0 0,0 0 1 0 0,-32 20 239 0 0,1 2 1 0 0,0 1 0 0 0,-44 45-1 0 0,-84 98 894 0 0,135-139-1019 0 0,-44 47 278 0 0,-198 208-315 0 0,134-139-95 0 0,44-34 0 0 0,79-96 0 0 0,3-1 0 0 0,0-3-171 0 0,4-7-797 0 0,8-6-5149 0 0,0-2 5788 0 0,34-22-19560 0 0,-27 21 16816 0 0</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45.372"/>
    </inkml:context>
    <inkml:brush xml:id="br0">
      <inkml:brushProperty name="width" value="0.035" units="cm"/>
      <inkml:brushProperty name="height" value="0.035" units="cm"/>
      <inkml:brushProperty name="color" value="#66CC00"/>
    </inkml:brush>
  </inkml:definitions>
  <inkml:trace contextRef="#ctx0" brushRef="#br0">799 0 1740 0 0,'0'0'18760'0'0,"6"4"-18161"0"0,15 10-19 0 0,-16-11-23 0 0,-5-1-383 0 0,1 1-1 0 0,0-1 1 0 0,0 0 0 0 0,0 0 0 0 0,0 0-1 0 0,0 0 1 0 0,1-1 0 0 0,-1 1 0 0 0,0 0-1 0 0,1 0 1 0 0,0-1 0 0 0,-1 1-1 0 0,1-1 1 0 0,0 1 0 0 0,0-1 0 0 0,2 2-1 0 0,32 18 1277 0 0,-35-20-1393 0 0,23 9 282 0 0,0-1 1 0 0,0-1-1 0 0,1-1 1 0 0,0-1 0 0 0,0-1-1 0 0,1-2 1 0 0,39 2-1 0 0,0 0-279 0 0,-63-4-55 0 0,92 9-1197 0 0,-90-9 1123 0 0,-2-1-154 0 0,9 1 219 0 0,-8-1 46 0 0,0 0-14 0 0,11 0-37 0 0,-11 0 322 0 0,-67 4 117 0 0,-118 22 1 0 0,29-3-34 0 0,97-17-194 0 0,-485 40 1015 0 0,425-42-1061 0 0,98-4-126 0 0,1 0 0 0 0,-32 7 0 0 0,46-7-100 0 0,-1 1 137 0 0,-52 3-28 0 0,52-4-23 0 0,0 1 19 0 0,-26 2 137 0 0,28-3-93 0 0,-20 4 709 0 0,11-3-3509 0 0,39-15-27297 0 0,-23 12 34617 0 0,3-2-7581 0 0</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49.062"/>
    </inkml:context>
    <inkml:brush xml:id="br0">
      <inkml:brushProperty name="width" value="0.035" units="cm"/>
      <inkml:brushProperty name="height" value="0.035" units="cm"/>
      <inkml:brushProperty name="color" value="#66CC00"/>
    </inkml:brush>
  </inkml:definitions>
  <inkml:trace contextRef="#ctx0" brushRef="#br0">465 455 7973 0 0,'4'-7'13609'0'0,"5"-6"-5270"0"0,5-9-3744 0 0,12-21-4822 0 0,12-17-3397 0 0,-17 26 5726 0 0,84-113-1952 0 0,-89 129-461 0 0,0-1 1 0 0,2 2 0 0 0,0 0-1 0 0,0 2 1 0 0,29-19-1 0 0,-44 32 174 0 0,0 1 0 0 0,0 0 0 0 0,0 0 0 0 0,0 0 0 0 0,0 0 0 0 0,0 0-1 0 0,1 1 1 0 0,-1 0 0 0 0,0-1 0 0 0,0 1 0 0 0,1 0 0 0 0,-1 1 0 0 0,0-1 0 0 0,0 0-1 0 0,0 1 1 0 0,1 0 0 0 0,-1 0 0 0 0,0 0 0 0 0,0 0 0 0 0,0 0 0 0 0,0 1 0 0 0,0-1 0 0 0,-1 1-1 0 0,1 0 1 0 0,0 0 0 0 0,-1 0 0 0 0,5 4 0 0 0,2 2-115 0 0,-1 0 0 0 0,0 1-1 0 0,-1 0 1 0 0,1 0 0 0 0,-2 1 0 0 0,8 12 0 0 0,-13-20 242 0 0,0 0 1 0 0,0 0 0 0 0,0 0-1 0 0,0 0 1 0 0,0 1-1 0 0,0-1 1 0 0,-1 0 0 0 0,1 1-1 0 0,-1-1 1 0 0,1 0 0 0 0,-1 1-1 0 0,0-1 1 0 0,0 1-1 0 0,0-1 1 0 0,0 0 0 0 0,-1 1-1 0 0,1-1 1 0 0,-1 1 0 0 0,1-1-1 0 0,-1 0 1 0 0,0 1-1 0 0,0-1 1 0 0,0 0 0 0 0,0 0-1 0 0,0 0 1 0 0,0 0 0 0 0,-1 0-1 0 0,1 0 1 0 0,-1 0-1 0 0,0 0 1 0 0,1-1 0 0 0,-1 1-1 0 0,0 0 1 0 0,0-1 0 0 0,0 0-1 0 0,0 1 1 0 0,-4 1-1 0 0,-8 4 107 0 0,-1 0-1 0 0,0-1 0 0 0,0 0 0 0 0,-26 5 1 0 0,16-4 56 0 0,-18 6 280 0 0,0 1 1 0 0,0 3-1 0 0,2 2 1 0 0,0 1 0 0 0,-57 39-1 0 0,-92 86 1651 0 0,155-118-1540 0 0,-1-2 0 0 0,-43 23 0 0 0,25-21-2205 0 0,0-6-3303 0 0,37-20 1386 0 0,14-2 2486 0 0,1 1 1 0 0,-1-1-1 0 0,1 0 1 0 0,0 0-1 0 0,-1 0 0 0 0,1 0 1 0 0,0 0-1 0 0,0-1 1 0 0,0 1-1 0 0,0-1 0 0 0,0 1 1 0 0,0-1-1 0 0,0 0 1 0 0,-1-2-1 0 0,-4-7-1471 0 0</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49.410"/>
    </inkml:context>
    <inkml:brush xml:id="br0">
      <inkml:brushProperty name="width" value="0.035" units="cm"/>
      <inkml:brushProperty name="height" value="0.035" units="cm"/>
      <inkml:brushProperty name="color" value="#66CC00"/>
    </inkml:brush>
  </inkml:definitions>
  <inkml:trace contextRef="#ctx0" brushRef="#br0">0 18 6265 0 0,'1'-1'606'0'0,"-1"0"1"0"0,0 0-1 0 0,0 1 1 0 0,0-1-1 0 0,1 0 1 0 0,-1 0-1 0 0,0 0 1 0 0,1 0-1 0 0,-1 1 1 0 0,1-1-1 0 0,-1 0 1 0 0,1 0-1 0 0,-1 1 1 0 0,1-1-1 0 0,0 0 1 0 0,-1 1-1 0 0,1-1 1 0 0,0 0-1 0 0,-1 1 1 0 0,1-1-1 0 0,0 1 1 0 0,0-1-1 0 0,1 1 1 0 0,4 24 5126 0 0,-4-13-6019 0 0,15 174 5720 0 0,-16-120-8942 0 0,0-3-5751 0 0,-2-44 5530 0 0,0 0 1 0 0,-1 0-1 0 0,-4 17 0 0 0,1-17 885 0 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50.812"/>
    </inkml:context>
    <inkml:brush xml:id="br0">
      <inkml:brushProperty name="width" value="0.035" units="cm"/>
      <inkml:brushProperty name="height" value="0.035" units="cm"/>
      <inkml:brushProperty name="color" value="#66CC00"/>
    </inkml:brush>
  </inkml:definitions>
  <inkml:trace contextRef="#ctx0" brushRef="#br0">1059 7 6277 0 0,'0'-2'4310'0'0,"8"-3"5388"0"0,-3 25-8069 0 0,-1 1-1 0 0,1 34 1 0 0,3 52 1126 0 0,-8-101-2705 0 0,-1 0 1 0 0,1 1-1 0 0,-1-1 1 0 0,-1 0-1 0 0,1 0 0 0 0,-1 0 1 0 0,0 0-1 0 0,0-1 1 0 0,-1 1-1 0 0,1 0 1 0 0,-2-1-1 0 0,1 0 0 0 0,0 1 1 0 0,-1-1-1 0 0,0-1 1 0 0,0 1-1 0 0,0 0 1 0 0,-1-1-1 0 0,0 0 0 0 0,0 0 1 0 0,0-1-1 0 0,-6 5 1 0 0,-1-2-18 0 0,0 0 0 0 0,0-1 0 0 0,-1 0 0 0 0,0 0 0 0 0,0-1 0 0 0,0-1 1 0 0,0-1-1 0 0,-1 0 0 0 0,1 0 0 0 0,-21-1 0 0 0,25-1-50 0 0,0 1 1 0 0,-1-2-1 0 0,1 1 0 0 0,0-2 1 0 0,0 1-1 0 0,-1-1 0 0 0,1 0 1 0 0,0-1-1 0 0,1 0 0 0 0,-1-1 1 0 0,1 0-1 0 0,-1 0 0 0 0,1 0 1 0 0,0-1-1 0 0,0-1 0 0 0,1 1 1 0 0,0-1-1 0 0,-7-8 0 0 0,12 12-120 0 0,1 0 0 0 0,0 0 0 0 0,-1-1 0 0 0,1 1-1 0 0,1 0 1 0 0,-1-1 0 0 0,0 1 0 0 0,0-1-1 0 0,1 0 1 0 0,0 1 0 0 0,-1-1 0 0 0,1 1 0 0 0,0-1-1 0 0,0 0 1 0 0,0 1 0 0 0,1-1 0 0 0,-1 1 0 0 0,1-1-1 0 0,-1 1 1 0 0,1-1 0 0 0,2-4 0 0 0,-1-2-276 0 0,0 6 214 0 0,-1 0 1 0 0,0 1 0 0 0,1-1 0 0 0,0 1-1 0 0,-1-1 1 0 0,1 1 0 0 0,0 0 0 0 0,0-1-1 0 0,1 1 1 0 0,-1 0 0 0 0,0 1-1 0 0,1-1 1 0 0,3-2 0 0 0,35-19-1517 0 0,-37 21 1603 0 0,9-3-281 0 0,0 0 0 0 0,0 0 0 0 0,0 2 0 0 0,15-3 0 0 0,-26 6 317 0 0,13 2-236 0 0,-15-2 317 0 0,1 0 1 0 0,-1 0-1 0 0,0-1 1 0 0,1 1-1 0 0,-1 0 1 0 0,1 1-1 0 0,-1-1 1 0 0,0 0 0 0 0,1 0-1 0 0,-1 0 1 0 0,0 0-1 0 0,1 0 1 0 0,-1 0-1 0 0,1 0 1 0 0,-1 1-1 0 0,0-1 1 0 0,1 0-1 0 0,-1 0 1 0 0,0 0 0 0 0,0 1-1 0 0,1-1 1 0 0,-1 0-1 0 0,0 1 1 0 0,1-1-1 0 0,-1 0 1 0 0,0 0-1 0 0,0 1 1 0 0,0-1-1 0 0,1 1 1 0 0,-1-1 0 0 0,0 0-1 0 0,0 1 1 0 0,0-1-1 0 0,0 0 1 0 0,0 1-1 0 0,0-1 1 0 0,1 1-1 0 0,-1-1 1 0 0,0 0 0 0 0,0 1-1 0 0,-6 7 165 0 0,1 0 0 0 0,-1-1 0 0 0,0 0-1 0 0,0 0 1 0 0,-1-1 0 0 0,0 1 0 0 0,-11 6 0 0 0,-68 43 1822 0 0,22-14-361 0 0,42-26-882 0 0,0-1 1 0 0,0-1-1 0 0,-2-1 0 0 0,0-1 1 0 0,0-1-1 0 0,-49 15 1 0 0,70-25-563 0 0,-24-5 564 0 0,22-1-680 0 0,0 0-1 0 0,0 0 0 0 0,0 0 0 0 0,1-1 0 0 0,0 0 0 0 0,0 0 1 0 0,0 0-1 0 0,1 0 0 0 0,0-1 0 0 0,0 1 0 0 0,-3-12 0 0 0,2 6-36 0 0,-1 1-1 0 0,-1-1 0 0 0,0 1 0 0 0,0 0 0 0 0,-10-13 0 0 0,9 18-15 0 0,1 1-1 0 0,-1 0 1 0 0,0 0-1 0 0,0 0 1 0 0,0 1-1 0 0,-1 0 1 0 0,0 0 0 0 0,0 1-1 0 0,0 0 1 0 0,0 0-1 0 0,0 1 1 0 0,0 0-1 0 0,-1 0 1 0 0,1 1-1 0 0,-1 0 1 0 0,0 1 0 0 0,1 0-1 0 0,-1 0 1 0 0,1 1-1 0 0,-1 0 1 0 0,-9 2-1 0 0,16-2 6 0 0,-6-1 97 0 0,1 1-1 0 0,0 1 1 0 0,0 0-1 0 0,0 0 1 0 0,0 0-1 0 0,0 1 1 0 0,0 0-1 0 0,-8 5 1 0 0,0 2-34 0 0,0 2-70 0 0,2 0-16 0 0,3 0 0 0 0,3 1 0 0 0,5 5 0 0 0,11-2 0 0 0,7-10 0 0 0,6-6 0 0 0,33-8-1186 0 0,-12-7-3460 0 0,-31 9 1600 0 0,0-1 0 0 0,0-1 1 0 0,-1 0-1 0 0,0 0 0 0 0,0-1 0 0 0,12-13 0 0 0,-13 12 863 0 0,3-3-688 0 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51.161"/>
    </inkml:context>
    <inkml:brush xml:id="br0">
      <inkml:brushProperty name="width" value="0.035" units="cm"/>
      <inkml:brushProperty name="height" value="0.035" units="cm"/>
      <inkml:brushProperty name="color" value="#66CC00"/>
    </inkml:brush>
  </inkml:definitions>
  <inkml:trace contextRef="#ctx0" brushRef="#br0">1 58 7557 0 0,'13'-2'13006'0'0,"20"-3"-8302"0"0,19-4-6467 0 0,20-9-6952 0 0,-25 0-2034 0 0,-32 13 7825 0 0</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51.506"/>
    </inkml:context>
    <inkml:brush xml:id="br0">
      <inkml:brushProperty name="width" value="0.035" units="cm"/>
      <inkml:brushProperty name="height" value="0.035" units="cm"/>
      <inkml:brushProperty name="color" value="#66CC00"/>
    </inkml:brush>
  </inkml:definitions>
  <inkml:trace contextRef="#ctx0" brushRef="#br0">1 2 9521 0 0,'0'0'7301'0'0,"33"4"-3869"0"0,-7-6-2164 0 0,-5-1-532 0 0,-3 3-500 0 0,2 0-564 0 0,0 0-468 0 0,-3 1-300 0 0,3 1-256 0 0,-2 0-2581 0 0,-6-2-59 0 0,-2 1 428 0 0</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51.920"/>
    </inkml:context>
    <inkml:brush xml:id="br0">
      <inkml:brushProperty name="width" value="0.035" units="cm"/>
      <inkml:brushProperty name="height" value="0.035" units="cm"/>
      <inkml:brushProperty name="color" value="#66CC00"/>
    </inkml:brush>
  </inkml:definitions>
  <inkml:trace contextRef="#ctx0" brushRef="#br0">3 3 8097 0 0,'-1'2'13061'0'0,"0"9"-3868"0"0,18-11-8187 0 0,-9-1-1106 0 0,1 0 1 0 0,-1 1-1 0 0,0 0 1 0 0,1 1-1 0 0,16 3 0 0 0,-9 1-173 0 0,9-1-5246 0 0,-23-3 4652 0 0,0-1 0 0 0,0 0-1 0 0,0 1 1 0 0,0-1 0 0 0,0 0 0 0 0,-1-1 0 0 0,1 1 0 0 0,0 0 0 0 0,0 0 0 0 0,0-1 0 0 0,0 1-1 0 0,0-1 1 0 0,0 0 0 0 0,-1 0 0 0 0,1 1 0 0 0,0-1 0 0 0,-1 0 0 0 0,1 0 0 0 0,0-1 0 0 0,-1 1-1 0 0,1 0 1 0 0,-1 0 0 0 0,0-1 0 0 0,3-2 0 0 0,2-6-1870 0 0</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53.327"/>
    </inkml:context>
    <inkml:brush xml:id="br0">
      <inkml:brushProperty name="width" value="0.035" units="cm"/>
      <inkml:brushProperty name="height" value="0.035" units="cm"/>
      <inkml:brushProperty name="color" value="#66CC00"/>
    </inkml:brush>
  </inkml:definitions>
  <inkml:trace contextRef="#ctx0" brushRef="#br0">709 6 4676 0 0,'1'-1'373'0'0,"-1"1"-1"0"0,1-1 0 0 0,0 1 1 0 0,0-1-1 0 0,0 1 0 0 0,-1 0 1 0 0,1-1-1 0 0,0 1 0 0 0,0 0 1 0 0,0-1-1 0 0,0 1 0 0 0,0 0 1 0 0,0 0-1 0 0,0 0 0 0 0,0 0 1 0 0,0 0-1 0 0,0 0 0 0 0,-1 0 1 0 0,1 0-1 0 0,0 0 0 0 0,0 0 1 0 0,2 1-1 0 0,16 16 4861 0 0,13 38-429 0 0,-23-37-3417 0 0,-7-13-1197 0 0,0 0 1 0 0,0 1-1 0 0,0-1 0 0 0,0 1 0 0 0,-1 0 1 0 0,0-1-1 0 0,0 1 0 0 0,0 0 0 0 0,-1 0 0 0 0,0-1 1 0 0,0 1-1 0 0,-1 0 0 0 0,1 0 0 0 0,-1-1 0 0 0,0 1 1 0 0,-1 0-1 0 0,0-1 0 0 0,1 1 0 0 0,-2-1 0 0 0,1 0 1 0 0,-1 1-1 0 0,1-1 0 0 0,-1 0 0 0 0,-5 5 0 0 0,-5 7 54 0 0,0 0 0 0 0,-2-2 0 0 0,1 0 0 0 0,-2 0 0 0 0,-22 15 1 0 0,29-23-181 0 0,-1-1 1 0 0,-1 0 0 0 0,1 0 0 0 0,-1-1 0 0 0,0-1 0 0 0,0 0 0 0 0,0 0 0 0 0,-1-1 0 0 0,1-1 0 0 0,-1 0 0 0 0,0 0 0 0 0,-12-1 0 0 0,19-1-115 0 0,1 0 0 0 0,0 0 0 0 0,0-1 0 0 0,-1 0-1 0 0,1 0 1 0 0,0 0 0 0 0,0 0 0 0 0,0-1 0 0 0,0 1 0 0 0,1-1 0 0 0,-1 0-1 0 0,0 0 1 0 0,1-1 0 0 0,-1 1 0 0 0,1-1 0 0 0,0 1 0 0 0,-1-1 0 0 0,1 0-1 0 0,1 0 1 0 0,-1-1 0 0 0,0 1 0 0 0,1-1 0 0 0,0 1 0 0 0,0-1 0 0 0,0 0-1 0 0,0 0 1 0 0,0 1 0 0 0,1-1 0 0 0,0-1 0 0 0,0 1 0 0 0,0 0-1 0 0,-1-5 1 0 0,-2-6-192 0 0,3 12 74 0 0,-1-21-812 0 0,2 19 620 0 0,1-1-1 0 0,1 1 0 0 0,-1-1 1 0 0,1 1-1 0 0,0 0 1 0 0,0 0-1 0 0,1-1 0 0 0,5-7 1 0 0,-7 11 116 0 0,1 1 150 0 0,0-1 1 0 0,0 1 0 0 0,0 0 0 0 0,0-1-1 0 0,0 1 1 0 0,0 0 0 0 0,1 0 0 0 0,-1 1-1 0 0,0-1 1 0 0,1 0 0 0 0,-1 1 0 0 0,4-1 0 0 0,-2 1 33 0 0,0-1 0 0 0,0 1 0 0 0,0 0 1 0 0,0 0-1 0 0,0 0 0 0 0,-1 1 1 0 0,1 0-1 0 0,0-1 0 0 0,0 1 0 0 0,0 1 1 0 0,0-1-1 0 0,-1 0 0 0 0,1 1 1 0 0,0 0-1 0 0,5 4 0 0 0,-7-5 18 0 0,-2 0 38 0 0,1 0 0 0 0,-1 0 0 0 0,1 1 0 0 0,-1-1 1 0 0,0 0-1 0 0,1 0 0 0 0,-1 0 0 0 0,0 1 0 0 0,0-1 0 0 0,0 0 0 0 0,0 0 0 0 0,0 0 0 0 0,0 1 0 0 0,0-1 0 0 0,0 0 0 0 0,0 0 0 0 0,-1 1 1 0 0,1-1-1 0 0,0 0 0 0 0,-1 0 0 0 0,1 0 0 0 0,-1 0 0 0 0,1 0 0 0 0,-2 2 0 0 0,-10 8 466 0 0,0 0 0 0 0,-1 0 0 0 0,-1-2 0 0 0,1 1 0 0 0,-2-2-1 0 0,1 0 1 0 0,-1-1 0 0 0,-31 11 0 0 0,-11 0 2368 0 0,-66 11 0 0 0,119-28-2766 0 0,-27 6-64 0 0,23-6 0 0 0,-17 2 0 0 0,-16 1 0 0 0,18-3 0 0 0,-11-7 1117 0 0,17-5-7764 0 0,16 9 5404 0 0,0 0 0 0 0,0 0 0 0 0,0 1 0 0 0,0-1 0 0 0,0 0 1 0 0,1 0-1 0 0,-1 0 0 0 0,1 0 0 0 0,-1 0 0 0 0,1 1 0 0 0,0-1 1 0 0,0 0-1 0 0,0-4 0 0 0,-1-4-521 0 0,1 7-1523 0 0</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54.188"/>
    </inkml:context>
    <inkml:brush xml:id="br0">
      <inkml:brushProperty name="width" value="0.035" units="cm"/>
      <inkml:brushProperty name="height" value="0.035" units="cm"/>
      <inkml:brushProperty name="color" value="#66CC00"/>
    </inkml:brush>
  </inkml:definitions>
  <inkml:trace contextRef="#ctx0" brushRef="#br0">950 5 5917 0 0,'-3'-5'18956'0'0,"14"21"-18663"0"0,0 0-1 0 0,-2 1 1 0 0,0 0-1 0 0,6 18 1 0 0,-13-30-278 0 0,0 1 0 0 0,-1-1-1 0 0,1 0 1 0 0,-1 1 0 0 0,-1-1 0 0 0,1 1-1 0 0,-1 0 1 0 0,0-1 0 0 0,0 1 0 0 0,-1-1-1 0 0,1 1 1 0 0,-1-1 0 0 0,0 1 0 0 0,-1-1-1 0 0,1 1 1 0 0,-1-1 0 0 0,0 0 0 0 0,-1 0-1 0 0,-3 7 1 0 0,-11 15 206 0 0,0-1 0 0 0,-2 0-1 0 0,0-2 1 0 0,-2 0 0 0 0,-1-1 0 0 0,-1-1-1 0 0,0-1 1 0 0,-29 18 0 0 0,50-37-190 0 0,0 0 1 0 0,0-1-1 0 0,-1 0 1 0 0,1 1-1 0 0,-1-1 1 0 0,1 0-1 0 0,-1 0 0 0 0,1 0 1 0 0,-1-1-1 0 0,0 1 1 0 0,1-1-1 0 0,-1 1 1 0 0,0-1-1 0 0,1 0 0 0 0,-1 0 1 0 0,0 0-1 0 0,0 0 1 0 0,1-1-1 0 0,-5 0 1 0 0,4-1-54 0 0,1 1 0 0 0,0-1 0 0 0,-1 1 0 0 0,1-1 0 0 0,0 0 0 0 0,0 1 0 0 0,0-1 1 0 0,0 0-1 0 0,1 0 0 0 0,-1-1 0 0 0,0 1 0 0 0,1 0 0 0 0,0-1 0 0 0,-1 1 0 0 0,1-1 1 0 0,-1-2-1 0 0,-4-14-358 0 0,2 1 1 0 0,0-1 0 0 0,0 0-1 0 0,0-31 1 0 0,1 17-107 0 0,2 20 323 0 0,-16-67-837 0 0,16 76 994 0 0,0 1 0 0 0,0 0-1 0 0,0 0 1 0 0,0 0 0 0 0,-1 0 0 0 0,1 0 0 0 0,-1 0-1 0 0,1 1 1 0 0,-5-6 0 0 0,-10 1 110 0 0,14 7-86 0 0,-1-1 251 0 0,-2 4-97 0 0,-15 12 670 0 0,0 1 1 0 0,0 1 0 0 0,-31 36-1 0 0,-50 73 2418 0 0,41-50-2953 0 0,25-34-307 0 0,-54 52 0 0 0,71-77 0 0 0,-2-1 0 0 0,0-2 0 0 0,-1 0 0 0 0,-1-1 0 0 0,-42 19 0 0 0,49-27 0 0 0,0-3-29 0 0,11-1-524 0 0,4-1 315 0 0,-1 0 1 0 0,1 0-1 0 0,0 0 0 0 0,-1 0 1 0 0,1 0-1 0 0,-1 0 1 0 0,1 0-1 0 0,0 0 0 0 0,-1 0 1 0 0,1-1-1 0 0,-1 1 1 0 0,1 0-1 0 0,0 0 0 0 0,-1 0 1 0 0,1 0-1 0 0,-1-1 1 0 0,1 1-1 0 0,0 0 0 0 0,-1 0 1 0 0,1-1-1 0 0,0 1 0 0 0,0 0 1 0 0,-1 0-1 0 0,1-1 1 0 0,0 1-1 0 0,0 0 0 0 0,-1-1 1 0 0,1 1-1 0 0,0-1 1 0 0,0 1-1 0 0,0 0 0 0 0,-1-1 1 0 0,1 1-1 0 0,0-1 0 0 0,4-17-9515 0 0,5 0 2755 0 0,-3 9 7568 0 0,10-8-3826 0 0,-1 5 265 0 0</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54.541"/>
    </inkml:context>
    <inkml:brush xml:id="br0">
      <inkml:brushProperty name="width" value="0.035" units="cm"/>
      <inkml:brushProperty name="height" value="0.035" units="cm"/>
      <inkml:brushProperty name="color" value="#66CC00"/>
    </inkml:brush>
  </inkml:definitions>
  <inkml:trace contextRef="#ctx0" brushRef="#br0">1 83 10741 0 0,'0'1'487'0'0,"0"0"0"0"0,0 0 0 0 0,-1 0 0 0 0,1 0 0 0 0,0 0 0 0 0,0 0 0 0 0,1 0 0 0 0,-1 0 0 0 0,0 0 0 0 0,0 0 0 0 0,0 0 1 0 0,1 0-1 0 0,-1 0 0 0 0,0 0 0 0 0,1 0 0 0 0,-1 0 0 0 0,1 0 0 0 0,-1 0 0 0 0,1-1 0 0 0,0 1 0 0 0,-1 0 0 0 0,1 0 0 0 0,1 0 0 0 0,24 11 4928 0 0,44-8-2655 0 0,-58-5-1899 0 0,74-3-1384 0 0,-1-12-4323 0 0,-70 12 2554 0 0,0-1 1 0 0,0-1-1 0 0,19-10 0 0 0,-23 10-404 0 0,-1-1 0 0 0,1 0-1 0 0,-1-1 1 0 0,16-16-1 0 0,-10 6-147 0 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54.877"/>
    </inkml:context>
    <inkml:brush xml:id="br0">
      <inkml:brushProperty name="width" value="0.035" units="cm"/>
      <inkml:brushProperty name="height" value="0.035" units="cm"/>
      <inkml:brushProperty name="color" value="#66CC00"/>
    </inkml:brush>
  </inkml:definitions>
  <inkml:trace contextRef="#ctx0" brushRef="#br0">669 1 6253 0 0,'-6'-1'900'0'0,"-1"1"1"0"0,1 0 0 0 0,0 1 0 0 0,-1-1-1 0 0,1 1 1 0 0,0 0 0 0 0,0 1 0 0 0,0-1-1 0 0,-7 4 1 0 0,1 0 109 0 0,1 0-1 0 0,0 1 0 0 0,1 1 1 0 0,-12 8-1 0 0,-7 9 688 0 0,1 1 0 0 0,-25 30 1 0 0,46-48-1285 0 0,-136 157 3210 0 0,23-25-8172 0 0,57-73-3007 0 0,-5-2-4842 0 0,45-45 9338 0 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55.212"/>
    </inkml:context>
    <inkml:brush xml:id="br0">
      <inkml:brushProperty name="width" value="0.035" units="cm"/>
      <inkml:brushProperty name="height" value="0.035" units="cm"/>
      <inkml:brushProperty name="color" value="#66CC00"/>
    </inkml:brush>
  </inkml:definitions>
  <inkml:trace contextRef="#ctx0" brushRef="#br0">26 0 10125 0 0,'0'0'12298'0'0,"-3"5"-10444"0"0,-2 1-1833 0 0,-3 8 3643 0 0,-1 35 926 0 0,9-47-5928 0 0,18-30-16797 0 0,-7 0 8774 0 0,-7 8 6479 0 0</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55.574"/>
    </inkml:context>
    <inkml:brush xml:id="br0">
      <inkml:brushProperty name="width" value="0.035" units="cm"/>
      <inkml:brushProperty name="height" value="0.035" units="cm"/>
      <inkml:brushProperty name="color" value="#66CC00"/>
    </inkml:brush>
  </inkml:definitions>
  <inkml:trace contextRef="#ctx0" brushRef="#br0">0 45 9233 0 0,'90'-13'15311'0'0,"-17"2"-11100"0"0,2 3-6858 0 0,2-4-20537 0 0,-75 12 20472 0 0</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57.255"/>
    </inkml:context>
    <inkml:brush xml:id="br0">
      <inkml:brushProperty name="width" value="0.035" units="cm"/>
      <inkml:brushProperty name="height" value="0.035" units="cm"/>
      <inkml:brushProperty name="color" value="#66CC00"/>
    </inkml:brush>
  </inkml:definitions>
  <inkml:trace contextRef="#ctx0" brushRef="#br0">1038 57 8485 0 0,'20'-38'18465'0'0,"-18"32"-18287"0"0,-3-1 1328 0 0,-2 5 2495 0 0,-36-1-3858 0 0,29 8-161 0 0,4-2 25 0 0,-6 1-7 0 0,0 0 0 0 0,0 1 0 0 0,0 0 0 0 0,1 1 0 0 0,-1 0 0 0 0,1 1 0 0 0,1 0 0 0 0,-1 1 0 0 0,1 0 0 0 0,1 1 0 0 0,-1 0 0 0 0,1 0 0 0 0,-12 17 0 0 0,16-20 0 0 0,3-3 0 0 0,0 0 0 0 0,0 0 0 0 0,0 0 0 0 0,0 1 0 0 0,0-1 0 0 0,0 1 0 0 0,1-1 0 0 0,0 1 0 0 0,-1 3 0 0 0,1-5 0 0 0,0 1 0 0 0,0-1 0 0 0,1 0 0 0 0,-1 0 0 0 0,1 0 0 0 0,0 1 0 0 0,-1-1 0 0 0,1 0 0 0 0,0 0 0 0 0,0 1 0 0 0,1-1 0 0 0,-1 0 0 0 0,0 0 0 0 0,1 0 0 0 0,-1 1 0 0 0,1-1 0 0 0,0 0 0 0 0,0 0 0 0 0,-1 0 0 0 0,2 0 0 0 0,-1 0 0 0 0,0 0 0 0 0,0 0 0 0 0,0 0 0 0 0,1-1 0 0 0,-1 1 0 0 0,4 2 0 0 0,1 0 0 0 0,-1 0 0 0 0,1 0 0 0 0,0-1 0 0 0,1 0 0 0 0,-1 0 0 0 0,9 3 0 0 0,-5-3 0 0 0,71 23-301 0 0,-25-11-1530 0 0,-55-14 2020 0 0,-7-1 67 0 0,-30 6 30 0 0,0 2-1 0 0,1 1 1 0 0,0 1-1 0 0,0 2 1 0 0,-38 19 0 0 0,-88 31-313 0 0,145-57 27 0 0,0 2 0 0 0,-8 4 0 0 0,15-10 0 0 0,-4-2 0 0 0,-8-2 0 0 0,21 3 0 0 0,-1 0 0 0 0,0 0 0 0 0,0 0 0 0 0,0 0 0 0 0,1 0 0 0 0,-1-1 0 0 0,0 1 0 0 0,0 0 0 0 0,1-1 0 0 0,-1 1 0 0 0,0 0 0 0 0,1-1 0 0 0,-1 1 0 0 0,0-1 0 0 0,1 1 0 0 0,-1-1 0 0 0,1 1 0 0 0,-1-1 0 0 0,1 1 0 0 0,-1-1 0 0 0,1 0 0 0 0,-1 1 0 0 0,1-1 0 0 0,-1 0 0 0 0,1 1 0 0 0,0-1 0 0 0,0 0 0 0 0,-1 0 0 0 0,1 1 0 0 0,0-1 0 0 0,0 0 0 0 0,0 0 0 0 0,0 1 0 0 0,-1-1 0 0 0,1-1 0 0 0,-1-5 0 0 0,-1 1 0 0 0,1-1 0 0 0,1 1 0 0 0,-1-1 0 0 0,1 0 0 0 0,0 0 0 0 0,0 1 0 0 0,1-1 0 0 0,0 0 0 0 0,0 1 0 0 0,5-13 0 0 0,-6 16 0 0 0,30-139-585 0 0,-16 70 452 0 0,-14 70 252 0 0,0 2-110 0 0,1 0 0 0 0,-1 0 0 0 0,0 0 0 0 0,0 0 0 0 0,0 0 1 0 0,0 0-1 0 0,0 0 0 0 0,1 0 0 0 0,-1 0 0 0 0,0-1 0 0 0,0 1 1 0 0,0 0-1 0 0,0 0 0 0 0,0 0 0 0 0,0 0 0 0 0,0 0 0 0 0,0 0 0 0 0,0-1 1 0 0,1 1-1 0 0,-1 0 0 0 0,0 0 0 0 0,0 0 0 0 0,0 0 0 0 0,0 0 1 0 0,0-1-1 0 0,0 1 0 0 0,0 0 0 0 0,0 0 0 0 0,0 0 0 0 0,0 0 1 0 0,0-1-1 0 0,0 1 0 0 0,0 0 0 0 0,0 0 0 0 0,0 0 0 0 0,0 0 1 0 0,0 0-1 0 0,-1-1 0 0 0,1 1 0 0 0,0 0 0 0 0,0 0 0 0 0,0 0 0 0 0,0 0 1 0 0,0 0-1 0 0,0-1 0 0 0,0 1 0 0 0,0 0 0 0 0,0 0 0 0 0,-1 0 1 0 0,1 0-1 0 0,0 0 0 0 0,0 0 0 0 0,0 0 0 0 0,0 0 0 0 0,0 0 1 0 0,-1 0-1 0 0,1-1 0 0 0,0 1 0 0 0,0 0 0 0 0,0 0 0 0 0,0 0 1 0 0,0 0-1 0 0,-1 0 0 0 0,1 0 0 0 0,-28 29-7 0 0,-45 58 0 0 0,48-55-2 0 0,-2 0 0 0 0,-42 39 0 0 0,40-46 138 0 0,7-5-630 0 0,0-2-1 0 0,0 0 0 0 0,-33 18 1 0 0,46-32-941 0 0,0 0 0 0 0,0 0 0 0 0,0-1 1 0 0,0 0-1 0 0,-14 2 0 0 0,15-3-857 0 0,-1-2 1 0 0,1 1-1 0 0,0-1 0 0 0,0 0 0 0 0,-1-1 1 0 0,1 0-1 0 0,-10-3 0 0 0,-8-3-686 0 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58.662"/>
    </inkml:context>
    <inkml:brush xml:id="br0">
      <inkml:brushProperty name="width" value="0.035" units="cm"/>
      <inkml:brushProperty name="height" value="0.035" units="cm"/>
      <inkml:brushProperty name="color" value="#66CC00"/>
    </inkml:brush>
  </inkml:definitions>
  <inkml:trace contextRef="#ctx0" brushRef="#br0">1034 30 5056 0 0,'6'-24'6674'0'0,"-6"24"-6460"0"0,0-1 0 0 0,0 1-1 0 0,0 0 1 0 0,1 0 0 0 0,-1-1 0 0 0,0 1-1 0 0,0 0 1 0 0,0-1 0 0 0,0 1-1 0 0,0 0 1 0 0,1 0 0 0 0,-1-1 0 0 0,0 1-1 0 0,0 0 1 0 0,0 0 0 0 0,1 0-1 0 0,-1-1 1 0 0,0 1 0 0 0,0 0 0 0 0,1 0-1 0 0,-1 0 1 0 0,0 0 0 0 0,0 0-1 0 0,1-1 1 0 0,-1 1 0 0 0,0 0 0 0 0,1 0-1 0 0,-1 0 1 0 0,0 0 0 0 0,0 0-1 0 0,1 0 1 0 0,-1 0 0 0 0,0 0 0 0 0,1 0-1 0 0,-1 0 1 0 0,0 0 0 0 0,1 0-1 0 0,10 25 12703 0 0,-7-2-12916 0 0,-1-3 0 0 0,0 12 0 0 0,-3-31 0 0 0,-6 49 0 0 0,-9 62 0 0 0,10-55 0 0 0,2-35 0 0 0,1-4 0 0 0,1-7 0 0 0,3-8 0 0 0,-1-1 0 0 0,1 0 0 0 0,-1 1 0 0 0,0-1 0 0 0,0 1 0 0 0,0 0 0 0 0,-1-1 0 0 0,1 1 0 0 0,-1 0 0 0 0,1-1 0 0 0,-1 1 0 0 0,0 0 0 0 0,0 3 0 0 0,3 12 0 0 0,3 0 0 0 0,-2-1 0 0 0,1-1 0 0 0,-3 0 0 0 0,-4 4 0 0 0,-2-2 0 0 0,3-14 0 0 0,-1 1 0 0 0,1-1 0 0 0,-1 0 0 0 0,-1 0 0 0 0,1 0 0 0 0,-1 0 0 0 0,1 0 0 0 0,-1-1 0 0 0,0 1 0 0 0,0-1 0 0 0,-1 0 0 0 0,1 0 0 0 0,-1 0 0 0 0,-6 5 0 0 0,4-4 0 0 0,-9 8 0 0 0,-4-1 0 0 0,-6 0 0 0 0,16-5 0 0 0,-11 6 0 0 0,-72 6 0 0 0,71-15 0 0 0,-1-3 0 0 0,-2-3 0 0 0,6-5 0 0 0,7-3 0 0 0,4-5 0 0 0,4-1 0 0 0,2 13-56 0 0,1 0 1 0 0,-1 0-1 0 0,1 0 1 0 0,0 0-1 0 0,0 0 0 0 0,0 1 1 0 0,0-1-1 0 0,1 0 1 0 0,2-7-1 0 0,-1 5-115 0 0,-1 3-97 0 0,7-20-909 0 0,-5 9 841 0 0,-3 14 359 0 0,0 0-1 0 0,0 0 0 0 0,0 0 0 0 0,0 0 0 0 0,0 0 1 0 0,0 0-1 0 0,-1 0 0 0 0,1 0 0 0 0,0 0 0 0 0,0 0 0 0 0,0 0 1 0 0,0 0-1 0 0,0 0 0 0 0,0 0 0 0 0,0 0 0 0 0,0 0 1 0 0,0 0-1 0 0,0 0 0 0 0,0 0 0 0 0,0 0 0 0 0,-1 0 0 0 0,1 0 1 0 0,0 0-1 0 0,0 0 0 0 0,0 0 0 0 0,0 0 0 0 0,0 0 1 0 0,0 0-1 0 0,0 0 0 0 0,0 0 0 0 0,0 0 0 0 0,0 0 0 0 0,0 0 1 0 0,0 0-1 0 0,0 0 0 0 0,0-1 0 0 0,0 1 0 0 0,0 0 0 0 0,0 0 1 0 0,0 0-1 0 0,0 0 0 0 0,0 0 0 0 0,0 0 0 0 0,0 0 1 0 0,-104 125 1486 0 0,30-57-1509 0 0,-14 6 0 0 0,77-64 0 0 0,1-2 0 0 0,-2-3 0 0 0,-5-20 0 0 0,13-6 0 0 0,16-87 0 0 0,-9 92 0 0 0,0 1 0 0 0,-2-1 0 0 0,0 1 0 0 0,-1-1 0 0 0,0 1 0 0 0,-1-1 0 0 0,-4-15 0 0 0,5 26 0 0 0,-1 1 0 0 0,1-1 0 0 0,-1 1 0 0 0,0-1 0 0 0,-1 1 0 0 0,1 0 0 0 0,-1 0 0 0 0,0-1 0 0 0,0 1 0 0 0,0 0 0 0 0,-5-6 0 0 0,3 4 0 0 0,2 3 0 0 0,-1-1 0 0 0,1 1 0 0 0,-1 0 0 0 0,1-1 0 0 0,-1 1 0 0 0,0 1 0 0 0,0-1 0 0 0,-1 0 0 0 0,1 1 0 0 0,-6-4 0 0 0,2 4 0 0 0,-1 0 0 0 0,0 0 0 0 0,1 0 0 0 0,-1 1 0 0 0,0 1 0 0 0,-10-1 0 0 0,1 0 0 0 0,-1 2 0 0 0,1 0 0 0 0,0 0 0 0 0,0 2 0 0 0,0 0 0 0 0,0 1 0 0 0,0 1 0 0 0,1 0 0 0 0,-1 1 0 0 0,1 1 0 0 0,1 1 0 0 0,0 0 0 0 0,-26 18 0 0 0,23-12 0 0 0,13-9 0 0 0,-6 9 0 0 0,2 0 0 0 0,3 0 0 0 0,6 1 0 0 0,10 0 0 0 0,-4-12 0 0 0,1 0 0 0 0,0-1 0 0 0,-1 0 0 0 0,1 0 0 0 0,0-1 0 0 0,0 1 0 0 0,0-2 0 0 0,0 1 0 0 0,0-1 0 0 0,9 0 0 0 0,4-2 40 0 0,1-1-1 0 0,-1-1 1 0 0,0-1 0 0 0,0 0 0 0 0,0-2-1 0 0,-1 0 1 0 0,0-1 0 0 0,0-1-1 0 0,17-11 1 0 0,-17 8-1269 0 0,0-1-1 0 0,-1 0 1 0 0,20-20-1 0 0,-1-9-5367 0 0,-8-2-3848 0 0,-16 12 3595 0 0,-9 16 3864 0 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59.013"/>
    </inkml:context>
    <inkml:brush xml:id="br0">
      <inkml:brushProperty name="width" value="0.035" units="cm"/>
      <inkml:brushProperty name="height" value="0.035" units="cm"/>
      <inkml:brushProperty name="color" value="#66CC00"/>
    </inkml:brush>
  </inkml:definitions>
  <inkml:trace contextRef="#ctx0" brushRef="#br0">0 33 7453 0 0,'0'0'6932'0'0,"32"-21"-4915"0"0,-17 19-277 0 0,5 0-172 0 0,4-2-320 0 0,1 3-388 0 0,6-1-664 0 0,-2 2-492 0 0,1 0-576 0 0,63 5-440 0 0,-62-5-1420 0 0,-5 0-1373 0 0,-1 0 313 0 0,-9 4 488 0 0,2-2 323 0 0</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4:59.363"/>
    </inkml:context>
    <inkml:brush xml:id="br0">
      <inkml:brushProperty name="width" value="0.035" units="cm"/>
      <inkml:brushProperty name="height" value="0.035" units="cm"/>
      <inkml:brushProperty name="color" value="#66CC00"/>
    </inkml:brush>
  </inkml:definitions>
  <inkml:trace contextRef="#ctx0" brushRef="#br0">1 23 9541 0 0,'0'0'15217'0'0,"42"5"-14613"0"0,-27-5-584 0 0,0 0-612 0 0,5-2-536 0 0,14 2-40 0 0,-13-2-3592 0 0,-6 1 479 0 0,3-4 421 0 0,-3 0 408 0 0,9-7-2457 0 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09.444"/>
    </inkml:context>
    <inkml:brush xml:id="br0">
      <inkml:brushProperty name="width" value="0.035" units="cm"/>
      <inkml:brushProperty name="height" value="0.035" units="cm"/>
      <inkml:brushProperty name="color" value="#66CC00"/>
    </inkml:brush>
  </inkml:definitions>
  <inkml:trace contextRef="#ctx0" brushRef="#br0">1761 43 7637 0 0,'6'-15'23259'0'0,"-37"72"-22686"0"0,-3-1-1 0 0,-80 101 0 0 0,64-91-418 0 0,44-58-154 0 0,-3 2 0 0 0,-1-4 0 0 0,-7-6 0 0 0,14-2 0 0 0,-1 0 0 0 0,0 0 0 0 0,1 0 0 0 0,-1-1 0 0 0,1 0 0 0 0,-1 1 0 0 0,1-1 0 0 0,0 0 0 0 0,1-1 0 0 0,-1 1 0 0 0,0 0 0 0 0,-1-5 0 0 0,-32-55 0 0 0,17 30 0 0 0,7 12 0 0 0,-19-43 0 0 0,-40-83 0 0 0,66 135 0 0 0,4 12 0 0 0,1-1 0 0 0,0 1 0 0 0,0 0 0 0 0,0 0 0 0 0,0 0 0 0 0,0 0 0 0 0,0 0 0 0 0,0 0 0 0 0,0-1 0 0 0,-1 1 0 0 0,1 0 0 0 0,0 0 0 0 0,0 0 0 0 0,0 0 0 0 0,0-1 0 0 0,0 1 0 0 0,0 0 0 0 0,0 0 0 0 0,0 0 0 0 0,0 0 0 0 0,0-1 0 0 0,0 1 0 0 0,0 0 0 0 0,0 0 0 0 0,0 0 0 0 0,0 0 0 0 0,0-1 0 0 0,0 1 0 0 0,0 0 0 0 0,1 0 0 0 0,-1 0 0 0 0,0 0 0 0 0,0 0 0 0 0,0-1 0 0 0,0 1 0 0 0,0 0 0 0 0,0 0 0 0 0,0 0 0 0 0,0 0 0 0 0,1 0 0 0 0,-1 0 0 0 0,0-1 0 0 0,0 1 0 0 0,0 0 0 0 0,0 0 0 0 0,0 0 0 0 0,1 0 0 0 0,-1 0 0 0 0,0 0 0 0 0,0 0 0 0 0,0 0 0 0 0,0 0 0 0 0,1 0 0 0 0,-1 0 0 0 0,0 0 0 0 0,0 0 0 0 0,0 0 0 0 0,0 0 0 0 0,1 0 0 0 0,-1 0 0 0 0,0 0 0 0 0,28 8 0 0 0,-8-3-953 0 0,1-1 0 0 0,-1-1 0 0 0,1-1 1 0 0,-1-1-1 0 0,1-1 0 0 0,-1-1 0 0 0,1 0 0 0 0,29-7 0 0 0,-21 4 375 0 0,-26 3 348 0 0,-1 1 97 0 0,0 0 1 0 0,1-1-1 0 0,-1 1 1 0 0,0 0-1 0 0,0 0 1 0 0,1 0-1 0 0,-1 0 1 0 0,0 1-1 0 0,1-1 1 0 0,-1 1-1 0 0,3 0 1 0 0,-5 2 126 0 0,-1 0 1 0 0,0 0 0 0 0,0-1 0 0 0,0 1-1 0 0,0 0 1 0 0,0-1 0 0 0,0 1-1 0 0,-1-1 1 0 0,1 1 0 0 0,-1-1 0 0 0,0 0-1 0 0,0 0 1 0 0,0 0 0 0 0,-3 3 0 0 0,-38 32 678 0 0,28-25-327 0 0,-302 266 7832 0 0,307-269-7951 0 0,-17 15 587 0 0,-43 29 1 0 0,62-48-815 0 0,-3 0 0 0 0,-1-6 0 0 0,2-14 0 0 0,9 9-19 0 0,0 0 0 0 0,1 0 0 0 0,-1 0 0 0 0,1 0 0 0 0,1 0 0 0 0,-1-1 0 0 0,1 1 0 0 0,2-7 0 0 0,-1 2-97 0 0,29-218-526 0 0,-30 224 685 0 0,0 0 0 0 0,-1 0 0 0 0,0 0 0 0 0,0 0 0 0 0,0 0 0 0 0,0 0 0 0 0,-1 1 0 0 0,0-1 0 0 0,0 0 0 0 0,0 0 0 0 0,0 0 0 0 0,-1 1 0 0 0,-3-7 0 0 0,4 10-39 0 0,0 0 0 0 0,0 0 0 0 0,0 0 0 0 0,0 0-1 0 0,0 0 1 0 0,0 0 0 0 0,0 1 0 0 0,0-1 0 0 0,0 0-1 0 0,0 1 1 0 0,0-1 0 0 0,-1 1 0 0 0,1-1 0 0 0,0 1-1 0 0,0 0 1 0 0,-1-1 0 0 0,1 1 0 0 0,0 0 0 0 0,-1 0-1 0 0,1 0 1 0 0,0 0 0 0 0,-1 0 0 0 0,1 0 0 0 0,-2 1 0 0 0,-27 7 116 0 0,28-7-98 0 0,-13 6-8 0 0,0 0 0 0 0,1 1 0 0 0,-1 1 0 0 0,2 0 0 0 0,-1 1 0 0 0,-15 15 0 0 0,-71 78-30 0 0,79-80 23 0 0,-3 5-7 0 0,1 1 0 0 0,2 1 0 0 0,0 1 0 0 0,-19 41 0 0 0,36-61 0 0 0,2 4 0 0 0,3-1 0 0 0,3-3 0 0 0,6-5 0 0 0,3-3 0 0 0,-9-3-91 0 0,-1 0-1 0 0,1 0 1 0 0,0 0 0 0 0,0-1-1 0 0,0 0 1 0 0,0 1 0 0 0,-1-2-1 0 0,1 1 1 0 0,0 0 0 0 0,-1-1-1 0 0,1 1 1 0 0,-1-1 0 0 0,0 0-1 0 0,1 0 1 0 0,-1-1 0 0 0,3-2-1 0 0,1 0-437 0 0,1-1 289 0 0,1 0 0 0 0,-1-1 0 0 0,-1 0-1 0 0,1 0 1 0 0,-1 0 0 0 0,9-14-1 0 0,-15 19 326 0 0,-4-6 280 0 0,3 7-347 0 0,0 1 0 0 0,0-1 0 0 0,0 0 1 0 0,0 1-1 0 0,0-1 0 0 0,0 0 1 0 0,0 1-1 0 0,0-1 0 0 0,-1 1 0 0 0,1-1 1 0 0,0 0-1 0 0,-1 1 0 0 0,1-1 1 0 0,0 1-1 0 0,-1-1 0 0 0,1 1 0 0 0,0-1 1 0 0,-1 0-1 0 0,1 1 0 0 0,-1 0 1 0 0,1-1-1 0 0,-1 1 0 0 0,1-1 0 0 0,-1 1 1 0 0,1 0-1 0 0,-1-1 0 0 0,0 1 1 0 0,1 0-1 0 0,-1-1 0 0 0,1 1 1 0 0,-1 0-1 0 0,-1 0 0 0 0,-4-1 138 0 0,-1 1 0 0 0,1 0-1 0 0,-1 0 1 0 0,1 1 0 0 0,-1-1-1 0 0,1 1 1 0 0,0 1 0 0 0,0-1 0 0 0,-1 1-1 0 0,1 1 1 0 0,-6 2 0 0 0,-71 39 807 0 0,51-26-1084 0 0,-76 51 121 0 0,100-68 0 0 0,2-19 0 0 0,9-2 0 0 0,49-200 0 0 0,-32 127 0 0 0,-17 77 0 0 0,-1 2 0 0 0,-1 2 0 0 0,-1 0 0 0 0,0 12 0 0 0,0 0 0 0 0,0 0 0 0 0,-1-1 0 0 0,1 1 0 0 0,0 0 0 0 0,0 0 0 0 0,0 0 0 0 0,-1-1 0 0 0,1 1 0 0 0,0 0 0 0 0,0 0 0 0 0,-1 0 0 0 0,1 0 0 0 0,0 0 0 0 0,-1 0 0 0 0,1-1 0 0 0,0 1 0 0 0,0 0 0 0 0,-1 0 0 0 0,1 0 0 0 0,0 0 0 0 0,-1 0 0 0 0,1 0 0 0 0,0 0 0 0 0,0 0 0 0 0,-1 0 0 0 0,1 0 0 0 0,0 0 0 0 0,-1 1 0 0 0,1-1 0 0 0,0 0 0 0 0,0 0 0 0 0,-1 0 0 0 0,1 0 0 0 0,0 0 0 0 0,0 0 0 0 0,-1 1 0 0 0,1-1 0 0 0,0 0 0 0 0,0 0 0 0 0,0 0 0 0 0,-1 1 0 0 0,1-1 0 0 0,0 0 0 0 0,0 0 0 0 0,0 1 0 0 0,0-1 0 0 0,-1 0 0 0 0,1 0 0 0 0,0 1 0 0 0,0-1 0 0 0,-13 11 0 0 0,5-1 0 0 0,0 0 0 0 0,0 0 0 0 0,1 1 0 0 0,1 1 0 0 0,-1-1 0 0 0,-8 24 0 0 0,-4 9 0 0 0,-1-8 0 0 0,-1-1 0 0 0,-1-1 0 0 0,-40 47 0 0 0,43-61 0 0 0,0-1 0 0 0,-2 0 0 0 0,0-1 0 0 0,-1-2 0 0 0,0 0 0 0 0,-28 14 0 0 0,46-28 0 0 0,2 0 0 0 0,-1 0 0 0 0,0 0 0 0 0,0-1 0 0 0,0 1 0 0 0,0-1 0 0 0,-1 0 0 0 0,1 0 0 0 0,0 0 0 0 0,0 0 0 0 0,-1 0 0 0 0,1-1 0 0 0,-1 0 0 0 0,1 1 0 0 0,0-1 0 0 0,-1 0 0 0 0,-5-2 0 0 0,-23-6 0 0 0,26 1 0 0 0,4 3 0 0 0,-1 1 98 0 0,0-1-1 0 0,0 0 1 0 0,0 0 0 0 0,0 0 0 0 0,1 0-1 0 0,-1 0 1 0 0,1 0 0 0 0,0-1-1 0 0,0 1 1 0 0,1-1 0 0 0,-2-5 0 0 0,2 4-1073 0 0,0-1 0 0 0,0 0 0 0 0,1 1 0 0 0,0-1 0 0 0,0 0 0 0 0,1 1 0 0 0,1-10 1 0 0,0 6-1087 0 0,1 0 1 0 0,0 0 0 0 0,1 0 0 0 0,-1 1 0 0 0,2 0 0 0 0,0-1 0 0 0,0 2-1 0 0,0-1 1 0 0,1 0 0 0 0,8-7 0 0 0,1-2-839 0 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09.812"/>
    </inkml:context>
    <inkml:brush xml:id="br0">
      <inkml:brushProperty name="width" value="0.035" units="cm"/>
      <inkml:brushProperty name="height" value="0.035" units="cm"/>
      <inkml:brushProperty name="color" value="#66CC00"/>
    </inkml:brush>
  </inkml:definitions>
  <inkml:trace contextRef="#ctx0" brushRef="#br0">0 65 7833 0 0,'0'0'8158'0'0,"2"-3"-5998"0"0,7-11-240 0 0,-7 11-228 0 0,2 2-100 0 0,91-10 2601 0 0,-16 2-10463 0 0,-41 2-1061 0 0,-1-4-3282 0 0,-20 5 7727 0 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10.164"/>
    </inkml:context>
    <inkml:brush xml:id="br0">
      <inkml:brushProperty name="width" value="0.035" units="cm"/>
      <inkml:brushProperty name="height" value="0.035" units="cm"/>
      <inkml:brushProperty name="color" value="#66CC00"/>
    </inkml:brush>
  </inkml:definitions>
  <inkml:trace contextRef="#ctx0" brushRef="#br0">0 72 7565 0 0,'9'-6'2428'0'0,"6"1"-216"0"0,0-1-248 0 0,3 1-244 0 0,0 1-427 0 0,8-2-497 0 0,-1 1-764 0 0,17-15-576 0 0,-16 18-1205 0 0,-1 1-2307 0 0,-1-3 412 0 0,-4 0 355 0 0,6 1 321 0 0</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11.532"/>
    </inkml:context>
    <inkml:brush xml:id="br0">
      <inkml:brushProperty name="width" value="0.035" units="cm"/>
      <inkml:brushProperty name="height" value="0.035" units="cm"/>
      <inkml:brushProperty name="color" value="#66CC00"/>
    </inkml:brush>
  </inkml:definitions>
  <inkml:trace contextRef="#ctx0" brushRef="#br0">1127 247 5957 0 0,'2'-3'2422'0'0,"22"-34"8247"0"0,-23 35-8926 0 0,0-3 605 0 0,2-2-1680 0 0,-6 2 4401 0 0,-2 4-4834 0 0,0 0 0 0 0,0 0 1 0 0,-1 0-1 0 0,1 0 0 0 0,0 1 0 0 0,0-1 1 0 0,0 1-1 0 0,-1 1 0 0 0,1-1 0 0 0,0 1 1 0 0,0 0-1 0 0,0 0 0 0 0,0 0 0 0 0,0 1 0 0 0,-7 3 1 0 0,-3 0-211 0 0,1 1 1 0 0,0 1-1 0 0,0 1 1 0 0,-19 13-1 0 0,30-19-25 0 0,-10 8 0 0 0,0 0 0 0 0,0 1 0 0 0,1 0 0 0 0,-12 16 0 0 0,20-22 0 0 0,0 1 0 0 0,0-1 0 0 0,1 1 0 0 0,0 0 0 0 0,0 0 0 0 0,1 0 0 0 0,0 0 0 0 0,0 1 0 0 0,0-1 0 0 0,1 1 0 0 0,-1-1 0 0 0,2 1 0 0 0,-1-1 0 0 0,1 1 0 0 0,0 9 0 0 0,1-11-88 0 0,0 0-1 0 0,0 0 1 0 0,1-1 0 0 0,-1 1-1 0 0,1 0 1 0 0,0-1 0 0 0,1 1-1 0 0,-1-1 1 0 0,1 0-1 0 0,-1 0 1 0 0,1 0 0 0 0,1 0-1 0 0,-1 0 1 0 0,0-1 0 0 0,1 0-1 0 0,0 1 1 0 0,0-1 0 0 0,0 0-1 0 0,0-1 1 0 0,0 1 0 0 0,0-1-1 0 0,1 0 1 0 0,-1 0-1 0 0,8 2 1 0 0,8 3-1782 0 0,1-1-1 0 0,1-1 1 0 0,39 5-1 0 0,-58-9 1727 0 0,-1-1 154 0 0,-2 0 10 0 0,0 0 1 0 0,1 0-1 0 0,-1 0 0 0 0,0 0 1 0 0,0 0-1 0 0,0 0 1 0 0,0 0-1 0 0,1 0 1 0 0,-1 0-1 0 0,0-1 1 0 0,0 1-1 0 0,0 0 1 0 0,0 0-1 0 0,1 0 1 0 0,-1 0-1 0 0,0 0 1 0 0,0 0-1 0 0,0 1 1 0 0,1-1-1 0 0,-1 0 1 0 0,0 0-1 0 0,0 0 1 0 0,0 0-1 0 0,0 0 0 0 0,1 0 1 0 0,-1 0-1 0 0,0 0 1 0 0,0 0-1 0 0,0 0 1 0 0,0 1-1 0 0,0-1 1 0 0,1 0-1 0 0,-1 0 1 0 0,0 0-1 0 0,0 0 1 0 0,0 0-1 0 0,0 1 1 0 0,0-1-1 0 0,0 0 1 0 0,0 0-1 0 0,1 0 1 0 0,-1 0-1 0 0,0 1 1 0 0,0-1-1 0 0,0 0 1 0 0,0 0-1 0 0,0 0 0 0 0,0 0 1 0 0,0 1-1 0 0,0-1 1 0 0,0 0-1 0 0,0 0 1 0 0,0 0-1 0 0,0 1 1 0 0,0-1-1 0 0,0 0 1 0 0,0 0-1 0 0,-1 0 1 0 0,1 1-1 0 0,-49 27 2832 0 0,-60 24 0 0 0,39-19-1049 0 0,-49 18-713 0 0,104-46-1090 0 0,-5-4 0 0 0,-8-8 0 0 0,25 5 0 0 0,0-1 0 0 0,0 1 0 0 0,0-1 0 0 0,0 1 0 0 0,0-1 0 0 0,1 0 0 0 0,-1 0 0 0 0,1 0 0 0 0,0 0 0 0 0,0 0 0 0 0,0-1 0 0 0,0 1 0 0 0,0-1 0 0 0,1 1 0 0 0,0-1 0 0 0,-1 0 0 0 0,0-5 0 0 0,-9-72 0 0 0,10 62 0 0 0,-8-228 0 0 0,5 70 0 0 0,3 137 0 0 0,-1 31 0 0 0,-1-42 0 0 0,2 33 0 0 0,1 18 0 0 0,0 0 0 0 0,0-1 0 0 0,0 1 0 0 0,0 0 0 0 0,0-1 0 0 0,0 1 0 0 0,0 0 0 0 0,0-1 0 0 0,-1 1 0 0 0,1 0 0 0 0,0-1 0 0 0,0 1 0 0 0,0 0 0 0 0,0 0 0 0 0,-1-1 0 0 0,1 1 0 0 0,0 0 0 0 0,0 0 0 0 0,0-1 0 0 0,-1 1 0 0 0,1 0 0 0 0,0 0 0 0 0,-1 0 0 0 0,1-1 0 0 0,0 1 0 0 0,0 0 0 0 0,-1 0 0 0 0,1 0 0 0 0,0 0 0 0 0,-1 0 0 0 0,1 0 0 0 0,0-1 0 0 0,-1 1 0 0 0,1 0 0 0 0,0 0 0 0 0,-1 0 0 0 0,1 0 0 0 0,0 0 0 0 0,-1 0 0 0 0,1 1 0 0 0,0-1 0 0 0,-1 0 0 0 0,1 0 0 0 0,-1 0 0 0 0,-23 21 0 0 0,15-2 0 0 0,8-1 0 0 0,1 0 0 0 0,0-15 0 0 0,0 0 0 0 0,-1 0 0 0 0,1 0 0 0 0,0 0 0 0 0,1 0 0 0 0,-1 0 0 0 0,1-1 0 0 0,-1 1 0 0 0,1 0 0 0 0,0 0 0 0 0,0 0 0 0 0,0-1 0 0 0,0 1 0 0 0,0 0-1 0 0,1-1 1 0 0,1 3 0 0 0,12 17-49 0 0,-6-7-404 0 0,0 0-9 0 0,-1-1 0 0 0,0 1 0 0 0,7 20 0 0 0,-13-28 404 0 0,0-1-1 0 0,-1 1 0 0 0,0-1 0 0 0,0 1 1 0 0,-1 0-1 0 0,0 0 0 0 0,0-1 0 0 0,0 1 1 0 0,-1 0-1 0 0,0 0 0 0 0,-2 7 0 0 0,-1 1 92 0 0,-1 0-1 0 0,-1-1 0 0 0,0 0 1 0 0,-1 0-1 0 0,0-1 1 0 0,-15 20-1 0 0,-63 70 848 0 0,20-25-333 0 0,43-50-418 0 0,8-11-204 0 0,0 1-1 0 0,2 0 1 0 0,0 1-1 0 0,-17 36 1 0 0,29-54-121 0 0,0 4-274 0 0,3 14-372 0 0,4-13 556 0 0,1 0 0 0 0,0-1 0 0 0,1 0 1 0 0,-1 0-1 0 0,1-1 0 0 0,0 0 0 0 0,0 0 1 0 0,0-1-1 0 0,1-1 0 0 0,-1 1 0 0 0,12 0 1 0 0,28 10-949 0 0,-48-13 1215 0 0,0 0 1 0 0,0 1 0 0 0,0-1-1 0 0,0 1 1 0 0,0-1-1 0 0,0 1 1 0 0,-1-1 0 0 0,1 1-1 0 0,0-1 1 0 0,0 1 0 0 0,0 0-1 0 0,0-1 1 0 0,-1 1 0 0 0,1 0-1 0 0,0 0 1 0 0,-1 0-1 0 0,1 0 1 0 0,0 0 0 0 0,-1-1-1 0 0,1 1 1 0 0,-1 0 0 0 0,0 0-1 0 0,1 0 1 0 0,-1 0 0 0 0,0 1-1 0 0,1-1 1 0 0,-1 1 0 0 0,0 1-4 0 0,0-1 1 0 0,-1 1 0 0 0,1 0 0 0 0,-1-1 0 0 0,1 1 0 0 0,-1 0 0 0 0,0-1 0 0 0,0 1 0 0 0,0-1 0 0 0,-2 4 0 0 0,-2 3 80 0 0,-1-1 1 0 0,0 1 0 0 0,0-2 0 0 0,-13 14-1 0 0,-3-1 923 0 0,0-2 0 0 0,-2-1 0 0 0,0 0 0 0 0,-1-2 0 0 0,-40 19-1 0 0,54-29-841 0 0,0-1 0 0 0,-1 0 0 0 0,1 0 0 0 0,-1-1 0 0 0,0-1 0 0 0,1 0-1 0 0,-1-1 1 0 0,0 0 0 0 0,0 0 0 0 0,0-1 0 0 0,0-1 0 0 0,0 0 0 0 0,0-1-1 0 0,0 0 1 0 0,0-1 0 0 0,-13-4 0 0 0,21 5-180 0 0,1 0 0 0 0,-1 0 0 0 0,0 0 0 0 0,1 0 0 0 0,-1 0 0 0 0,1-1 0 0 0,-1 0 0 0 0,1 0 0 0 0,0 0 0 0 0,0 0 0 0 0,0 0 0 0 0,1 0 0 0 0,-1-1 0 0 0,1 1 0 0 0,0-1 0 0 0,0 0 0 0 0,0 0 0 0 0,0 1 0 0 0,1-1 0 0 0,0 0-1 0 0,0-1 1 0 0,0 1 0 0 0,0 0 0 0 0,0 0 0 0 0,1 0 0 0 0,0-1 0 0 0,0 1 0 0 0,0 0 0 0 0,0 0 0 0 0,1-1 0 0 0,-1 1 0 0 0,3-6 0 0 0,3-15-1840 0 0,1 1-1 0 0,1 1 1 0 0,2-1-1 0 0,15-29 1 0 0,-15 34-165 0 0,16-32-1784 0 0,2 2 0 0 0,2 0 1 0 0,46-55-1 0 0,-29 47 813 0 0</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20.446"/>
    </inkml:context>
    <inkml:brush xml:id="br0">
      <inkml:brushProperty name="width" value="0.035" units="cm"/>
      <inkml:brushProperty name="height" value="0.035" units="cm"/>
      <inkml:brushProperty name="color" value="#66CC00"/>
    </inkml:brush>
  </inkml:definitions>
  <inkml:trace contextRef="#ctx0" brushRef="#br0">77 0 10369 0 0,'0'0'20687'0'0,"0"7"-19661"0"0,-15 202-341 0 0,1-79-277 0 0,2-45-4542 0 0,-1-13-4834 0 0,-5-1-7079 0 0,13-57 13229 0 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22.428"/>
    </inkml:context>
    <inkml:brush xml:id="br0">
      <inkml:brushProperty name="width" value="0.035" units="cm"/>
      <inkml:brushProperty name="height" value="0.035" units="cm"/>
      <inkml:brushProperty name="color" value="#66CC00"/>
    </inkml:brush>
  </inkml:definitions>
  <inkml:trace contextRef="#ctx0" brushRef="#br0">2020 49 6653 0 0,'21'-34'9367'0'0,"-10"19"455"0"0,-10 21-9593 0 0,-1 1 0 0 0,1-1 0 0 0,-1 0 0 0 0,-1 0-1 0 0,1 0 1 0 0,-1 0 0 0 0,0 0 0 0 0,-2 9 0 0 0,2-12-80 0 0,-77 326 4567 0 0,73-307-4716 0 0,1-5 0 0 0,-1 0 0 0 0,-1-1 0 0 0,0 1 0 0 0,-1-1 0 0 0,-1 0 0 0 0,-10 15 0 0 0,10-24 0 0 0,-12-19 0 0 0,16 5-109 0 0,0 0-1 0 0,1 0 1 0 0,-1-1 0 0 0,2 0 0 0 0,-1 0-1 0 0,1 0 1 0 0,0 0 0 0 0,1 0-1 0 0,-1 0 1 0 0,2 0 0 0 0,0-16 0 0 0,-2 3-207 0 0,2 19 295 0 0,-1-7-137 0 0,0-1 0 0 0,0 0 0 0 0,-1 1 0 0 0,0 0 0 0 0,-7-18 0 0 0,8 25 133 0 0,0-1 0 0 0,-1 0 1 0 0,1 1-1 0 0,-1-1 0 0 0,0 1 0 0 0,0 0 0 0 0,1-1 0 0 0,-2 1 0 0 0,1 0 0 0 0,0 0 0 0 0,0 0 0 0 0,-1 1 0 0 0,1-1 1 0 0,-1 0-1 0 0,1 1 0 0 0,-1 0 0 0 0,0 0 0 0 0,0-1 0 0 0,1 2 0 0 0,-1-1 0 0 0,0 0 0 0 0,0 0 0 0 0,0 1 0 0 0,0 0 1 0 0,0 0-1 0 0,-4 0 0 0 0,-11 2 105 0 0,-1 1 1 0 0,0 1 0 0 0,1 0 0 0 0,0 2 0 0 0,0 0-1 0 0,1 1 1 0 0,0 1 0 0 0,0 0 0 0 0,0 1-1 0 0,1 1 1 0 0,1 1 0 0 0,-1 0 0 0 0,-23 24-1 0 0,25-22 147 0 0,11-11-208 0 0,1 1 1 0 0,-1 0 0 0 0,0 0 0 0 0,1 0-1 0 0,-1 1 1 0 0,1-1 0 0 0,0 0-1 0 0,0 1 1 0 0,0-1 0 0 0,1 1-1 0 0,-3 7 1 0 0,3-9 52 0 0,1 2-156 0 0,0-1 0 0 0,0 0-1 0 0,1 1 1 0 0,-1-1 0 0 0,1 0-1 0 0,0 1 1 0 0,0-1 0 0 0,0 0-1 0 0,0 0 1 0 0,0 0 0 0 0,1 0-1 0 0,-1 0 1 0 0,1 0 0 0 0,2 3-1 0 0,1-1-177 0 0,1 1-1 0 0,-1-1 1 0 0,1 0-1 0 0,0-1 1 0 0,9 6-1 0 0,-9-5 115 0 0,0-1-1 0 0,0 1 1 0 0,0 0-1 0 0,-1 1 1 0 0,1 0 0 0 0,-2 0-1 0 0,1 0 1 0 0,5 9-1 0 0,-9-14 101 0 0,-1 2 45 0 0,1-1-1 0 0,-1 0 1 0 0,1 0-1 0 0,-1 1 1 0 0,0-1-1 0 0,0 1 0 0 0,0-1 1 0 0,0 0-1 0 0,0 1 1 0 0,0-1-1 0 0,-1 0 0 0 0,1 1 1 0 0,-1-1-1 0 0,0 0 1 0 0,1 0-1 0 0,-1 1 1 0 0,0-1-1 0 0,-1 0 0 0 0,1 0 1 0 0,0 0-1 0 0,0 0 1 0 0,-1 0-1 0 0,1-1 0 0 0,-1 1 1 0 0,0 0-1 0 0,1-1 1 0 0,-1 1-1 0 0,-4 2 0 0 0,-2 2 155 0 0,-1 1 0 0 0,0-1-1 0 0,0 0 1 0 0,-18 7-1 0 0,-40 11 713 0 0,-1-2-1 0 0,0-4 1 0 0,-2-3 0 0 0,0-3-1 0 0,-80 3 1 0 0,139-14-862 0 0,-18 2-1 0 0,0-2 0 0 0,0-1 0 0 0,0-1 1 0 0,-34-6-1 0 0,54 6 0 0 0,-1-1 0 0 0,1 0 0 0 0,0 0 0 0 0,0-1 0 0 0,0 0 0 0 0,1-1 0 0 0,-15-7 0 0 0,19 8 0 0 0,0 0 0 0 0,0 0 0 0 0,0-1 0 0 0,0 1 0 0 0,0-1 0 0 0,1 0 0 0 0,0 0 0 0 0,0 0 0 0 0,0 0 0 0 0,0-1 0 0 0,1 1 0 0 0,-1-1 0 0 0,1 0 0 0 0,0 0 0 0 0,1 0 0 0 0,-1 0 0 0 0,-1-10 0 0 0,-4-10 0 0 0,2-26 0 0 0,5 28 0 0 0,2 1 0 0 0,1 1 0 0 0,-1 1 0 0 0,1 3 0 0 0,-1 1 0 0 0,1-2 0 0 0,-1 1 0 0 0,-4 14-878 0 0,-5 9 459 0 0,-20 23 457 0 0,-19 19 314 0 0,33-38-249 0 0,0 0 0 0 0,0-1 0 0 0,-1-1 0 0 0,0 0 0 0 0,-20 8 0 0 0,33-15-14 0 0,-10 0-4 0 0,10 1-54 0 0,-4 5-20 0 0,-39 2 62 0 0,24-10-73 0 0,0-8 0 0 0,7-1 0 0 0,4-4-7 0 0,4 8-61 0 0,0-1-1 0 0,1 0 1 0 0,0 0 0 0 0,1 0 0 0 0,-1-1 0 0 0,1 1 0 0 0,1-1 0 0 0,-3-12 0 0 0,1 3-333 0 0,4 16 279 0 0,-4-6-200 0 0,4 7 296 0 0,1 0 0 0 0,-1 0 0 0 0,0 0 0 0 0,0 0 0 0 0,0 1 0 0 0,0-1 0 0 0,0 0 0 0 0,0 0 0 0 0,0 0 0 0 0,0 0 0 0 0,0-1 0 0 0,0 1 0 0 0,1 0 1 0 0,-1 0-1 0 0,0 0 0 0 0,0 0 0 0 0,0 0 0 0 0,0 0 0 0 0,0 0 0 0 0,0 0 0 0 0,0 0 0 0 0,0 0 0 0 0,0 0 0 0 0,0 0 0 0 0,0 0 0 0 0,0 0 1 0 0,1 0-1 0 0,-1 0 0 0 0,0 0 0 0 0,0 0 0 0 0,0 0 0 0 0,0 0 0 0 0,0-1 0 0 0,0 1 0 0 0,0 0 0 0 0,0 0 0 0 0,0 0 0 0 0,0 0 0 0 0,0 0 1 0 0,0 0-1 0 0,0 0 0 0 0,0 0 0 0 0,0 0 0 0 0,0 0 0 0 0,0-1 0 0 0,0 1 0 0 0,0 0 0 0 0,0 0 0 0 0,0 0 0 0 0,0 0 0 0 0,0 0 0 0 0,10 8 49 0 0,0 0 0 0 0,-1 0 0 0 0,1 1 0 0 0,-2 1 0 0 0,1-1 0 0 0,-2 1 0 0 0,1 1 0 0 0,-1 0 0 0 0,-1 0 0 0 0,9 19 0 0 0,-12-24-15 0 0,0 2 0 0 0,-1-1 0 0 0,0 0-1 0 0,-1 0 1 0 0,1 1 0 0 0,-1-1 0 0 0,0 0 0 0 0,-1 1 0 0 0,0-1 0 0 0,0 1 0 0 0,-1-1-1 0 0,0 1 1 0 0,0-1 0 0 0,-1 1 0 0 0,1-1 0 0 0,-2 0 0 0 0,1 0 0 0 0,-1 0 0 0 0,-4 8-1 0 0,0-5 97 0 0,0 0-1 0 0,0 0 1 0 0,-1 0-1 0 0,0-1 0 0 0,0 0 1 0 0,-1-1-1 0 0,-1 0 0 0 0,1 0 1 0 0,-1-1-1 0 0,-1 0 1 0 0,1-1-1 0 0,-1 0 0 0 0,0-1 1 0 0,0 0-1 0 0,-1-1 0 0 0,1 0 1 0 0,-1 0-1 0 0,0-2 1 0 0,0 1-1 0 0,-1-1 0 0 0,1-1 1 0 0,-19 0-1 0 0,25-1-102 0 0,1-1 0 0 0,-1 1 1 0 0,0-1-1 0 0,0 0 0 0 0,1 0 0 0 0,-1 0 0 0 0,0-1 0 0 0,1 0 1 0 0,-1 0-1 0 0,1 0 0 0 0,0-1 0 0 0,0 0 0 0 0,0 0 1 0 0,0 0-1 0 0,0-1 0 0 0,1 1 0 0 0,0-1 0 0 0,-1 0 0 0 0,1 0 1 0 0,1-1-1 0 0,-6-6 0 0 0,3 2-26 0 0,0 1 0 0 0,1-1 0 0 0,0 0 0 0 0,0 0 0 0 0,1-1 0 0 0,0 1 1 0 0,1-1-1 0 0,0 0 0 0 0,1 0 0 0 0,-1 0 0 0 0,2 0 0 0 0,0-1 0 0 0,0 1 0 0 0,1 0 0 0 0,0 0 0 0 0,1-1 0 0 0,0 1 0 0 0,0 0 0 0 0,1 0 0 0 0,0 0 1 0 0,1 0-1 0 0,7-17 0 0 0,-2 9-1547 0 0,1 1 1 0 0,0 0-1 0 0,1 0 1 0 0,20-24-1 0 0,13-8-6702 0 0,3 6-3832 0 0,-28 28 9130 0 0</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22.777"/>
    </inkml:context>
    <inkml:brush xml:id="br0">
      <inkml:brushProperty name="width" value="0.035" units="cm"/>
      <inkml:brushProperty name="height" value="0.035" units="cm"/>
      <inkml:brushProperty name="color" value="#66CC00"/>
    </inkml:brush>
  </inkml:definitions>
  <inkml:trace contextRef="#ctx0" brushRef="#br0">37 28 9625 0 0,'-9'-19'12010'0'0,"2"10"-10421"0"0,7 10-1893 0 0,-1-1-1 0 0,0 0 1 0 0,1 1-1 0 0,-1-1 1 0 0,1 1-1 0 0,-1-1 0 0 0,1 1 1 0 0,-1-1-1 0 0,1 1 1 0 0,0-1-1 0 0,-1 1 1 0 0,1-1-1 0 0,0 1 0 0 0,-1 0 1 0 0,1-1-1 0 0,0 1 1 0 0,0 0-1 0 0,-1-1 1 0 0,1 1-1 0 0,0 0 0 0 0,0-1 1 0 0,0 1-1 0 0,0 0 1 0 0,0-1-1 0 0,0 1 0 0 0,0 0 1 0 0,0-1-1 0 0,0 1 1 0 0,0 0-1 0 0,1 0 1 0 0,-8 30-9139 0 0,4-21 8372 0 0,-1 11-1782 0 0</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23.124"/>
    </inkml:context>
    <inkml:brush xml:id="br0">
      <inkml:brushProperty name="width" value="0.035" units="cm"/>
      <inkml:brushProperty name="height" value="0.035" units="cm"/>
      <inkml:brushProperty name="color" value="#66CC00"/>
    </inkml:brush>
  </inkml:definitions>
  <inkml:trace contextRef="#ctx0" brushRef="#br0">1 51 10033 0 0,'0'0'12258'0'0,"4"1"-10506"0"0,50 3 2299 0 0,6-5-4275 0 0,-9 0-2692 0 0,-37-1 264 0 0,0 0 1 0 0,0-1 0 0 0,0-1-1 0 0,0 0 1 0 0,0 0-1 0 0,-1-2 1 0 0,23-11 0 0 0,-36 16 2560 0 0,22-10-2825 0 0</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23.476"/>
    </inkml:context>
    <inkml:brush xml:id="br0">
      <inkml:brushProperty name="width" value="0.035" units="cm"/>
      <inkml:brushProperty name="height" value="0.035" units="cm"/>
      <inkml:brushProperty name="color" value="#66CC00"/>
    </inkml:brush>
  </inkml:definitions>
  <inkml:trace contextRef="#ctx0" brushRef="#br0">0 57 7953 0 0,'0'0'3532'0'0,"5"-17"2441"0"0,5 8-3365 0 0,-2 5-304 0 0,2-1 1240 0 0,14-4-2416 0 0,-9 5-615 0 0,8 4-677 0 0,-5-1-853 0 0,8 2-527 0 0,-3-2-3320 0 0,0 1 359 0 0,1-2 481 0 0,-2 0 420 0 0,-1 0 375 0 0,0 0 301 0 0</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24.681"/>
    </inkml:context>
    <inkml:brush xml:id="br0">
      <inkml:brushProperty name="width" value="0.035" units="cm"/>
      <inkml:brushProperty name="height" value="0.035" units="cm"/>
      <inkml:brushProperty name="color" value="#66CC00"/>
    </inkml:brush>
  </inkml:definitions>
  <inkml:trace contextRef="#ctx0" brushRef="#br0">859 54 6417 0 0,'0'0'14610'0'0,"-8"1"-14004"0"0,-148 11 3041 0 0,99-21-7402 0 0,57 9 3678 0 0,-1-1 0 0 0,1 1 0 0 0,-1-1 0 0 0,1 1-1 0 0,-1 0 1 0 0,1-1 0 0 0,-1 1 0 0 0,1-1 0 0 0,0 1 0 0 0,-1-1-1 0 0,1 0 1 0 0,0 1 0 0 0,-1-1 0 0 0,1 1 0 0 0,0-1-1 0 0,0 0 1 0 0,-1 1 0 0 0,1-1 0 0 0,0 1 0 0 0,0-1 0 0 0,0 0-1 0 0,0 1 1 0 0,0-1 0 0 0,0 0 0 0 0,0 1 0 0 0,0-1 0 0 0,0 0-1 0 0,0 1 1 0 0,0-1 0 0 0,1 0 0 0 0,-1 1 0 0 0,0-2-1 0 0,7-23-1922 0 0,-6 23 1971 0 0,1 1 0 0 0,-1 0 0 0 0,0 0 0 0 0,1 0 0 0 0,-1 0 1 0 0,0 0-1 0 0,1 1 0 0 0,-1-1 0 0 0,1 0 0 0 0,0 0 1 0 0,-1 1-1 0 0,1 0 0 0 0,-1-1 0 0 0,1 1 0 0 0,0 0 0 0 0,-1-1 1 0 0,1 1-1 0 0,0 0 0 0 0,-1 0 0 0 0,1 0 0 0 0,0 1 1 0 0,-1-1-1 0 0,3 1 0 0 0,6-1-36 0 0,-8 0 73 0 0,43 9 865 0 0,-42-7-714 0 0,-1-1-1 0 0,0 1 0 0 0,0-1 0 0 0,0 1 1 0 0,0 0-1 0 0,0-1 0 0 0,-1 1 1 0 0,1 0-1 0 0,0 0 0 0 0,-1 0 0 0 0,0 1 1 0 0,1-1-1 0 0,-1 0 0 0 0,0 0 1 0 0,0 1-1 0 0,0-1 0 0 0,0 1 1 0 0,-1-1-1 0 0,1 1 0 0 0,0 3 0 0 0,-1-1 71 0 0,0 1 0 0 0,0-1 0 0 0,-1 1 0 0 0,0-1 0 0 0,0 1 0 0 0,0-1 0 0 0,0 1-1 0 0,-1-1 1 0 0,-3 7 0 0 0,-2 3 219 0 0,-1-1-1 0 0,0 1 1 0 0,-1-2 0 0 0,-1 1-1 0 0,-21 23 1 0 0,12-21-422 0 0,-1 1-1 0 0,0-2 1 0 0,-1-1 0 0 0,0 0-1 0 0,-2-2 1 0 0,1 0-1 0 0,-1-2 1 0 0,-1 0 0 0 0,0-2-1 0 0,-36 8 1 0 0,15-6-2650 0 0,-72 7 0 0 0,-38-13-9991 0 0,112-6 9355 0 0,-1-2 244 0 0</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25.048"/>
    </inkml:context>
    <inkml:brush xml:id="br0">
      <inkml:brushProperty name="width" value="0.035" units="cm"/>
      <inkml:brushProperty name="height" value="0.035" units="cm"/>
      <inkml:brushProperty name="color" value="#66CC00"/>
    </inkml:brush>
  </inkml:definitions>
  <inkml:trace contextRef="#ctx0" brushRef="#br0">64 23 7533 0 0,'16'-22'16629'0'0,"-14"28"-15603"0"0,0 26 131 0 0,-1-1-1 0 0,-1 0 0 0 0,-2 1 1 0 0,-1-1-1 0 0,-11 48 0 0 0,-3 41-3093 0 0,4-28-3840 0 0,-18 44-14392 0 0,26-116 17246 0 0</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27.654"/>
    </inkml:context>
    <inkml:brush xml:id="br0">
      <inkml:brushProperty name="width" value="0.035" units="cm"/>
      <inkml:brushProperty name="height" value="0.035" units="cm"/>
      <inkml:brushProperty name="color" value="#66CC00"/>
    </inkml:brush>
  </inkml:definitions>
  <inkml:trace contextRef="#ctx0" brushRef="#br0">1965 44 5601 0 0,'39'-43'21523'0'0,"-34"60"-20301"0"0,-4-15-1098 0 0,0 0-1 0 0,0 0 0 0 0,0 0 1 0 0,0 0-1 0 0,0 0 0 0 0,-1 0 1 0 0,1 0-1 0 0,-1 0 1 0 0,0 1-1 0 0,1-1 0 0 0,-1 0 1 0 0,0 0-1 0 0,0 0 0 0 0,-1 3 1 0 0,-24 263 2446 0 0,19-240-2570 0 0,6-25 0 0 0,0 50 0 0 0,1-31 0 0 0,1-2 0 0 0,-2-2 0 0 0,0-2 0 0 0,-2 3 0 0 0,-2-3 0 0 0,-6-4 0 0 0,-1 1 0 0 0,6-7 0 0 0,-1-1 0 0 0,0 1 0 0 0,0-1 0 0 0,-1 0 0 0 0,-7 4 0 0 0,-7 5 0 0 0,16-10 0 0 0,0 0 0 0 0,0 0 0 0 0,-1 0 0 0 0,0-1 0 0 0,0 1 0 0 0,0-1 0 0 0,0-1 0 0 0,-10 4 0 0 0,0-1 0 0 0,-5 1 0 0 0,0 0 0 0 0,1-1 0 0 0,2-1 0 0 0,-4-1 0 0 0,2-5 0 0 0,0-4 0 0 0,8-5 0 0 0,11 10-7 0 0,0 0 0 0 0,0 0-1 0 0,1 0 1 0 0,-1 0 0 0 0,0 0 0 0 0,0-1 0 0 0,1 1 0 0 0,-1 0-1 0 0,1 0 1 0 0,-1-1 0 0 0,1 1 0 0 0,0 0 0 0 0,-1-1-1 0 0,1 1 1 0 0,0 0 0 0 0,0-1 0 0 0,0 1 0 0 0,0-1-1 0 0,0 1 1 0 0,0 0 0 0 0,0-1 0 0 0,1-1 0 0 0,1-7-337 0 0,-2 4 147 0 0,1 1-1 0 0,-1-1 0 0 0,1 1 1 0 0,0-1-1 0 0,0 1 0 0 0,1-1 1 0 0,3-8-1 0 0,-1 3-48 0 0,-4 9 114 0 0,20-44-1388 0 0,-10 24 818 0 0,-9 20 613 0 0,-7 6-747 0 0,-8 7 846 0 0,-49 38 755 0 0,-3-3 1 0 0,-82 44-1 0 0,134-83-507 0 0,-9 5 512 0 0,-44 16 0 0 0,65-28-548 0 0,-7-1-109 0 0,8 1-109 0 0,0 0-1 0 0,0 0 1 0 0,-1 0-1 0 0,1 0 1 0 0,0 0-1 0 0,0-1 1 0 0,0 1-1 0 0,0 0 1 0 0,-1 0-1 0 0,1-1 1 0 0,0 1-1 0 0,0-1 0 0 0,0 1 1 0 0,0-1-1 0 0,-2-1 1 0 0,-12-23-104 0 0,14 23-13 0 0,1-2 2 0 0,1-10-102 0 0,0 1 1 0 0,1-1-1 0 0,0 1 1 0 0,1 0-1 0 0,1 0 1 0 0,0 0-1 0 0,1 0 1 0 0,0 0-1 0 0,1 1 1 0 0,0 0-1 0 0,8-12 1 0 0,32-21-1355 0 0,-45 43 1466 0 0,49-12-506 0 0,-48 14 527 0 0,6 1-50 0 0,-7-1 118 0 0,0 0-1 0 0,-1-1 1 0 0,1 1 0 0 0,0 0-1 0 0,0 0 1 0 0,0 0-1 0 0,0 0 1 0 0,0 0-1 0 0,0 0 1 0 0,0 0-1 0 0,0 0 1 0 0,0 0-1 0 0,0 0 1 0 0,0 1-1 0 0,0-1 1 0 0,-1 0 0 0 0,1 1-1 0 0,0-1 1 0 0,0 1-1 0 0,0-1 1 0 0,0 1-1 0 0,-1-1 1 0 0,1 1-1 0 0,0-1 1 0 0,0 1-1 0 0,-1 0 1 0 0,1-1-1 0 0,-1 1 1 0 0,1 0 0 0 0,0 0-1 0 0,-1-1 1 0 0,1 1-1 0 0,-1 0 1 0 0,0 0-1 0 0,1 0 1 0 0,-1 0-1 0 0,0 0 1 0 0,1 1-1 0 0,-2 6 18 0 0,0 1-1 0 0,0-1 0 0 0,0 0 1 0 0,-1 0-1 0 0,-1 0 0 0 0,1 0 1 0 0,-7 12-1 0 0,-2 12 127 0 0,8-26-90 0 0,1 0 1 0 0,-1-1-1 0 0,0 1 0 0 0,0-1 0 0 0,0 1 0 0 0,-1-1 0 0 0,0 0 0 0 0,0 0 0 0 0,0-1 0 0 0,-1 1 0 0 0,0-1 1 0 0,1 0-1 0 0,-2 0 0 0 0,1 0 0 0 0,-10 4 0 0 0,-8 4 288 0 0,-1-1 1 0 0,-35 12-1 0 0,29-13-96 0 0,-1 2 98 0 0,0-3-1 0 0,-1 0 0 0 0,0-3 0 0 0,-50 6 1 0 0,79-12-273 0 0,-1 0-4 0 0,0 0-61 0 0,0-1 1 0 0,0 1 0 0 0,0-1-1 0 0,0 1 1 0 0,1-1 0 0 0,-1 0 0 0 0,0-1-1 0 0,1 1 1 0 0,-1-1 0 0 0,1 1-1 0 0,-1-1 1 0 0,-2-2 0 0 0,4 2-75 0 0,-11-24-442 0 0,12 19 345 0 0,0 1 1 0 0,0-1 0 0 0,1 0-1 0 0,0 0 1 0 0,0 0 0 0 0,1 0-1 0 0,-1 1 1 0 0,2-1-1 0 0,-1 0 1 0 0,3-8 0 0 0,-3 14 88 0 0,1-16-219 0 0,-1 16 291 0 0,-1 1 0 0 0,0-1 0 0 0,0 1 0 0 0,0 0 0 0 0,1-1 0 0 0,-1 1 0 0 0,0-1 0 0 0,0 1 0 0 0,0-1 0 0 0,0 1 0 0 0,0 0 0 0 0,0-1 0 0 0,0 1 0 0 0,0-1 1 0 0,0 1-1 0 0,0-1 0 0 0,0 1 0 0 0,0-1 0 0 0,0 1 0 0 0,-1 0 0 0 0,1-1 0 0 0,0 1 0 0 0,0-1 0 0 0,0 1 0 0 0,-1 0 0 0 0,1-1 0 0 0,0 1 0 0 0,0 0 0 0 0,-1-1 0 0 0,1 1 0 0 0,0 0 1 0 0,-1-1-1 0 0,1 1 0 0 0,-1-1 0 0 0,-47 26 1064 0 0,-74 52 0 0 0,48-28 696 0 0,9-7 403 0 0,63-40-1930 0 0,-16 6 345 0 0,4-9-538 0 0,4-16-23 0 0,9-6 0 0 0,3 1 0 0 0,1-1 0 0 0,4-11 0 0 0,-9-37 0 0 0,2 52 0 0 0,-1 1 0 0 0,-4-2 0 0 0,-2 6 0 0 0,-2 4 0 0 0,-8 5 0 0 0,-15 10 0 0 0,12 1 0 0 0,1 0 0 0 0,-1 2 0 0 0,1 0 0 0 0,1 1 0 0 0,0 1 0 0 0,-20 14 0 0 0,-6 9 0 0 0,-55 53 0 0 0,85-73 0 0 0,1-2 0 0 0,0 0 0 0 0,2-1 0 0 0,-1-1 0 0 0,11-9-20 0 0,1 1 0 0 0,-1-1 0 0 0,0 0 0 0 0,0 1 0 0 0,1-1 0 0 0,-1 1 1 0 0,0 0-1 0 0,1-1 0 0 0,-1 1 0 0 0,1-1 0 0 0,-1 1 0 0 0,1 0 0 0 0,-1-1 0 0 0,1 1 0 0 0,0 0 0 0 0,-1 0 0 0 0,1 0 0 0 0,0-1 1 0 0,-1 1-1 0 0,1 0 0 0 0,0 0 0 0 0,0 0 0 0 0,0-1 0 0 0,0 1 0 0 0,0 0 0 0 0,0 0 0 0 0,0 0 0 0 0,0 0 0 0 0,0 0 0 0 0,0-1 0 0 0,0 1 1 0 0,0 0-1 0 0,1 0 0 0 0,-1 0 0 0 0,0-1 0 0 0,1 1 0 0 0,-1 0 0 0 0,0 0 0 0 0,1-1 0 0 0,-1 1 0 0 0,1 0 0 0 0,-1-1 0 0 0,1 1 0 0 0,0 0 1 0 0,-1-1-1 0 0,1 1 0 0 0,0-1 0 0 0,-1 1 0 0 0,1-1 0 0 0,0 1 0 0 0,-1-1 0 0 0,1 0 0 0 0,1 1 0 0 0,41 10-261 0 0,16-5-86 0 0,-29-4 7 0 0,0 2 0 0 0,0 1 1 0 0,38 11-1 0 0,-66-15 255 0 0,-1-1 83 0 0,0 0 0 0 0,0 1 0 0 0,0-1 0 0 0,0 1 0 0 0,0 0 0 0 0,0-1 0 0 0,0 1 0 0 0,0-1 0 0 0,-1 1 0 0 0,1 0 0 0 0,0 0-1 0 0,-1 0 1 0 0,1-1 0 0 0,0 1 0 0 0,-1 0 0 0 0,1 0 0 0 0,-1 0 0 0 0,1 0 0 0 0,-1 0 0 0 0,0 0 0 0 0,1 0 0 0 0,-1 0 0 0 0,0 0 0 0 0,0 0-1 0 0,0 0 1 0 0,1 0 0 0 0,-1 0 0 0 0,0 0 0 0 0,-1 3 0 0 0,0-1 18 0 0,0 0 0 0 0,0 0 1 0 0,0 1-1 0 0,-1-1 0 0 0,1 0 0 0 0,-1 0 1 0 0,0 0-1 0 0,0-1 0 0 0,-4 5 0 0 0,-6 6 115 0 0,0-1 0 0 0,-26 20 0 0 0,-28 16 798 0 0,3 2 0 0 0,2 4-1 0 0,-59 66 1 0 0,116-116-909 0 0,0 1 0 0 0,0-1 0 0 0,0 1 0 0 0,0 0 0 0 0,1 0 0 0 0,0 1 0 0 0,0-1 0 0 0,0 1 0 0 0,1-1 0 0 0,-1 1 0 0 0,1 0 0 0 0,1 0 0 0 0,-3 11 0 0 0,2 0 0 0 0,7 4 0 0 0,-4-17 0 0 0,-1-3 0 0 0,1 0 0 0 0,-1-1 0 0 0,0 1 0 0 0,1 0 0 0 0,-1 0 0 0 0,1 0 0 0 0,-1 0 0 0 0,1 0 0 0 0,0-1 0 0 0,-1 1 0 0 0,1 0 0 0 0,0 0 0 0 0,-1-1 0 0 0,1 1 0 0 0,0-1 0 0 0,0 1 0 0 0,0-1 0 0 0,0 1 0 0 0,0-1 0 0 0,-1 1 0 0 0,1-1 0 0 0,0 0 0 0 0,0 1 0 0 0,0-1 0 0 0,0 0 0 0 0,0 0 0 0 0,2 0 0 0 0,3 3 0 0 0,1-1 0 0 0,-1 0 0 0 0,1 0 0 0 0,0-1 0 0 0,0 0 0 0 0,0 0 0 0 0,0 0 0 0 0,0-1 0 0 0,0 0 0 0 0,0-1 0 0 0,9-1 0 0 0,-12 1 0 0 0,11-1-2 0 0,1 0 1 0 0,0-2-1 0 0,-1 0 0 0 0,1-1 1 0 0,-1 0-1 0 0,17-10 0 0 0,13-3-517 0 0,-12 1-1556 0 0,-1-6-3522 0 0,6-4-8301 0 0,-30 22 9417 0 0,-4 0 3229 0 0,-1 2 227 0 0,-1 0-1923 0 0</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28.595"/>
    </inkml:context>
    <inkml:brush xml:id="br0">
      <inkml:brushProperty name="width" value="0.035" units="cm"/>
      <inkml:brushProperty name="height" value="0.035" units="cm"/>
      <inkml:brushProperty name="color" value="#66CC00"/>
    </inkml:brush>
  </inkml:definitions>
  <inkml:trace contextRef="#ctx0" brushRef="#br0">0 93 6941 0 0,'0'0'20562'0'0,"8"-2"-19476"0"0,16-3-579 0 0,93-23-203 0 0,-79 14-5223 0 0,-4-3-4831 0 0,-24 9 4397 0 0,-5 2 161 0 0,4-7 2306 0 0</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28.946"/>
    </inkml:context>
    <inkml:brush xml:id="br0">
      <inkml:brushProperty name="width" value="0.035" units="cm"/>
      <inkml:brushProperty name="height" value="0.035" units="cm"/>
      <inkml:brushProperty name="color" value="#66CC00"/>
    </inkml:brush>
  </inkml:definitions>
  <inkml:trace contextRef="#ctx0" brushRef="#br0">0 22 10997 0 0,'0'0'19738'0'0,"0"-2"-18143"0"0,2-7-1184 0 0,8 2-385 0 0,0 4-458 0 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30.213"/>
    </inkml:context>
    <inkml:brush xml:id="br0">
      <inkml:brushProperty name="width" value="0.035" units="cm"/>
      <inkml:brushProperty name="height" value="0.035" units="cm"/>
      <inkml:brushProperty name="color" value="#66CC00"/>
    </inkml:brush>
  </inkml:definitions>
  <inkml:trace contextRef="#ctx0" brushRef="#br0">1 73 9337 0 0,'0'0'12098'0'0,"3"-5"-10361"0"0,11-15-253 0 0,-13 19-1364 0 0,0 0-1 0 0,0 0 0 0 0,0 0 1 0 0,0 0-1 0 0,0 0 1 0 0,0 0-1 0 0,1 0 0 0 0,-1 1 1 0 0,0-1-1 0 0,1 0 1 0 0,-1 1-1 0 0,0-1 0 0 0,1 1 1 0 0,-1-1-1 0 0,1 1 1 0 0,-1 0-1 0 0,0 0 0 0 0,1 0 1 0 0,-1 0-1 0 0,1 0 1 0 0,2 0-1 0 0,12-1 1512 0 0,47-8-1173 0 0,-17 3-3585 0 0,-44 6 1536 0 0,2-1-952 0 0,1 1 472 0 0,9-2 468 0 0,-8-1-3656 0 0,14-10-7667 0 0</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30.594"/>
    </inkml:context>
    <inkml:brush xml:id="br0">
      <inkml:brushProperty name="width" value="0.035" units="cm"/>
      <inkml:brushProperty name="height" value="0.035" units="cm"/>
      <inkml:brushProperty name="color" value="#66CC00"/>
    </inkml:brush>
  </inkml:definitions>
  <inkml:trace contextRef="#ctx0" brushRef="#br0">0 56 7033 0 0,'13'-5'2108'0'0,"-5"0"-296"0"0,7-2-264 0 0,-1 3-444 0 0,-2-13-120 0 0,1 14-1024 0 0,2 0-576 0 0,-2-1-3152 0 0,3 2 216 0 0,-1-3 387 0 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31.563"/>
    </inkml:context>
    <inkml:brush xml:id="br0">
      <inkml:brushProperty name="width" value="0.035" units="cm"/>
      <inkml:brushProperty name="height" value="0.035" units="cm"/>
      <inkml:brushProperty name="color" value="#66CC00"/>
    </inkml:brush>
  </inkml:definitions>
  <inkml:trace contextRef="#ctx0" brushRef="#br0">181 11 7965 0 0,'5'-11'20612'0'0,"-2"45"-18700"0"0,-5 61 0 0 0,-13 43-1546 0 0,13-130-437 0 0,0 0 0 0 0,-1 0 1 0 0,1 0-1 0 0,-1-1 0 0 0,-8 14 0 0 0,-2 8-522 0 0,6-11-230 0 0,0 0 1 0 0,-1 0-1 0 0,-17 29 1 0 0,1-2-2188 0 0,2 29-5788 0 0,16-53 5090 0 0,0 0 0 0 0,-12 26 1 0 0,5-25 667 0 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32.523"/>
    </inkml:context>
    <inkml:brush xml:id="br0">
      <inkml:brushProperty name="width" value="0.035" units="cm"/>
      <inkml:brushProperty name="height" value="0.035" units="cm"/>
      <inkml:brushProperty name="color" value="#66CC00"/>
    </inkml:brush>
  </inkml:definitions>
  <inkml:trace contextRef="#ctx0" brushRef="#br0">746 26 7165 0 0,'0'0'779'0'0,"12"-22"7414"0"0,-6 18-1785 0 0,-3 22 3781 0 0,-6 479-10156 0 0,3-483-33 0 0,0 0 0 0 0,-2 1 0 0 0,0-1 0 0 0,-7 26 0 0 0,8-35 0 0 0,-1 0 0 0 0,0 0 0 0 0,0 0 0 0 0,0-1 0 0 0,0 1 0 0 0,-1 0 0 0 0,0-1 0 0 0,0 0 0 0 0,0 0 0 0 0,-1 0 0 0 0,1 0 0 0 0,-1 0 0 0 0,0-1 0 0 0,0 1 0 0 0,-8 4 0 0 0,0-1 0 0 0,-3 1 0 0 0,0 0 0 0 0,-1 0 0 0 0,0-2 0 0 0,-19 6 0 0 0,22-10 0 0 0,-5-3 0 0 0,16 0-42 0 0,0 1 1 0 0,0 0-1 0 0,0-1 1 0 0,0 1-1 0 0,0-1 0 0 0,0 1 1 0 0,0-1-1 0 0,0 0 1 0 0,0 0-1 0 0,1 0 0 0 0,-1 0 1 0 0,0 0-1 0 0,1 0 1 0 0,-1 0-1 0 0,0-1 0 0 0,1 1 1 0 0,0-1-1 0 0,-1 1 1 0 0,1-1-1 0 0,0 1 1 0 0,0-1-1 0 0,0 0 0 0 0,0 0 1 0 0,0 0-1 0 0,0 1 1 0 0,0-1-1 0 0,0-3 0 0 0,0 2-36 0 0,-2-8-294 0 0,1-1 1 0 0,0 1 0 0 0,1-1 0 0 0,0 1 0 0 0,1-1 0 0 0,0 0-1 0 0,1 1 1 0 0,0-1 0 0 0,5-20 0 0 0,-4 20 107 0 0,1 1-1 0 0,0 0 1 0 0,1 0 0 0 0,7-15-1 0 0,-11 24 268 0 0,0-17 2297 0 0,-24 59-400 0 0,-57 71 1 0 0,29-52-1815 0 0,-97 86 1 0 0,136-135-87 0 0,1 0 0 0 0,-2-2 0 0 0,1 1 0 0 0,-1-2 0 0 0,-1 0 0 0 0,1-1 0 0 0,-1 0 0 0 0,-17 4 0 0 0,18-8 0 0 0,-7 0 0 0 0,-8-5 0 0 0,23-2 0 0 0,4 2 0 0 0,-10-13-3608 0 0,11 13 2520 0 0,1 0 1 0 0,-1 0-1 0 0,1-1 0 0 0,0 1 0 0 0,0 0 0 0 0,0-1 0 0 0,0 1 0 0 0,2-6 0 0 0,9-28-8387 0 0,-4 19 6428 0 0,3-3-162 0 0,0 0 276 0 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32.868"/>
    </inkml:context>
    <inkml:brush xml:id="br0">
      <inkml:brushProperty name="width" value="0.035" units="cm"/>
      <inkml:brushProperty name="height" value="0.035" units="cm"/>
      <inkml:brushProperty name="color" value="#66CC00"/>
    </inkml:brush>
  </inkml:definitions>
  <inkml:trace contextRef="#ctx0" brushRef="#br0">14 130 8261 0 0,'2'-19'6375'0'0,"1"0"1"0"0,8-28 0 0 0,0 13-2066 0 0,-10 32-6794 0 0,0-5 7023 0 0,-3 5-6736 0 0,-39 16-28011 0 0</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33.217"/>
    </inkml:context>
    <inkml:brush xml:id="br0">
      <inkml:brushProperty name="width" value="0.035" units="cm"/>
      <inkml:brushProperty name="height" value="0.035" units="cm"/>
      <inkml:brushProperty name="color" value="#66CC00"/>
    </inkml:brush>
  </inkml:definitions>
  <inkml:trace contextRef="#ctx0" brushRef="#br0">93 56 6481 0 0,'2'-2'2882'0'0,"10"-13"1026"0"0,9-13 6672 0 0,-20 26-8697 0 0,4-5 313 0 0,-1 6-1034 0 0,-2 5 2489 0 0,0 22-3643 0 0,-1 0-1 0 0,-1 0 1 0 0,-7 52 0 0 0,-23 87-45 0 0,19-113-18 0 0,-10 35-4003 0 0,-18 38-10053 0 0,10-39 4266 0 0,24-62 6885 0 0</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35.119"/>
    </inkml:context>
    <inkml:brush xml:id="br0">
      <inkml:brushProperty name="width" value="0.035" units="cm"/>
      <inkml:brushProperty name="height" value="0.035" units="cm"/>
      <inkml:brushProperty name="color" value="#66CC00"/>
    </inkml:brush>
  </inkml:definitions>
  <inkml:trace contextRef="#ctx0" brushRef="#br0">1691 45 5865 0 0,'5'-10'1604'0'0,"4"-7"4250"0"0,0-1 12541 0 0,-14 28-18265 0 0,3-6-34 0 0,0 1 0 0 0,0-1 1 0 0,0 1-1 0 0,1 0 0 0 0,-1-1 0 0 0,1 1 0 0 0,0 0 0 0 0,0 7 1 0 0,-1 7-44 0 0,-2 1-53 0 0,-7 35 0 0 0,-10 12 0 0 0,18-58 0 0 0,0-1 0 0 0,-1 0 0 0 0,0 1 0 0 0,-1-2 0 0 0,0 1 0 0 0,0 0 0 0 0,0-1 0 0 0,-1 0 0 0 0,0 0 0 0 0,-1 0 0 0 0,1-1 0 0 0,-1 0 0 0 0,0-1 0 0 0,-1 1 0 0 0,-8 4 0 0 0,13-8 0 0 0,-1 3 0 0 0,-22 7 0 0 0,11-6 0 0 0,-3 2 0 0 0,1-2 0 0 0,-2-5 0 0 0,-6-3 0 0 0,7-8 0 0 0,11 0 0 0 0,0-1-9 0 0,4 5-427 0 0,0 0 0 0 0,1-1-1 0 0,-1 0 1 0 0,1 0 0 0 0,1 1 0 0 0,-1-1-1 0 0,1 0 1 0 0,0 0 0 0 0,1 0 0 0 0,0-12-1 0 0,0 16 261 0 0,-2-1-360 0 0,2 4 528 0 0,0 0-1 0 0,0-1 0 0 0,0 1 1 0 0,0 0-1 0 0,0 0 0 0 0,0-1 1 0 0,0 1-1 0 0,0 0 0 0 0,0-1 0 0 0,0 1 1 0 0,0 0-1 0 0,0 0 0 0 0,0-1 1 0 0,0 1-1 0 0,-1 0 0 0 0,1-1 1 0 0,0 1-1 0 0,0 0 0 0 0,0 0 0 0 0,0-1 1 0 0,-1 1-1 0 0,1 0 0 0 0,0 0 1 0 0,0 0-1 0 0,-1-1 0 0 0,1 1 1 0 0,0 0-1 0 0,0 0 0 0 0,-1 0 1 0 0,1 0-1 0 0,0 0 0 0 0,0 0 0 0 0,-1-1 1 0 0,1 1-1 0 0,0 0 0 0 0,-1 0 1 0 0,1 0-1 0 0,0 0 0 0 0,-1 0 1 0 0,1 0-1 0 0,0 0 0 0 0,0 0 0 0 0,-1 0 1 0 0,1 0-1 0 0,0 0 0 0 0,-1 1 1 0 0,1-1-1 0 0,0 0 0 0 0,-1 0 1 0 0,1 0-1 0 0,0 0 0 0 0,-1 1 0 0 0,-59 36 1127 0 0,23-12 1314 0 0,-81 39-1 0 0,104-59-2431 0 0,-2-1 0 0 0,-5-8 0 0 0,8-6-19 0 0,12 8-81 0 0,-1 0 0 0 0,1 0 0 0 0,-1 0 0 0 0,1 0 0 0 0,0-1-1 0 0,0 1 1 0 0,0 0 0 0 0,0 0 0 0 0,0-1 0 0 0,1 1 0 0 0,-1-1 0 0 0,1 1 0 0 0,0-1 0 0 0,-1 1 0 0 0,1 0 0 0 0,0-1 0 0 0,0 1 0 0 0,1-1 0 0 0,-1 1 0 0 0,0-1 0 0 0,1 1 0 0 0,0-1 0 0 0,-1 1 0 0 0,1 0 0 0 0,0-1 0 0 0,0 1 0 0 0,0 0 0 0 0,3-3 0 0 0,-3 2 850 0 0,-8 7-516 0 0,-86 57 1702 0 0,78-52-1936 0 0,1-1 0 0 0,-1 1 0 0 0,-3 0 0 0 0,2 0 0 0 0,-1-1 0 0 0,1-1 0 0 0,-1 0 0 0 0,1-1 0 0 0,2 0 0 0 0,-3-1 0 0 0,2 1 0 0 0,1-5 0 0 0,13-2 0 0 0,0 0 0 0 0,0 1 0 0 0,0-1 0 0 0,1 0 0 0 0,-1 0 0 0 0,0 0 0 0 0,1 0 0 0 0,-1 1 0 0 0,0-1 0 0 0,1 0 0 0 0,-1 0 0 0 0,1 0 0 0 0,-1 0 0 0 0,1-1 0 0 0,0 1 0 0 0,0 0 0 0 0,-1-2 0 0 0,6-22 0 0 0,2 8 0 0 0,0 0 0 0 0,1 2 0 0 0,-2 0 0 0 0,0 1 0 0 0,0-1 0 0 0,1 1 0 0 0,-2-1 0 0 0,-1 2 0 0 0,2-4 0 0 0,0 1 0 0 0,-14 36 0 0 0,0-1 0 0 0,-1 0 0 0 0,-1 0 0 0 0,-1-1 0 0 0,-21 29 0 0 0,-82 93 0 0 0,96-119 0 0 0,3-3 0 0 0,-1-2 0 0 0,-34 28 0 0 0,37-36 0 0 0,-6-7 0 0 0,-5-16 0 0 0,17 6 0 0 0,1 0 0 0 0,1 0 0 0 0,-1-1 0 0 0,1 1 0 0 0,1-1 0 0 0,0 0 0 0 0,0-1 0 0 0,1 1 0 0 0,0-1 0 0 0,-2-20 0 0 0,-7-20 0 0 0,10 44 0 0 0,0 0 0 0 0,0 1 0 0 0,0-1 0 0 0,-1 1 0 0 0,0 0 0 0 0,0 0 0 0 0,-1 0 0 0 0,0 0 0 0 0,0 1 0 0 0,0-1 0 0 0,-1 1 0 0 0,1 0 0 0 0,-1 0 0 0 0,0 1 0 0 0,-1-1 0 0 0,1 1 0 0 0,-7-3 0 0 0,6 4 0 0 0,-1 1 0 0 0,0 1 0 0 0,1-1 0 0 0,-1 1 0 0 0,0 0 0 0 0,1 1 0 0 0,-1-1 0 0 0,0 1 0 0 0,0 1 0 0 0,0-1 0 0 0,1 1 0 0 0,-1 0 0 0 0,0 1 0 0 0,1 0 0 0 0,-1 0 0 0 0,1 0 0 0 0,0 1 0 0 0,-1 0 0 0 0,-6 4 0 0 0,3-2 0 0 0,-103 51 0 0 0,104-51 0 0 0,-1 1 0 0 0,2 0 0 0 0,-1 1 0 0 0,1-1 0 0 0,0 2 0 0 0,0-1 0 0 0,1 1 0 0 0,0 0 0 0 0,-9 14 0 0 0,14-18-18 0 0,0 0 0 0 0,1 0 0 0 0,0 1 0 0 0,0-1 0 0 0,0 0 0 0 0,1 1 0 0 0,-1-1 0 0 0,1 0 0 0 0,0 1 0 0 0,0-1 1 0 0,1 1-1 0 0,-1-1 0 0 0,3 8 0 0 0,16 12-3290 0 0,24 1-5846 0 0,-33-22 6772 0 0,0 1-1 0 0,1-2 1 0 0,-1 1 0 0 0,0-1-1 0 0,18 1 1 0 0,-3-3-750 0 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35.467"/>
    </inkml:context>
    <inkml:brush xml:id="br0">
      <inkml:brushProperty name="width" value="0.035" units="cm"/>
      <inkml:brushProperty name="height" value="0.035" units="cm"/>
      <inkml:brushProperty name="color" value="#66CC00"/>
    </inkml:brush>
  </inkml:definitions>
  <inkml:trace contextRef="#ctx0" brushRef="#br0">0 48 8897 0 0,'0'0'6172'0'0,"23"-3"-1315"0"0,6-3-2873 0 0,-14 2-384 0 0,3 3-416 0 0,0-4-692 0 0,1 4-564 0 0,3-1-756 0 0,4-9-584 0 0,-3 9-1292 0 0,-2 1-1813 0 0,4 1 465 0 0,-7-4 356 0 0,4 1 367 0 0,-5-1 357 0 0</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35.820"/>
    </inkml:context>
    <inkml:brush xml:id="br0">
      <inkml:brushProperty name="width" value="0.035" units="cm"/>
      <inkml:brushProperty name="height" value="0.035" units="cm"/>
      <inkml:brushProperty name="color" value="#66CC00"/>
    </inkml:brush>
  </inkml:definitions>
  <inkml:trace contextRef="#ctx0" brushRef="#br0">7 68 9941 0 0,'-6'9'13885'0'0,"50"-15"-13085"0"0,-27 5-268 0 0,7-3-740 0 0,4 1-580 0 0,-10-3-468 0 0,11 1-3200 0 0,1-1 155 0 0,1-2 493 0 0,-2-2 376 0 0,1-2 331 0 0,-3-3 313 0 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36.252"/>
    </inkml:context>
    <inkml:brush xml:id="br0">
      <inkml:brushProperty name="width" value="0.035" units="cm"/>
      <inkml:brushProperty name="height" value="0.035" units="cm"/>
      <inkml:brushProperty name="color" value="#66CC00"/>
    </inkml:brush>
  </inkml:definitions>
  <inkml:trace contextRef="#ctx0" brushRef="#br0">1 105 10413 0 0,'-1'-1'4313'0'0,"4"-11"3432"0"0,4 7-6657 0 0,0 1-1 0 0,0 0 0 0 0,1 0 1 0 0,-1 1-1 0 0,1 0 0 0 0,0 0 1 0 0,15-3-1 0 0,69-10-584 0 0,-57 11-1855 0 0,-3 1-1678 0 0,26-6-6541 0 0,-18-6-3749 0 0,-22 7 10432 0 0</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5:36.893"/>
    </inkml:context>
    <inkml:brush xml:id="br0">
      <inkml:brushProperty name="width" value="0.035" units="cm"/>
      <inkml:brushProperty name="height" value="0.035" units="cm"/>
      <inkml:brushProperty name="color" value="#66CC00"/>
    </inkml:brush>
  </inkml:definitions>
  <inkml:trace contextRef="#ctx0" brushRef="#br0">309 140 9205 0 0,'1'-1'11208'0'0,"10"-2"-1498"0"0,-8 24-8757 0 0,-2-16-132 0 0,0-2-144 0 0,0 13-496 0 0,-1 0-169 0 0,-2 2-12 0 0,-3-3 0 0 0,1-5 0 0 0,-2-3-24 0 0,6-6-127 0 0,0-1-1 0 0,-1 1 1 0 0,1-1 0 0 0,-1 0-1 0 0,1 1 1 0 0,-1-1 0 0 0,1 0-1 0 0,-1 1 1 0 0,1-1-1 0 0,-1 0 1 0 0,1 1 0 0 0,-1-1-1 0 0,1 0 1 0 0,-1 0 0 0 0,0 0-1 0 0,1 1 1 0 0,-1-1 0 0 0,1 0-1 0 0,-1 0 1 0 0,0 0 0 0 0,1 0-1 0 0,-1 0 1 0 0,1 0-1 0 0,-1 0 1 0 0,0 0 0 0 0,1-1-1 0 0,-1 1 1 0 0,1 0 0 0 0,-1 0-1 0 0,0 0 1 0 0,1-1 0 0 0,-1 1-1 0 0,1 0 1 0 0,-1-1 0 0 0,1 1-1 0 0,-1 0 1 0 0,1-1 0 0 0,-1 1-1 0 0,1-1 1 0 0,0 1-1 0 0,-1 0 1 0 0,0-2 0 0 0,-17-28-543 0 0,3 6-91 0 0,14 23 714 0 0,-42-13 770 0 0,-43 22 4222 0 0,84-7-4198 0 0,-9 0 330 0 0,5 2-937 0 0,-28-10 454 0 0,21 0-570 0 0,10 5 1 0 0,1 0-1 0 0,0 0 1 0 0,0 0 0 0 0,0 0-1 0 0,0 0 1 0 0,1 0 0 0 0,-1 0-1 0 0,1-1 1 0 0,-1 1-1 0 0,1-1 1 0 0,0 1 0 0 0,0-1-1 0 0,0 1 1 0 0,0-1 0 0 0,0 0-1 0 0,0-5 1 0 0,-6-10-145 0 0,5 16 59 0 0,0 0-211 0 0,0 0 0 0 0,0 0 1 0 0,0 0-1 0 0,0 0 0 0 0,0 0 1 0 0,1-1-1 0 0,-1 1 0 0 0,1-1 1 0 0,0 1-1 0 0,0-1 0 0 0,-1 1 1 0 0,1-4-1 0 0,0-11-5300 0 0,4-5-4158 0 0,5-13-553 0 0,-7 32 7543 0 0</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06.665"/>
    </inkml:context>
    <inkml:brush xml:id="br0">
      <inkml:brushProperty name="width" value="0.035" units="cm"/>
      <inkml:brushProperty name="height" value="0.035" units="cm"/>
      <inkml:brushProperty name="color" value="#004F8B"/>
    </inkml:brush>
  </inkml:definitions>
  <inkml:trace contextRef="#ctx0" brushRef="#br0">621 46 6297 0 0,'1'-6'20203'0'0,"-157"41"-19382"0"0,154-34-956 0 0,-20-1-465 0 0,19 1 540 0 0,1-1-1 0 0,0 1 1 0 0,-1-1-1 0 0,1 0 0 0 0,-1 0 1 0 0,1 0-1 0 0,0-1 1 0 0,-1 1-1 0 0,1-1 1 0 0,-1 1-1 0 0,1-1 0 0 0,0 0 1 0 0,0 1-1 0 0,-1-1 1 0 0,-2-2-1 0 0,3 1-142 0 0,1-10-2345 0 0,22-21 1447 0 0,-20 31 910 0 0,0 1 11 0 0,1-1 1 0 0,-1 1-1 0 0,0 0 1 0 0,1-1-1 0 0,-1 1 1 0 0,1 0-1 0 0,0 0 1 0 0,-1 0-1 0 0,1 0 1 0 0,0 1-1 0 0,1-2 1 0 0,27-1 249 0 0,-10-1 254 0 0,-18 4-166 0 0,36 3 433 0 0,-32-2-408 0 0,0 0 1 0 0,0 0-1 0 0,0 1 0 0 0,-1 0 0 0 0,1 0 1 0 0,0 0-1 0 0,-1 1 0 0 0,1 0 0 0 0,-1 0 1 0 0,0 0-1 0 0,8 7 0 0 0,-12-8-83 0 0,1 0-1 0 0,-1 0 0 0 0,1 0 1 0 0,-1 1-1 0 0,0-1 1 0 0,0 0-1 0 0,0 1 1 0 0,0-1-1 0 0,-1 0 1 0 0,1 1-1 0 0,0-1 1 0 0,-1 1-1 0 0,0-1 0 0 0,0 1 1 0 0,0-1-1 0 0,0 1 1 0 0,0 0-1 0 0,0-1 1 0 0,0 1-1 0 0,-1-1 1 0 0,0 1-1 0 0,1-1 1 0 0,-1 0-1 0 0,0 1 1 0 0,0-1-1 0 0,0 0 0 0 0,0 1 1 0 0,-3 2-1 0 0,-9 20 480 0 0,-2-1-1 0 0,0 0 0 0 0,-1-1 0 0 0,-2-1 0 0 0,0-1 0 0 0,-1 0 0 0 0,-1-2 1 0 0,-37 29-1 0 0,34-32-843 0 0,-1-1 1 0 0,0-1-1 0 0,-1-1 1 0 0,-1-2-1 0 0,-32 11 1 0 0,-3-3-3999 0 0,35-11-599 0 0,1-2 1 0 0,-1-1 0 0 0,-45 2 0 0 0,45-6 1842 0 0</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08.035"/>
    </inkml:context>
    <inkml:brush xml:id="br0">
      <inkml:brushProperty name="width" value="0.035" units="cm"/>
      <inkml:brushProperty name="height" value="0.035" units="cm"/>
      <inkml:brushProperty name="color" value="#004F8B"/>
    </inkml:brush>
  </inkml:definitions>
  <inkml:trace contextRef="#ctx0" brushRef="#br0">528 527 5609 0 0,'3'8'13775'0'0,"5"-13"-13354"0"0,0-1 1 0 0,0 1-1 0 0,0-2 0 0 0,-1 1 0 0 0,1-1 0 0 0,-2 0 0 0 0,1-1 0 0 0,-1 0 0 0 0,9-15 0 0 0,-15 23-418 0 0,210-374 2323 0 0,-170 302-2828 0 0,-40 71 409 0 0,0 1 77 0 0,1-1 1 0 0,-1 1-1 0 0,0 0 0 0 0,0-1 1 0 0,0 1-1 0 0,0 0 1 0 0,1 0-1 0 0,-1-1 0 0 0,0 1 1 0 0,0 0-1 0 0,0 0 0 0 0,1-1 1 0 0,-1 1-1 0 0,0 0 0 0 0,1 0 1 0 0,-1 0-1 0 0,0-1 1 0 0,0 1-1 0 0,1 0 0 0 0,-1 0 1 0 0,0 0-1 0 0,1 0 0 0 0,-1 0 1 0 0,0 0-1 0 0,1 0 0 0 0,-1 0 1 0 0,0-1-1 0 0,1 1 0 0 0,-1 0 1 0 0,0 1-1 0 0,1-1 1 0 0,-1 0-1 0 0,0 0 0 0 0,1 0 1 0 0,-1 0-1 0 0,0 0 0 0 0,1 0 1 0 0,-1 0-1 0 0,0 0 0 0 0,0 0 1 0 0,1 1-1 0 0,-1-1 1 0 0,0 0-1 0 0,1 0 0 0 0,-1 0 1 0 0,0 1-1 0 0,1-1 0 0 0,17 12-496 0 0,2 7-366 0 0,-1 1 0 0 0,-2 0-1 0 0,0 2 1 0 0,21 34-1 0 0,-36-54 846 0 0,-1 1 0 0 0,0 0 0 0 0,0-1 0 0 0,0 1-1 0 0,0 0 1 0 0,0 0 0 0 0,-1 0 0 0 0,1 0-1 0 0,-1 0 1 0 0,0 0 0 0 0,0 0 0 0 0,0 0 0 0 0,0 0-1 0 0,-1 0 1 0 0,1 0 0 0 0,-1 0 0 0 0,1 0-1 0 0,-1 0 1 0 0,0-1 0 0 0,0 1 0 0 0,-1 0 0 0 0,1 0-1 0 0,-1-1 1 0 0,1 1 0 0 0,-1-1 0 0 0,0 1-1 0 0,0-1 1 0 0,0 0 0 0 0,0 0 0 0 0,0 0 0 0 0,0 0-1 0 0,0 0 1 0 0,-4 2 0 0 0,-9 7 75 0 0,-1-1 1 0 0,0-1-1 0 0,-1 0 0 0 0,-21 7 1 0 0,13-5-39 0 0,-29 13 822 0 0,-1-2-1 0 0,0-2 1 0 0,-2-3-1 0 0,-1-3 1 0 0,-109 13-1 0 0,159-26-1022 0 0,1 0 1 0 0,-1-1-1 0 0,1 0 0 0 0,0-1 0 0 0,-1 0 0 0 0,1 0 0 0 0,-1-1 1 0 0,1 1-1 0 0,-8-4 0 0 0,13 4-181 0 0,2 0 177 0 0,-1-1-1 0 0,0 1 1 0 0,0 0-1 0 0,1 0 1 0 0,-1-1 0 0 0,0 1-1 0 0,1 0 1 0 0,0-1-1 0 0,-1 1 1 0 0,1-1 0 0 0,0 1-1 0 0,-1 0 1 0 0,1-1 0 0 0,0 1-1 0 0,0-1 1 0 0,0 1-1 0 0,0-1 1 0 0,1 1 0 0 0,-1-2-1 0 0,5-3 0 0 0,0 0-1 0 0,0 0 1 0 0,0 0-1 0 0,1 1 1 0 0,0-1 0 0 0,0 2-1 0 0,0-1 1 0 0,1 1-1 0 0,0 0 1 0 0,0 0-1 0 0,9-4 1 0 0,8-5 873 0 0,-22 12-501 0 0,1 0-42 0 0,-1 1-1 0 0,1-1 1 0 0,0 1-1 0 0,0-1 1 0 0,0 1 0 0 0,0 0-1 0 0,-1 0 1 0 0,1 0-1 0 0,0 1 1 0 0,0-1 0 0 0,0 1-1 0 0,0-1 1 0 0,-1 1-1 0 0,1 0 1 0 0,3 1 0 0 0,3 6 32 0 0,-7-7-76 0 0,0 0 1 0 0,0 0-1 0 0,-1 1 1 0 0,1-1-1 0 0,0 1 1 0 0,0-1-1 0 0,-1 1 1 0 0,1-1-1 0 0,-1 1 1 0 0,1 0-1 0 0,-1 0 0 0 0,0 0 1 0 0,0 0-1 0 0,0 0 1 0 0,0 0-1 0 0,0 0 1 0 0,0 0-1 0 0,0 0 1 0 0,-1 1-1 0 0,1-1 1 0 0,-1 0-1 0 0,0 0 1 0 0,1 5-1 0 0,-6 7 480 0 0,-1 0-1 0 0,0 0 0 0 0,-1-1 1 0 0,0 1-1 0 0,-1-2 1 0 0,0 1-1 0 0,-1-1 0 0 0,-19 20 1 0 0,6-10 405 0 0,0-1 1 0 0,-2-1-1 0 0,-40 27 0 0 0,1-13 89 0 0,-6-9-4779 0 0,-1-13-4642 0 0,57-12 5147 0 0,1 0-1 0 0,-1 0 0 0 0,-18-3 0 0 0,7-3 205 0 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08.540"/>
    </inkml:context>
    <inkml:brush xml:id="br0">
      <inkml:brushProperty name="width" value="0.035" units="cm"/>
      <inkml:brushProperty name="height" value="0.035" units="cm"/>
      <inkml:brushProperty name="color" value="#004F8B"/>
    </inkml:brush>
  </inkml:definitions>
  <inkml:trace contextRef="#ctx0" brushRef="#br0">641 32 3428 0 0,'11'-6'4020'0'0,"-3"6"-1001"0"0,-8 5 2541 0 0,-5 6-5159 0 0,-1 0 1 0 0,0-1 0 0 0,0 0-1 0 0,-1 0 1 0 0,-1 0-1 0 0,0-1 1 0 0,0 0 0 0 0,-16 13-1 0 0,-3 3 533 0 0,-2-2 1 0 0,0 0-1 0 0,-1-2 0 0 0,-1-2 1 0 0,-1-1-1 0 0,-1-1 0 0 0,-1-2 1 0 0,0-1-1 0 0,0-1 0 0 0,-2-2 1 0 0,-47 8-1 0 0,76-18-744 0 0,0-1-1 0 0,0 1 1 0 0,0-1 0 0 0,0 0 0 0 0,-1-1 0 0 0,1 1 0 0 0,0-1-1 0 0,0-1 1 0 0,-9-2 0 0 0,11 2-189 0 0,1 0 0 0 0,0 0 1 0 0,0 0-1 0 0,1 0 0 0 0,-1-1 0 0 0,0 1 1 0 0,1-1-1 0 0,-1 0 0 0 0,1 0 0 0 0,0-1 1 0 0,0 1-1 0 0,0 0 0 0 0,1-1 0 0 0,-1 0 1 0 0,1 0-1 0 0,0 0 0 0 0,0 0 0 0 0,0 0 1 0 0,0 0-1 0 0,1 0 0 0 0,-1 0 0 0 0,0-9 1 0 0,0-2-17 0 0,2 1 0 0 0,0-1 0 0 0,0 1 0 0 0,2-1 0 0 0,3-18 0 0 0,-1 8-91 0 0,-3 16-642 0 0,2-1-1 0 0,-1 1 1 0 0,1 0-1 0 0,1 0 0 0 0,-1 0 1 0 0,8-12-1 0 0,14-13-5746 0 0,-22 31 4975 0 0,-1 1 1 0 0,1 0-1 0 0,-1 0 1 0 0,1 0 0 0 0,0 0-1 0 0,-1 0 1 0 0,1 1-1 0 0,6-3 1 0 0</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08.939"/>
    </inkml:context>
    <inkml:brush xml:id="br0">
      <inkml:brushProperty name="width" value="0.035" units="cm"/>
      <inkml:brushProperty name="height" value="0.035" units="cm"/>
      <inkml:brushProperty name="color" value="#004F8B"/>
    </inkml:brush>
  </inkml:definitions>
  <inkml:trace contextRef="#ctx0" brushRef="#br0">7 16 12625 0 0,'-7'0'19939'0'0,"34"-7"-19736"0"0,-8 3-203 0 0,-6 1 0 0 0,0 1-499 0 0,-11 2-2334 0 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09.625"/>
    </inkml:context>
    <inkml:brush xml:id="br0">
      <inkml:brushProperty name="width" value="0.035" units="cm"/>
      <inkml:brushProperty name="height" value="0.035" units="cm"/>
      <inkml:brushProperty name="color" value="#004F8B"/>
    </inkml:brush>
  </inkml:definitions>
  <inkml:trace contextRef="#ctx0" brushRef="#br0">55 28 8209 0 0,'0'0'24227'0'0,"-5"5"-23939"0"0,-17 17-245 0 0,6-11-43 0 0,5-5-285 0 0,38-51-15847 0 0,-23 38 11474 0 0,-1-2 1793 0 0,3-1-651 0 0</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10.469"/>
    </inkml:context>
    <inkml:brush xml:id="br0">
      <inkml:brushProperty name="width" value="0.035" units="cm"/>
      <inkml:brushProperty name="height" value="0.035" units="cm"/>
      <inkml:brushProperty name="color" value="#004F8B"/>
    </inkml:brush>
  </inkml:definitions>
  <inkml:trace contextRef="#ctx0" brushRef="#br0">296 5 9653 0 0,'-1'-4'12815'0'0,"-4"10"-5342"0"0,-9 27-3544 0 0,-8 31-6816 0 0,15-41 4671 0 0,-26 94-3478 0 0,-56 151 4815 0 0,54-174-6195 0 0,-6 7-6413 0 0,-2-1-8910 0 0,38-87 15589 0 0</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11.377"/>
    </inkml:context>
    <inkml:brush xml:id="br0">
      <inkml:brushProperty name="width" value="0.035" units="cm"/>
      <inkml:brushProperty name="height" value="0.035" units="cm"/>
      <inkml:brushProperty name="color" value="#004F8B"/>
    </inkml:brush>
  </inkml:definitions>
  <inkml:trace contextRef="#ctx0" brushRef="#br0">1111 11 7789 0 0,'11'-10'16526'0'0,"-11"10"-16374"0"0,0 0 1 0 0,-1 37 3142 0 0,-11 72 0 0 0,-23 39-1518 0 0,-69 141-1997 0 0,100-279 220 0 0,0 1 0 0 0,0 0 0 0 0,0 0 0 0 0,-2 0 0 0 0,1-1 0 0 0,-1 1 0 0 0,0-1 0 0 0,-1-1 0 0 0,-1 1 0 0 0,1-1 0 0 0,-1-1 0 0 0,-18 15 0 0 0,22-20 0 0 0,-1 0 0 0 0,1-1 0 0 0,-1 0 0 0 0,0 0 0 0 0,0 0 0 0 0,1-1 0 0 0,-1 1 0 0 0,0-1 0 0 0,-1 0 0 0 0,1-1 0 0 0,0 1 0 0 0,0-1 0 0 0,0 0 0 0 0,0 0 0 0 0,0-1 0 0 0,0 1 0 0 0,0-1 0 0 0,-7-2 0 0 0,1-1 0 0 0,1 1 0 0 0,-1-1 0 0 0,1-1 0 0 0,0 1 0 0 0,1-2 0 0 0,-11-6 0 0 0,7 2 0 0 0,1-1 0 0 0,0 0 0 0 0,1-1 0 0 0,0 0 0 0 0,1-1 0 0 0,0 0 0 0 0,-12-21 0 0 0,4 0 0 0 0,1 0 0 0 0,-13-40 0 0 0,26 61 0 0 0,0-3 0 0 0,2 0 0 0 0,2 3 0 0 0,3 2 0 0 0,5 2 0 0 0,6 2 0 0 0,-10 6-128 0 0,0-1-1 0 0,0 1 1 0 0,0 0-1 0 0,0 0 1 0 0,1 1-1 0 0,-1-1 1 0 0,0 1-1 0 0,1 0 1 0 0,-1 0-1 0 0,0 1 1 0 0,1-1-1 0 0,-1 1 1 0 0,8 2-1 0 0,-4-1-355 0 0,190 28-6505 0 0,-195-29 6950 0 0,-3-1 39 0 0,0 0 0 0 0,0-1 0 0 0,0 1 0 0 0,0 0 0 0 0,1 0 0 0 0,-1 0 0 0 0,0 0 0 0 0,0 0 0 0 0,0 0 0 0 0,0 0 0 0 0,1 0 0 0 0,-1 0-1 0 0,0 0 1 0 0,0 0 0 0 0,0 0 0 0 0,0 0 0 0 0,1 0 0 0 0,-1 0 0 0 0,0 1 0 0 0,0-1 0 0 0,0 0 0 0 0,0 0 0 0 0,1 0 0 0 0,-1 0 0 0 0,0 0 0 0 0,0 0 0 0 0,0 0 0 0 0,0 0 0 0 0,0 1 0 0 0,0-1 0 0 0,1 0 0 0 0,-1 0-1 0 0,0 0 1 0 0,0 0 0 0 0,0 0 0 0 0,0 1 0 0 0,0-1 0 0 0,0 0 0 0 0,0 0 0 0 0,0 0 0 0 0,0 0 0 0 0,0 1 0 0 0,0-1 0 0 0,0 0 0 0 0,0 0 0 0 0,0 0 0 0 0,0 0 0 0 0,0 1 0 0 0,0-1 0 0 0,0 0 0 0 0,0 0 0 0 0,0 0-1 0 0,0 1 1 0 0,0-1 0 0 0,0 0 0 0 0,0 0 0 0 0,0 0 0 0 0,0 0 0 0 0,0 0 0 0 0,0 1 0 0 0,0-1 0 0 0,-1 0 0 0 0,1 0 0 0 0,0 0 0 0 0,0 0 0 0 0,0 0 0 0 0,0 0 0 0 0,-1 1 0 0 0,-8 19 180 0 0,-51 37 1901 0 0,-80 57 1 0 0,38-31 341 0 0,-68 69 47 0 0,-55 45-2392 0 0,219-192-314 0 0,-1 0 0 0 0,0 0 0 0 0,0-1 0 0 0,0 0 0 0 0,-11 4 0 0 0,-8-4-4384 0 0,0-9-9895 0 0,22 4 10752 0 0,3-3 391 0 0,-6-15 295 0 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11.756"/>
    </inkml:context>
    <inkml:brush xml:id="br0">
      <inkml:brushProperty name="width" value="0.035" units="cm"/>
      <inkml:brushProperty name="height" value="0.035" units="cm"/>
      <inkml:brushProperty name="color" value="#004F8B"/>
    </inkml:brush>
  </inkml:definitions>
  <inkml:trace contextRef="#ctx0" brushRef="#br0">1 67 10145 0 0,'28'-43'14366'0'0,"-7"20"-10888"0"0,-20 22-3712 0 0,2 5-4166 0 0,6 5 3186 0 0,-9-5-3390 0 0,-26 26-7851 0 0,8-13 9469 0 0</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12.759"/>
    </inkml:context>
    <inkml:brush xml:id="br0">
      <inkml:brushProperty name="width" value="0.035" units="cm"/>
      <inkml:brushProperty name="height" value="0.035" units="cm"/>
      <inkml:brushProperty name="color" value="#004F8B"/>
    </inkml:brush>
  </inkml:definitions>
  <inkml:trace contextRef="#ctx0" brushRef="#br0">444 638 5160 0 0,'0'0'17481'0'0,"6"-6"-16352"0"0,18-20 329 0 0,-2 0 0 0 0,0-2 0 0 0,20-34 0 0 0,52-103-209 0 0,10-16-2611 0 0,-81 141 814 0 0,-16 27 258 0 0,0 1 0 0 0,2-1 1 0 0,9-11-1 0 0,-6 6-201 0 0,-11 17 446 0 0,0-1 1 0 0,-1 1-1 0 0,1 0 0 0 0,0-1 1 0 0,0 1-1 0 0,0 0 1 0 0,0-1-1 0 0,0 1 0 0 0,1 0 1 0 0,-1 0-1 0 0,0 0 1 0 0,0 0-1 0 0,1 0 0 0 0,-1 0 1 0 0,1 0-1 0 0,-1 0 1 0 0,1 1-1 0 0,-1-1 1 0 0,1 1-1 0 0,-1-1 0 0 0,4 0 1 0 0,-3 1-90 0 0,36 21-665 0 0,-33-15 734 0 0,0 0 1 0 0,-1 0-1 0 0,1 1 0 0 0,-1-1 1 0 0,0 1-1 0 0,-1 0 0 0 0,1 0 1 0 0,-1 0-1 0 0,-1 0 0 0 0,1 1 1 0 0,-1-1-1 0 0,-1 1 0 0 0,1 0 1 0 0,-1 11-1 0 0,-1-7 79 0 0,0 0 0 0 0,-2-1 0 0 0,1 1 0 0 0,-1-1 0 0 0,-1 0 0 0 0,0 1 0 0 0,-1-1 0 0 0,0-1 1 0 0,-9 18-1 0 0,0-2 214 0 0,-1-2 1 0 0,-2 0 0 0 0,0 0-1 0 0,-1-2 1 0 0,-2 0-1 0 0,0-1 1 0 0,-1-1 0 0 0,-1 0-1 0 0,-1-2 1 0 0,-1-1 0 0 0,0 0-1 0 0,-1-2 1 0 0,-47 22 0 0 0,47-25-67 0 0,19-9-187 0 0,0 1-1 0 0,0-1 0 0 0,0-1 1 0 0,-1 1-1 0 0,0-1 0 0 0,1 0 1 0 0,-1 0-1 0 0,0 0 0 0 0,0-1 1 0 0,0 0-1 0 0,0 0 0 0 0,0-1 1 0 0,0 0-1 0 0,0 0 0 0 0,0 0 1 0 0,-11-2-1 0 0,15 1-115 0 0,1 0-1 0 0,-1 0 1 0 0,1 0-1 0 0,-1 0 1 0 0,1 0-1 0 0,-1-1 1 0 0,1 1-1 0 0,0 0 1 0 0,0-1-1 0 0,0 1 1 0 0,0-1-1 0 0,0 1 1 0 0,0-1-1 0 0,0 0 1 0 0,0 1-1 0 0,1-1 1 0 0,-1 0 0 0 0,0 0-1 0 0,1 1 1 0 0,-1-5-1 0 0,-2-37-2857 0 0,3 39 2737 0 0,8-42-2147 0 0,-8 44 2724 0 0,0 8-22 0 0,0 6 93 0 0,-1-1 1 0 0,0 1-1 0 0,-1 0 0 0 0,-1-1 0 0 0,1 1 0 0 0,-2-1 0 0 0,0 0 0 0 0,0 0 0 0 0,-9 15 0 0 0,-63 102 3528 0 0,49-87-3224 0 0,15-21-219 0 0,-1-1-1 0 0,-2 0 0 0 0,-28 30 1 0 0,36-42-240 0 0,-1-1 0 0 0,1 0 0 0 0,-1 0 1 0 0,0-1-1 0 0,0 0 0 0 0,-1-1 0 0 0,1 1 1 0 0,-1-1-1 0 0,0-1 0 0 0,0 0 0 0 0,-16 3 1 0 0,17-5-56 0 0,4-1-175 0 0,-1 0 0 0 0,1-1 0 0 0,-1 1 0 0 0,1-1 0 0 0,0 0 0 0 0,-1 0 0 0 0,1 0 0 0 0,0-1 0 0 0,0 1 0 0 0,0-1 0 0 0,0 0 0 0 0,0 0 0 0 0,0-1 0 0 0,1 1 0 0 0,-1-1 0 0 0,1 0 0 0 0,-1 1 0 0 0,1-2 0 0 0,0 1 0 0 0,0 0 0 0 0,1-1 0 0 0,-1 1 0 0 0,1-1 0 0 0,-1 0 0 0 0,1 0 1 0 0,0 0-1 0 0,1 0 0 0 0,-3-8 0 0 0,1-2-2 0 0,1-1 0 0 0,0 1 1 0 0,2-1-1 0 0,-1 0 0 0 0,2 1 1 0 0,3-22-1 0 0,-2 18 3 0 0,3-20-2 0 0,2 2 0 0 0,2-1 0 0 0,2 1 0 0 0,0 0 0 0 0,3 1 0 0 0,29-55 0 0 0,-38 82-212 0 0,0-1 1 0 0,1 1-1 0 0,0 1 1 0 0,9-10-1 0 0,16-19-6038 0 0,-24 26 2160 0 0,1 1 0 0 0,0 0-1 0 0,1 0 1 0 0,14-11 0 0 0,-10 9 1026 0 0</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13.126"/>
    </inkml:context>
    <inkml:brush xml:id="br0">
      <inkml:brushProperty name="width" value="0.035" units="cm"/>
      <inkml:brushProperty name="height" value="0.035" units="cm"/>
      <inkml:brushProperty name="color" value="#004F8B"/>
    </inkml:brush>
  </inkml:definitions>
  <inkml:trace contextRef="#ctx0" brushRef="#br0">1 49 7557 0 0,'0'-1'7291'0'0,"3"-15"10484"0"0,0 9-20202 0 0,-1-7 7850 0 0,-2 9-6641 0 0,1-1-3637 0 0</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14.398"/>
    </inkml:context>
    <inkml:brush xml:id="br0">
      <inkml:brushProperty name="width" value="0.035" units="cm"/>
      <inkml:brushProperty name="height" value="0.035" units="cm"/>
      <inkml:brushProperty name="color" value="#004F8B"/>
    </inkml:brush>
  </inkml:definitions>
  <inkml:trace contextRef="#ctx0" brushRef="#br0">0 0 7997 0 0,'0'0'22820'0'0,"11"3"-21663"0"0,5 0-778 0 0,59 14 73 0 0,-16-6-3631 0 0,-12-3-3557 0 0,-8-3-5142 0 0,-26-4 7408 0 0,-5-2 3166 0 0,-2 0 258 0 0,-1 1-1870 0 0</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15.448"/>
    </inkml:context>
    <inkml:brush xml:id="br0">
      <inkml:brushProperty name="width" value="0.035" units="cm"/>
      <inkml:brushProperty name="height" value="0.035" units="cm"/>
      <inkml:brushProperty name="color" value="#004F8B"/>
    </inkml:brush>
  </inkml:definitions>
  <inkml:trace contextRef="#ctx0" brushRef="#br0">688 82 5076 0 0,'9'-6'16935'0'0,"-80"19"-15637"0"0,-62-5-355 0 0,42-13-4821 0 0,90 5 3743 0 0,0 0-1 0 0,0 0 1 0 0,1 0 0 0 0,-1 0 0 0 0,0 0 0 0 0,0 0 0 0 0,1 0-1 0 0,-1 0 1 0 0,0-1 0 0 0,0 1 0 0 0,1 0 0 0 0,-1-1-1 0 0,0 1 1 0 0,0 0 0 0 0,1-1 0 0 0,-1 1 0 0 0,0-1-1 0 0,1 1 1 0 0,-1-1 0 0 0,1 0 0 0 0,-1 1 0 0 0,1-1-1 0 0,-1 1 1 0 0,1-1 0 0 0,-1 0 0 0 0,1 1 0 0 0,0-1-1 0 0,-1 0 1 0 0,1 0 0 0 0,0 1 0 0 0,0-1 0 0 0,-1 0-1 0 0,1 0 1 0 0,0 0 0 0 0,0 1 0 0 0,0-1 0 0 0,0 0 0 0 0,0 0-1 0 0,0 0 1 0 0,0 1 0 0 0,0-1 0 0 0,0 0 0 0 0,1 0-1 0 0,-1-1 1 0 0,0 1 262 0 0,1-2-549 0 0,29-27-1173 0 0,-24 27 1463 0 0,2-1 72 0 0,1 0 1 0 0,-1 0 0 0 0,1 1-1 0 0,0 0 1 0 0,-1 1 0 0 0,1-1-1 0 0,0 2 1 0 0,15-2 0 0 0,-20 2 246 0 0,1 1 0 0 0,-1-1 0 0 0,0 1 0 0 0,0 0 0 0 0,1 0 1 0 0,-1 0-1 0 0,0 1 0 0 0,0-1 0 0 0,1 1 0 0 0,-1 0 0 0 0,0 1 0 0 0,0-1 0 0 0,0 1 1 0 0,7 3-1 0 0,-9-3 38 0 0,0 0 0 0 0,0 1 0 0 0,-1-1 1 0 0,1 0-1 0 0,-1 0 0 0 0,1 1 0 0 0,-1-1 1 0 0,0 1-1 0 0,0 0 0 0 0,0-1 0 0 0,0 1 0 0 0,-1 0 1 0 0,1-1-1 0 0,-1 1 0 0 0,1 0 0 0 0,-1 0 1 0 0,0 0-1 0 0,0-1 0 0 0,0 1 0 0 0,-1 0 1 0 0,0 5-1 0 0,-4 15 620 0 0,-1-1 0 0 0,-1 0 0 0 0,0 0 0 0 0,-2-1 1 0 0,0 0-1 0 0,-2 0 0 0 0,0-1 0 0 0,-1 0 0 0 0,-1-1 0 0 0,-24 27 1 0 0,20-27-285 0 0,-1-1 0 0 0,-31 26 0 0 0,23-25-1591 0 0,-50 29 0 0 0,45-32-2470 0 0,-49 19 0 0 0,52-26-880 0 0,1-1 1 0 0,-30 5 0 0 0,26-9 1109 0 0,-1 0 278 0 0</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16.548"/>
    </inkml:context>
    <inkml:brush xml:id="br0">
      <inkml:brushProperty name="width" value="0.035" units="cm"/>
      <inkml:brushProperty name="height" value="0.035" units="cm"/>
      <inkml:brushProperty name="color" value="#004F8B"/>
    </inkml:brush>
  </inkml:definitions>
  <inkml:trace contextRef="#ctx0" brushRef="#br0">499 605 5497 0 0,'0'0'2910'0'0,"3"-4"-1643"0"0,2-2-566 0 0,0-1-1 0 0,-1 0 0 0 0,0 0 1 0 0,0-1-1 0 0,-1 1 0 0 0,0-1 1 0 0,0 1-1 0 0,-1-1 0 0 0,2-10 1 0 0,12-88 2909 0 0,-7 36-2135 0 0,-7 58-1278 0 0,12-65 1299 0 0,36-115 1 0 0,-30 142-1165 0 0,-19 50-330 0 0,-1-1 1 0 0,0 1-1 0 0,1-1 1 0 0,-1 0-1 0 0,0 1 1 0 0,1-1-1 0 0,-1 1 1 0 0,1 0-1 0 0,-1-1 1 0 0,0 1-1 0 0,1-1 1 0 0,-1 1-1 0 0,1 0 1 0 0,0-1-1 0 0,-1 1 1 0 0,1 0-1 0 0,-1-1 1 0 0,1 1-1 0 0,-1 0 1 0 0,1 0-1 0 0,0 0 1 0 0,-1 0-1 0 0,1 0 1 0 0,0-1-1 0 0,-1 1 1 0 0,2 0-1 0 0,-1 0 0 0 0,1 0 1 0 0,-1-1-1 0 0,0 1 0 0 0,1 0 0 0 0,-1-1 0 0 0,1 1 0 0 0,-1 0 0 0 0,1 0 0 0 0,-1 0 0 0 0,0 0 0 0 0,1 0 0 0 0,-1 1 1 0 0,1-1-1 0 0,-1 0 0 0 0,0 1 0 0 0,1-1 0 0 0,-1 1 0 0 0,0-1 0 0 0,1 1 0 0 0,-1 0 0 0 0,0-1 0 0 0,0 1 0 0 0,1 0 1 0 0,-1 0-1 0 0,1 1 0 0 0,5 5-1 0 0,46 27-353 0 0,-34-23-40 0 0,-1 0 1 0 0,-1 2 0 0 0,0 0 0 0 0,0 0 0 0 0,21 24 0 0 0,-30-24-317 0 0,-1-1-1 0 0,-1 1 1 0 0,7 19 0 0 0,-12-30 592 0 0,-6 34-302 0 0,1-29 413 0 0,-1-1-1 0 0,1 0 1 0 0,-1 1 0 0 0,0-2 0 0 0,-1 1 0 0 0,1 0 0 0 0,-1-1-1 0 0,0 0 1 0 0,0-1 0 0 0,-1 1 0 0 0,1-1 0 0 0,-1 0 0 0 0,-14 5-1 0 0,-9 2 253 0 0,0 0 0 0 0,-34 6 0 0 0,20-6 202 0 0,-30 10 343 0 0,6 0 680 0 0,-112 18-1 0 0,171-38-1510 0 0,1-1-1 0 0,-1 1 1 0 0,0-1-1 0 0,0-1 1 0 0,0 0 0 0 0,-10-2-1 0 0,17 3-129 0 0,0-3-129 0 0,1 3 257 0 0,1 0-1 0 0,0 0 1 0 0,0 0-1 0 0,0 0 1 0 0,-1-1-1 0 0,1 1 1 0 0,0 0-1 0 0,0 0 1 0 0,0 0-1 0 0,0 0 1 0 0,-1 0-1 0 0,1-1 1 0 0,0 1-1 0 0,0 0 1 0 0,0 0 0 0 0,0 0-1 0 0,0 0 1 0 0,0-1-1 0 0,-1 1 1 0 0,1 0-1 0 0,0 0 1 0 0,0 0-1 0 0,0-1 1 0 0,0 1-1 0 0,0 0 1 0 0,0 0-1 0 0,0-1 1 0 0,0 1-1 0 0,0 0 1 0 0,0 0-1 0 0,0 0 1 0 0,0-1 0 0 0,0 1-1 0 0,0 0 1 0 0,0 0-1 0 0,0-1 1 0 0,0 1-1 0 0,0 0 1 0 0,1 0-1 0 0,-1 0 1 0 0,0 0-1 0 0,0-1 1 0 0,0 1-1 0 0,0 0 1 0 0,0 0-1 0 0,1-1 1 0 0,3-3-191 0 0,1-1-1 0 0,0 1 1 0 0,0-1 0 0 0,0 1-1 0 0,0 1 1 0 0,1-1 0 0 0,0 1-1 0 0,0 0 1 0 0,0 0 0 0 0,0 1-1 0 0,0 0 1 0 0,8-2 0 0 0,90-18-1079 0 0,-65 15 1078 0 0,-38 7 297 0 0,0-1 0 0 0,0 1 0 0 0,0-1 1 0 0,0 1-1 0 0,0 0 0 0 0,0 0 0 0 0,1 0 1 0 0,-1-1-1 0 0,0 1 0 0 0,0 0 1 0 0,0 0-1 0 0,0 0 0 0 0,0 1 0 0 0,0-1 1 0 0,0 0-1 0 0,0 0 0 0 0,0 1 1 0 0,0-1-1 0 0,0 0 0 0 0,0 1 0 0 0,0-1 1 0 0,0 1-1 0 0,0-1 0 0 0,0 1 0 0 0,-1-1 1 0 0,1 1-1 0 0,0 0 0 0 0,0 0 1 0 0,0-1-1 0 0,0 3 0 0 0,0-1 72 0 0,-1 0 0 0 0,0 0 0 0 0,0 0-1 0 0,1 0 1 0 0,-1 0 0 0 0,-1 0 0 0 0,1 0 0 0 0,0 0 0 0 0,-1 0 0 0 0,1 0-1 0 0,-1 0 1 0 0,1 0 0 0 0,-1 0 0 0 0,-1 2 0 0 0,-4 8 691 0 0,0 0 0 0 0,-1-1 0 0 0,-13 18 0 0 0,2-9-36 0 0,-1-1-1 0 0,-1-1 1 0 0,-1-1 0 0 0,0-1-1 0 0,-1-1 1 0 0,-29 15 0 0 0,-49 20-748 0 0,0-11-4227 0 0,89-35 2047 0 0,-20 6-4479 0 0,5-9-6605 0 0,1-3 10281 0 0</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17.091"/>
    </inkml:context>
    <inkml:brush xml:id="br0">
      <inkml:brushProperty name="width" value="0.035" units="cm"/>
      <inkml:brushProperty name="height" value="0.035" units="cm"/>
      <inkml:brushProperty name="color" value="#004F8B"/>
    </inkml:brush>
  </inkml:definitions>
  <inkml:trace contextRef="#ctx0" brushRef="#br0">632 21 5076 0 0,'13'-9'6029'0'0,"-2"2"-4440"0"0,-10 7-1280 0 0,-1-1 0 0 0,1 1 0 0 0,-1 0 0 0 0,0-1 1 0 0,1 1-1 0 0,-1 0 0 0 0,1-1 0 0 0,-1 1 0 0 0,1 0 1 0 0,-1 0-1 0 0,1-1 0 0 0,-1 1 0 0 0,1 0 0 0 0,-1 0 1 0 0,1 0-1 0 0,-1 0 0 0 0,1 0 0 0 0,-1 0 0 0 0,1 0 0 0 0,0 0 1 0 0,-1 0-1 0 0,1 0 0 0 0,-1 0 0 0 0,1 0 0 0 0,-1 0 1 0 0,1 0-1 0 0,-1 1 0 0 0,1-1 0 0 0,0 0 0 0 0,-1 13 104 0 0,0 0-1 0 0,-1-1 0 0 0,0 1 0 0 0,-1-1 0 0 0,0 1 1 0 0,-1-1-1 0 0,0 0 0 0 0,-1 0 0 0 0,-9 18 0 0 0,3-5 135 0 0,-2-1 0 0 0,-1 0 0 0 0,-28 38 0 0 0,27-44-100 0 0,-2 0 0 0 0,0-1 1 0 0,-2-1-1 0 0,1-1 1 0 0,-38 25-1 0 0,42-32-266 0 0,-1 0-1 0 0,0-1 0 0 0,0-1 1 0 0,0 0-1 0 0,-1 0 0 0 0,1-2 1 0 0,-1 0-1 0 0,-1-1 1 0 0,-27 3-1 0 0,33-5-174 0 0,0-1-1 0 0,-1 0 1 0 0,1-1 0 0 0,0 0-1 0 0,0 0 1 0 0,0-1 0 0 0,0-1-1 0 0,0 0 1 0 0,0 0-1 0 0,1-1 1 0 0,-1 0 0 0 0,1 0-1 0 0,0-1 1 0 0,0-1 0 0 0,1 1-1 0 0,-1-1 1 0 0,1-1 0 0 0,0 0-1 0 0,1 0 1 0 0,0 0 0 0 0,0-1-1 0 0,1 0 1 0 0,0 0 0 0 0,0-1-1 0 0,-7-13 1 0 0,8 11-93 0 0,1 0 0 0 0,0 0 1 0 0,1 0-1 0 0,0 0 0 0 0,0-1 0 0 0,1 1 1 0 0,1-1-1 0 0,0 1 0 0 0,0-1 0 0 0,1 0 1 0 0,1 0-1 0 0,0 1 0 0 0,0-1 0 0 0,1 1 1 0 0,1-1-1 0 0,0 1 0 0 0,1 0 0 0 0,0 0 1 0 0,0 0-1 0 0,8-12 0 0 0,12-9-5556 0 0,-20 27 4016 0 0,2 1 0 0 0,-1 0 0 0 0,0 0 0 0 0,1 0 0 0 0,0 1 0 0 0,-1 0 0 0 0,1 0 1 0 0,1 0-1 0 0,-1 1 0 0 0,0 0 0 0 0,8-2 0 0 0,4 0-1527 0 0</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17.436"/>
    </inkml:context>
    <inkml:brush xml:id="br0">
      <inkml:brushProperty name="width" value="0.035" units="cm"/>
      <inkml:brushProperty name="height" value="0.035" units="cm"/>
      <inkml:brushProperty name="color" value="#004F8B"/>
    </inkml:brush>
  </inkml:definitions>
  <inkml:trace contextRef="#ctx0" brushRef="#br0">18 0 11793 0 0,'0'0'3503'0'0,"-3"1"-2241"0"0,-5 2 6672 0 0,1 2-4207 0 0,19 9-13883 0 0,9 0-4617 0 0</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17.847"/>
    </inkml:context>
    <inkml:brush xml:id="br0">
      <inkml:brushProperty name="width" value="0.035" units="cm"/>
      <inkml:brushProperty name="height" value="0.035" units="cm"/>
      <inkml:brushProperty name="color" value="#004F8B"/>
    </inkml:brush>
  </inkml:definitions>
  <inkml:trace contextRef="#ctx0" brushRef="#br0">8 48 11405 0 0,'0'0'3380'0'0,"-8"-10"4597"0"0,8-6-5253 0 0,8 0-7252 0 0,7 10-5537 0 0</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18.530"/>
    </inkml:context>
    <inkml:brush xml:id="br0">
      <inkml:brushProperty name="width" value="0.035" units="cm"/>
      <inkml:brushProperty name="height" value="0.035" units="cm"/>
      <inkml:brushProperty name="color" value="#004F8B"/>
    </inkml:brush>
  </inkml:definitions>
  <inkml:trace contextRef="#ctx0" brushRef="#br0">139 22 7585 0 0,'-1'-21'13850'0'0,"-4"28"-8149"0"0,-8 50-5887 0 0,3-15 2565 0 0,-30 119 1182 0 0,8 5-5460 0 0,8 2-6777 0 0,11-2-8096 0 0,13-137 13737 0 0</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19.008"/>
    </inkml:context>
    <inkml:brush xml:id="br0">
      <inkml:brushProperty name="width" value="0.035" units="cm"/>
      <inkml:brushProperty name="height" value="0.035" units="cm"/>
      <inkml:brushProperty name="color" value="#004F8B"/>
    </inkml:brush>
  </inkml:definitions>
  <inkml:trace contextRef="#ctx0" brushRef="#br0">561 6 5733 0 0,'5'-6'14860'0'0,"-9"164"-7061"0"0,3 9-3630 0 0,1-114-3963 0 0,0-41-206 0 0,0 0 0 0 0,-1 0 0 0 0,-1 0 0 0 0,0 0 0 0 0,0-1 0 0 0,-1 1 0 0 0,-1-1 0 0 0,0 1 0 0 0,0-1 0 0 0,-1-1 0 0 0,-13 21 0 0 0,9-19 0 0 0,0-1 0 0 0,0 0 0 0 0,-2-1 0 0 0,1 0 0 0 0,-1-1 0 0 0,-1 0 0 0 0,0 0 0 0 0,0-1 0 0 0,-20 9 0 0 0,-4 2-400 0 0,-2-2 0 0 0,-65 21-1 0 0,83-32-2512 0 0,0-2-1 0 0,-33 3 1 0 0,35-6-1954 0 0,0-1-1 0 0,-1-1 1 0 0,-24-3 0 0 0,22-1 1918 0 0</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20.307"/>
    </inkml:context>
    <inkml:brush xml:id="br0">
      <inkml:brushProperty name="width" value="0.035" units="cm"/>
      <inkml:brushProperty name="height" value="0.035" units="cm"/>
      <inkml:brushProperty name="color" value="#004F8B"/>
    </inkml:brush>
  </inkml:definitions>
  <inkml:trace contextRef="#ctx0" brushRef="#br0">731 676 5280 0 0,'0'0'1493'0'0,"3"3"-118"0"0,-1-2-1129 0 0,-1 0 0 0 0,1 0 0 0 0,-1 0 0 0 0,1 0 0 0 0,0 0 0 0 0,-1-1 0 0 0,1 1 0 0 0,0 0 0 0 0,0-1 0 0 0,0 1 0 0 0,-1-1-1 0 0,1 0 1 0 0,0 0 0 0 0,0 0 0 0 0,0 1 0 0 0,0-2 0 0 0,0 1 0 0 0,-1 0 0 0 0,1 0 0 0 0,0-1 0 0 0,3 0 0 0 0,0-1 112 0 0,1 0-1 0 0,0-1 1 0 0,-1 0 0 0 0,0 0-1 0 0,1 0 1 0 0,7-8-1 0 0,4-4 256 0 0,-1 0 0 0 0,27-35 0 0 0,250-355 1292 0 0,-183 260-1924 0 0,-106 140-8 0 0,23-18-119 0 0,-25 23 91 0 0,24 15-19 0 0,-20-3 55 0 0,-1 0 0 0 0,-1 1 0 0 0,0-1 0 0 0,-1 1 0 0 0,-1 0 0 0 0,0 0-1 0 0,1 19 1 0 0,-2 4 20 0 0,-4 57-1 0 0,2-78-16 0 0,-1 0 1 0 0,-1 0-1 0 0,0-1 0 0 0,-1 1 0 0 0,0-1 0 0 0,-8 18 1 0 0,8-25 58 0 0,1-1 0 0 0,-1 0 0 0 0,-1 1 0 0 0,1-1 1 0 0,-1-1-1 0 0,0 1 0 0 0,0-1 0 0 0,-1 0 0 0 0,1 0 1 0 0,-1 0-1 0 0,0-1 0 0 0,0 0 0 0 0,-1 0 0 0 0,-11 5 0 0 0,-49 17 1954 0 0,-118 28 0 0 0,87-28-39 0 0,11-8-1242 0 0,84-18-923 0 0,-8-2-245 0 0,10 2 402 0 0,0 0 1 0 0,0 0-1 0 0,1 0 1 0 0,-1 0-1 0 0,0 0 1 0 0,0 0-1 0 0,0 0 0 0 0,1-1 1 0 0,-1 1-1 0 0,0 0 1 0 0,0 0-1 0 0,0 0 1 0 0,1-1-1 0 0,-1 1 1 0 0,0-1-1 0 0,1 1 1 0 0,-1 0-1 0 0,0-1 1 0 0,1 1-1 0 0,-1-1 1 0 0,0 1-1 0 0,1-1 1 0 0,-1 0-1 0 0,1 1 1 0 0,-1-1-1 0 0,1 0 0 0 0,-1 1 1 0 0,1-1-1 0 0,-1-1 1 0 0,-1-3-383 0 0,-1-1 0 0 0,1 1 0 0 0,0-1 0 0 0,1 0 0 0 0,0 1 0 0 0,-1-1 0 0 0,2 0 0 0 0,-1 0 0 0 0,1 0 0 0 0,0 0-1 0 0,0 0 1 0 0,1 0 0 0 0,1-8 0 0 0,-2 14 396 0 0,0-1-1 0 0,1 1 0 0 0,-1-1 0 0 0,0 1 1 0 0,0-1-1 0 0,0 1 0 0 0,0-1 0 0 0,0 1 1 0 0,1-1-1 0 0,-1 1 0 0 0,0-1 0 0 0,0 1 1 0 0,0-1-1 0 0,0 1 0 0 0,0-1 0 0 0,-1 1 1 0 0,1-1-1 0 0,0 1 0 0 0,0-1 0 0 0,0 1 1 0 0,0-1-1 0 0,0 1 0 0 0,-1-1 1 0 0,1 1-1 0 0,0-1 0 0 0,-1 1 0 0 0,1-1 1 0 0,0 1-1 0 0,-1-1 0 0 0,1 1 0 0 0,0 0 1 0 0,-1-1-1 0 0,1 1 0 0 0,-1 0 0 0 0,1-1 1 0 0,0 1-1 0 0,-1 0 0 0 0,-23 4 62 0 0,-23 22 1589 0 0,-130 88 8044 0 0,145-99-7909 0 0,31-15-1696 0 0,0 0 1 0 0,0 0-1 0 0,0 0 0 0 0,0 0 0 0 0,0 0 1 0 0,0 0-1 0 0,0 0 0 0 0,0 0 0 0 0,0 0 1 0 0,0 0-1 0 0,0 0 0 0 0,0-1 0 0 0,0 1 1 0 0,0 0-1 0 0,0-1 0 0 0,0 1 0 0 0,1-1 1 0 0,-1 1-1 0 0,-1-1 0 0 0,0-2-15 0 0,0 0 1 0 0,1 0-1 0 0,-1 1 1 0 0,1-1-1 0 0,0 0 1 0 0,0 0-1 0 0,0 0 1 0 0,0-1-1 0 0,0 1 0 0 0,1 0 1 0 0,-1 0-1 0 0,1 0 1 0 0,0-1-1 0 0,0-4 1 0 0,1-32-160 0 0,2-1 0 0 0,1 1 0 0 0,2 0 0 0 0,20-67 0 0 0,-9 34-327 0 0,-8 30 82 0 0,2 1-1 0 0,29-74 1 0 0,-32 100 66 0 0,-11 21 165 0 0,-12 29 222 0 0,-10 31 432 0 0,-2-2-1 0 0,-4-2 1 0 0,-2 0 0 0 0,-2-3 0 0 0,-4 0-1 0 0,-87 100 1 0 0,109-139-519 0 0,-22 20 0 0 0,-7-9 0 0 0,18-18-1 0 0,6-6-573 0 0,19-6 93 0 0,0 0 1 0 0,1 0 0 0 0,-1 0 0 0 0,0 0-1 0 0,0 0 1 0 0,0 0 0 0 0,0-1 0 0 0,0 0 0 0 0,0 1-1 0 0,0-1 1 0 0,0 0 0 0 0,1-1 0 0 0,-1 1-1 0 0,0 0 1 0 0,-4-4 0 0 0,-23-18-9199 0 0,27 19 8122 0 0,0 0-1 0 0,0 0 0 0 0,0 0 0 0 0,1 0 1 0 0,-1 0-1 0 0,-2-7 0 0 0,2-5-1427 0 0</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20.658"/>
    </inkml:context>
    <inkml:brush xml:id="br0">
      <inkml:brushProperty name="width" value="0.035" units="cm"/>
      <inkml:brushProperty name="height" value="0.035" units="cm"/>
      <inkml:brushProperty name="color" value="#004F8B"/>
    </inkml:brush>
  </inkml:definitions>
  <inkml:trace contextRef="#ctx0" brushRef="#br0">0 0 5753 0 0,'0'0'11656'0'0,"0"7"-9569"0"0,10 169 9705 0 0,-5-135-11594 0 0,2 0 1 0 0,18 57-1 0 0,-4-52-6655 0 0,-1-5-5186 0 0,-13-19 2408 0 0,-5-16 8138 0 0,-1-3-1782 0 0</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21.394"/>
    </inkml:context>
    <inkml:brush xml:id="br0">
      <inkml:brushProperty name="width" value="0.035" units="cm"/>
      <inkml:brushProperty name="height" value="0.035" units="cm"/>
      <inkml:brushProperty name="color" value="#004F8B"/>
    </inkml:brush>
  </inkml:definitions>
  <inkml:trace contextRef="#ctx0" brushRef="#br0">195 224 5681 0 0,'0'0'10049'0'0,"2"-4"-8347"0"0,4-15 4879 0 0,-6 17-6338 0 0,-1 1 0 0 0,1-1 0 0 0,0 0 0 0 0,0 1 0 0 0,-1-1 0 0 0,1 1 0 0 0,-1-1 0 0 0,1 0-1 0 0,-1 1 1 0 0,0-1 0 0 0,0 1 0 0 0,1-1 0 0 0,-3-1 0 0 0,0-1 73 0 0,-1 1 0 0 0,0-1 0 0 0,1 1 0 0 0,-1 0 0 0 0,-1 0 0 0 0,1 0 0 0 0,-9-3 0 0 0,11 4 41 0 0,-43-16 706 0 0,-42-2 342 0 0,72 17-1405 0 0,15 3 0 0 0,0 0 0 0 0,0 0 0 0 0,-1-1 0 0 0,1 1 0 0 0,0 0 0 0 0,0 0 0 0 0,-1 0 0 0 0,1 0 0 0 0,0 0 0 0 0,0-1 0 0 0,-1 1 0 0 0,1 0 0 0 0,0 0 0 0 0,0 0 0 0 0,0-1 0 0 0,0 1 0 0 0,-1 0 0 0 0,1 0 0 0 0,0 0 0 0 0,0-1 0 0 0,0 1 0 0 0,0 0 0 0 0,0 0 0 0 0,0-1 0 0 0,0 1 0 0 0,-1 0 0 0 0,1-1 0 0 0,0 1 0 0 0,0 0 0 0 0,0 0 0 0 0,0-1 0 0 0,0 1 0 0 0,0 0 0 0 0,1 0 0 0 0,-1-1 0 0 0,0 1 0 0 0,0 0 0 0 0,0 0 0 0 0,0-1 0 0 0,0 1 0 0 0,0 0 0 0 0,0 0 0 0 0,0-1 0 0 0,1 1 0 0 0,-1 0 0 0 0,0 0 0 0 0,0-1 0 0 0,0 1 0 0 0,0 0 0 0 0,1 0 0 0 0,-1 0 0 0 0,0 0 0 0 0,0-1 0 0 0,1 1 0 0 0,-1 0 0 0 0,0 0 0 0 0,0 0 0 0 0,1 0 0 0 0,-1 0 0 0 0,0 0 0 0 0,1-1 0 0 0,10-7 0 0 0,3 1-262 0 0,1 1 0 0 0,-1 0 0 0 0,1 1 0 0 0,0 0 0 0 0,0 2 0 0 0,1-1 0 0 0,17 0 0 0 0,20-5-1540 0 0,113-18-3537 0 0,-148 24 4975 0 0,-18 2 366 0 0,1 1-1 0 0,0-1 1 0 0,-1 1 0 0 0,1 0-1 0 0,0-1 1 0 0,-1 1 0 0 0,1 0-1 0 0,0 0 1 0 0,0-1 0 0 0,-1 1-1 0 0,1 0 1 0 0,0 0 0 0 0,0 0-1 0 0,-1 0 1 0 0,1 0 0 0 0,0 0-1 0 0,0 0 1 0 0,-1 0 0 0 0,1 0-1 0 0,0 1 1 0 0,0-1 0 0 0,-1 0 0 0 0,1 0-1 0 0,0 1 1 0 0,-1-1 0 0 0,1 0-1 0 0,0 1 1 0 0,-1-1 0 0 0,1 1-1 0 0,0-1 1 0 0,-1 1 0 0 0,1-1-1 0 0,-1 1 1 0 0,1-1 0 0 0,-1 1-1 0 0,1 0 1 0 0,-1-1 0 0 0,1 1-1 0 0,-1 0 1 0 0,0-1 0 0 0,1 1-1 0 0,-1 0 1 0 0,0-1 0 0 0,0 1-1 0 0,0 0 1 0 0,1 0 0 0 0,-1 2 407 0 0,-12 18 339 0 0,-4 0 701 0 0,0-1 0 0 0,-2 0-1 0 0,-38 33 1 0 0,30-30-164 0 0,-29 33 0 0 0,40-39-1285 0 0,1 0 0 0 0,0 1 0 0 0,2 0 0 0 0,0 1 0 0 0,1 1 0 0 0,0 0 0 0 0,-13 39 0 0 0,20-41 0 0 0,3 14 0 0 0,6-24 0 0 0,-2-4 0 0 0,0-1 0 0 0,0 1 0 0 0,-1 0 0 0 0,1 0 0 0 0,1-1 0 0 0,-1 1 0 0 0,1-1 0 0 0,-1 0 0 0 0,1 0 0 0 0,0-1 0 0 0,0 1 0 0 0,0-1 0 0 0,0 0 0 0 0,0 0 0 0 0,1 0 0 0 0,-1 0 0 0 0,1-1 0 0 0,-1 0 0 0 0,1 0 0 0 0,9 1 0 0 0,3 0 0 0 0,1 0 0 0 0,-1-1 0 0 0,1-2 0 0 0,18-1 0 0 0,34-16 0 0 0,-15 8-1563 0 0,-42 8-1104 0 0,0-1 0 0 0,0-1 1 0 0,0 0-1 0 0,-1-1 1 0 0,0 0-1 0 0,0-1 1 0 0,0-1-1 0 0,21-15 1 0 0,-15 8-517 0 0,-3 1 225 0 0</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22.271"/>
    </inkml:context>
    <inkml:brush xml:id="br0">
      <inkml:brushProperty name="width" value="0.035" units="cm"/>
      <inkml:brushProperty name="height" value="0.035" units="cm"/>
      <inkml:brushProperty name="color" value="#004F8B"/>
    </inkml:brush>
  </inkml:definitions>
  <inkml:trace contextRef="#ctx0" brushRef="#br0">296 56 7321 0 0,'0'0'22236'0'0,"-8"2"-21714"0"0,-84 16 1321 0 0,40-7-3885 0 0,49-11 1467 0 0,2 0 274 0 0,0 0 0 0 0,0 0 0 0 0,0 0-1 0 0,-1 0 1 0 0,1 0 0 0 0,0-1 0 0 0,0 1 0 0 0,-1 0 0 0 0,1-1 0 0 0,0 1 0 0 0,0-1 0 0 0,0 1 0 0 0,0-1 0 0 0,0 0 0 0 0,0 1 0 0 0,0-1 0 0 0,0 0 0 0 0,0 0 0 0 0,0 0 0 0 0,0 0-1 0 0,-1-1 1 0 0,2 1 199 0 0,-1 1 0 0 0,1-1 0 0 0,0 1 0 0 0,-1-1-1 0 0,1 1 1 0 0,0-1 0 0 0,0 0 0 0 0,0 1 0 0 0,-1-1 0 0 0,1 1-1 0 0,0-1 1 0 0,0 1 0 0 0,0-1 0 0 0,0 0 0 0 0,0 1-1 0 0,0-1 1 0 0,0 1 0 0 0,0-1 0 0 0,0 0 0 0 0,0 1-1 0 0,1-1 1 0 0,-1 1 0 0 0,0-1 0 0 0,0 1 0 0 0,0-1 0 0 0,1 0-1 0 0,-1 1 1 0 0,0-1 0 0 0,1 1 0 0 0,-1-1 0 0 0,9-20-1575 0 0,-8 20 1321 0 0,0-1 297 0 0,0 1-1 0 0,-1 0 1 0 0,1 0-1 0 0,0 0 1 0 0,0 0-1 0 0,-1 0 1 0 0,1 0 0 0 0,0 0-1 0 0,0 1 1 0 0,0-1-1 0 0,0 0 1 0 0,0 0-1 0 0,1 1 1 0 0,-1-1 0 0 0,0 0-1 0 0,0 1 1 0 0,0 0-1 0 0,1-1 1 0 0,0 0-1 0 0,29-8-429 0 0,-23 6 644 0 0,0 1 0 0 0,1 1 0 0 0,-1 0 0 0 0,1 0 0 0 0,-1 0 0 0 0,1 1 0 0 0,0 1 0 0 0,-1-1 0 0 0,1 1 0 0 0,-1 1 0 0 0,1-1 0 0 0,8 4 0 0 0,-16-4-60 0 0,0-1 0 0 0,0 1 0 0 0,0-1 0 0 0,0 1 0 0 0,0 0 0 0 0,0-1 0 0 0,-1 1 0 0 0,1 0 0 0 0,0 0 0 0 0,0-1 0 0 0,-1 1 0 0 0,1 0 0 0 0,0 0 0 0 0,-1 0 0 0 0,1 0 0 0 0,-1 0 0 0 0,0 0 0 0 0,1 0 1 0 0,-1 0-1 0 0,0 0 0 0 0,1 0 0 0 0,-1 0 0 0 0,0 0 0 0 0,0 2 0 0 0,-8 30 1588 0 0,-30 29 490 0 0,35-58-1929 0 0,-10 13-149 0 0,-103 134 1943 0 0,73-106-5552 0 0,-4-5-4786 0 0,29-29 3052 0 0,7-5-239 0 0,-3 1 2517 0 0</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22.621"/>
    </inkml:context>
    <inkml:brush xml:id="br0">
      <inkml:brushProperty name="width" value="0.035" units="cm"/>
      <inkml:brushProperty name="height" value="0.035" units="cm"/>
      <inkml:brushProperty name="color" value="#004F8B"/>
    </inkml:brush>
  </inkml:definitions>
  <inkml:trace contextRef="#ctx0" brushRef="#br0">217 0 4768 0 0,'0'0'7395'0'0,"-2"7"-5762"0"0,-13 46 1871 0 0,2 1 0 0 0,-8 91 0 0 0,13-80-2430 0 0,-28 112 0 0 0,35-174-1164 0 0,-55 162-5224 0 0,30-113-978 0 0,-5-1-4928 0 0,23-40 8312 0 0</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22.970"/>
    </inkml:context>
    <inkml:brush xml:id="br0">
      <inkml:brushProperty name="width" value="0.035" units="cm"/>
      <inkml:brushProperty name="height" value="0.035" units="cm"/>
      <inkml:brushProperty name="color" value="#004F8B"/>
    </inkml:brush>
  </inkml:definitions>
  <inkml:trace contextRef="#ctx0" brushRef="#br0">689 0 5260 0 0,'-3'36'2607'0'0,"-2"-1"0"0"0,-1 1 0 0 0,-2-2 0 0 0,-1 1 0 0 0,-20 49 0 0 0,15-52-1239 0 0,-2-2 0 0 0,0 1 1 0 0,-2-2-1 0 0,-2 0 0 0 0,-39 45 0 0 0,7-18 589 0 0,-106 87 1 0 0,0-33-4963 0 0,153-107 2004 0 0,0 0 0 0 0,0 0 0 0 0,0-1 1 0 0,0 0-1 0 0,0 0 0 0 0,-1 0 0 0 0,1-1 0 0 0,-1 0 0 0 0,-5 1 0 0 0,9-2 386 0 0,-1 0 1 0 0,1 0 0 0 0,-1 0 0 0 0,1-1 0 0 0,0 1-1 0 0,-1-1 1 0 0,1 1 0 0 0,0-1 0 0 0,-1 0 0 0 0,1 0-1 0 0,0 0 1 0 0,0 0 0 0 0,0 0 0 0 0,0 0 0 0 0,0-1-1 0 0,0 1 1 0 0,0 0 0 0 0,0-1 0 0 0,0 0-1 0 0,1 0 1 0 0,-1 1 0 0 0,1-1 0 0 0,-1 0 0 0 0,-1-3-1 0 0,-4-9-2445 0 0</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23.316"/>
    </inkml:context>
    <inkml:brush xml:id="br0">
      <inkml:brushProperty name="width" value="0.035" units="cm"/>
      <inkml:brushProperty name="height" value="0.035" units="cm"/>
      <inkml:brushProperty name="color" value="#004F8B"/>
    </inkml:brush>
  </inkml:definitions>
  <inkml:trace contextRef="#ctx0" brushRef="#br0">0 0 5312 0 0,'49'162'12101'0'0,"8"22"-7966"0"0,-40-134-6329 0 0,-1-5-7000 0 0,-10-29 5066 0 0,-4-8 1546 0 0</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23.698"/>
    </inkml:context>
    <inkml:brush xml:id="br0">
      <inkml:brushProperty name="width" value="0.035" units="cm"/>
      <inkml:brushProperty name="height" value="0.035" units="cm"/>
      <inkml:brushProperty name="color" value="#004F8B"/>
    </inkml:brush>
  </inkml:definitions>
  <inkml:trace contextRef="#ctx0" brushRef="#br0">103 1 7165 0 0,'0'0'6568'0'0,"1"5"-4681"0"0,1 18-93 0 0,-2-17-102 0 0,-1-3-972 0 0,0 1 1 0 0,1 0-1 0 0,-1 0 0 0 0,1 0 0 0 0,-1 0 0 0 0,1-1 0 0 0,0 1 0 0 0,1 0 0 0 0,-1 0 0 0 0,2 7 0 0 0,-2-6-390 0 0,2-1 127 0 0,-1-1 0 0 0,1 1 0 0 0,-1 0 0 0 0,1-1 0 0 0,0 1 0 0 0,0-1 0 0 0,1 1 0 0 0,-1-1 0 0 0,6 5 0 0 0,-5-6-397 0 0,0 0 0 0 0,1 0 0 0 0,-1 0 0 0 0,1-1 0 0 0,0 0 0 0 0,-1 1 0 0 0,1-1 0 0 0,0-1 0 0 0,0 1 0 0 0,0 0 0 0 0,0-1 0 0 0,0 0 0 0 0,7 0 0 0 0,39-2-237 0 0,76-13 1 0 0,-122 15 224 0 0,-1 1 56 0 0,-3-1-104 0 0,1 0 0 0 0,-1 0 0 0 0,0 0-1 0 0,0 0 1 0 0,1 0 0 0 0,-1 0 0 0 0,0 0 0 0 0,1 0 0 0 0,-1 0 0 0 0,0 0 0 0 0,0 0 0 0 0,1 0 0 0 0,-1 1 0 0 0,0-1 0 0 0,0 0 0 0 0,1 0 0 0 0,-1 0 0 0 0,0 0 0 0 0,0 0 0 0 0,0 0 0 0 0,1 0 0 0 0,-1 1 0 0 0,0-1 0 0 0,0 0 0 0 0,0 0 0 0 0,1 0 0 0 0,-1 1 0 0 0,0-1 0 0 0,0 0 0 0 0,0 0 0 0 0,0 0 0 0 0,0 1 0 0 0,0-1 0 0 0,1 0 0 0 0,-1 0 0 0 0,0 1 0 0 0,0-1-1 0 0,0 0 1 0 0,0 0 0 0 0,0 1 0 0 0,0-1 0 0 0,0 0 0 0 0,0 1 0 0 0,0-1 0 0 0,0 0 0 0 0,0 0 0 0 0,0 1 0 0 0,0-1 0 0 0,0 0 0 0 0,0 0 0 0 0,-1 1 0 0 0,1-1 0 0 0,0 0 0 0 0,0 0 0 0 0,0 0 0 0 0,0 1 0 0 0,0-1 0 0 0,-1 0 0 0 0,1 0 0 0 0,0 0 0 0 0,0 1 0 0 0,0-1 0 0 0,-1 0 0 0 0,1 0 0 0 0,0 0 0 0 0,-48 34-384 0 0,-40 28-5506 0 0,-121 94-16274 0 0,177-128 19246 0 0</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25.115"/>
    </inkml:context>
    <inkml:brush xml:id="br0">
      <inkml:brushProperty name="width" value="0.035" units="cm"/>
      <inkml:brushProperty name="height" value="0.035" units="cm"/>
      <inkml:brushProperty name="color" value="#004F8B"/>
    </inkml:brush>
  </inkml:definitions>
  <inkml:trace contextRef="#ctx0" brushRef="#br0">705 835 5649 0 0,'0'0'9444'0'0,"6"-5"-8338"0"0,6-5-359 0 0,-1-1 1 0 0,0-1 0 0 0,0 1-1 0 0,-2-2 1 0 0,1 1 0 0 0,11-23-1 0 0,47-100 1021 0 0,-26 48-1925 0 0,-37 76 121 0 0,0 0 0 0 0,0 0 0 0 0,-1 0 0 0 0,-1-1 0 0 0,0 1 0 0 0,-1-1 0 0 0,2-16 0 0 0,-3 19-20 0 0,0 0-1 0 0,0 1 1 0 0,1-1 0 0 0,0 0-1 0 0,1 0 1 0 0,0 1-1 0 0,0 0 1 0 0,1 0 0 0 0,0 0-1 0 0,0 0 1 0 0,1 0 0 0 0,0 1-1 0 0,9-11 1 0 0,41-62-1236 0 0,-45 62 871 0 0,0 1 1 0 0,2 0-1 0 0,0 1 1 0 0,1 1-1 0 0,0 0 1 0 0,20-17-1 0 0,-11 12-133 0 0,-17 15 438 0 0,1 0 0 0 0,-1 0 0 0 0,1 1 0 0 0,0 0-1 0 0,0 0 1 0 0,11-5 0 0 0,-14 7 108 0 0,0 2 0 0 0,1-1-1 0 0,-1 0 1 0 0,0 1 0 0 0,0-1 0 0 0,1 1 0 0 0,-1 0-1 0 0,0 0 1 0 0,1 0 0 0 0,-1 1 0 0 0,0-1 0 0 0,1 1-1 0 0,-1 0 1 0 0,0 0 0 0 0,0 0 0 0 0,0 0 0 0 0,0 0-1 0 0,0 1 1 0 0,0-1 0 0 0,3 3 0 0 0,-3-2 30 0 0,-1 1 1 0 0,1-1-1 0 0,-1 1 0 0 0,1-1 1 0 0,-1 1-1 0 0,0 0 0 0 0,0 0 1 0 0,0 0-1 0 0,-1 0 0 0 0,1 0 1 0 0,-1 0-1 0 0,1 0 0 0 0,-1 1 1 0 0,0-1-1 0 0,0 0 1 0 0,-1 1-1 0 0,1-1 0 0 0,0 6 1 0 0,0 70 249 0 0,-2-54-206 0 0,2 10 1 0 0,0-16 116 0 0,-1 0 0 0 0,-4 32 0 0 0,3-44-29 0 0,-1-1 1 0 0,0 0-1 0 0,0 1 0 0 0,0-1 0 0 0,0 0 0 0 0,-1 0 0 0 0,0 0 0 0 0,0-1 0 0 0,-1 1 0 0 0,0-1 1 0 0,1 0-1 0 0,-6 5 0 0 0,-17 15 903 0 0,0-2 0 0 0,-1 0-1 0 0,-2-2 1 0 0,0-1 0 0 0,-58 29 0 0 0,51-33-661 0 0,0 0-1 0 0,-66 16 0 0 0,95-30-605 0 0,-1-1 0 0 0,1-1-1 0 0,-1 0 1 0 0,1 0 0 0 0,-1 0-1 0 0,1-1 1 0 0,-1 0 0 0 0,1 0 0 0 0,0-1-1 0 0,0 0 1 0 0,-1 0 0 0 0,1-1 0 0 0,1 1-1 0 0,-1-2 1 0 0,0 1 0 0 0,1-1-1 0 0,0 0 1 0 0,-1 0 0 0 0,2-1 0 0 0,-1 0-1 0 0,0 0 1 0 0,1 0 0 0 0,0-1 0 0 0,0 1-1 0 0,-4-8 1 0 0,8 12 61 0 0,-16-13-324 0 0,16 13 714 0 0,-3 4-91 0 0,-9 8 533 0 0,0 0-1 0 0,1 1 0 0 0,0 1 0 0 0,1 0 0 0 0,-12 19 1 0 0,4-7 1143 0 0,-25 24 1544 0 0,43-48-3111 0 0,-5 1 451 0 0,5-2-686 0 0,0 1 0 0 0,1-1 0 0 0,-1 1 0 0 0,0-1 0 0 0,0 1 0 0 0,0-1 0 0 0,1 0 0 0 0,-1 0 0 0 0,0 1 0 0 0,0-1 0 0 0,0 0 0 0 0,0 0 0 0 0,0 0 0 0 0,1 0 0 0 0,-1 0 0 0 0,0 0 0 0 0,0 0 0 0 0,0 0 0 0 0,0 0 0 0 0,0 0 0 0 0,0-1 0 0 0,1 1 0 0 0,-1 0 0 0 0,0 0 1 0 0,0-1-1 0 0,0 1 0 0 0,1-1 0 0 0,-1 1 0 0 0,0-1 0 0 0,0 1 0 0 0,1-1 0 0 0,-1 1 0 0 0,1-1 0 0 0,-1 0 0 0 0,0 1 0 0 0,1-1 0 0 0,-1 0 0 0 0,1 1 0 0 0,-1-1 0 0 0,1 0 0 0 0,0 0 0 0 0,-1 0 0 0 0,1 1 0 0 0,-1-3 0 0 0,-5-8-20 0 0,1-1-1 0 0,0 0 1 0 0,0 0 0 0 0,2 0-1 0 0,-1 0 1 0 0,-2-21 0 0 0,-5-84-7 0 0,5 36 4 0 0,3 54-1 0 0,1 7 0 0 0,-24-154 0 0 0,24 159 0 0 0,1 2 0 0 0,12 155 0 0 0,-12-85 0 0 0,0 2 0 0 0,13 98 0 0 0,-10-135 0 0 0,-4-3 0 0 0,-1-1 0 0 0,0-10 0 0 0,3-6 0 0 0,0 0 0 0 0,0-1 0 0 0,-1 1 0 0 0,1 0 0 0 0,-1-1 0 0 0,1 1 0 0 0,-1 0 0 0 0,0-1 0 0 0,1 1 0 0 0,-1-1 0 0 0,0 1 0 0 0,0-1 0 0 0,0 1 0 0 0,0-1 0 0 0,0 0 0 0 0,-1 0 0 0 0,1 1 0 0 0,0-1 0 0 0,0 0 0 0 0,-4 2 0 0 0,-10 8 0 0 0,4-3 0 0 0,-1 0 0 0 0,-1 0 0 0 0,1-1 0 0 0,-1-1 0 0 0,-1 0 0 0 0,1-1 0 0 0,-28 7 0 0 0,14-3 0 0 0,11-7 0 0 0,0-2 0 0 0,-56-6-1397 0 0,8-12-11442 0 0,43 10 8017 0 0,-8 0-366 0 0,12 1 1415 0 0</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25.736"/>
    </inkml:context>
    <inkml:brush xml:id="br0">
      <inkml:brushProperty name="width" value="0.035" units="cm"/>
      <inkml:brushProperty name="height" value="0.035" units="cm"/>
      <inkml:brushProperty name="color" value="#004F8B"/>
    </inkml:brush>
  </inkml:definitions>
  <inkml:trace contextRef="#ctx0" brushRef="#br0">1 80 5200 0 0,'0'0'10149'0'0,"7"0"-9021"0"0,72-5 4236 0 0,151-29 0 0 0,-54 5-4658 0 0,-102 18-1051 0 0,-71 11 708 0 0,-8 4-180 0 0,-61 39 1048 0 0,42-30-129 0 0,-39 31 0 0 0,34-19-770 0 0,1 2-1 0 0,1 1 1 0 0,-36 48-1 0 0,49-56-346 0 0,0 0 0 0 0,2 0 0 0 0,1 1 0 0 0,0 1-1 0 0,2 0 1 0 0,-14 46 0 0 0,21-62 15 0 0,1 0 0 0 0,0-1 0 0 0,0 1 0 0 0,1 0 0 0 0,0 0 0 0 0,0 0 0 0 0,0-1 0 0 0,0 1 0 0 0,1 0 0 0 0,0 0 0 0 0,0-1 0 0 0,1 1 0 0 0,0 0 0 0 0,0-1 0 0 0,0 1 0 0 0,5 8 0 0 0,-3-8 0 0 0,1-1 0 0 0,0 1 0 0 0,0-1 0 0 0,0 1 0 0 0,1-1 0 0 0,-1-1 0 0 0,1 1 0 0 0,0-1 0 0 0,1 0 0 0 0,-1 0 0 0 0,12 4 0 0 0,3-1 0 0 0,1 0 0 0 0,0-1 0 0 0,0-1 0 0 0,0-1 0 0 0,1-1 0 0 0,-1-1 0 0 0,37-2 0 0 0,-24 0 583 0 0,12-1-4481 0 0,0-4-3538 0 0,-41 3 6131 0 0,0 1 1 0 0,0-1-1 0 0,0 0 0 0 0,0 0 0 0 0,-1 0 0 0 0,1-1 0 0 0,-1 0 0 0 0,0 0 1 0 0,1-1-1 0 0,-1 1 0 0 0,-1-1 0 0 0,1 0 0 0 0,6-7 0 0 0,-1-1-1555 0 0</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41.121"/>
    </inkml:context>
    <inkml:brush xml:id="br0">
      <inkml:brushProperty name="width" value="0.3" units="cm"/>
      <inkml:brushProperty name="height" value="0.6" units="cm"/>
      <inkml:brushProperty name="color" value="#FF2500"/>
      <inkml:brushProperty name="tip" value="rectangle"/>
      <inkml:brushProperty name="rasterOp" value="maskPen"/>
    </inkml:brush>
  </inkml:definitions>
  <inkml:trace contextRef="#ctx0" brushRef="#br0">1 1 3324 0 0,'81'118'6118'0'0,"-7"4"-3986"0"0,61 92-689 0 0,319 319 688 0 0,-229-309-1448 0 0,-99-101-298 0 0,475 427 1558 0 0,-165-160-714 0 0,965 827 1380 0 0,-470-403-2189 0 0,-632-562-687 0 0,-22-22-246 0 0,-89-63 9 0 0,600 556-2621 0 0,-578-534 1795 0 0,-12-11-422 0 0,262 237-10262 0 0,-359-334 9222 0 0</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42.146"/>
    </inkml:context>
    <inkml:brush xml:id="br0">
      <inkml:brushProperty name="width" value="0.3" units="cm"/>
      <inkml:brushProperty name="height" value="0.6" units="cm"/>
      <inkml:brushProperty name="color" value="#FF2500"/>
      <inkml:brushProperty name="tip" value="rectangle"/>
      <inkml:brushProperty name="rasterOp" value="maskPen"/>
    </inkml:brush>
  </inkml:definitions>
  <inkml:trace contextRef="#ctx0" brushRef="#br0">1 1 3520 0 0,'2'4'1372'0'0,"3"5"-790"0"0,1-1-1 0 0,-1 0 1 0 0,2 1-1 0 0,-1-2 1 0 0,1 1-1 0 0,0-1 1 0 0,1 0-1 0 0,14 10 0 0 0,82 48 1152 0 0,-47-31-1023 0 0,224 161 2208 0 0,277 251 0 0 0,-290-223-1751 0 0,190 168 439 0 0,322 349 563 0 0,-87-82-811 0 0,6-13 19 0 0,499 467 170 0 0,-983-909-1421 0 0,326 321-137 0 0,16 44-1612 0 0,-181-194-2232 0 0,-60-65-2227 0 0,4-6-3460 0 0,-198-192 6379 0 0,-17-20 265 0 0</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43.180"/>
    </inkml:context>
    <inkml:brush xml:id="br0">
      <inkml:brushProperty name="width" value="0.3" units="cm"/>
      <inkml:brushProperty name="height" value="0.6" units="cm"/>
      <inkml:brushProperty name="color" value="#FF2500"/>
      <inkml:brushProperty name="tip" value="rectangle"/>
      <inkml:brushProperty name="rasterOp" value="maskPen"/>
    </inkml:brush>
  </inkml:definitions>
  <inkml:trace contextRef="#ctx0" brushRef="#br0">0 0 3132 0 0,'58'47'2377'0'0,"-35"-27"-1463"0"0,-7-6-311 0 0,36 38 635 0 0,-2 1 1 0 0,44 63-1 0 0,78 132 1424 0 0,-90-127-1615 0 0,601 882 3661 0 0,560 966 151 0 0,-734-1137-4498 0 0,-225-363-1438 0 0,-125-216-952 0 0,-72-121 910 0 0,58 71-7143 0 0,179 193-1 0 0,-247-309 5431 0 0</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07.374"/>
    </inkml:context>
    <inkml:brush xml:id="br0">
      <inkml:brushProperty name="width" value="0.05" units="cm"/>
      <inkml:brushProperty name="height" value="0.05" units="cm"/>
    </inkml:brush>
  </inkml:definitions>
  <inkml:trace contextRef="#ctx0" brushRef="#br0">124 112 1256 0 0,'-21'-36'5829'0'0,"34"-26"-1762"0"0,-7 51-2179 0 0,-1 8 1890 0 0,-57 183-3339 0 0,26-81-4441 0 0,-6-2-5171 0 0,15-59 6227 0 0</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6:59.256"/>
    </inkml:context>
    <inkml:brush xml:id="br0">
      <inkml:brushProperty name="width" value="0.05" units="cm"/>
      <inkml:brushProperty name="height" value="0.05" units="cm"/>
    </inkml:brush>
  </inkml:definitions>
  <inkml:trace contextRef="#ctx0" brushRef="#br0">534 1472 8281 0 0,'0'0'23197'0'0,"1"2"-22147"0"0,-39-13-811 0 0,25 5-239 0 0,0-2 0 0 0,0 0 0 0 0,1 0 0 0 0,0-1 0 0 0,0-1 0 0 0,1 0 0 0 0,-11-12 0 0 0,-58-80 0 0 0,68 86 0 0 0,-24-34 0 0 0,2 0 0 0 0,2-3 0 0 0,3 0 0 0 0,2-2 0 0 0,2-1 0 0 0,3-1 0 0 0,3-1 0 0 0,1-1 0 0 0,4 0 0 0 0,-10-88 0 0 0,8-206 0 0 0,15 277 0 0 0,4 14 0 0 0,-2 43 0 0 0,-1 3 0 0 0,-1-3 0 0 0,-1 1 0 0 0,4 15 51 0 0,6 8-103 0 0,8 18-1583 0 0,1 32-14658 0 0,-6 2 7343 0 0,-10-53 8585 0 0,4 27-2682 0 0</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00.601"/>
    </inkml:context>
    <inkml:brush xml:id="br0">
      <inkml:brushProperty name="width" value="0.05" units="cm"/>
      <inkml:brushProperty name="height" value="0.05" units="cm"/>
    </inkml:brush>
  </inkml:definitions>
  <inkml:trace contextRef="#ctx0" brushRef="#br0">596 1555 5384 0 0,'0'0'20142'0'0,"-28"21"-12961"0"0,13-16-7121 0 0,-6-1-60 0 0,3-1 0 0 0,-5-4 0 0 0,0-3 0 0 0,13 1 0 0 0,1 0 0 0 0,0-1 0 0 0,0 1 0 0 0,0-2 0 0 0,1 1 0 0 0,-1-1 0 0 0,1-1 0 0 0,-11-8 0 0 0,10 6 0 0 0,-59-50 0 0 0,28 14 0 0 0,4-3 0 0 0,13 14 0 0 0,-6-13 0 0 0,3-2 0 0 0,1-2 0 0 0,3 0 0 0 0,2-1 0 0 0,2 0 0 0 0,3-2 0 0 0,2 0 0 0 0,2-1 0 0 0,3 0 0 0 0,2 0 0 0 0,1-94 0 0 0,3 68 0 0 0,0 17 0 0 0,3 1 0 0 0,17-123 0 0 0,-14 169 0 0 0,0-4 0 0 0,-2-1 0 0 0,1 2 0 0 0,0 2 0 0 0,-1 3 0 0 0,1-4 0 0 0,-1 1 0 0 0,1 2 0 0 0,0-2 0 0 0,2 0 0 0 0,-1 2 0 0 0,0 1 0 0 0,-4 13-182 0 0,0 0 1 0 0,0 1-1 0 0,1-1 0 0 0,-1 1 1 0 0,0-1-1 0 0,0 0 0 0 0,0 1 1 0 0,0-1-1 0 0,0 0 0 0 0,0 0 1 0 0,0 1-1 0 0,0-1 0 0 0,0 0 1 0 0,0 1-1 0 0,0-1 0 0 0,0 0 1 0 0,0 1-1 0 0,-1-1 0 0 0,1 0 1 0 0,0 1-1 0 0,0-1 0 0 0,-1 1 0 0 0,1-1 1 0 0,0 0-1 0 0,-1 1 0 0 0,1-1 1 0 0,-1 1-1 0 0,1-1 0 0 0,-1 1 1 0 0,1-1-1 0 0,-1 1 0 0 0,1 0 1 0 0,-1-1-1 0 0,1 1 0 0 0,-1 0 1 0 0,0-1-1 0 0,1 1 0 0 0,-1 0 1 0 0,0-1-1 0 0,1 1 0 0 0,-1 0 1 0 0,0 0-1 0 0,1 0 0 0 0,-1 0 1 0 0,-1 0-1 0 0,21 15-15579 0 0,-17-13 15419 0 0,0 0 0 0 0,0 0 0 0 0,-1 0 1 0 0,1 0-1 0 0,-1 0 0 0 0,1 0 0 0 0,-1 0 0 0 0,0 0 1 0 0,0 1-1 0 0,0-1 0 0 0,1 5 0 0 0,1 6-2713 0 0</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00.953"/>
    </inkml:context>
    <inkml:brush xml:id="br0">
      <inkml:brushProperty name="width" value="0.05" units="cm"/>
      <inkml:brushProperty name="height" value="0.05" units="cm"/>
    </inkml:brush>
  </inkml:definitions>
  <inkml:trace contextRef="#ctx0" brushRef="#br0">6 18 212 0 0,'0'0'-52'0'0,"-5"-17"12"0"0</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02.077"/>
    </inkml:context>
    <inkml:brush xml:id="br0">
      <inkml:brushProperty name="width" value="0.05" units="cm"/>
      <inkml:brushProperty name="height" value="0.05" units="cm"/>
    </inkml:brush>
  </inkml:definitions>
  <inkml:trace contextRef="#ctx0" brushRef="#br0">424 712 2404 0 0,'0'0'7684'0'0,"2"7"-7504"0"0,3 18-66 0 0,-4-18-73 0 0,-1-4-240 0 0,-1 1 83 0 0,0 0 1 0 0,1 0-1 0 0,-2-1 0 0 0,1 1 0 0 0,0 0 0 0 0,-1-1 0 0 0,-2 4 0 0 0,-1 5-115 0 0,4-10 438 0 0,2 5-1096 0 0,3 19 11028 0 0,-15 15-8017 0 0,-278 572 10000 0 0,266-569-12122 0 0,-27 75 0 0 0,37-89 0 0 0,6-12 0 0 0,2-4 0 0 0,-1-1 0 0 0,-1 1 0 0 0,2 0 0 0 0,3-8 0 0 0,1-8 0 0 0,2-12 0 0 0,1 1 0 0 0,0-1 0 0 0,1 1 0 0 0,1-1 0 0 0,5-12 0 0 0,-3 9 0 0 0,194-810 0 0 0,-162 660 0 0 0,55-299 0 0 0,-75 378 0 0 0,-3 33 0 0 0,-11 36 0 0 0,-1 3 0 0 0,-3 15 0 0 0,0 0-4 0 0,0 1 0 0 0,0 0 0 0 0,0 0 0 0 0,0 0 0 0 0,0 0 0 0 0,0-1 0 0 0,0 1 0 0 0,0 0 0 0 0,0 0 0 0 0,0-1 0 0 0,0 1 0 0 0,0 0 0 0 0,0 0 0 0 0,0 0 0 0 0,0-1 0 0 0,0 1 0 0 0,0 0 0 0 0,0 0 0 0 0,0 0 0 0 0,0-1 0 0 0,0 1 0 0 0,0 0 0 0 0,0 0 0 0 0,0 0 0 0 0,0-1 0 0 0,1 1 0 0 0,-1 0 0 0 0,0 0 0 0 0,0 0 0 0 0,0 0 0 0 0,0-1 0 0 0,0 1 0 0 0,1 0 0 0 0,-1 0 0 0 0,0 0-1 0 0,0 0 1 0 0,0 0 0 0 0,0 0 0 0 0,1 0 0 0 0,-1-1 0 0 0,0 1 0 0 0,0 0 0 0 0,0 0 0 0 0,1 0 0 0 0,-1 0 0 0 0,0 0 0 0 0,0 0 0 0 0,0 0 0 0 0,1 0 0 0 0,-1 0 0 0 0,0 0 0 0 0,0 0 0 0 0,1 0 0 0 0,-1 0 0 0 0,10 9 775 0 0,2 5-3605 0 0,-5-5-1035 0 0,-1 2-1 0 0,0-1 0 0 0,0 1 0 0 0,4 12 0 0 0,-2 6-1572 0 0,-3-5 2370 0 0</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02.573"/>
    </inkml:context>
    <inkml:brush xml:id="br0">
      <inkml:brushProperty name="width" value="0.05" units="cm"/>
      <inkml:brushProperty name="height" value="0.05" units="cm"/>
    </inkml:brush>
  </inkml:definitions>
  <inkml:trace contextRef="#ctx0" brushRef="#br0">18 23 644 0 0,'0'0'632'0'0,"-7"-14"-600"0"0,-3 5-1208 0 0</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03.793"/>
    </inkml:context>
    <inkml:brush xml:id="br0">
      <inkml:brushProperty name="width" value="0.05" units="cm"/>
      <inkml:brushProperty name="height" value="0.05" units="cm"/>
    </inkml:brush>
  </inkml:definitions>
  <inkml:trace contextRef="#ctx0" brushRef="#br0">412 1026 2600 0 0,'-2'-12'1420'0'0,"1"5"2270"0"0,-2-2-3790 0 0,-19-30 24599 0 0,29 43-23947 0 0,5 3-534 0 0,-1 1 1 0 0,0 0-1 0 0,0 1 0 0 0,-1 0 1 0 0,0 0-1 0 0,10 14 1 0 0,60 78-32 0 0,-42-51 3 0 0,67 77 10 0 0,133 125 0 0 0,-227-243 0 0 0,2 2 0 0 0,-2 1 0 0 0,-3-2 0 0 0,1-2 0 0 0,2 2 0 0 0,-6-6 0 0 0,-6-5 0 0 0,-20-21 0 0 0,14 15 0 0 0,0-1 0 0 0,1 1 0 0 0,0-1 0 0 0,1 0 0 0 0,0-1 0 0 0,0 1 0 0 0,-4-11 0 0 0,0-1 0 0 0,-354-708 0 0 0,361 722 0 0 0,-43-76 0 0 0,-3 2 0 0 0,-65-82 0 0 0,92 133 0 0 0,-4-7 0 0 0,8 9 0 0 0,10 7 0 0 0,0 4 0 0 0,4-2 0 0 0,-2-2 0 0 0,0 2 0 0 0,2 1 0 0 0,-2 2 0 0 0,-1-1 0 0 0,-1 1 0 0 0,1 1 0 0 0,-1 0 0 0 0,0 0 0 0 0,1-2 0 0 0,-2 5 0 0 0,-2 0 0 0 0,-3 2 0 0 0,1-2 0 0 0,-1-2 0 0 0,3 1 0 0 0,-1 1 0 0 0,0 1 0 0 0,-1-2 0 0 0,-1 1 0 0 0,0 0 0 0 0,0 1 0 0 0,-3-3 0 0 0,16 13 0 0 0,-1-1 0 0 0,1 1 0 0 0,-1-1 0 0 0,1 1 0 0 0,-1 0 0 0 0,1-1 0 0 0,-1 1 0 0 0,0 0 0 0 0,1-1 0 0 0,-1 1 0 0 0,1 0 0 0 0,-1 0 0 0 0,0-1 0 0 0,1 1 0 0 0,-1 0 0 0 0,0 0 0 0 0,1 0 0 0 0,-1 0 0 0 0,0 0 0 0 0,1 0 0 0 0,-1 0 0 0 0,0 0 0 0 0,1 0 0 0 0,-1 1 0 0 0,0-1 0 0 0,1 0 0 0 0,-1 0 0 0 0,0 1 0 0 0,1-1 0 0 0,-1 0 0 0 0,0 1 0 0 0,-22 4 0 0 0,12-3-2883 0 0,9-1 1535 0 0,1-1 0 0 0,-1 0 0 0 0,0 1-1 0 0</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18.220"/>
    </inkml:context>
    <inkml:brush xml:id="br0">
      <inkml:brushProperty name="width" value="0.05" units="cm"/>
      <inkml:brushProperty name="height" value="0.05" units="cm"/>
    </inkml:brush>
  </inkml:definitions>
  <inkml:trace contextRef="#ctx0" brushRef="#br0">564 8 7185 0 0,'5'-8'25520'0'0,"-13"43"-25507"0"0,-1-1 0 0 0,-1 0 0 0 0,-3-1 0 0 0,0-1 0 0 0,-28 49-1 0 0,-3-6-19 0 0,-66 86-1 0 0,95-141 8 0 0,-2-1 0 0 0,0 0 0 0 0,-1-1 0 0 0,-1-1 0 0 0,-1-1 0 0 0,0-1 0 0 0,-1-1 0 0 0,-34 18 0 0 0,54-32 2 0 0,1 1-1 0 0,-1-1 1 0 0,1 0-1 0 0,-1 1 1 0 0,0-1-1 0 0,1 0 1 0 0,-1 1-1 0 0,0-1 1 0 0,1 0-1 0 0,-1 0 1 0 0,1 0-1 0 0,-1 0 1 0 0,0 0-1 0 0,1 0 1 0 0,-1 0-1 0 0,0 0 1 0 0,1 0-1 0 0,-1 0 1 0 0,0 0-1 0 0,1 0 1 0 0,-1 0-1 0 0,0-1 1 0 0,1 1-1 0 0,-1 0 1 0 0,1 0-1 0 0,-2-1 1 0 0,-10-3-248 0 0,2 4 3091 0 0,-11 2-9623 0 0,-5 1-6728 0 0,14-4 8805 0 0,-7-16-5077 0 0</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18.631"/>
    </inkml:context>
    <inkml:brush xml:id="br0">
      <inkml:brushProperty name="width" value="0.05" units="cm"/>
      <inkml:brushProperty name="height" value="0.05" units="cm"/>
    </inkml:brush>
  </inkml:definitions>
  <inkml:trace contextRef="#ctx0" brushRef="#br0">13 27 6225 0 0,'2'-3'1534'0'0,"0"1"1"0"0,0-1-1 0 0,0 1 1 0 0,0 0-1 0 0,1 0 1 0 0,-1 0-1 0 0,1 0 1 0 0,-1 0-1 0 0,1 1 1 0 0,4-3-1 0 0,-6 4-1297 0 0,-1-1 0 0 0,1 1-1 0 0,-1 0 1 0 0,1 0-1 0 0,-1 0 1 0 0,1 0-1 0 0,-1 0 1 0 0,1 0 0 0 0,-1 0-1 0 0,1 0 1 0 0,-1 0-1 0 0,1 0 1 0 0,-1 0-1 0 0,1 0 1 0 0,-1 0-1 0 0,1 1 1 0 0,-1-1 0 0 0,1 0-1 0 0,-1 0 1 0 0,0 0-1 0 0,1 1 1 0 0,-1-1-1 0 0,1 0 1 0 0,-1 1-1 0 0,1-1 1 0 0,-1 1 0 0 0,6 22 2067 0 0,-9 25-1523 0 0,-2-1 0 0 0,-18 77 0 0 0,5-33-3782 0 0,6-2-9003 0 0,13-53 3599 0 0,3-18 1586 0 0,1-2 3797 0 0</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20.175"/>
    </inkml:context>
    <inkml:brush xml:id="br0">
      <inkml:brushProperty name="width" value="0.05" units="cm"/>
      <inkml:brushProperty name="height" value="0.05" units="cm"/>
    </inkml:brush>
  </inkml:definitions>
  <inkml:trace contextRef="#ctx0" brushRef="#br0">1265 12 7381 0 0,'-1'-11'22991'0'0,"-46"22"-22649"0"0,0 3 0 0 0,1 2 0 0 0,1 2 1 0 0,0 1-1 0 0,1 3 0 0 0,-54 36 0 0 0,85-49-342 0 0,1 2 0 0 0,-1 1 0 0 0,1-2 0 0 0,5 4 0 0 0,9 4 0 0 0,7-5 0 0 0,4-3 0 0 0,3-1 0 0 0,1-1 0 0 0,-1 0 0 0 0,1-1 0 0 0,-1 1 0 0 0,0-2 0 0 0,-3 1 0 0 0,4 0 0 0 0,-4 0 0 0 0,-6 2 0 0 0,-5 6 0 0 0,-10 4 0 0 0,6-16 0 0 0,0 0 0 0 0,0 0 0 0 0,0-1 0 0 0,0 1 0 0 0,0 0 0 0 0,0-1 0 0 0,-1 0 0 0 0,1 0 0 0 0,-1 0 0 0 0,0 0 0 0 0,0 0 0 0 0,0 0 0 0 0,0 0 0 0 0,0-1 0 0 0,0 0 0 0 0,0 0 0 0 0,-7 2 0 0 0,-2 1 0 0 0,-26 12 0 0 0,-1-3 0 0 0,1-1 0 0 0,-2-1 0 0 0,-41 4 0 0 0,44-7 0 0 0,-12-6 0 0 0,24-2 0 0 0,0-1 0 0 0,4-1 0 0 0,1-3 0 0 0,4-3 0 0 0,6-3 0 0 0,5-3 0 0 0,4 9-178 0 0,0-1 0 0 0,1 1-1 0 0,0-1 1 0 0,0 1 0 0 0,0-1 0 0 0,0 0 0 0 0,1 1-1 0 0,0 0 1 0 0,0-1 0 0 0,0 1 0 0 0,1-1 0 0 0,0 1-1 0 0,0 0 1 0 0,0 0 0 0 0,4-6 0 0 0,5-12-481 0 0,-9 18 488 0 0,0 0 0 0 0,1 1 0 0 0,0-1 0 0 0,0 0 1 0 0,0 1-1 0 0,0-1 0 0 0,5-4 0 0 0,-1 1 23 0 0,-5 6 136 0 0,8-10-306 0 0,-6 7 559 0 0,-7 7 1662 0 0,-24 21-1546 0 0,-1 0 0 0 0,-1-3-1 0 0,-1 0 1 0 0,0-2 0 0 0,-2-1 0 0 0,0-2-1 0 0,0 0 1 0 0,-66 17 0 0 0,68-23-357 0 0,19-7 0 0 0,-14 1 0 0 0,-1-1 0 0 0,1-3 0 0 0,1-3 0 0 0,18 3 0 0 0,0-1 0 0 0,0 1 0 0 0,0-2 0 0 0,1 1 0 0 0,-1-1 0 0 0,-9-5 0 0 0,0-14 0 0 0,11 13 0 0 0,1 3 0 0 0,0-1 0 0 0,1 0 0 0 0,-1 0 0 0 0,2 0 0 0 0,-1 0 0 0 0,1 0 0 0 0,0 0 0 0 0,0 0 0 0 0,1 0 0 0 0,0 0 0 0 0,0-1 0 0 0,1 1 0 0 0,0 0 0 0 0,0 0 0 0 0,0 0 0 0 0,5-11 0 0 0,-3 10-617 0 0,1 1 1 0 0,-1-1-1 0 0,2 1 0 0 0,9-14 0 0 0,-6 11-906 0 0,2 0 1 0 0,-1 1-1 0 0,1-1 0 0 0,0 2 0 0 0,1 0 0 0 0,0 0 0 0 0,1 1 0 0 0,14-7 0 0 0,23-10-9636 0 0,-31 16 8081 0 0</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23.114"/>
    </inkml:context>
    <inkml:brush xml:id="br0">
      <inkml:brushProperty name="width" value="0.05" units="cm"/>
      <inkml:brushProperty name="height" value="0.05" units="cm"/>
    </inkml:brush>
  </inkml:definitions>
  <inkml:trace contextRef="#ctx0" brushRef="#br0">1390 215 7873 0 0,'-1'-11'17038'0'0,"-18"7"-13018"0"0,-14 7-4885 0 0,24-1 3020 0 0,-10 5-1959 0 0,0 1 0 0 0,1 0-1 0 0,0 1 1 0 0,0 1 0 0 0,1 1 0 0 0,1 1 0 0 0,0 0 0 0 0,0 1 0 0 0,1 1-1 0 0,1 0 1 0 0,0 1 0 0 0,-16 23 0 0 0,22-25-196 0 0,2 4 0 0 0,3 3 0 0 0,9-1 0 0 0,-2-14-243 0 0,-1-1-1 0 0,1 0 1 0 0,0 1-1 0 0,0-1 1 0 0,0-1 0 0 0,1 1-1 0 0,-1-1 1 0 0,1 0-1 0 0,0 0 1 0 0,0 0 0 0 0,0 0-1 0 0,0-1 1 0 0,0 0 0 0 0,1 0-1 0 0,-1 0 1 0 0,7 0-1 0 0,16 4-2609 0 0,56 4-1 0 0,-55-7 2341 0 0,-26-3 1537 0 0,6 3-587 0 0,-9-3-384 0 0,0 0 0 0 0,0 0 1 0 0,1 0-1 0 0,-1 0 0 0 0,0 0 0 0 0,0 0 1 0 0,0 0-1 0 0,0 0 0 0 0,1 0 1 0 0,-1 0-1 0 0,0 1 0 0 0,0-1 0 0 0,0 0 1 0 0,0 0-1 0 0,0 0 0 0 0,1 0 0 0 0,-1 0 1 0 0,0 0-1 0 0,0 1 0 0 0,0-1 1 0 0,0 0-1 0 0,0 0 0 0 0,0 0 0 0 0,0 0 1 0 0,0 1-1 0 0,0-1 0 0 0,0 0 0 0 0,1 0 1 0 0,-1 0-1 0 0,0 0 0 0 0,0 1 1 0 0,0-1-1 0 0,0 0 0 0 0,0 0 0 0 0,0 0 1 0 0,0 1-1 0 0,-1-1 0 0 0,1 0 0 0 0,0 0 1 0 0,0 0-1 0 0,0 0 0 0 0,0 1 1 0 0,0-1-1 0 0,0 0 0 0 0,0 0 0 0 0,0 0 1 0 0,0 0-1 0 0,0 1 0 0 0,-1-1 0 0 0,1 0 1 0 0,0 0-1 0 0,0 0 0 0 0,0 0 1 0 0,0 0-1 0 0,0 0 0 0 0,-1 1 0 0 0,1-1 1 0 0,0 0-1 0 0,0 0 0 0 0,0 0 1 0 0,0 0-1 0 0,-1 0 0 0 0,1 0 0 0 0,0 0 1 0 0,0 0-1 0 0,-1 0 0 0 0,-279 149 5275 0 0,261-141-5328 0 0,2-1 0 0 0,2-3 0 0 0,-2-2 0 0 0,-9-11 0 0 0,9-4 0 0 0,13 8 0 0 0,1-1 0 0 0,0 0 0 0 0,0 0 0 0 0,0 0 0 0 0,1 0 0 0 0,0-1 0 0 0,0 1 0 0 0,0 0 0 0 0,1-1 0 0 0,0 1 0 0 0,0-1 0 0 0,1-9 0 0 0,6-87 0 0 0,-4 77 0 0 0,23-135 0 0 0,4-17 0 0 0,-23 119 0 0 0,-6 41 0 0 0,-4-3 0 0 0,-4 8 0 0 0,-6 6 0 0 0,-6 9 0 0 0,4 11 0 0 0,7 1 0 0 0,5 1 0 0 0,4 5 0 0 0,2-1 0 0 0,1 0 0 0 0,14 49 0 0 0,-14-47 0 0 0,-2 0 0 0 0,-2 0 0 0 0,1-15 0 0 0,-1 0 0 0 0,0 0 0 0 0,0 0 0 0 0,0 0 0 0 0,-1 0 0 0 0,0 0 0 0 0,0 0 0 0 0,0-1 0 0 0,-1 1 0 0 0,1-1 0 0 0,-2 0 0 0 0,1 0 0 0 0,0 0 0 0 0,-6 6 0 0 0,4-5 0 0 0,-9 8 0 0 0,-1 0 0 0 0,-1-1 0 0 0,0-1 0 0 0,0 0 0 0 0,-1-1 0 0 0,-22 9 0 0 0,-3 5 0 0 0,-10 5 0 0 0,16-9 0 0 0,-66 49 0 0 0,87-57 0 0 0,4-2 0 0 0,3 0 0 0 0,2 1 0 0 0,4 5 0 0 0,10 1 0 0 0,-4-13-202 0 0,1 0 0 0 0,-1 0 0 0 0,1 0 0 0 0,0-1 1 0 0,1 1-1 0 0,8 4 0 0 0,25 25-1041 0 0,-38-32 1163 0 0,-1 15-160 0 0,1-13 229 0 0,-1 0 1 0 0,0 0 0 0 0,0 0-1 0 0,0 0 1 0 0,-1 0 0 0 0,1 0-1 0 0,-1 0 1 0 0,0 0 0 0 0,0 0 0 0 0,-1 0-1 0 0,1 0 1 0 0,-1 0 0 0 0,1-1-1 0 0,-5 7 1 0 0,-1 1 108 0 0,-1 0 0 0 0,0-1 0 0 0,-1 1 0 0 0,0-1 0 0 0,-1-1-1 0 0,0 0 1 0 0,0 0 0 0 0,-1-1 0 0 0,0-1 0 0 0,0 0 0 0 0,-1 0 0 0 0,0-1 0 0 0,0 0 0 0 0,-1-1 0 0 0,-23 6 0 0 0,16-7 44 0 0,1-1 0 0 0,0-1 0 0 0,-1-1 0 0 0,0-1 1 0 0,1 0-1 0 0,-1-1 0 0 0,1-2 0 0 0,-1 0 1 0 0,1-1-1 0 0,-25-8 0 0 0,35 10-139 0 0,1-2 0 0 0,-1 1 1 0 0,0-1-1 0 0,1 0 0 0 0,0 0 0 0 0,0-1 0 0 0,0-1 0 0 0,0 1 1 0 0,1-1-1 0 0,-8-8 0 0 0,12 10-49 0 0,0 1 0 0 0,0-1 0 0 0,1 0 0 0 0,0 0 0 0 0,-1 1 0 0 0,1-2 0 0 0,1 1 0 0 0,-1 0 0 0 0,1 0 1 0 0,-1 0-1 0 0,1-1 0 0 0,1 1 0 0 0,-1-1 0 0 0,0 1 0 0 0,1-1 0 0 0,0 1 0 0 0,0-1 0 0 0,1 1 0 0 0,-1-1 0 0 0,1 1 0 0 0,0 0 0 0 0,0-1 0 0 0,3-7 1 0 0,5-10-2547 0 0,1 1 1 0 0,0 1-1 0 0,2-1 1 0 0,0 2-1 0 0,24-30 0 0 0,84-81-7646 0 0,-86 95 7560 0 0,-2 1-160 0 0</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20.618"/>
    </inkml:context>
    <inkml:brush xml:id="br0">
      <inkml:brushProperty name="width" value="0.05" units="cm"/>
      <inkml:brushProperty name="height" value="0.05" units="cm"/>
    </inkml:brush>
  </inkml:definitions>
  <inkml:trace contextRef="#ctx0" brushRef="#br0">8 15 12141 0 0,'-8'8'11225'0'0,"8"1"-4705"0"0,15-3-3639 0 0,0-8-2881 0 0,-4-9 0 0 0,-4-1 0 0 0,8-1 0 0 0</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21.047"/>
    </inkml:context>
    <inkml:brush xml:id="br0">
      <inkml:brushProperty name="width" value="0.05" units="cm"/>
      <inkml:brushProperty name="height" value="0.05" units="cm"/>
    </inkml:brush>
  </inkml:definitions>
  <inkml:trace contextRef="#ctx0" brushRef="#br0">18 9 9953 0 0,'-13'-6'14620'0'0,"8"4"-13876"0"0</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21.393"/>
    </inkml:context>
    <inkml:brush xml:id="br0">
      <inkml:brushProperty name="width" value="0.05" units="cm"/>
      <inkml:brushProperty name="height" value="0.05" units="cm"/>
    </inkml:brush>
  </inkml:definitions>
  <inkml:trace contextRef="#ctx0" brushRef="#br0">1 1 10841 0 0,'1'0'6785'0'0,"18"8"-1728"0"0,72 7 2826 0 0,-25-10-9004 0 0,-13-3-6351 0 0,-4-4-7864 0 0,-45 2 12152 0 0</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24.043"/>
    </inkml:context>
    <inkml:brush xml:id="br0">
      <inkml:brushProperty name="width" value="0.05" units="cm"/>
      <inkml:brushProperty name="height" value="0.05" units="cm"/>
    </inkml:brush>
  </inkml:definitions>
  <inkml:trace contextRef="#ctx0" brushRef="#br0">230 35 10401 0 0,'-10'-34'21678'0'0,"9"33"-21227"0"0,-19 48-380 0 0,2 1 0 0 0,1 0 1 0 0,-13 73-1 0 0,-11 33-119 0 0,-4-21-481 0 0,40-120-2239 0 0,0 1 1 0 0,1-1-1 0 0,-2 19 1 0 0,4-21-664 0 0,0 1 0 0 0,-1-1 0 0 0,0 0 0 0 0,-8 18 0 0 0,5-17 410 0 0</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25.239"/>
    </inkml:context>
    <inkml:brush xml:id="br0">
      <inkml:brushProperty name="width" value="0.05" units="cm"/>
      <inkml:brushProperty name="height" value="0.05" units="cm"/>
    </inkml:brush>
  </inkml:definitions>
  <inkml:trace contextRef="#ctx0" brushRef="#br0">1086 9 8877 0 0,'3'-8'23811'0'0,"-78"347"-23730"0"0,67-298-83 0 0,-1 9 2 0 0,-3-1 0 0 0,-1 0 0 0 0,-3-1 0 0 0,-30 63 0 0 0,43-104 0 0 0,-1-1 0 0 0,0 1 0 0 0,0-1 0 0 0,-1 0 0 0 0,0-1 0 0 0,0 1 0 0 0,0-1 0 0 0,0 0 0 0 0,-1 0 0 0 0,0-1 0 0 0,0 1 0 0 0,0-2 0 0 0,-1 1 0 0 0,1 0 0 0 0,-14 4 0 0 0,4-3 0 0 0,-5-1 0 0 0,-2-6 0 0 0,-12-8 0 0 0,29 3 0 0 0,4 3 0 0 0,-2-1 0 0 0,0 1 0 0 0,0-1 0 0 0,1 0 0 0 0,0 0 0 0 0,-1 0 0 0 0,2-1 0 0 0,-1 1 0 0 0,1-1 0 0 0,0 1 0 0 0,0-1 0 0 0,0 0 0 0 0,1 0 0 0 0,0 0 0 0 0,0 0 0 0 0,0 0 0 0 0,1-10 0 0 0,1-11 0 0 0,0 1 0 0 0,9-39 0 0 0,-6 40 0 0 0,0 0 0 0 0,7-46 0 0 0,24-83 0 0 0,-31 136 0 0 0,-1 1 0 0 0,2 0 0 0 0,-3 11 0 0 0,-2 8 0 0 0,-47 198 0 0 0,38-164 0 0 0,0 0 0 0 0,-3 0 0 0 0,-1-1 0 0 0,-1-1 0 0 0,-2 0 0 0 0,-2-1 0 0 0,0 0 0 0 0,-3-2 0 0 0,0-1 0 0 0,-2 0 0 0 0,-46 45 0 0 0,53-57 0 0 0,12-15 0 0 0,-27 17 0 0 0,16-11 0 0 0,-1-5 0 0 0,-4-13 0 0 0,18 7 0 0 0,0-1 0 0 0,1 1 0 0 0,-1-1 0 0 0,1 0 0 0 0,0 1 0 0 0,0-1 0 0 0,0 0 0 0 0,0 0 0 0 0,0 0 0 0 0,1 0 0 0 0,-1 0 0 0 0,1 1 0 0 0,0-1 0 0 0,-1 0 0 0 0,1 0 0 0 0,1 0 0 0 0,-1 0 0 0 0,1-3 0 0 0,-1 4 0 0 0,3-22 0 0 0,1 0 0 0 0,9-31 0 0 0,-7 31 0 0 0,0 0 0 0 0,-2 0 0 0 0,0-1 0 0 0,-1-31 0 0 0,-2 53 0 0 0,-1 1 0 0 0,0-1 0 0 0,0 0 0 0 0,0 1 0 0 0,0-1 0 0 0,-1 0 0 0 0,1 1 0 0 0,-1-1 0 0 0,1 0 0 0 0,-1 1 0 0 0,0-1 0 0 0,0 1 0 0 0,0-1 0 0 0,0 1 0 0 0,-1 0 0 0 0,1 0 0 0 0,-1-1 0 0 0,1 1 0 0 0,-1 0 0 0 0,0 0 0 0 0,0 0 0 0 0,0 1 0 0 0,0-1 0 0 0,0 0 0 0 0,0 1 0 0 0,0-1 0 0 0,0 1 0 0 0,-1 0 0 0 0,-2-2 0 0 0,-6 1 0 0 0,1 1 0 0 0,-1 0 0 0 0,0 1 0 0 0,0 0 0 0 0,1 0 0 0 0,-1 1 0 0 0,0 1 0 0 0,1-1 0 0 0,-1 2 0 0 0,1 0 0 0 0,0 0 0 0 0,-17 8 0 0 0,-9 5 0 0 0,0 3 0 0 0,-34 22 0 0 0,61-35 0 0 0,-27 22 0 0 0,28-18 0 0 0,8-10 0 0 0,0 1 0 0 0,0-1 0 0 0,-1 1 0 0 0,1-1 0 0 0,0 0 0 0 0,0 1 0 0 0,0-1 0 0 0,0 1 0 0 0,0-1 0 0 0,0 1 0 0 0,0-1 0 0 0,0 0 0 0 0,0 1 0 0 0,0-1 0 0 0,0 1 0 0 0,0-1 0 0 0,0 1 0 0 0,1-1 0 0 0,-1 0 0 0 0,0 1 0 0 0,0-1 0 0 0,0 1 0 0 0,0-1 0 0 0,1 0 0 0 0,-1 1 0 0 0,0-1 0 0 0,1 0 0 0 0,-1 1 0 0 0,4 0 0 0 0,-1 1 0 0 0,1-1 0 0 0,-1 0 0 0 0,1 0 0 0 0,0-1 0 0 0,0 1 0 0 0,-1-1 0 0 0,1 0 0 0 0,0 0 0 0 0,-1 0 0 0 0,8-1 0 0 0,40-6 0 0 0,-26 1-3 0 0,-1-1-1 0 0,1-1 1 0 0,-2-1-1 0 0,41-21 1 0 0,-17 12-1728 0 0,25 5-8938 0 0,-33 8 3214 0 0,-8-1 195 0 0</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26.708"/>
    </inkml:context>
    <inkml:brush xml:id="br0">
      <inkml:brushProperty name="width" value="0.05" units="cm"/>
      <inkml:brushProperty name="height" value="0.05" units="cm"/>
    </inkml:brush>
  </inkml:definitions>
  <inkml:trace contextRef="#ctx0" brushRef="#br0">1260 17 6921 0 0,'0'0'13734'0'0,"-3"8"-12372"0"0,-5 7-727 0 0,-1-1 0 0 0,0 1-1 0 0,-1-1 1 0 0,0-1 0 0 0,-1 0 0 0 0,-1-1-1 0 0,0 0 1 0 0,-17 13 0 0 0,1-4 624 0 0,0-1 0 0 0,-2-2 1 0 0,-58 27-1 0 0,67-35-1259 0 0,3-1 0 0 0,4-4 0 0 0,-2-2 0 0 0,-4-5 0 0 0,9-13 0 0 0,9-5 0 0 0,2 12 0 0 0,1-1 0 0 0,18-31 0 0 0,-6 11-149 0 0,-12 27-21 0 0,5-13-172 0 0,-6 15 358 0 0,1 0 0 0 0,-1-1 1 0 0,0 1-1 0 0,1-1 0 0 0,-1 1 0 0 0,0-1 0 0 0,0 1 0 0 0,0-1 0 0 0,0 1 0 0 0,1 0 1 0 0,-1-1-1 0 0,0 1 0 0 0,0-1 0 0 0,0 1 0 0 0,0-1 0 0 0,0 0 0 0 0,0 1 0 0 0,0-1 1 0 0,0 1-1 0 0,-1-1 0 0 0,1 1 0 0 0,0 0 0 0 0,0-1 0 0 0,0 1 0 0 0,0-1 0 0 0,-1 1 1 0 0,1-1-1 0 0,0 1 0 0 0,0-1 0 0 0,-1 1 0 0 0,1 0 0 0 0,-1-1 0 0 0,-24 0 94 0 0,17 2-108 0 0,1 1 0 0 0,0 0-1 0 0,0 0 1 0 0,0 1 0 0 0,1 0 0 0 0,-1 0 0 0 0,1 1 0 0 0,-1 0 0 0 0,-6 5 0 0 0,-143 71-2 0 0,139-71 0 0 0,3-2 0 0 0,0-1 0 0 0,14-5 0 0 0,-1-1 0 0 0,1 0 0 0 0,0 0 0 0 0,-1 0 0 0 0,1 1 0 0 0,0-1 0 0 0,-1 0 0 0 0,1 0 0 0 0,-1 0 0 0 0,1 0 0 0 0,0 0 0 0 0,-1 0 0 0 0,1 0 0 0 0,-1 0 0 0 0,1 0 0 0 0,0 0 0 0 0,-1 0 0 0 0,1 0 0 0 0,-1 0 0 0 0,1 0 0 0 0,0 0 0 0 0,-1 0 0 0 0,1 0 0 0 0,0 0 0 0 0,-1-1 0 0 0,1 1 0 0 0,0 0 0 0 0,-1 0 0 0 0,1-1 0 0 0,-1 1 0 0 0,-4-26 0 0 0,6 18 0 0 0,0 0 0 0 0,1-1 0 0 0,0 1 0 0 0,0 0 0 0 0,1 0 0 0 0,0 0 0 0 0,0 1 0 0 0,8-12 0 0 0,27-67 0 0 0,-33 71 0 0 0,0-1 0 0 0,-4-1 0 0 0,-9 0 0 0 0,-9 10 0 0 0,-7 9 0 0 0,18-2 0 0 0,0 1 0 0 0,0 0 0 0 0,0 0 0 0 0,0 0 0 0 0,0 1 0 0 0,0 0 0 0 0,1 0 0 0 0,-1 1 0 0 0,1 0 0 0 0,-1-1 0 0 0,1 2 0 0 0,-7 4 0 0 0,7-4 0 0 0,-25 18 0 0 0,24-18 0 0 0,1 0 0 0 0,-1 0 0 0 0,1 0 0 0 0,0 1 0 0 0,1 0 0 0 0,-7 8 0 0 0,-21 28 0 0 0,24-29 0 0 0,-5 8 0 0 0,11-17 0 0 0,-5 15 0 0 0,3-4 0 0 0,1 3 0 0 0,1 3 0 0 0,4 1 0 0 0,0-4 0 0 0,-1-2 0 0 0,1 2 0 0 0,-2 4 0 0 0,0-4 0 0 0,-4 0 0 0 0,0-8 0 0 0,4-7 0 0 0,0-1 0 0 0,-1 1 0 0 0,1 0 0 0 0,-1 0 0 0 0,1-1 0 0 0,-1 1 0 0 0,0-1 0 0 0,0 1 0 0 0,0-1 0 0 0,0 1 0 0 0,0-1 0 0 0,0 1 0 0 0,0-1 0 0 0,0 0 0 0 0,-3 2 0 0 0,-15 14 0 0 0,9-9 0 0 0,1 1 0 0 0,-1-1 0 0 0,-1-1 0 0 0,1 0 0 0 0,-1 0 0 0 0,0-1 0 0 0,-1-1 0 0 0,1 0 0 0 0,-1 0 0 0 0,0-1 0 0 0,0-1 0 0 0,-1 0 0 0 0,-12 1 0 0 0,5-1 0 0 0,13-2 0 0 0,-1-1 0 0 0,0 1 0 0 0,1-1 0 0 0,-1 0 0 0 0,0-1 0 0 0,1 0 0 0 0,-1 0 0 0 0,0-1 0 0 0,1 0 0 0 0,0 0 0 0 0,-1-1 0 0 0,1 1 0 0 0,0-2 0 0 0,0 1 0 0 0,-8-6 0 0 0,12 6 0 0 0,-1-1 0 0 0,1 0 0 0 0,-1 1 0 0 0,1-1 0 0 0,0 0 0 0 0,0-1 0 0 0,1 1 0 0 0,0 0 0 0 0,-1-1 0 0 0,1 1 0 0 0,1-1 0 0 0,-1 0 0 0 0,1 0 0 0 0,0 1 0 0 0,0-1 0 0 0,0 0 0 0 0,0-8 0 0 0,1-2 0 0 0,1 1 0 0 0,1-1 0 0 0,0 1 0 0 0,1-1 0 0 0,1 1 0 0 0,0 0 0 0 0,1 0 0 0 0,0 1 0 0 0,1-1 0 0 0,0 1 0 0 0,1 0 0 0 0,12-15 0 0 0,9-10-2833 0 0,-3 6-7773 0 0,35-33-1 0 0,-19 29 5530 0 0,-26 23 2137 0 0</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27.123"/>
    </inkml:context>
    <inkml:brush xml:id="br0">
      <inkml:brushProperty name="width" value="0.05" units="cm"/>
      <inkml:brushProperty name="height" value="0.05" units="cm"/>
    </inkml:brush>
  </inkml:definitions>
  <inkml:trace contextRef="#ctx0" brushRef="#br0">1 10 10465 0 0,'8'1'12450'0'0,"5"0"-5109"0"0,9 1-4094 0 0,5 1-4446 0 0,-9-2-3687 0 0,1 0 1 0 0,0-1 0 0 0,0 0-1 0 0,37-7 1 0 0,-37 1 1594 0 0,-3 1 309 0 0</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27.688"/>
    </inkml:context>
    <inkml:brush xml:id="br0">
      <inkml:brushProperty name="width" value="0.05" units="cm"/>
      <inkml:brushProperty name="height" value="0.05" units="cm"/>
    </inkml:brush>
  </inkml:definitions>
  <inkml:trace contextRef="#ctx0" brushRef="#br0">217 0 8457 0 0,'0'0'16873'0'0,"-10"3"-15397"0"0,-1-1-732 0 0,7-1-338 0 0,-1 0 0 0 0,1 0 0 0 0,-1 0-1 0 0,1 0 1 0 0,0 1 0 0 0,0 0 0 0 0,-6 3 0 0 0,2 0-160 0 0,1 0 0 0 0,-1 1 1 0 0,1 1-1 0 0,1-1 0 0 0,-1 1 0 0 0,1 0 1 0 0,-6 9-1 0 0,3-3-246 0 0,1 1 0 0 0,4 0 0 0 0,9 5 0 0 0,-1-16-4 0 0,0 0-1 0 0,1-1 1 0 0,-1 1 0 0 0,0-1 0 0 0,1 1-1 0 0,0-1 1 0 0,-1-1 0 0 0,1 1 0 0 0,0-1-1 0 0,0 0 1 0 0,0 0 0 0 0,0 0 0 0 0,7 0-1 0 0,67 5 8 0 0,-82-6 3 0 0,-1 0 0 0 0,1 0 0 0 0,0 1 0 0 0,0-1 0 0 0,0 1 0 0 0,0 0 0 0 0,0 0 0 0 0,0 0 0 0 0,-6 3 0 0 0,-24 7-9 0 0,1-2-2269 0 0,20-5-610 0 0,1 0-1 0 0,0 1 0 0 0,1 0 1 0 0,-1 1-1 0 0,-17 13 0 0 0,0 7-1609 0 0,25-21 1068 0 0,-10 8 309 0 0</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28.392"/>
    </inkml:context>
    <inkml:brush xml:id="br0">
      <inkml:brushProperty name="width" value="0.05" units="cm"/>
      <inkml:brushProperty name="height" value="0.05" units="cm"/>
    </inkml:brush>
  </inkml:definitions>
  <inkml:trace contextRef="#ctx0" brushRef="#br0">21 26 11721 0 0,'-11'-14'14568'0'0,"6"7"-11337"0"0,0 3-4925 0 0</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28.739"/>
    </inkml:context>
    <inkml:brush xml:id="br0">
      <inkml:brushProperty name="width" value="0.05" units="cm"/>
      <inkml:brushProperty name="height" value="0.05" units="cm"/>
    </inkml:brush>
  </inkml:definitions>
  <inkml:trace contextRef="#ctx0" brushRef="#br0">34 12 8713 0 0,'-23'-8'16526'0'0,"16"6"-14470"0"0,4 1-3377 0 0</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29.101"/>
    </inkml:context>
    <inkml:brush xml:id="br0">
      <inkml:brushProperty name="width" value="0.05" units="cm"/>
      <inkml:brushProperty name="height" value="0.05" units="cm"/>
    </inkml:brush>
  </inkml:definitions>
  <inkml:trace contextRef="#ctx0" brushRef="#br0">15 15 11005 0 0,'0'0'3388'0'0,"-10"-6"2101"0"0,5-2-1137 0 0</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30.791"/>
    </inkml:context>
    <inkml:brush xml:id="br0">
      <inkml:brushProperty name="width" value="0.05" units="cm"/>
      <inkml:brushProperty name="height" value="0.05" units="cm"/>
    </inkml:brush>
  </inkml:definitions>
  <inkml:trace contextRef="#ctx0" brushRef="#br0">127 78 2024 0 0,'0'0'5643'0'0,"4"-3"-5541"0"0,12-10 296 0 0,24-11 55 0 0,-38 23-447 0 0,25-18 6952 0 0,-37 31-5526 0 0,-158 144 9618 0 0,143-121-9318 0 0,24-33-1605 0 0,-7 7 73 0 0,5-4-46 0 0,6-5-330 0 0,40-26-531 0 0,-1-1 0 0 0,39-34 1 0 0,-5-10 544 0 0,-74 70 180 0 0,22-23 335 0 0,-21 21-194 0 0,19-21 2352 0 0,-22 24-2483 0 0,0 0 0 0 0,1 0 1 0 0,-1 0-1 0 0,0 0 0 0 0,0 0 0 0 0,1 0 1 0 0,-1 0-1 0 0,0 0 0 0 0,1 0 0 0 0,-1 0 1 0 0,0 0-1 0 0,0 0 0 0 0,1 1 1 0 0,-1-1-1 0 0,0 0 0 0 0,0 0 0 0 0,1 0 1 0 0,-1 0-1 0 0,0 0 0 0 0,0 0 0 0 0,0 1 1 0 0,1-1-1 0 0,-1 0 0 0 0,0 0 1 0 0,0 0-1 0 0,0 1 0 0 0,0-1 0 0 0,1 0 1 0 0,-1 0-1 0 0,0 1 0 0 0,0-1 0 0 0,0 0 1 0 0,0 0-1 0 0,0 1 0 0 0,0-1 1 0 0,0 0-1 0 0,0 0 0 0 0,0 1 0 0 0,1-1 1 0 0,-1 0-1 0 0,0 0 0 0 0,-1 1 0 0 0,1-1 1 0 0,0 0-1 0 0,0 1 0 0 0,0-1 1 0 0,-4 42 547 0 0,-10 73-576 0 0,8-79-2027 0 0,4-23-1870 0 0,-1 0 0 0 0,-1 0-1 0 0,-8 20 1 0 0,-4-1-342 0 0,14-27 2835 0 0,-4 7-4128 0 0,-5 9 2516 0 0</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38.310"/>
    </inkml:context>
    <inkml:brush xml:id="br0">
      <inkml:brushProperty name="width" value="0.05" units="cm"/>
      <inkml:brushProperty name="height" value="0.05" units="cm"/>
    </inkml:brush>
  </inkml:definitions>
  <inkml:trace contextRef="#ctx0" brushRef="#br0">2642 565 5957 0 0,'0'0'7705'0'0,"3"-3"-5988"0"0,-2 1-1108 0 0,1-1 1 0 0,-1 1-1 0 0,1-1 1 0 0,-1 0 0 0 0,0 0-1 0 0,0 1 1 0 0,0-1-1 0 0,0 0 1 0 0,-1 0-1 0 0,1 0 1 0 0,-1 0-1 0 0,0 0 1 0 0,0 0 0 0 0,0-3-1 0 0,-1-4 246 0 0,0 0 0 0 0,-1-1 1 0 0,0 1-1 0 0,-3-10 0 0 0,-2 0-80 0 0,-1 0 1 0 0,-1 0-1 0 0,-17-30 1 0 0,9 24-710 0 0,0 1 1 0 0,-2 1 0 0 0,0 1 0 0 0,-2 1 0 0 0,0 0 0 0 0,-2 2 0 0 0,-37-28 0 0 0,38 34-34 0 0,-1 1 0 0 0,0 1 0 0 0,0 2 1 0 0,-1 0-1 0 0,0 1 0 0 0,-1 1 0 0 0,0 1 1 0 0,-1 2-1 0 0,-31-4 0 0 0,9 6-33 0 0,1 1 0 0 0,-1 3 0 0 0,0 1 0 0 0,0 3 0 0 0,-63 14 0 0 0,39-1 0 0 0,0 3 0 0 0,-118 52 0 0 0,143-53 0 0 0,34-14 0 0 0,-3 0 0 0 0,1 0 0 0 0,0-2 0 0 0,1-6 0 0 0,-1-16 0 0 0,-22-49 0 0 0,30 54 0 0 0,1 0 0 0 0,-2 1 0 0 0,-12-18 0 0 0,16 26 0 0 0,0-1 0 0 0,0 1 0 0 0,-1 0 0 0 0,0 0 0 0 0,0 0 0 0 0,0 0 0 0 0,0 1 0 0 0,-1 0 0 0 0,1 0 0 0 0,-1 1 0 0 0,-10-4 0 0 0,-2 2 0 0 0,0 0 0 0 0,0 2 0 0 0,0 0 0 0 0,-1 1 0 0 0,1 1 0 0 0,-1 0 0 0 0,1 2 0 0 0,-19 3 0 0 0,-139 35 0 0 0,64-5 0 0 0,2 6 0 0 0,2 4 0 0 0,-141 83 0 0 0,214-108 28 0 0,-58 42 1 0 0,48-21-153 0 0,20-11-72 0 0,22-26-206 0 0,0 1 0 0 0,1 0 0 0 0,-1-1 0 0 0,1 1 0 0 0,0 0 0 0 0,0 0 0 0 0,1 1 0 0 0,-3 9 0 0 0,4-9-858 0 0,-1 1 1 0 0,1 0-1 0 0,0-1 1 0 0,0 1-1 0 0,0 0 1 0 0,1-1-1 0 0,0 1 1 0 0,1-1-1 0 0,-1 1 1 0 0,1-1-1 0 0,0 0 1 0 0,1 1-1 0 0,0-1 1 0 0,0-1-1 0 0,0 1 1 0 0,1 0-1 0 0,-1-1 1 0 0,9 10-1 0 0,6 1-1743 0 0</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40.236"/>
    </inkml:context>
    <inkml:brush xml:id="br0">
      <inkml:brushProperty name="width" value="0.05" units="cm"/>
      <inkml:brushProperty name="height" value="0.05" units="cm"/>
    </inkml:brush>
  </inkml:definitions>
  <inkml:trace contextRef="#ctx0" brushRef="#br0">1 132 7209 0 0,'6'-9'1545'0'0,"1"0"0"0"0,0 0 0 0 0,1 1 0 0 0,0 0 0 0 0,0 0 0 0 0,1 1-1 0 0,0 0 1 0 0,0 1 0 0 0,19-10 0 0 0,-12 8-636 0 0,1 1 0 0 0,-1 1 0 0 0,1 1 0 0 0,1 1 0 0 0,28-5 0 0 0,-7 6-338 0 0,-1 1 1 0 0,1 2-1 0 0,-1 2 0 0 0,1 1 0 0 0,40 9 0 0 0,-55-7-505 0 0,-1 0-1 0 0,0 2 1 0 0,-1 0 0 0 0,1 2 0 0 0,-1 0-1 0 0,-1 2 1 0 0,0 0 0 0 0,-1 1-1 0 0,0 1 1 0 0,19 17 0 0 0,-19-12-10 0 0,0 2 0 0 0,-2 0 0 0 0,0 0 0 0 0,-2 2 1 0 0,0 0-1 0 0,-1 1 0 0 0,-2 1 0 0 0,17 39 0 0 0,-14-27-56 0 0,-3 0 0 0 0,12 46 0 0 0,11 112 0 0 0,-33-178 0 0 0,5 20 0 0 0,-4-28 0 0 0,6 0 0 0 0,-9-7 0 0 0,0 0 0 0 0,0 0 0 0 0,0-1 0 0 0,0 1 0 0 0,0 0 0 0 0,0-1 0 0 0,1 1 0 0 0,-1-1 0 0 0,0 0 0 0 0,0 1 0 0 0,1-1 0 0 0,-1 0 0 0 0,0 0 0 0 0,1 1 0 0 0,-1-1 0 0 0,0 0 0 0 0,0 0 0 0 0,1-1 0 0 0,-1 1 0 0 0,0 0 0 0 0,1 0 0 0 0,-1-1 0 0 0,2 0 0 0 0,0 0 0 0 0,66-2-300 0 0,-1 4 0 0 0,0 2-1 0 0,0 3 1 0 0,0 3 0 0 0,-1 3 0 0 0,0 3-1 0 0,-1 2 1 0 0,76 33 0 0 0,-113-39 400 0 0,190 82 1155 0 0,-188-77-989 0 0,-1 1-1 0 0,-1 1 1 0 0,0 2-1 0 0,46 41 1 0 0,-68-53-265 0 0,0-1 0 0 0,-1 1 0 0 0,0 0 0 0 0,-1 1 0 0 0,0-1 0 0 0,0 1 0 0 0,-1 0 0 0 0,0 0 0 0 0,0 0 0 0 0,-1 1 0 0 0,-1 0 0 0 0,1-1 0 0 0,-1 1 0 0 0,-1 0 0 0 0,0 0 0 0 0,0 0 0 0 0,-1 0 1 0 0,-1 0-1 0 0,1 0 0 0 0,-2 0 0 0 0,1-1 0 0 0,-5 14 0 0 0,-5 19-2 0 0,-3 0-1 0 0,-1-1 1 0 0,-36 67 0 0 0,41-87 1 0 0,1-4 0 0 0,-21 46 0 0 0,-23 66 0 0 0,46-110 0 0 0,1 0 0 0 0,2 0 0 0 0,-1 0 0 0 0,2 0 0 0 0,1 1 0 0 0,1-1 0 0 0,0 1 0 0 0,3 30 0 0 0,0-40 0 0 0,0 0 0 0 0,0 1 0 0 0,1-1 0 0 0,1 0 0 0 0,0 0 0 0 0,0-1 0 0 0,1 1 0 0 0,0-1 0 0 0,0 0 0 0 0,1 0 0 0 0,1 0 0 0 0,-1-1 0 0 0,1 0 0 0 0,1-1 0 0 0,-1 1 0 0 0,1-1 0 0 0,14 9 0 0 0,1-2 0 0 0,0-1 0 0 0,1-1 0 0 0,0-2 0 0 0,1 0 0 0 0,45 12 0 0 0,-50-17 0 0 0,1 1 0 0 0,-1 2 0 0 0,-1 0 0 0 0,0 1 0 0 0,31 19 0 0 0,-44-24 0 0 0,0 0 0 0 0,0 1 0 0 0,-1 0 0 0 0,1 0 0 0 0,-1 0 0 0 0,0 0 0 0 0,-1 1 0 0 0,1 0 0 0 0,-1 0 0 0 0,0 0 0 0 0,-1 1 0 0 0,0-1 0 0 0,0 1 0 0 0,0 0 0 0 0,-1 0 0 0 0,0 0 0 0 0,0 0 0 0 0,0 0 0 0 0,0 14 0 0 0,-3 52 0 0 0,-3 0 0 0 0,-3 0 0 0 0,-3-1 0 0 0,-4 0 0 0 0,-34 106 0 0 0,37-145 0 0 0,-2-1 0 0 0,-1 0 0 0 0,-1 0 0 0 0,-2-2 0 0 0,-1 0 0 0 0,-1-1 0 0 0,-2-1 0 0 0,-43 46 0 0 0,-9 6 0 0 0,-153 156 0 0 0,215-225 0 0 0,2-1 0 0 0,-1 0 0 0 0,-1-1 0 0 0,0 0 0 0 0,0-1 0 0 0,-23 13 0 0 0,20-14 0 0 0,-4 0 0 0 0,-1-2 0 0 0,-9 1 0 0 0,21-5 0 0 0,-29-4 0 0 0,33 3 0 0 0,-76-2 0 0 0,1 2 0 0 0,-89 13 0 0 0,143-9 0 0 0,0 0 0 0 0,1 2 0 0 0,-1 1 0 0 0,1 0 0 0 0,0 2 0 0 0,1 1 0 0 0,0 0 0 0 0,0 2 0 0 0,1 0 0 0 0,1 2 0 0 0,-27 21 0 0 0,4 7 0 0 0,1 2 0 0 0,2 2 0 0 0,3 1 0 0 0,1 2 0 0 0,-44 81 0 0 0,73-116-1182 0 0,0 0-1 0 0,2 0 1 0 0,-1 1 0 0 0,2 0-1 0 0,0 0 1 0 0,0 0-1 0 0,2 0 1 0 0,0 1 0 0 0,-1 21-1 0 0,2-23-7046 0 0,-6 1 571 0 0</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41.494"/>
    </inkml:context>
    <inkml:brush xml:id="br0">
      <inkml:brushProperty name="width" value="0.05" units="cm"/>
      <inkml:brushProperty name="height" value="0.05" units="cm"/>
    </inkml:brush>
  </inkml:definitions>
  <inkml:trace contextRef="#ctx0" brushRef="#br0">1102 1700 6601 0 0,'-68'-74'10469'0'0,"9"-8"-3980"0"0,-44-91-1584 0 0,74 117-4150 0 0,-3 2 0 0 0,-3 1 0 0 0,-66-80 0 0 0,90 121-650 0 0,-1 0-1 0 0,0 0 1 0 0,-1 1 0 0 0,0 1-1 0 0,0 1 1 0 0,-23-13 0 0 0,15 13-14 0 0,-1 1 1 0 0,0 0 0 0 0,-1 2 0 0 0,0 1-1 0 0,-39-4 1 0 0,40 6-92 0 0,0 0 0 0 0,4 0 0 0 0,-2 1 0 0 0,2-3 0 0 0,5-7 0 0 0,-11-25 0 0 0,2-1 0 0 0,2-1 0 0 0,1-1 0 0 0,-25-79 0 0 0,-13-63 0 0 0,-29-83 0 0 0,84 262-239 0 0,1 0-1 0 0,0 0 1 0 0,1-1 0 0 0,-1 1-1 0 0,1 0 1 0 0,-1 0 0 0 0,1 0-1 0 0,0-1 1 0 0,0 1 0 0 0,1-6-1 0 0,0 5-561 0 0,0 1-1 0 0,0-1 1 0 0,0 0 0 0 0,1 0-1 0 0,-1 1 1 0 0,1-1-1 0 0,4-5 1 0 0,2-2-2247 0 0,1 1-1 0 0,0 0 1 0 0,1 1 0 0 0,13-10 0 0 0,10-10-1638 0 0,-8-1 1810 0 0</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42.142"/>
    </inkml:context>
    <inkml:brush xml:id="br0">
      <inkml:brushProperty name="width" value="0.05" units="cm"/>
      <inkml:brushProperty name="height" value="0.05" units="cm"/>
    </inkml:brush>
  </inkml:definitions>
  <inkml:trace contextRef="#ctx0" brushRef="#br0">322 564 5404 0 0,'-81'-63'11115'0'0,"1"0"-2179"0"0,67 51-7951 0 0,1 0 0 0 0,1 0 0 0 0,-1-2 0 0 0,-8-13 0 0 0,4 3-659 0 0,1 0 0 0 0,2-2 0 0 0,-16-38 0 0 0,24 50-1695 0 0,1 1-1 0 0,1-1 1 0 0,-3-19 0 0 0,5 21-1058 0 0,1 1 1 0 0,-1-1-1 0 0,2 0 1 0 0,3-18-1 0 0,9-25-8251 0 0,-8 38 7722 0 0</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49.119"/>
    </inkml:context>
    <inkml:brush xml:id="br0">
      <inkml:brushProperty name="width" value="0.05" units="cm"/>
      <inkml:brushProperty name="height" value="0.05" units="cm"/>
    </inkml:brush>
  </inkml:definitions>
  <inkml:trace contextRef="#ctx0" brushRef="#br0">0 28 5753 0 0,'0'0'25189'0'0,"10"31"-24198"0"0,-12-27-879 0 0,1-2-80 0 0,0-1 1 0 0,0 1 0 0 0,0 0 0 0 0,0 0 0 0 0,1 0 0 0 0,-1 0-1 0 0,1 0 1 0 0,-1 0 0 0 0,1 0 0 0 0,0 0 0 0 0,0 0 0 0 0,-1 0-1 0 0,1 0 1 0 0,1 0 0 0 0,-1 0 0 0 0,0 0 0 0 0,1 0 0 0 0,-1 0 0 0 0,1 0-1 0 0,-1-1 1 0 0,2 4 0 0 0,4 5-33 0 0,4-5 0 0 0,5-3 0 0 0,0-4 0 0 0,5-1 0 0 0,-16 1 0 0 0,21-18 0 0 0,-15 13 0 0 0,-2-1 0 0 0,-1 1 0 0 0,-7 7 0 0 0,1 0 0 0 0,-1 0 0 0 0,0 0 0 0 0,0 0 0 0 0,0 0 0 0 0,0 0 0 0 0,0 0 0 0 0,0 0 0 0 0,1-1 0 0 0,-1 1 0 0 0,0 0 0 0 0,0 0 0 0 0,0 0 0 0 0,0 0 0 0 0,0 0 0 0 0,0-1 0 0 0,0 1 0 0 0,0 0 0 0 0,0 0 0 0 0,0 0 0 0 0,0 0 0 0 0,0 0 0 0 0,0-1 0 0 0,0 1 0 0 0,0 0 0 0 0,0 0 0 0 0,0 0 0 0 0,0 0 0 0 0,0-1 0 0 0,0 1 0 0 0,0 0 0 0 0,0 0 0 0 0,0 0 0 0 0,0 0 0 0 0,0-1 0 0 0,0 1 0 0 0,0 0 0 0 0,0 0 0 0 0,0 0 0 0 0,0 0 0 0 0,0 0 0 0 0,0-1 0 0 0,-1 1 0 0 0,1 0 0 0 0,0 0 0 0 0,0 0 0 0 0,0 0 0 0 0,0 0 0 0 0,0 0 0 0 0,-1 0 0 0 0,1 0 0 0 0,0 0 0 0 0,0-1 0 0 0,0 1 0 0 0,0 0 0 0 0,-1 0 0 0 0,-24 1 0 0 0,0 7 0 0 0,8 0 0 0 0,17-8 0 0 0,-1 0 0 0 0,1 0 0 0 0,0 0 0 0 0,0 0 0 0 0,-1 0 0 0 0,1 0 0 0 0,0 0 0 0 0,0 0 0 0 0,-1 0 0 0 0,1 1 0 0 0,0-1 0 0 0,0 0 0 0 0,0 0 0 0 0,-1 0 0 0 0,1 0 0 0 0,0 1 0 0 0,0-1 0 0 0,0 0 0 0 0,0 0 0 0 0,-1 0 0 0 0,1 1 0 0 0,0-1 0 0 0,0 0 0 0 0,0 0 0 0 0,0 0 0 0 0,0 1 0 0 0,0-1 0 0 0,0 0 0 0 0,0 0 0 0 0,0 1 0 0 0,-1-1 0 0 0,1 0 0 0 0,0 0 0 0 0,0 1 0 0 0,0-1 0 0 0,0 0 0 0 0,1 0 0 0 0,-1 1 0 0 0,0-1 0 0 0,0 0 0 0 0,0 0 0 0 0,0 1 0 0 0,0-1 0 0 0,0 0 0 0 0,0 0 0 0 0,0 1 0 0 0,1-1 0 0 0,20 14 0 0 0,-2-11 0 0 0,-1-4 0 0 0,-15 1 0 0 0,1 0 0 0 0,-1 0 0 0 0,0 0 0 0 0,1-1 0 0 0,-1 0 0 0 0,0 1 0 0 0,0-1 0 0 0,1 0 0 0 0,-1 0 0 0 0,0 0 0 0 0,0-1 0 0 0,0 1 0 0 0,0-1 0 0 0,0 0 0 0 0,-1 0 0 0 0,1 0 0 0 0,0 0 0 0 0,-1 0 0 0 0,4-4 0 0 0,4-5 0 0 0,-1 4 0 0 0,-9-3 0 0 0,-17 0 0 0 0,-13 8 0 0 0,3 4 0 0 0,8 1 0 0 0,-1 1 0 0 0,3 0 0 0 0,3 1 0 0 0,8-5 0 0 0,27-19 0 0 0,-10 5 0 0 0,-10 0 0 0 0,-10 2-345 0 0,-1 10-2968 0 0,-21 11-17983 0 0,26-7 18010 0 0</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8:57:51.078"/>
    </inkml:context>
    <inkml:brush xml:id="br0">
      <inkml:brushProperty name="width" value="0.05" units="cm"/>
      <inkml:brushProperty name="height" value="0.05" units="cm"/>
    </inkml:brush>
  </inkml:definitions>
  <inkml:trace contextRef="#ctx0" brushRef="#br0">1 2 4124 0 0,'0'0'13675'0'0,"7"1"-12726"0"0,4 0-439 0 0,5 1-163 0 0,6-1 8156 0 0,-23 4-8340 0 0,-6 17-33 0 0,5-16 366 0 0,3-1-410 0 0,-1-5-78 0 0,0 1 0 0 0,0-1 1 0 0,0 1-1 0 0,0-1 0 0 0,-1 0 1 0 0,1 1-1 0 0,0-1 1 0 0,0 1-1 0 0,0-1 0 0 0,0 1 1 0 0,1-1-1 0 0,-1 0 1 0 0,0 1-1 0 0,0-1 0 0 0,0 1 1 0 0,0-1-1 0 0,0 0 0 0 0,1 1 1 0 0,-1-1-1 0 0,0 1 1 0 0,0-1-1 0 0,0 0 0 0 0,1 1 1 0 0,-1-1-1 0 0,0 0 0 0 0,1 1 1 0 0,-1-1-1 0 0,0 0 1 0 0,1 1-1 0 0,8-1-24 0 0,-1 0-1 0 0,1 0 1 0 0,-1-1-1 0 0,1 0 0 0 0,-1 0 1 0 0,1-1-1 0 0,-1 0 1 0 0,0 0-1 0 0,14-7 1 0 0,-3 3-269 0 0,-17 5 207 0 0,-2 1 79 0 0,0 0-1 0 0,0 0 1 0 0,1 0-1 0 0,-1 0 1 0 0,0 0-1 0 0,0 0 1 0 0,1 0-1 0 0,-1 0 1 0 0,0 0 0 0 0,0 0-1 0 0,1 0 1 0 0,-1 0-1 0 0,0 0 1 0 0,0 0-1 0 0,1 0 1 0 0,-1 0-1 0 0,0-1 1 0 0,0 1 0 0 0,0 0-1 0 0,1 0 1 0 0,-1 0-1 0 0,0 0 1 0 0,0 0-1 0 0,0-1 1 0 0,0 1-1 0 0,0 0 1 0 0,1 0-1 0 0,-1 0 1 0 0,0-1 0 0 0,0 1-1 0 0,0 0 1 0 0,0 0-1 0 0,0 0 1 0 0,0-1-1 0 0,0 1 1 0 0,0 0-1 0 0,0 0 1 0 0,1-1 0 0 0,-1 1-1 0 0,0 0 1 0 0,0 0-1 0 0,0-1 1 0 0,-1 1-1 0 0,1 0 1 0 0,0 0-1 0 0,0-1 1 0 0,0 1 0 0 0,0 0-1 0 0,0 0 1 0 0,0 0-1 0 0,0-1 1 0 0,0 1-1 0 0,0 0 1 0 0,-37-10 276 0 0,34 10-79 0 0,-2 0-122 0 0,-58-3 934 0 0,59 3 657 0 0,13 2-1653 0 0,51 8 117 0 0,-57-9-117 0 0,2-1 12 0 0,54 4-220 0 0,-56-3 149 0 0,5 0 83 0 0,-5-1-161 0 0,-7-2-714 0 0,-54-13 1175 0 0,55 15-218 0 0,-21-5 640 0 0,21 3-713 0 0,-44-4 397 0 0,44 6-970 0 0</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43.411"/>
    </inkml:context>
    <inkml:brush xml:id="br0">
      <inkml:brushProperty name="width" value="0.035" units="cm"/>
      <inkml:brushProperty name="height" value="0.035" units="cm"/>
      <inkml:brushProperty name="color" value="#66CC00"/>
    </inkml:brush>
  </inkml:definitions>
  <inkml:trace contextRef="#ctx0" brushRef="#br0">0 6 9173 0 0,'0'0'21740'0'0,"2"-2"-20513"0"0,-2 2-1213 0 0,1 0 0 0 0,-1-1 0 0 0,0 1 0 0 0,0 0-1 0 0,1 0 1 0 0,-1-1 0 0 0,0 1 0 0 0,1 0 0 0 0,-1 0 0 0 0,0 0 0 0 0,1-1-1 0 0,-1 1 1 0 0,0 0 0 0 0,1 0 0 0 0,-1 0 0 0 0,0 0 0 0 0,1 0-1 0 0,-1 0 1 0 0,0 0 0 0 0,1 0 0 0 0,-1 0 0 0 0,1 0 0 0 0,-1 0 0 0 0,0 0-1 0 0,1 0 1 0 0,-1 0 0 0 0,0 0 0 0 0,1 0 0 0 0,-1 0 0 0 0,1 0-1 0 0,-1 0 1 0 0,0 1 0 0 0,1-1 0 0 0,-1 0 0 0 0,0 0 0 0 0,0 0-1 0 0,1 1 1 0 0,-1-1 0 0 0,0 0 0 0 0,1 0 0 0 0,-1 1 0 0 0,0-1 0 0 0,0 0-1 0 0,0 0 1 0 0,1 1 0 0 0,-1-1 0 0 0,0 1 0 0 0,5 10-52 0 0,7 23 38 0 0,-1 0 0 0 0,-2 1 0 0 0,6 44 0 0 0,-10-51 0 0 0,7 54-2254 0 0,-4-19 4586 0 0,-3 68 1 0 0,-7-62-4857 0 0,-4 4-6929 0 0,-6-1-9851 0 0,10-59 16451 0 0</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45.713"/>
    </inkml:context>
    <inkml:brush xml:id="br0">
      <inkml:brushProperty name="width" value="0.035" units="cm"/>
      <inkml:brushProperty name="height" value="0.035" units="cm"/>
      <inkml:brushProperty name="color" value="#66CC00"/>
    </inkml:brush>
  </inkml:definitions>
  <inkml:trace contextRef="#ctx0" brushRef="#br0">1604 115 5857 0 0,'10'-9'22598'0'0,"-39"158"-18369"0"0,-2 14-4146 0 0,25-120-83 0 0,1-4 0 0 0,0 60 0 0 0,5-81 0 0 0,-2 2 0 0 0,2 0 0 0 0,0-2 0 0 0,-1-1 0 0 0,1-15 0 0 0,-1 1 0 0 0,1-1 0 0 0,-1 1 0 0 0,0-1 0 0 0,0 1 0 0 0,0-1 0 0 0,0 0 0 0 0,0 1 0 0 0,0-1 0 0 0,-1 0 0 0 0,1 0 0 0 0,-1 0 0 0 0,1 0 0 0 0,-1 0 0 0 0,0 0 0 0 0,0-1 0 0 0,0 1 0 0 0,0 0 0 0 0,0-1 0 0 0,0 0 0 0 0,0 1 0 0 0,-3 0 0 0 0,-1 0 0 0 0,0 0 0 0 0,0 0 0 0 0,0 0 0 0 0,0-1 0 0 0,-10 1 0 0 0,9-1 0 0 0,-4 1 0 0 0,-1-1 0 0 0,0 0 0 0 0,0-1 0 0 0,1 0 0 0 0,-1-1 0 0 0,0 0 0 0 0,0 0 0 0 0,1-2 0 0 0,-1 1 0 0 0,-14-6 0 0 0,20 5 0 0 0,-1 0 0 0 0,1 0 0 0 0,-1 0 0 0 0,1-1 0 0 0,0 0 0 0 0,0 0 0 0 0,1-1 0 0 0,0 1 0 0 0,-1-1 0 0 0,1 0 0 0 0,1-1 0 0 0,-1 1 0 0 0,1-1 0 0 0,0 0 0 0 0,0 0 0 0 0,1 0 0 0 0,0-1 0 0 0,-3-7 0 0 0,-24-85 0 0 0,15 47 0 0 0,-3 1 0 0 0,-42-89 0 0 0,54 125 0 0 0,4 0 0 0 0,2 14 0 0 0,1 0 0 0 0,0 1 0 0 0,-1-1 0 0 0,1 0 0 0 0,0 0 0 0 0,0 1 0 0 0,0-1 0 0 0,0 1 0 0 0,0-1 0 0 0,0 0 0 0 0,0 1 0 0 0,0 0 0 0 0,0-1 0 0 0,0 1 0 0 0,0 0 0 0 0,2-1 0 0 0,8 1 0 0 0,0 0 0 0 0,0 1 0 0 0,-1 1 0 0 0,1-1 0 0 0,17 7 0 0 0,1-2 0 0 0,25 2-715 0 0,-1-2 1 0 0,63-2-1 0 0,-114-4 568 0 0,1 0 72 0 0,-1 0 0 0 0,1 0 0 0 0,0 0-1 0 0,-1 0 1 0 0,1 1 0 0 0,0-1 0 0 0,0 1 0 0 0,-1 0 0 0 0,1-1 0 0 0,3 3-1 0 0,-4-2 58 0 0,-5 2-84 0 0,1 0 114 0 0,0 0 0 0 0,0-1 0 0 0,0 1 0 0 0,0-1 0 0 0,0 0-1 0 0,-1 1 1 0 0,1-1 0 0 0,-1 0 0 0 0,0-1 0 0 0,0 1 0 0 0,1 0-1 0 0,-1-1 1 0 0,0 1 0 0 0,0-1 0 0 0,0 0 0 0 0,-1 0 0 0 0,1 0-1 0 0,0-1 1 0 0,-4 1 0 0 0,-6 2 94 0 0,-360 163 2942 0 0,292-127-3201 0 0,-70 43 153 0 0,138-75 0 0 0,0-2 0 0 0,-5-4 0 0 0,1-12 0 0 0,9-7 0 0 0,7-16 0 0 0,1 0 0 0 0,1-1 0 0 0,2 1 0 0 0,1 1 0 0 0,14-55 0 0 0,-7 35 0 0 0,-2 5 0 0 0,17-107 0 0 0,-23 135 0 0 0,-1 0 0 0 0,-1 4 0 0 0,1 1 0 0 0,0-1 0 0 0,0 6 0 0 0,-1 10 0 0 0,-1 0 0 0 0,0 0 0 0 0,0 0 0 0 0,0 0 0 0 0,0 0 0 0 0,0 0 0 0 0,0 0 0 0 0,0 0 0 0 0,0 0 0 0 0,0 1 0 0 0,0-1 0 0 0,0 0 0 0 0,1 0 0 0 0,-1 0 0 0 0,0 0 0 0 0,0 0 0 0 0,0 0 0 0 0,0 0 0 0 0,0 0 0 0 0,0 0 0 0 0,0 0 0 0 0,1 0 0 0 0,-1 0 0 0 0,0 0 0 0 0,0 0 0 0 0,0 0 0 0 0,0 0 0 0 0,0 0 0 0 0,0 0 0 0 0,0 0 0 0 0,0 0 0 0 0,1 0 0 0 0,-1 0 0 0 0,0 0 0 0 0,0 0 0 0 0,0 0 0 0 0,0 0 0 0 0,0 0 0 0 0,0 0 0 0 0,0-1 0 0 0,0 1 0 0 0,1 0 0 0 0,-1 0 0 0 0,0 0 0 0 0,0 0 0 0 0,0 0 0 0 0,0 0 0 0 0,0 0 0 0 0,0 0 0 0 0,0 0 0 0 0,0-1 0 0 0,0 1 0 0 0,0 0 0 0 0,0 0 0 0 0,0 0 0 0 0,0 0 0 0 0,0 0 0 0 0,0 0 0 0 0,0 0 0 0 0,0 0 0 0 0,0-1 0 0 0,12 28 0 0 0,2 33 0 0 0,-11-53 0 0 0,-1 0 0 0 0,0 0 0 0 0,-1 0 0 0 0,0 1 0 0 0,0-1 0 0 0,-1 13 0 0 0,0-8 0 0 0,-2 8 0 0 0,0-1 0 0 0,-2 0 0 0 0,0 1 0 0 0,-1-2 0 0 0,-1 1 0 0 0,-1-1 0 0 0,-1 0 0 0 0,0 0 0 0 0,-1 0 0 0 0,-1-2 0 0 0,-1 1 0 0 0,-15 18 0 0 0,-10 7 0 0 0,-2-1 0 0 0,-2-2 0 0 0,-56 43 0 0 0,54-48 0 0 0,32-25 0 0 0,0 2 0 0 0,-1 0 0 0 0,3 0 0 0 0,2 3 0 0 0,9 3 0 0 0,3-10 0 0 0,3-2 0 0 0,1-1 0 0 0,3-2 0 0 0,55 1-3634 0 0,-66-3 3090 0 0,2 0 48 0 0,-3 0 518 0 0,11-2-501 0 0,0 1 1 0 0,0-1-1 0 0,-1-1 0 0 0,1 0 1 0 0,21-10-1 0 0,-32 12 674 0 0,7-9 561 0 0,-10 7-681 0 0,1 0 0 0 0,-1 0 1 0 0,0 0-1 0 0,0 0 0 0 0,-1 0 0 0 0,1 1 1 0 0,0-1-1 0 0,-1 1 0 0 0,0-1 0 0 0,1 1 1 0 0,-1 0-1 0 0,0 0 0 0 0,0 0 0 0 0,0 1 1 0 0,0-1-1 0 0,-1 1 0 0 0,1 0 1 0 0,0 0-1 0 0,-1 0 0 0 0,-5-1 0 0 0,-7-3 311 0 0,-1 2 0 0 0,0 0 0 0 0,-18-1 0 0 0,18 4-58 0 0,0 0 0 0 0,0 2 0 0 0,0-1 0 0 0,0 2-1 0 0,0 0 1 0 0,1 2 0 0 0,0-1 0 0 0,0 2 0 0 0,-23 10 0 0 0,23-8-317 0 0,1 1 0 0 0,0 0 1 0 0,0 1-1 0 0,1 1 1 0 0,0 0-1 0 0,1 1 0 0 0,0 0 1 0 0,1 1-1 0 0,0 1 0 0 0,1 0 1 0 0,1 0-1 0 0,0 1 0 0 0,1 0 1 0 0,-11 24-1 0 0,-16 66 108 0 0,4-13-9819 0 0,23-70 3753 0 0,0 0-1 0 0,-16 23 1 0 0,13-26 2915 0 0</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47.477"/>
    </inkml:context>
    <inkml:brush xml:id="br0">
      <inkml:brushProperty name="width" value="0.035" units="cm"/>
      <inkml:brushProperty name="height" value="0.035" units="cm"/>
      <inkml:brushProperty name="color" value="#66CC00"/>
    </inkml:brush>
  </inkml:definitions>
  <inkml:trace contextRef="#ctx0" brushRef="#br0">2033 1 6253 0 0,'-4'15'10206'0'0,"-2"10"-3350"0"0,-3 26-1396 0 0,-1 10-3783 0 0,-17 87 638 0 0,20-108-2315 0 0,2-10 0 0 0,-1-1 0 0 0,-1 0 0 0 0,-12 28 0 0 0,13-45 0 0 0,-6 9 0 0 0,5-15 0 0 0,-5 2 0 0 0,-2-1 0 0 0,-2-3 0 0 0,-4-6 0 0 0,19 2 0 0 0,0 0 0 0 0,0-1 0 0 0,0 1 0 0 0,0 0 0 0 0,0 0 0 0 0,-1-1 0 0 0,1 1 0 0 0,0 0 0 0 0,0-1 0 0 0,0 1 0 0 0,0-1 0 0 0,0 1 0 0 0,0-1 0 0 0,0 0 0 0 0,0 1 0 0 0,0-1 0 0 0,1 0 0 0 0,-1 0 0 0 0,0 0 0 0 0,0 1 0 0 0,1-1 0 0 0,-1 0 0 0 0,0 0 0 0 0,1 0 0 0 0,-1 0 0 0 0,1 0 0 0 0,-1-2 0 0 0,0 1 0 0 0,-2-2-41 0 0,0 1-1 0 0,1-1 1 0 0,-1 0 0 0 0,1 1 0 0 0,0-1-1 0 0,0 0 1 0 0,0-1 0 0 0,1 1-1 0 0,-1 0 1 0 0,1 0 0 0 0,-1-6 0 0 0,-3-8-937 0 0,-23-58-1855 0 0,27 75 2725 0 0,1 0-95 0 0,0 1 190 0 0,-1-1-1 0 0,1 1 1 0 0,0-1-1 0 0,-1 1 1 0 0,1 0-1 0 0,-1-1 1 0 0,1 1-1 0 0,-1-1 1 0 0,1 1-1 0 0,-1 0 1 0 0,1 0-1 0 0,-1-1 1 0 0,1 1-1 0 0,-1 0 1 0 0,1 0-1 0 0,-1 0 0 0 0,1-1 1 0 0,-1 1-1 0 0,1 0 1 0 0,-1 0-1 0 0,1 0 1 0 0,-1 0-1 0 0,0 0 1 0 0,1 0-1 0 0,-1 0 1 0 0,0 1-1 0 0,-222 100 1393 0 0,136-69 93 0 0,-182 61 624 0 0,212-77-2084 0 0,0-3-1 0 0,-106 12 1 0 0,142-22-12 0 0,12-2 0 0 0,-1-1 0 0 0,1 1 0 0 0,-1-1 0 0 0,1-1 0 0 0,-1 0 0 0 0,1 0 0 0 0,-13-3 0 0 0,7 1-45 0 0,1-1 0 0 0,-1 0 1 0 0,1-1-1 0 0,0-1 0 0 0,0 0 0 0 0,0-1 0 0 0,1 0 0 0 0,-17-13 1 0 0,7 3-1798 0 0,2-1 0 0 0,-22-23 0 0 0,42 39 1582 0 0,-12-6-729 0 0,11 7 568 0 0,0 7 327 0 0,-3 9 448 0 0,-4 11 492 0 0,-1 0 1 0 0,-2-1-1 0 0,0-1 1 0 0,-32 46 0 0 0,33-54-459 0 0,-2 0 0 0 0,0-1 0 0 0,-1 0 1 0 0,0-1-1 0 0,-1 0 0 0 0,-1-2 1 0 0,-29 20-1 0 0,36-26-388 0 0,3-2 0 0 0,0 0 0 0 0,-1-1 0 0 0,1 0 0 0 0,-1 0 0 0 0,1 0 0 0 0,-1-1 0 0 0,0 0 0 0 0,0 0 0 0 0,0-1 0 0 0,0 0 0 0 0,-15 0 0 0 0,-3 1 0 0 0,0-8 0 0 0,18 4 0 0 0,1-2 0 0 0,0 1 0 0 0,-1-1 0 0 0,1 0 0 0 0,0 0 0 0 0,1 0 0 0 0,-1-1 0 0 0,1 0 0 0 0,0 0 0 0 0,0-1 0 0 0,1 1 0 0 0,-1-1 0 0 0,1 0 0 0 0,1 0 0 0 0,-1-1 0 0 0,-4-11 0 0 0,-4-11 0 0 0,1-2 0 0 0,-10-44 0 0 0,14 47 0 0 0,6 24-41 0 0,0 0 0 0 0,1 0-1 0 0,-1 0 1 0 0,1 0 0 0 0,0 0 0 0 0,0 0-1 0 0,0 0 1 0 0,0 0 0 0 0,2-6 0 0 0,-1 6-920 0 0,1-1 1 0 0,0 1 0 0 0,0-1 0 0 0,0 1 0 0 0,0-1-1 0 0,0 1 1 0 0,1 0 0 0 0,0 0 0 0 0,0 0-1 0 0,0 1 1 0 0,5-5 0 0 0,0 1-1700 0 0,0 0 0 0 0,1 0 0 0 0,0 1 0 0 0,12-6 1 0 0,18-7-912 0 0,-9 7 661 0 0</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48.104"/>
    </inkml:context>
    <inkml:brush xml:id="br0">
      <inkml:brushProperty name="width" value="0.035" units="cm"/>
      <inkml:brushProperty name="height" value="0.035" units="cm"/>
      <inkml:brushProperty name="color" value="#66CC00"/>
    </inkml:brush>
  </inkml:definitions>
  <inkml:trace contextRef="#ctx0" brushRef="#br0">0 5 9889 0 0,'0'0'14626'0'0,"23"-5"-8937"0"0,0 16-3211 0 0,16 5-1879 0 0,2-2-4553 0 0,3-6-5320 0 0,4-10-6088 0 0,-19-3 12451 0 0</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49.539"/>
    </inkml:context>
    <inkml:brush xml:id="br0">
      <inkml:brushProperty name="width" value="0.035" units="cm"/>
      <inkml:brushProperty name="height" value="0.035" units="cm"/>
      <inkml:brushProperty name="color" value="#66CC00"/>
    </inkml:brush>
  </inkml:definitions>
  <inkml:trace contextRef="#ctx0" brushRef="#br0">490 572 8997 0 0,'0'-4'24071'0'0,"0"-2"-22602"0"0,1-16-4873 0 0,-1 11 5038 0 0,4-23-1634 0 0,1 1 0 0 0,2 0 0 0 0,22-64 0 0 0,-12 42 0 0 0,48-167 0 0 0,-60 204 0 0 0,0 3 0 0 0,1 3 0 0 0,6 3 0 0 0,9 9 0 0 0,20 13-1012 0 0,-1 1 0 0 0,0 3 0 0 0,64 36 0 0 0,-80-40 555 0 0,-18-10 354 0 0,4 1-68 0 0,-1 0 1 0 0,0 1-1 0 0,-1 1 1 0 0,1-1-1 0 0,-1 1 1 0 0,0 1-1 0 0,-1-1 0 0 0,12 14 1 0 0,-18-19 170 0 0,-1 0 0 0 0,1 1 0 0 0,0-1 0 0 0,-1 0 0 0 0,1 1 1 0 0,-1-1-1 0 0,0 1 0 0 0,1-1 0 0 0,-1 0 0 0 0,0 1 0 0 0,0-1 0 0 0,0 1 0 0 0,0-1 1 0 0,0 1-1 0 0,0-1 0 0 0,0 0 0 0 0,-1 1 0 0 0,1-1 0 0 0,0 1 0 0 0,-1-1 1 0 0,1 0-1 0 0,-1 1 0 0 0,0-1 0 0 0,1 0 0 0 0,-1 0 0 0 0,0 1 0 0 0,0-1 0 0 0,0 0 1 0 0,0 0-1 0 0,0 0 0 0 0,0 0 0 0 0,0 0 0 0 0,0 0 0 0 0,-1 1 0 0 0,-45 26 680 0 0,41-25-591 0 0,-61 26 1642 0 0,-1-3 0 0 0,-133 31 0 0 0,113-35-1554 0 0,-21 9-177 0 0,-187 41 0 0 0,289-70 216 0 0,0-2-1 0 0,-1 1 1 0 0,1-1-1 0 0,-1 0 1 0 0,-9-1-1 0 0,15 0-504 0 0,-1 1-1 0 0,1-1 1 0 0,0 1-1 0 0,-1-1 1 0 0,1 0-1 0 0,0 0 1 0 0,0 0-1 0 0,-1 0 1 0 0,1-1-1 0 0,0 1 1 0 0,0 0-1 0 0,-2-3 1 0 0,-12-24-8752 0 0,7-10-5499 0 0,7 31 11286 0 0,-2-13 396 0 0</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0.968"/>
    </inkml:context>
    <inkml:brush xml:id="br0">
      <inkml:brushProperty name="width" value="0.035" units="cm"/>
      <inkml:brushProperty name="height" value="0.035" units="cm"/>
      <inkml:brushProperty name="color" value="#66CC00"/>
    </inkml:brush>
  </inkml:definitions>
  <inkml:trace contextRef="#ctx0" brushRef="#br0">840 744 5641 0 0,'0'0'8378'0'0,"6"-1"-7238"0"0,5 0-732 0 0,0-1-1 0 0,1-1 0 0 0,-1 0 0 0 0,0 0 1 0 0,-1-1-1 0 0,1-1 0 0 0,-1 0 0 0 0,0 0 1 0 0,0-1-1 0 0,0 0 0 0 0,11-10 0 0 0,20-18 152 0 0,43-45 0 0 0,-43 40-368 0 0,83-88-135 0 0,115-153 0 0 0,-223 260-196 0 0,1 0 0 0 0,0 1 0 0 0,2 1 0 0 0,22-18 0 0 0,-40 36 59 0 0,1-2 65 0 0,-1 1 0 0 0,1 0 0 0 0,0 0 0 0 0,-1 0 0 0 0,1 0 1 0 0,0 0-1 0 0,0 0 0 0 0,0 1 0 0 0,0-1 0 0 0,0 0 0 0 0,2 1 0 0 0,7 5 36 0 0,-10-4-21 0 0,-1-1 1 0 0,1 1 0 0 0,0-1 0 0 0,-1 0-1 0 0,1 1 1 0 0,0 0 0 0 0,-1-1 0 0 0,1 1 0 0 0,-1-1-1 0 0,1 1 1 0 0,-1 0 0 0 0,1-1 0 0 0,-1 1 0 0 0,0 0-1 0 0,1 0 1 0 0,-1-1 0 0 0,0 1 0 0 0,1 0 0 0 0,-1 0-1 0 0,0 0 1 0 0,0 1 0 0 0,2 38 31 0 0,-3-17 60 0 0,-1 0 0 0 0,-1 0 0 0 0,-2 0 0 0 0,0 0 0 0 0,-1-1 0 0 0,-1 0 0 0 0,-1 0 0 0 0,-1 0 0 0 0,-17 29 0 0 0,18-40 119 0 0,-1-1 0 0 0,1 0 0 0 0,-1 0 0 0 0,-1-1 0 0 0,0 0 0 0 0,0-1 0 0 0,-1 0 0 0 0,0-1 0 0 0,-1 0 0 0 0,1 0 0 0 0,-17 5 0 0 0,-20 8 1372 0 0,-79 19 0 0 0,76-24-634 0 0,20-6-493 0 0,-181 47 2033 0 0,180-50-3909 0 0,1-1-1 0 0,-46 0 0 0 0,74-5 1185 0 0,1 0-1 0 0,-1-1 0 0 0,1 1 1 0 0,-1-1-1 0 0,1 1 1 0 0,0-1-1 0 0,-1 0 1 0 0,1 0-1 0 0,0 0 0 0 0,0 0 1 0 0,-1 0-1 0 0,1 0 1 0 0,0 0-1 0 0,0-1 0 0 0,0 1 1 0 0,1-1-1 0 0,-1 0 1 0 0,0 1-1 0 0,0-1 1 0 0,-1-3-1 0 0,2 3-252 0 0,15-23-1468 0 0,33-16 1050 0 0,-46 40 940 0 0,6-3-310 0 0,-5 2 1017 0 0,-6 3 3875 0 0,-234 91 3621 0 0,36-40-7226 0 0,182-48-1009 0 0,2 0 0 0 0,-1-2 0 0 0,-3-2 0 0 0,21 0-67 0 0,0 0 0 0 0,0 0 0 0 0,-1 1 0 0 0,1-2 0 0 0,0 1-1 0 0,0 0 1 0 0,0 0 0 0 0,0 0 0 0 0,0 0 0 0 0,0-1 0 0 0,-1 1 0 0 0,1 0 0 0 0,0-1 0 0 0,0 1-1 0 0,0-1 1 0 0,0 1 0 0 0,0-1 0 0 0,0 0 0 0 0,0 1 0 0 0,1-1 0 0 0,-1 0 0 0 0,0 0 0 0 0,0 0 0 0 0,0 0-1 0 0,1 0 1 0 0,-1 1 0 0 0,0-1 0 0 0,1 0 0 0 0,-1 0 0 0 0,1-1 0 0 0,-1 1 0 0 0,1 0 0 0 0,0 0 0 0 0,-1-2-1 0 0,6-11-977 0 0,-4 10 589 0 0,35-20-2136 0 0,-35 23 2534 0 0,5-1-134 0 0,11-5-361 0 0,-1 4 129 0 0,131-17-272 0 0,-145 19 771 0 0,6 1 63 0 0,-5-1-120 0 0,0 1 66 0 0,2 2 293 0 0,-4 0-254 0 0,0-1 1 0 0,0 0-1 0 0,0 1 0 0 0,0-1 0 0 0,-1 1 0 0 0,1 0 0 0 0,0-1 0 0 0,-1 1 0 0 0,1 0 0 0 0,-1-1 0 0 0,1 1 1 0 0,-1 0-1 0 0,0 0 0 0 0,0-1 0 0 0,0 1 0 0 0,0 0 0 0 0,0 0 0 0 0,0 0 0 0 0,0-1 0 0 0,0 1 1 0 0,-1 0-1 0 0,1-1 0 0 0,-2 3 0 0 0,-14 47 2304 0 0,12-42-2004 0 0,-4 13 60 0 0,-1-2 0 0 0,-1 1 0 0 0,-18 28-1 0 0,-2-11-692 0 0,6-16 357 0 0,3-6-147 0 0,-1-1 0 0 0,-1-1 1 0 0,-41 19-1 0 0,36-21-4 0 0,-1-1 0 0 0,0-1 0 0 0,-1-1 0 0 0,0-2 0 0 0,-47 5 0 0 0,73-11-869 0 0,-1-1-1 0 0,1 0 1 0 0,0 0-1 0 0,-1 0 1 0 0,1 0-1 0 0,-1-1 0 0 0,1 0 1 0 0,0 0-1 0 0,0 0 1 0 0,-1 0-1 0 0,1 0 1 0 0,0-1-1 0 0,0 0 1 0 0,-6-4-1 0 0,7 4 113 0 0,1 0 1 0 0,0 0-1 0 0,0-1 0 0 0,0 1 1 0 0,0 0-1 0 0,1-1 0 0 0,-1 0 1 0 0,0 1-1 0 0,1-1 1 0 0,0 0-1 0 0,0 0 0 0 0,0 0 1 0 0,0 0-1 0 0,0 0 0 0 0,0 0 1 0 0,1 0-1 0 0,0 0 0 0 0,-1 0 1 0 0,1 0-1 0 0,0 0 1 0 0,1-3-1 0 0,1-18-2046 0 0</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1.316"/>
    </inkml:context>
    <inkml:brush xml:id="br0">
      <inkml:brushProperty name="width" value="0.035" units="cm"/>
      <inkml:brushProperty name="height" value="0.035" units="cm"/>
      <inkml:brushProperty name="color" value="#66CC00"/>
    </inkml:brush>
  </inkml:definitions>
  <inkml:trace contextRef="#ctx0" brushRef="#br0">46 23 8765 0 0,'2'-1'1288'0'0,"3"-6"7275"0"0,0-5 1929 0 0,-5 9-9734 0 0,-58 13-28556 0 0</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1.726"/>
    </inkml:context>
    <inkml:brush xml:id="br0">
      <inkml:brushProperty name="width" value="0.035" units="cm"/>
      <inkml:brushProperty name="height" value="0.035" units="cm"/>
      <inkml:brushProperty name="color" value="#66CC00"/>
    </inkml:brush>
  </inkml:definitions>
  <inkml:trace contextRef="#ctx0" brushRef="#br0">790 0 6461 0 0,'0'0'6005'0'0,"-2"4"-4185"0"0,-2 4-950 0 0,0-1-1 0 0,-1-1 1 0 0,0 1-1 0 0,0-1 1 0 0,0 0-1 0 0,-1 0 1 0 0,0 0-1 0 0,0-1 1 0 0,0 1-1 0 0,-14 7 1 0 0,-86 45 3973 0 0,70-40-3722 0 0,-31 18-78 0 0,-164 80 1265 0 0,187-97-6321 0 0,-73 19 1 0 0,115-37 3417 0 0,-46 8-8804 0 0,11-11-544 0 0,10-4 6927 0 0</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2.245"/>
    </inkml:context>
    <inkml:brush xml:id="br0">
      <inkml:brushProperty name="width" value="0.035" units="cm"/>
      <inkml:brushProperty name="height" value="0.035" units="cm"/>
      <inkml:brushProperty name="color" value="#66CC00"/>
    </inkml:brush>
  </inkml:definitions>
  <inkml:trace contextRef="#ctx0" brushRef="#br0">397 541 5096 0 0,'0'0'3327'0'0,"-5"3"-1819"0"0,-129 101 8974 0 0,-66 47 1872 0 0,185-142-12354 0 0,15-9 0 0 0,-1 0 0 0 0,1 1 0 0 0,-1-1 0 0 0,1 0 0 0 0,-1 0 0 0 0,1 1 0 0 0,-1-1 0 0 0,1 0 0 0 0,-1 0 0 0 0,1 0 0 0 0,-1 0 0 0 0,1 0 0 0 0,-1 1 0 0 0,1-1 0 0 0,-1 0 0 0 0,1 0 0 0 0,-1 0 0 0 0,1-1 0 0 0,-1 1 0 0 0,0 0 0 0 0,1 0 0 0 0,-1 0 0 0 0,1 0 0 0 0,-1 0 0 0 0,1-1 0 0 0,-1 1 0 0 0,-2-1 0 0 0,-14-10 0 0 0,16 8 0 0 0,0 1 0 0 0,0-1 0 0 0,0 0 0 0 0,0 0 0 0 0,0 0 0 0 0,0 1 0 0 0,1-1 0 0 0,-1 0 0 0 0,1 0 0 0 0,0 0 0 0 0,0 0 0 0 0,1-6 0 0 0,8-80 0 0 0,42-171 0 0 0,-16 96 0 0 0,8-74-1076 0 0,-43 235-1018 0 0,-19 21-20655 0 0,17-16 22390 0 0,1 0 1 0 0,-1 1-1 0 0,0-1 1 0 0,1 0-1 0 0,-1 1 1 0 0,1-1-1 0 0,0 1 1 0 0,0 0-1 0 0,0-1 1 0 0,-1 5-1 0 0,-1 12-2393 0 0</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2.629"/>
    </inkml:context>
    <inkml:brush xml:id="br0">
      <inkml:brushProperty name="width" value="0.035" units="cm"/>
      <inkml:brushProperty name="height" value="0.035" units="cm"/>
      <inkml:brushProperty name="color" value="#66CC00"/>
    </inkml:brush>
  </inkml:definitions>
  <inkml:trace contextRef="#ctx0" brushRef="#br0">0 123 9829 0 0,'0'0'11602'0'0,"5"2"-9359"0"0,4 0-1353 0 0,0 0 1 0 0,0-1 0 0 0,0 0 0 0 0,0 0 0 0 0,0-1 0 0 0,0 0-1 0 0,0-1 1 0 0,12-1 0 0 0,82-20 205 0 0,-65 13-1116 0 0,-19 5 774 0 0,47-12-4918 0 0,-50 12 892 0 0,-1 0 0 0 0,0-1 0 0 0,0-1 0 0 0,-1 0 0 0 0,1-1-1 0 0,-1-1 1 0 0,23-17 0 0 0,-22 13 532 0 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3.115"/>
    </inkml:context>
    <inkml:brush xml:id="br0">
      <inkml:brushProperty name="width" value="0.035" units="cm"/>
      <inkml:brushProperty name="height" value="0.035" units="cm"/>
      <inkml:brushProperty name="color" value="#66CC00"/>
    </inkml:brush>
  </inkml:definitions>
  <inkml:trace contextRef="#ctx0" brushRef="#br0">306 1 7105 0 0,'-37'18'5521'0'0,"-78"42"5464"0"0,60-26-9723 0 0,2 4-3287 0 0,26-24-3003 0 0,19-10 71 0 0,-2 0-3580 0 0</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3.496"/>
    </inkml:context>
    <inkml:brush xml:id="br0">
      <inkml:brushProperty name="width" value="0.035" units="cm"/>
      <inkml:brushProperty name="height" value="0.035" units="cm"/>
      <inkml:brushProperty name="color" value="#66CC00"/>
    </inkml:brush>
  </inkml:definitions>
  <inkml:trace contextRef="#ctx0" brushRef="#br0">99 0 4492 0 0,'-26'13'1885'0'0,"11"-5"-309"0"0,5 1-600 0 0,-5 5-608 0 0,7-1-676 0 0,-7 1-3000 0 0,5 0 299 0 0</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4.870"/>
    </inkml:context>
    <inkml:brush xml:id="br0">
      <inkml:brushProperty name="width" value="0.035" units="cm"/>
      <inkml:brushProperty name="height" value="0.035" units="cm"/>
      <inkml:brushProperty name="color" value="#66CC00"/>
    </inkml:brush>
  </inkml:definitions>
  <inkml:trace contextRef="#ctx0" brushRef="#br0">245 15 8937 0 0,'12'-15'23777'0'0,"-113"380"-23628"0"0,35-123-1285 0 0,60-220-3671 0 0,-2-1 0 0 0,0 0 0 0 0,-2 0 0 0 0,0-1 0 0 0,-26 37 0 0 0,24-44 2002 0 0</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5.699"/>
    </inkml:context>
    <inkml:brush xml:id="br0">
      <inkml:brushProperty name="width" value="0.035" units="cm"/>
      <inkml:brushProperty name="height" value="0.035" units="cm"/>
      <inkml:brushProperty name="color" value="#66CC00"/>
    </inkml:brush>
  </inkml:definitions>
  <inkml:trace contextRef="#ctx0" brushRef="#br0">1128 20 7853 0 0,'0'0'2200'0'0,"10"-19"14387"0"0,-12 77-14480 0 0,-3 1 0 0 0,-15 73 0 0 0,-39 123-2590 0 0,44-194 772 0 0,9-37-289 0 0,0-1 0 0 0,-1-1 0 0 0,-1 1 0 0 0,-1-1 0 0 0,-1 0 0 0 0,-1-1 0 0 0,-1 0 0 0 0,-23 29 0 0 0,21-32 0 0 0,-1-7 0 0 0,10-7 0 0 0,-11 4 0 0 0,1-2 0 0 0,-1-6 0 0 0,-4-11 0 0 0,15 8 0 0 0,3 1 0 0 0,0 1 0 0 0,1-1 0 0 0,-1 0 0 0 0,1 1 0 0 0,0-1 0 0 0,-1 0 0 0 0,1 0 0 0 0,0 0 0 0 0,0 0 0 0 0,0 0 0 0 0,0 0 0 0 0,0 0 0 0 0,1 0 0 0 0,-1 0 0 0 0,0-1 0 0 0,1 1 0 0 0,0 0 0 0 0,0 0 0 0 0,-1-3 0 0 0,-9-50-54 0 0,9 41-13 0 0,-1 0 1 0 0,-1 1-1 0 0,0-1 0 0 0,-1 1 1 0 0,0-1-1 0 0,-1 1 0 0 0,0 0 1 0 0,-1 1-1 0 0,-1-1 0 0 0,0 1 1 0 0,0 1-1 0 0,-11-13 0 0 0,15 21 12 0 0,0 0-1 0 0,0 0 1 0 0,0 0 0 0 0,0 0-1 0 0,-1 1 1 0 0,1-1-1 0 0,-1 1 1 0 0,0 0 0 0 0,0 0-1 0 0,0 1 1 0 0,0-1-1 0 0,0 1 1 0 0,0 0 0 0 0,0 0-1 0 0,0 0 1 0 0,0 0-1 0 0,0 1 1 0 0,-7-1 0 0 0,4 2 120 0 0,1 0 0 0 0,-1 1 1 0 0,1-1-1 0 0,-1 1 0 0 0,1 1 1 0 0,0-1-1 0 0,0 1 0 0 0,0 0 0 0 0,0 0 1 0 0,-9 8-1 0 0,-8 8 208 0 0,1 1 0 0 0,1 1-1 0 0,1 1 1 0 0,-21 30 0 0 0,35-45-382 0 0,-53 72 109 0 0,-47 55 0 0 0,91-118 0 0 0,0-1 0 0 0,-1 0 0 0 0,-1-2 0 0 0,0 0 0 0 0,-39 21 0 0 0,51-30-27 0 0,-2 0 2 0 0,0 0-1 0 0,0-1 1 0 0,0 1 0 0 0,-1-1 0 0 0,1-1-1 0 0,-1 1 1 0 0,0-1 0 0 0,1-1 0 0 0,-1 1-1 0 0,0-1 1 0 0,0-1 0 0 0,0 1 0 0 0,-9-2-1 0 0,14 0-2002 0 0,-10-24-10633 0 0,17-14 491 0 0,0 18 9819 0 0,3-2-457 0 0</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6.047"/>
    </inkml:context>
    <inkml:brush xml:id="br0">
      <inkml:brushProperty name="width" value="0.035" units="cm"/>
      <inkml:brushProperty name="height" value="0.035" units="cm"/>
      <inkml:brushProperty name="color" value="#66CC00"/>
    </inkml:brush>
  </inkml:definitions>
  <inkml:trace contextRef="#ctx0" brushRef="#br0">0 37 9717 0 0,'16'-17'13582'0'0,"0"12"-12241"0"0,-1 1 0 0 0,1 0 0 0 0,0 2 0 0 0,0-1-1 0 0,23 1 1 0 0,25 3-2139 0 0,1 2-4202 0 0,24 0-11916 0 0,-81-2 13700 0 0,12 2 258 0 0</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7.249"/>
    </inkml:context>
    <inkml:brush xml:id="br0">
      <inkml:brushProperty name="width" value="0.035" units="cm"/>
      <inkml:brushProperty name="height" value="0.035" units="cm"/>
      <inkml:brushProperty name="color" value="#66CC00"/>
    </inkml:brush>
  </inkml:definitions>
  <inkml:trace contextRef="#ctx0" brushRef="#br0">1410 25 7013 0 0,'4'-5'412'0'0,"5"-12"18213"0"0,-9 23-17849 0 0,0 14-14 0 0,0 21 1827 0 0,-8 69 1 0 0,6-92-2590 0 0,-1-1 0 0 0,-1 1 0 0 0,0-1 0 0 0,-2 1 0 0 0,0-1 0 0 0,-10 20 0 0 0,12-30 0 0 0,-1 0 0 0 0,0 0 0 0 0,0-1 0 0 0,0 0 0 0 0,-1 0 0 0 0,0 0 0 0 0,0 0 0 0 0,-1-1 0 0 0,0 0 0 0 0,0-1 0 0 0,0 1 0 0 0,0-1 0 0 0,0-1 0 0 0,-1 1 0 0 0,-13 3 0 0 0,5-2 0 0 0,-5 0 0 0 0,0-3 0 0 0,0-4 0 0 0,18 2-2 0 0,1 0 0 0 0,0 0 0 0 0,0-1 0 0 0,0 1 0 0 0,0 0 0 0 0,-1-1-1 0 0,1 0 1 0 0,0 1 0 0 0,0-1 0 0 0,0 0 0 0 0,0 0 0 0 0,0 0 0 0 0,0 0 0 0 0,1-1 0 0 0,-1 1 0 0 0,0 0 0 0 0,0-1 0 0 0,1 1 0 0 0,-2-3-1 0 0,-2-2-141 0 0,-1 0-442 0 0,1 0 0 0 0,-1-1 0 0 0,1 0 1 0 0,0 0-1 0 0,1 0 0 0 0,-1-1 0 0 0,1 1 0 0 0,-4-13 0 0 0,7 18 317 0 0,-13-30-726 0 0,14 31 1021 0 0,0 1-1 0 0,-1-1 1 0 0,1 1 0 0 0,0 0 0 0 0,-1-1 0 0 0,1 1 0 0 0,-1 0 0 0 0,1-1 0 0 0,0 1-1 0 0,-1 0 1 0 0,1-1 0 0 0,-1 1 0 0 0,1 0 0 0 0,-1 0 0 0 0,1 0 0 0 0,-1 0 0 0 0,0-1-1 0 0,1 1 1 0 0,-1 0 0 0 0,1 0 0 0 0,-1 0 0 0 0,1 0 0 0 0,-1 0 0 0 0,1 0 0 0 0,-1 0-1 0 0,1 0 1 0 0,-1 1 0 0 0,0-1 0 0 0,1 0 0 0 0,-1 0 0 0 0,-26 12 617 0 0,-31 26 610 0 0,44-27-628 0 0,-21 12 297 0 0,9-5-302 0 0,-1-1-1 0 0,-1-1 1 0 0,-43 16-1 0 0,52-24-619 0 0,3-1 0 0 0,-1-2 0 0 0,0-3 0 0 0,-1-13 0 0 0,17 7-175 0 0,0 1 1 0 0,0-1-1 0 0,1 0 0 0 0,0 0 1 0 0,-1 1-1 0 0,1-1 0 0 0,1 0 1 0 0,-1 0-1 0 0,0 1 0 0 0,1-1 1 0 0,0 0-1 0 0,0 1 0 0 0,0-1 1 0 0,2-5-1 0 0,-1 5 161 0 0,9-25-1181 0 0,1 1 1 0 0,1 0 0 0 0,33-50 0 0 0,-44 76 1219 0 0,7-17 2923 0 0,-61 69-2355 0 0,14-13 176 0 0,-1-1 0 0 0,-1-2 0 0 0,-2-1 0 0 0,-48 27 0 0 0,63-45-769 0 0,-1 0 0 0 0,0-2 0 0 0,-1-1 0 0 0,-57 15 0 0 0,79-26 0 0 0,0 1 0 0 0,0-1 0 0 0,-1-1 0 0 0,1 1 0 0 0,0-1 0 0 0,-1 0 0 0 0,1-1 0 0 0,0 0 0 0 0,0 0 0 0 0,-1 0 0 0 0,1-1 0 0 0,0 0 0 0 0,0-1 0 0 0,1 1 0 0 0,-1-1 0 0 0,0-1 0 0 0,1 1 0 0 0,0-1 0 0 0,0 0 0 0 0,0-1 0 0 0,0 1 0 0 0,1-1 0 0 0,-7-8 0 0 0,-1-2 0 0 0,2-2 0 0 0,0 1 0 0 0,0-2 0 0 0,2 1 0 0 0,0-1 0 0 0,-8-25 0 0 0,-2-14-1393 0 0,14 40 1766 0 0,2 0 1 0 0,0 0-1 0 0,0-1 0 0 0,2 1 1 0 0,0 0-1 0 0,2-28 0 0 0,0 38-787 0 0,0 0 0 0 0,0 0 0 0 0,1 0-1 0 0,0 0 1 0 0,0 0 0 0 0,1 1 0 0 0,0-1 0 0 0,0 1-1 0 0,0 0 1 0 0,1-1 0 0 0,7-8 0 0 0,-7 11-758 0 0,0 0-1 0 0,0 0 1 0 0,0 1 0 0 0,0 0 0 0 0,1-1 0 0 0,9-4-1 0 0,-7 5-1104 0 0,0 0-1 0 0,0 1 0 0 0,0-1 0 0 0,0 1 0 0 0,13-1 1 0 0,2 1-880 0 0,1 0 261 0 0</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7.617"/>
    </inkml:context>
    <inkml:brush xml:id="br0">
      <inkml:brushProperty name="width" value="0.035" units="cm"/>
      <inkml:brushProperty name="height" value="0.035" units="cm"/>
      <inkml:brushProperty name="color" value="#66CC00"/>
    </inkml:brush>
  </inkml:definitions>
  <inkml:trace contextRef="#ctx0" brushRef="#br0">30 0 10761 0 0,'-4'2'153'0'0,"-4"2"7516"0"0,-6 3 4666 0 0,11-6-12929 0 0</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8.079"/>
    </inkml:context>
    <inkml:brush xml:id="br0">
      <inkml:brushProperty name="width" value="0.035" units="cm"/>
      <inkml:brushProperty name="height" value="0.035" units="cm"/>
      <inkml:brushProperty name="color" value="#66CC00"/>
    </inkml:brush>
  </inkml:definitions>
  <inkml:trace contextRef="#ctx0" brushRef="#br0">2 75 10913 0 0,'-1'6'21823'0'0,"55"0"-20368"0"0,7-9-4598 0 0,-45 0 318 0 0,1 0 1 0 0,0-1-1 0 0,24-10 0 0 0,-30 10 91 0 0,-1-1 0 0 0,0 0-1 0 0,0-1 1 0 0,0 0 0 0 0,17-14 0 0 0,-12 6-30 0 0</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8.445"/>
    </inkml:context>
    <inkml:brush xml:id="br0">
      <inkml:brushProperty name="width" value="0.035" units="cm"/>
      <inkml:brushProperty name="height" value="0.035" units="cm"/>
      <inkml:brushProperty name="color" value="#66CC00"/>
    </inkml:brush>
  </inkml:definitions>
  <inkml:trace contextRef="#ctx0" brushRef="#br0">1 54 8937 0 0,'0'-2'6629'0'0,"4"-12"-1633"0"0,1 12-3946 0 0,1 0-1 0 0,0 0 1 0 0,0 0 0 0 0,0 1-1 0 0,0-1 1 0 0,10 0 0 0 0,41 2 1022 0 0,17-3-3787 0 0,-27-3-680 0 0,1 2-3418 0 0,46-5-9386 0 0,-76 6 12199 0 0</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2:59.830"/>
    </inkml:context>
    <inkml:brush xml:id="br0">
      <inkml:brushProperty name="width" value="0.035" units="cm"/>
      <inkml:brushProperty name="height" value="0.035" units="cm"/>
      <inkml:brushProperty name="color" value="#66CC00"/>
    </inkml:brush>
  </inkml:definitions>
  <inkml:trace contextRef="#ctx0" brushRef="#br0">393 132 9697 0 0,'0'0'21299'0'0,"-3"-4"-20183"0"0,-11-13-552 0 0,5 1-473 0 0,2 3-91 0 0,1-2 0 0 0,0 1 0 0 0,7-4 0 0 0,12 4 0 0 0,-8 11-166 0 0,1 0-1 0 0,0 0 1 0 0,0 1-1 0 0,0 0 1 0 0,0 0-1 0 0,0 0 1 0 0,0 1-1 0 0,10-1 1 0 0,-14 1-29 0 0,3 1 76 0 0,13 0 31 0 0,-13 0-12 0 0,30 12 160 0 0,-34-8-13 0 0,0-1-1 0 0,1 1 0 0 0,-1-1 0 0 0,-1 1 1 0 0,1 0-1 0 0,0-1 0 0 0,-1 1 0 0 0,0 0 0 0 0,0 0 1 0 0,0-1-1 0 0,0 1 0 0 0,0 0 0 0 0,-1 0 1 0 0,0-1-1 0 0,0 1 0 0 0,0 0 0 0 0,0-1 0 0 0,0 1 1 0 0,-1-1-1 0 0,0 1 0 0 0,1-1 0 0 0,-4 4 1 0 0,-6 11 232 0 0,-1-1 0 0 0,-25 29 0 0 0,15-23-274 0 0,-1-1 1 0 0,-1-2 0 0 0,0 0 0 0 0,-2-1 0 0 0,0-2-1 0 0,-45 22 1 0 0,-114 75-7 0 0,172-103 1 0 0,7 1 0 0 0,7 3 0 0 0,12-2 0 0 0,-4-8 0 0 0,1-1 0 0 0,0 0 0 0 0,-1-1 0 0 0,1 0 0 0 0,1 0 0 0 0,-1-1 0 0 0,12 1 0 0 0,79 3 0 0 0,-73-5 0 0 0,-12 0 1127 0 0,32 0-3376 0 0,1-4-5414 0 0,-42 3 5948 0 0,1-1 1 0 0,-1-1 0 0 0,0 0-1 0 0,0 0 1 0 0,1 0-1 0 0,-1-1 1 0 0,-1 0-1 0 0,1 0 1 0 0,0 0 0 0 0,9-8-1 0 0,-1-1-1228 0 0</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00.179"/>
    </inkml:context>
    <inkml:brush xml:id="br0">
      <inkml:brushProperty name="width" value="0.035" units="cm"/>
      <inkml:brushProperty name="height" value="0.035" units="cm"/>
      <inkml:brushProperty name="color" value="#66CC00"/>
    </inkml:brush>
  </inkml:definitions>
  <inkml:trace contextRef="#ctx0" brushRef="#br0">21 48 10185 0 0,'-8'-17'3196'0'0,"3"11"2149"0"0,3-6 359 0 0,-3-1-4220 0 0</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00.530"/>
    </inkml:context>
    <inkml:brush xml:id="br0">
      <inkml:brushProperty name="width" value="0.035" units="cm"/>
      <inkml:brushProperty name="height" value="0.035" units="cm"/>
      <inkml:brushProperty name="color" value="#66CC00"/>
    </inkml:brush>
  </inkml:definitions>
  <inkml:trace contextRef="#ctx0" brushRef="#br0">11 1 11273 0 0,'-10'8'12750'0'0,"16"-4"-6562"0"0,20-1-4157 0 0,-23-3-2019 0 0,107 3 462 0 0,-38-4-3360 0 0,-14-2-4105 0 0,-1-2-6082 0 0,-48 4 8758 0 0,-3-1 3101 0 0,-3 0 225 0 0,0 1-1823 0 0</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00.882"/>
    </inkml:context>
    <inkml:brush xml:id="br0">
      <inkml:brushProperty name="width" value="0.035" units="cm"/>
      <inkml:brushProperty name="height" value="0.035" units="cm"/>
      <inkml:brushProperty name="color" value="#66CC00"/>
    </inkml:brush>
  </inkml:definitions>
  <inkml:trace contextRef="#ctx0" brushRef="#br0">127 1 5957 0 0,'1'1'7504'0'0,"-1"5"-3766"0"0,-1 32-2712 0 0,-19 119 5230 0 0,5 71-1752 0 0,14-187-4257 0 0,-13 179-1533 0 0,-6-112-5661 0 0,13-83 1999 0 0,-1 1 1 0 0,-13 25 0 0 0,11-32 1982 0 0,0-2 261 0 0</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01.788"/>
    </inkml:context>
    <inkml:brush xml:id="br0">
      <inkml:brushProperty name="width" value="0.035" units="cm"/>
      <inkml:brushProperty name="height" value="0.035" units="cm"/>
      <inkml:brushProperty name="color" value="#66CC00"/>
    </inkml:brush>
  </inkml:definitions>
  <inkml:trace contextRef="#ctx0" brushRef="#br0">763 0 4904 0 0,'0'0'1797'0'0,"15"14"3106"0"0,-12-2-3590 0 0,-2 0-1 0 0,0 0 1 0 0,0 0 0 0 0,-1 0 0 0 0,0 1-1 0 0,-3 14 1 0 0,-17 80 4569 0 0,12-71-4212 0 0,-7 23 797 0 0,3-17-1489 0 0,-7 48-1 0 0,17-68-977 0 0,2-3 0 0 0,2-3 0 0 0,-1-15-32 0 0,0 1-1 0 0,0 0 1 0 0,0 0 0 0 0,0-1 0 0 0,0 1-1 0 0,0-1 1 0 0,1 1 0 0 0,-1-1 0 0 0,1 1-1 0 0,-1-1 1 0 0,1 0 0 0 0,-1 0-1 0 0,1 0 1 0 0,-1 0 0 0 0,1 0 0 0 0,0 0-1 0 0,0 0 1 0 0,-1 0 0 0 0,1-1 0 0 0,0 1-1 0 0,0-1 1 0 0,0 1 0 0 0,0-1 0 0 0,0 0-1 0 0,0 0 1 0 0,0 0 0 0 0,0 0-1 0 0,0 0 1 0 0,0 0 0 0 0,0 0 0 0 0,0-1-1 0 0,-1 1 1 0 0,1-1 0 0 0,2 0 0 0 0,-1 0-54 0 0,0 0 0 0 0,0 0 1 0 0,-1 0-1 0 0,1 0 1 0 0,0-1-1 0 0,-1 1 0 0 0,1-1 1 0 0,-1 1-1 0 0,1-1 0 0 0,-1 0 1 0 0,0 0-1 0 0,0 0 1 0 0,0 0-1 0 0,0-1 0 0 0,0 1 1 0 0,0 0-1 0 0,-1-1 1 0 0,1 0-1 0 0,1-4 0 0 0,-3 6 91 0 0,0 0 0 0 0,0-1 0 0 0,-1 1 0 0 0,1 0 0 0 0,-1 0 0 0 0,1 0 0 0 0,-1 0 0 0 0,1 0 0 0 0,-1 0 0 0 0,1 0 0 0 0,-1 0 0 0 0,0 0 0 0 0,0 0 0 0 0,0 0 0 0 0,1 0 0 0 0,-1 1 0 0 0,0-1 0 0 0,0 0 0 0 0,0 1-1 0 0,0-1 1 0 0,0 0 0 0 0,0 1 0 0 0,0-1 0 0 0,-1 1 0 0 0,1 0 0 0 0,0-1 0 0 0,0 1 0 0 0,0 0 0 0 0,0 0 0 0 0,-1-1 0 0 0,1 1 0 0 0,0 0 0 0 0,-2 1 0 0 0,-40 0 475 0 0,40-1-419 0 0,-32 7 306 0 0,0 1 0 0 0,1 2 0 0 0,0 1 0 0 0,0 1-1 0 0,-57 32 1 0 0,42-20-436 0 0,33-17 69 0 0,-3 2 0 0 0,0 2 0 0 0,1 0 0 0 0,-21 17 0 0 0,21-17 0 0 0,6-2 0 0 0,5 1 0 0 0,7 4 0 0 0,18-2 0 0 0,1-7 0 0 0,1-1 0 0 0,2-2 0 0 0,-2 1 0 0 0,0-1 0 0 0,-4 1 0 0 0,0 2 0 0 0,1 1 0 0 0,-7 2 0 0 0,-1 4 0 0 0,-3 0 0 0 0,-2 4 0 0 0,-6 3 0 0 0,-2 0 0 0 0,-3-2 0 0 0,5-13 0 0 0,0 0 0 0 0,-1 1 0 0 0,1-1 0 0 0,-1 0 0 0 0,0 0 0 0 0,0 0 0 0 0,0-1 0 0 0,-1 1 0 0 0,1-1 0 0 0,-1 0 0 0 0,0 0 0 0 0,0 0 0 0 0,-6 3 0 0 0,3-2 0 0 0,-13 7 0 0 0,0 0 0 0 0,-1-2 0 0 0,0-1 0 0 0,0-1 0 0 0,-1 0 0 0 0,-44 6 0 0 0,15-2 0 0 0,43-9 0 0 0,-9 2 0 0 0,1-1 0 0 0,-33 3 0 0 0,30-6 0 0 0,-4-4 0 0 0,8-6 0 0 0,12 4 0 0 0,1 1 0 0 0,0-1 0 0 0,0 0 0 0 0,0 1 0 0 0,1-1 0 0 0,0 0 0 0 0,0 0 0 0 0,1 0 0 0 0,-1 0 0 0 0,2-11 0 0 0,-1 14 0 0 0,4-50 0 0 0,1 1 0 0 0,4 0 0 0 0,25-91 0 0 0,-3 18 0 0 0,-20 79 0 0 0,10-66 0 0 0,-18 92 0 0 0,-3-4-442 0 0,-32 49-29907 0 0</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02.441"/>
    </inkml:context>
    <inkml:brush xml:id="br0">
      <inkml:brushProperty name="width" value="0.035" units="cm"/>
      <inkml:brushProperty name="height" value="0.035" units="cm"/>
      <inkml:brushProperty name="color" value="#66CC00"/>
    </inkml:brush>
  </inkml:definitions>
  <inkml:trace contextRef="#ctx0" brushRef="#br0">14 542 4820 0 0,'0'0'1911'0'0,"-3"-1"-135"0"0,-5-2-175 0 0,5-5 5458 0 0,8 0-356 0 0,-1 2-5736 0 0,0 2-3165 0 0,-1-1 3270 0 0,15 5-771 0 0,1 2-1 0 0,-1 0 1 0 0,0 1 0 0 0,-1 0 0 0 0,31 11 0 0 0,-42-12-400 0 0,1 0 0 0 0,-1 0 0 0 0,0 0 1 0 0,0 1-1 0 0,0 0 0 0 0,-1 0 1 0 0,1 1-1 0 0,-1-1 0 0 0,0 1 0 0 0,7 7 1 0 0,-10-9 102 0 0,-1 1 0 0 0,1 0 0 0 0,-1 0 0 0 0,0 0 0 0 0,0 0 0 0 0,0 0-1 0 0,0 0 1 0 0,-1 1 0 0 0,1-1 0 0 0,-1 0 0 0 0,0 0 0 0 0,0 0 0 0 0,0 1 0 0 0,0-1 0 0 0,-1 0 0 0 0,1 0 0 0 0,-1 0 0 0 0,0 0 0 0 0,-1 4 0 0 0,-2 2 133 0 0,0 0 0 0 0,0 1 0 0 0,-1-1-1 0 0,-6 8 1 0 0,7-11-21 0 0,-12 16 1320 0 0,0 0 1 0 0,-1 0-1 0 0,-31 27 0 0 0,47-47-869 0 0,-1 0 28 0 0,-10 2-133 0 0,-11-16-373 0 0,21 9-89 0 0,1 1 0 0 0,-1 0 0 0 0,1-1 0 0 0,-1 0 0 0 0,1 1 0 0 0,0-1 0 0 0,-1 0 0 0 0,2 1 0 0 0,-1-1 0 0 0,0 0 0 0 0,0 0 0 0 0,1 0 0 0 0,0 0 0 0 0,-1-4 0 0 0,4-46 0 0 0,-1 31 0 0 0,19-208 0 0 0,1-20 0 0 0,-17 79 0 0 0,-4 157-142 0 0,0 11-1090 0 0,-1 2 710 0 0,0 0 0 0 0,1 1 0 0 0,-1-1 1 0 0,0 0-1 0 0,1 0 0 0 0,-1 1 0 0 0,1-1 0 0 0,-1 0 1 0 0,1 1-1 0 0,-1-1 0 0 0,1 0 0 0 0,-1 1 0 0 0,1-1 0 0 0,0 1 1 0 0,-1-1-1 0 0,1 1 0 0 0,0 0 0 0 0,0-1 0 0 0,-1 1 1 0 0,1-1-1 0 0,0 1 0 0 0,0 0 0 0 0,0 0 0 0 0,-1 0 1 0 0,1-1-1 0 0,0 1 0 0 0,0 0 0 0 0,0 0 0 0 0,1 0 0 0 0,27-3-10424 0 0,-26 3 10895 0 0,0-1-2902 0 0</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02.809"/>
    </inkml:context>
    <inkml:brush xml:id="br0">
      <inkml:brushProperty name="width" value="0.035" units="cm"/>
      <inkml:brushProperty name="height" value="0.035" units="cm"/>
      <inkml:brushProperty name="color" value="#66CC00"/>
    </inkml:brush>
  </inkml:definitions>
  <inkml:trace contextRef="#ctx0" brushRef="#br0">599 0 8497 0 0,'0'0'9942'0'0,"-8"5"-7873"0"0,-23 16 856 0 0,0 1 0 0 0,-40 40 0 0 0,-57 68 563 0 0,33-33-3492 0 0,36-38 99 0 0,-1 1-828 0 0,18-20-5078 0 0,27-27 1519 0 0,-19 20-4157 0 0,16-9-2130 0 0,12-14 7917 0 0</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03.282"/>
    </inkml:context>
    <inkml:brush xml:id="br0">
      <inkml:brushProperty name="width" value="0.035" units="cm"/>
      <inkml:brushProperty name="height" value="0.035" units="cm"/>
      <inkml:brushProperty name="color" value="#66CC00"/>
    </inkml:brush>
  </inkml:definitions>
  <inkml:trace contextRef="#ctx0" brushRef="#br0">196 37 8365 0 0,'-7'2'2417'0'0,"-7"5"-1073"0"0,1 0-1 0 0,0 1 1 0 0,0 1-1 0 0,1-1 1 0 0,0 2-1 0 0,1 0 1 0 0,0 0-1 0 0,0 1 1 0 0,1 1-1 0 0,0-1 1 0 0,1 2-1 0 0,1-1 1 0 0,0 1-1 0 0,-10 23 1 0 0,5-1 472 0 0,11-17-1800 0 0,7-1-16 0 0,8-6 0 0 0,-9-8 0 0 0,-3-2 0 0 0,1-1 0 0 0,-1 1 0 0 0,1 0 0 0 0,-1-1 0 0 0,1 1 0 0 0,-1-1 0 0 0,1 1 0 0 0,0-1 0 0 0,-1 0 0 0 0,1 0 0 0 0,0 0 0 0 0,-1 0 0 0 0,1 0 0 0 0,0 0 0 0 0,-1 0 0 0 0,4-1 0 0 0,43-1 0 0 0,-31-5 0 0 0,-3-1 0 0 0,-2 3 0 0 0,-1-1 0 0 0,1 0 0 0 0,-1-1 0 0 0,0 0 0 0 0,0-1 0 0 0,-1 0 0 0 0,0-1 0 0 0,-1 0 0 0 0,10-11 0 0 0,-13 8 0 0 0,0-8 0 0 0,-9-2 0 0 0,2 18 119 0 0,-1 0 1 0 0,0-1-1 0 0,-1 1 0 0 0,1 0 1 0 0,-1 0-1 0 0,1 0 0 0 0,-1 0 1 0 0,-1 1-1 0 0,-3-4 1 0 0,-36-28-7942 0 0,34 29 4314 0 0,0-1-1 0 0,0 0 1 0 0,1 0 0 0 0,0 0-1 0 0,-12-17 1 0 0,14 12 579 0 0</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03.674"/>
    </inkml:context>
    <inkml:brush xml:id="br0">
      <inkml:brushProperty name="width" value="0.035" units="cm"/>
      <inkml:brushProperty name="height" value="0.035" units="cm"/>
      <inkml:brushProperty name="color" value="#66CC00"/>
    </inkml:brush>
  </inkml:definitions>
  <inkml:trace contextRef="#ctx0" brushRef="#br0">0 97 10413 0 0,'1'-2'841'0'0,"-1"1"0"0"0,0-1 0 0 0,1 1 0 0 0,-1 0 0 0 0,1-1 0 0 0,-1 1 0 0 0,1-1 0 0 0,-1 1 0 0 0,1 0 0 0 0,0 0 0 0 0,0 0 0 0 0,0-1 0 0 0,0 1 0 0 0,0 0 0 0 0,0 0 0 0 0,1-1 0 0 0,26-11 5243 0 0,44 2-7594 0 0,-38 7-780 0 0,-19 1-371 0 0,65-15-10595 0 0,-26 1 5811 0 0,-32 10 4621 0 0</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04.790"/>
    </inkml:context>
    <inkml:brush xml:id="br0">
      <inkml:brushProperty name="width" value="0.035" units="cm"/>
      <inkml:brushProperty name="height" value="0.035" units="cm"/>
      <inkml:brushProperty name="color" value="#66CC00"/>
    </inkml:brush>
  </inkml:definitions>
  <inkml:trace contextRef="#ctx0" brushRef="#br0">949 5 8793 0 0,'1'0'255'0'0,"-1"0"0"0"0,0 0 0 0 0,0-1 0 0 0,0 1 1 0 0,1 0-1 0 0,-1-1 0 0 0,0 1 0 0 0,0 0 0 0 0,1 0 0 0 0,-1-1 1 0 0,0 1-1 0 0,1 0 0 0 0,-1 0 0 0 0,0 0 0 0 0,1-1 0 0 0,-1 1 0 0 0,0 0 1 0 0,1 0-1 0 0,-1 0 0 0 0,0 0 0 0 0,1 0 0 0 0,-1 0 0 0 0,0 0 1 0 0,1 0-1 0 0,-1 0 0 0 0,1 0 0 0 0,-1 0 0 0 0,0 0 0 0 0,1 0 0 0 0,-1 0 1 0 0,0 0-1 0 0,1 0 0 0 0,-1 0 0 0 0,0 0 0 0 0,1 1 0 0 0,-1-1 1 0 0,0 0-1 0 0,1 0 0 0 0,-1 0 0 0 0,0 1 0 0 0,1-1 0 0 0,-1 0 0 0 0,0 0 1 0 0,0 1-1 0 0,1-1 0 0 0,-1 0 0 0 0,0 0 0 0 0,1 1 0 0 0,13 27 3545 0 0,2 37-1472 0 0,-13-47-2013 0 0,-1 0-1 0 0,-1 1 0 0 0,-1-1 1 0 0,0 1-1 0 0,-2-1 0 0 0,0 1 1 0 0,-1-1-1 0 0,-1 0 0 0 0,0 0 1 0 0,-1 0-1 0 0,-2-1 0 0 0,1 0 1 0 0,-2 0-1 0 0,0 0 0 0 0,-1-1 1 0 0,-20 26-1 0 0,17-25-314 0 0,11-16 0 0 0,0 1 0 0 0,0-1 0 0 0,-1 1 0 0 0,1-1 0 0 0,0 1 0 0 0,-1-1 0 0 0,1 0 0 0 0,-1 0 0 0 0,1 0 0 0 0,-1 0 0 0 0,1 0 0 0 0,-1 0 0 0 0,0 0 0 0 0,0 0 0 0 0,1-1 0 0 0,-5 2 0 0 0,-4 2 0 0 0,-9 4 0 0 0,-2 0 0 0 0,-1-5 0 0 0,4-1 0 0 0,-4-4 0 0 0,2-5 0 0 0,0-1 0 0 0,4-3 0 0 0,13 9-217 0 0,-1 0 0 0 0,1-1 0 0 0,0 0 1 0 0,-1 0-1 0 0,1 0 0 0 0,1 0 0 0 0,-1 0 0 0 0,0-1 0 0 0,1 1 1 0 0,0-1-1 0 0,0 0 0 0 0,0 0 0 0 0,0 0 0 0 0,0 0 0 0 0,1 0 0 0 0,-2-5 1 0 0,3 6-35 0 0,0 0 1 0 0,0 1-1 0 0,0-1 1 0 0,1 0-1 0 0,-1 1 1 0 0,1-1-1 0 0,0 0 1 0 0,-1 1-1 0 0,1-1 1 0 0,0 1-1 0 0,1-1 1 0 0,-1 1-1 0 0,0 0 1 0 0,1-1-1 0 0,-1 1 1 0 0,1 0-1 0 0,0 0 1 0 0,3-3-1 0 0,2-1-300 0 0,1 0 1 0 0,-1 1-1 0 0,1-1 0 0 0,0 2 0 0 0,0-1 0 0 0,0 2 0 0 0,1-1 0 0 0,0 1 0 0 0,-1 0 0 0 0,19-3 0 0 0,-25 6 425 0 0,3-1-42 0 0,0 1 140 0 0,1 1-1 0 0,-1-1 0 0 0,0 1 0 0 0,1 0 0 0 0,-1 0 0 0 0,5 2 1 0 0,-9-3 75 0 0,0 1 1 0 0,0-1 0 0 0,0 0 0 0 0,-1 0 0 0 0,1 1 0 0 0,0-1-1 0 0,0 1 1 0 0,-1-1 0 0 0,1 0 0 0 0,0 1 0 0 0,-1-1-1 0 0,1 1 1 0 0,0 0 0 0 0,-1-1 0 0 0,1 1 0 0 0,-1-1 0 0 0,1 1-1 0 0,-1 0 1 0 0,1 0 0 0 0,-1-1 0 0 0,1 1 0 0 0,-1 0 0 0 0,0 0-1 0 0,1-1 1 0 0,-1 1 0 0 0,0 0 0 0 0,0 0 0 0 0,0 0-1 0 0,0 0 1 0 0,0-1 0 0 0,0 1 0 0 0,0 0 0 0 0,0 0 0 0 0,0 0-1 0 0,0 0 1 0 0,0-1 0 0 0,0 1 0 0 0,0 0 0 0 0,-1 0 0 0 0,1 0-1 0 0,0-1 1 0 0,-1 1 0 0 0,1 0 0 0 0,-1 0 0 0 0,1-1-1 0 0,0 1 1 0 0,-1 0 0 0 0,0-1 0 0 0,1 1 0 0 0,-1 0 0 0 0,1-1-1 0 0,-1 1 1 0 0,0-1 0 0 0,-1 1 0 0 0,-46 38 2093 0 0,38-33-1895 0 0,-337 213 8506 0 0,124-84-7520 0 0,194-116-1232 0 0,9-6 0 0 0,7-5 0 0 0,0 0 0 0 0,4-2 0 0 0,-9 5 0 0 0,-38 22 0 0 0,38-24 0 0 0,17-8-102 0 0,0-1-1 0 0,0 1 1 0 0,0-1 0 0 0,-1 1-1 0 0,1-1 1 0 0,0 0-1 0 0,0 1 1 0 0,0-1 0 0 0,-1 0-1 0 0,1 0 1 0 0,0 0 0 0 0,0 0-1 0 0,-1 0 1 0 0,1 0 0 0 0,0 0-1 0 0,0 0 1 0 0,-1 0-1 0 0,1-1 1 0 0,0 1 0 0 0,0 0-1 0 0,0-1 1 0 0,-1 1 0 0 0,1-1-1 0 0,-2-1 1 0 0,2 1-445 0 0,0-1 1 0 0,1 1-1 0 0,-1-1 1 0 0,0 1-1 0 0,0-1 1 0 0,1 1-1 0 0,-1-1 1 0 0,1 0-1 0 0,0 1 0 0 0,-1-1 1 0 0,1 0-1 0 0,0 1 1 0 0,0-1-1 0 0,0 0 1 0 0,0 1-1 0 0,1-4 1 0 0,14-63-12270 0 0,-7 42 10021 0 0,1-7-231 0 0</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05.138"/>
    </inkml:context>
    <inkml:brush xml:id="br0">
      <inkml:brushProperty name="width" value="0.035" units="cm"/>
      <inkml:brushProperty name="height" value="0.035" units="cm"/>
      <inkml:brushProperty name="color" value="#66CC00"/>
    </inkml:brush>
  </inkml:definitions>
  <inkml:trace contextRef="#ctx0" brushRef="#br0">1 40 8569 0 0,'0'-13'11909'0'0,"1"-1"-4396"0"0,0 4-6310 0 0,0 8-1393 0 0,22 10-18743 0 0,-8 5 12830 0 0,-11 3 3187 0 0</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05.486"/>
    </inkml:context>
    <inkml:brush xml:id="br0">
      <inkml:brushProperty name="width" value="0.035" units="cm"/>
      <inkml:brushProperty name="height" value="0.035" units="cm"/>
      <inkml:brushProperty name="color" value="#66CC00"/>
    </inkml:brush>
  </inkml:definitions>
  <inkml:trace contextRef="#ctx0" brushRef="#br0">1 70 7453 0 0,'3'2'599'0'0,"-1"0"-1"0"0,1 0 1 0 0,0-1 0 0 0,0 1 0 0 0,0-1 0 0 0,0 0 0 0 0,0 0 0 0 0,1 0 0 0 0,-1 0-1 0 0,0-1 1 0 0,0 1 0 0 0,1-1 0 0 0,-1 0 0 0 0,0 0 0 0 0,1 0 0 0 0,3-1 0 0 0,64-9 3503 0 0,-53 6-3061 0 0,18-1-178 0 0,70-16-628 0 0,-57 4-6002 0 0,-9-9-7307 0 0</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06.470"/>
    </inkml:context>
    <inkml:brush xml:id="br0">
      <inkml:brushProperty name="width" value="0.035" units="cm"/>
      <inkml:brushProperty name="height" value="0.035" units="cm"/>
      <inkml:brushProperty name="color" value="#66CC00"/>
    </inkml:brush>
  </inkml:definitions>
  <inkml:trace contextRef="#ctx0" brushRef="#br0">582 623 6737 0 0,'0'0'14511'0'0,"2"-7"-13360"0"0,7-18 303 0 0,1 1-1 0 0,2 0 1 0 0,18-30-1 0 0,9-16 41 0 0,-19 29-979 0 0,144-275 877 0 0,-160 308-1578 0 0,4-7-52 0 0,-1 5-3 0 0,0 1-172 0 0,-2 3-2 0 0,-4 5 340 0 0,1-1-1 0 0,-1 1 0 0 0,1 0 1 0 0,-1 0-1 0 0,1 0 0 0 0,-1 0 1 0 0,1 0-1 0 0,-1 0 0 0 0,1 1 1 0 0,0-1-1 0 0,-1 1 0 0 0,1-1 1 0 0,0 1-1 0 0,0-1 0 0 0,0 1 1 0 0,-1 0-1 0 0,1 0 0 0 0,0 0 1 0 0,0 0-1 0 0,0 0 0 0 0,0 0 1 0 0,2 1-1 0 0,-1 0-3 0 0,0 0 0 0 0,0 1-1 0 0,0-1 1 0 0,0 1 0 0 0,-1 0 0 0 0,1 0 0 0 0,0 0 0 0 0,-1 0-1 0 0,0 0 1 0 0,1 0 0 0 0,-1 1 0 0 0,2 2 0 0 0,0 1-1 0 0,0 0 0 0 0,0 0 0 0 0,0 0 0 0 0,-1 1 0 0 0,0-1 0 0 0,0 1 1 0 0,-1 0-1 0 0,0 0 0 0 0,0 0 0 0 0,0 0 0 0 0,0 9 0 0 0,-2 0 209 0 0,-1 0-1 0 0,-1 0 1 0 0,0 0-1 0 0,-1 0 1 0 0,0-1 0 0 0,-2 1-1 0 0,0-1 1 0 0,0 0-1 0 0,-1 0 1 0 0,-1-1-1 0 0,-1 1 1 0 0,0-2 0 0 0,-1 1-1 0 0,0-1 1 0 0,-1 0-1 0 0,-15 14 1 0 0,5-8 168 0 0,-2-1 1 0 0,0-1-1 0 0,0-1 1 0 0,-2-1 0 0 0,0-1-1 0 0,0-1 1 0 0,-1-2-1 0 0,-32 11 1 0 0,53-20-459 0 0,-1 0 1 0 0,1 0-1 0 0,-1 0 0 0 0,1-1 1 0 0,-1 0-1 0 0,0 0 0 0 0,0 0 1 0 0,0 0-1 0 0,1-1 0 0 0,-1 0 1 0 0,0 0-1 0 0,0 0 0 0 0,0-1 1 0 0,0 0-1 0 0,0 0 0 0 0,1 0 1 0 0,-1 0-1 0 0,0-1 0 0 0,1 1 1 0 0,-1-1-1 0 0,1 0 0 0 0,0-1 1 0 0,0 1-1 0 0,-1-1 0 0 0,2 0 1 0 0,-1 0-1 0 0,0 0 0 0 0,1 0 1 0 0,-6-7-1 0 0,1 0-8 0 0,1 1-1 0 0,1-1 1 0 0,-1 0 0 0 0,2-1-1 0 0,-8-16 1 0 0,14 33 312 0 0,0 1 0 0 0,0-1-1 0 0,-1 1 1 0 0,0-1 0 0 0,0 0 0 0 0,0 1 0 0 0,-1-1 0 0 0,0 1-1 0 0,0-1 1 0 0,-1 0 0 0 0,0 0 0 0 0,-4 9 0 0 0,-20 41 970 0 0,-3-1-1 0 0,-2-1 1 0 0,-51 66 0 0 0,77-113-1064 0 0,0 0 1 0 0,0 0-1 0 0,-1 0 1 0 0,0 0-1 0 0,0-1 1 0 0,-1 0-1 0 0,0 0 0 0 0,0-1 1 0 0,0 0-1 0 0,0 0 1 0 0,-1-1-1 0 0,0 0 1 0 0,0 0-1 0 0,0-1 0 0 0,0 1 1 0 0,-1-2-1 0 0,1 0 1 0 0,-1 0-1 0 0,0 0 1 0 0,-13 0-1 0 0,18-2-49 0 0,-1 0 0 0 0,1 0 0 0 0,0-1 0 0 0,0 1 0 0 0,0-1 0 0 0,0 0 0 0 0,0-1 0 0 0,0 1 0 0 0,0-1 0 0 0,0 1 0 0 0,0-1 0 0 0,1 0 0 0 0,-1 0 0 0 0,1-1 0 0 0,-1 1 0 0 0,1-1 0 0 0,0 0 0 0 0,0 0 0 0 0,-4-5 0 0 0,2 1 0 0 0,0 0 0 0 0,1 0 0 0 0,0-1 0 0 0,1 1 0 0 0,0-1 0 0 0,-4-13 0 0 0,2 4 0 0 0,-5-22 0 0 0,5 12 0 0 0,3 6 104 0 0,0-1 1 0 0,2 1-1 0 0,0 0 0 0 0,2 0 1 0 0,0 0-1 0 0,1 0 0 0 0,1 0 1 0 0,1 1-1 0 0,14-37 0 0 0,-9 33-865 0 0,1 0 0 0 0,1 1 0 0 0,26-36 1 0 0,26-19-9134 0 0,14-5-5398 0 0,-57 63 12267 0 0</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06.819"/>
    </inkml:context>
    <inkml:brush xml:id="br0">
      <inkml:brushProperty name="width" value="0.035" units="cm"/>
      <inkml:brushProperty name="height" value="0.035" units="cm"/>
      <inkml:brushProperty name="color" value="#66CC00"/>
    </inkml:brush>
  </inkml:definitions>
  <inkml:trace contextRef="#ctx0" brushRef="#br0">0 30 10001 0 0,'0'0'5644'0'0,"5"-14"-1631"0"0,0 5-2281 0 0,5 2-2288 0 0</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07.855"/>
    </inkml:context>
    <inkml:brush xml:id="br0">
      <inkml:brushProperty name="width" value="0.035" units="cm"/>
      <inkml:brushProperty name="height" value="0.035" units="cm"/>
      <inkml:brushProperty name="color" value="#66CC00"/>
    </inkml:brush>
  </inkml:definitions>
  <inkml:trace contextRef="#ctx0" brushRef="#br0">66 0 6225 0 0,'0'0'18361'0'0,"-2"7"-17520"0"0,-1 2-175 0 0,-1 0-1 0 0,0 0 1 0 0,0-1 0 0 0,-10 15-1 0 0,12-21-144 0 0,-5 12 512 0 0,7-14-976 0 0,0 0-1 0 0,-1 1 0 0 0,1-1 0 0 0,0 0 0 0 0,0 0 0 0 0,0 1 0 0 0,0-1 0 0 0,-1 0 0 0 0,1 0 1 0 0,0 1-1 0 0,0-1 0 0 0,0 0 0 0 0,0 1 0 0 0,0-1 0 0 0,0 0 0 0 0,0 1 0 0 0,0-1 0 0 0,0 0 1 0 0,0 0-1 0 0,0 1 0 0 0,0-1 0 0 0,0 0 0 0 0,0 1 0 0 0,0-1 0 0 0,0 0 0 0 0,0 1 1 0 0,0-1-1 0 0,0 0 0 0 0,1 0 0 0 0,-1 1 0 0 0,0-1 0 0 0,0 0 0 0 0,0 0 0 0 0,0 1 0 0 0,1-1 1 0 0,-1 0-1 0 0,0 0 0 0 0,0 1 0 0 0,1-1 0 0 0,-1 0 0 0 0,0 0 0 0 0,1 0 0 0 0,29-13-11 0 0,-29 13-45 0 0,-1-1 0 0 0,1 1 0 0 0,-1 0 0 0 0,1-1 0 0 0,-1 1 0 0 0,1 0 0 0 0,0-1 0 0 0,-1 1 0 0 0,1-1 0 0 0,-1 1 0 0 0,0 0 0 0 0,1-1 0 0 0,-1 1 0 0 0,1-1 0 0 0,-1 0 0 0 0,0 1 0 0 0,1-1 0 0 0,-1 1 0 0 0,0-1 0 0 0,0 0 0 0 0,1 1 0 0 0,-1-1 0 0 0,0 1 0 0 0,0-1 0 0 0,0 0 0 0 0,0-1 0 0 0,-2-6-324 0 0,1 7-136 0 0,0 0 1 0 0,0 1 0 0 0,1-1 0 0 0,-1 0-1 0 0,0 1 1 0 0,0-1 0 0 0,0 0-1 0 0,0 1 1 0 0,0-1 0 0 0,0 1-1 0 0,0 0 1 0 0,0-1 0 0 0,0 1 0 0 0,0 0-1 0 0,0-1 1 0 0,-1 1 0 0 0,1 0-1 0 0,0 0 1 0 0,0 0 0 0 0,0 0-1 0 0,-1 0 1 0 0,1 0 504 0 0,-3 0-4716 0 0,-3 5-989 0 0,-1 2 3909 0 0,-4 3-5293 0 0,2 1 4227 0 0</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11.964"/>
    </inkml:context>
    <inkml:brush xml:id="br0">
      <inkml:brushProperty name="width" value="0.035" units="cm"/>
      <inkml:brushProperty name="height" value="0.035" units="cm"/>
      <inkml:brushProperty name="color" value="#66CC00"/>
    </inkml:brush>
  </inkml:definitions>
  <inkml:trace contextRef="#ctx0" brushRef="#br0">1621 3 8365 0 0,'8'-3'10667'0'0,"-5"10"-4197"0"0,-5 24-2186 0 0,-11 25-4887 0 0,8-40 2711 0 0,-46 123-579 0 0,28-84-1708 0 0,7-19 305 0 0,12-26-126 0 0,2-2 0 0 0,0-1 0 0 0,-1 0 0 0 0,0 0 0 0 0,-1-1 0 0 0,0 1 0 0 0,0-1 0 0 0,0 1 0 0 0,0-1 0 0 0,-1-1 0 0 0,0 1 0 0 0,-1-1 0 0 0,-9 9 0 0 0,0-4 0 0 0,-1-5 0 0 0,-5-6 0 0 0,-1-8 0 0 0,17 5-7 0 0,0 0-1 0 0,0 0 1 0 0,0 0-1 0 0,1-1 1 0 0,-1 1-1 0 0,1-1 1 0 0,0 0-1 0 0,1-1 1 0 0,-1 1 0 0 0,1-1-1 0 0,0 1 1 0 0,1-1-1 0 0,-4-10 1 0 0,-1 0-537 0 0,4 11 173 0 0,0 0 1 0 0,1-1-1 0 0,0 0 1 0 0,0 1-1 0 0,0-1 1 0 0,-1-9-1 0 0,3 13 13 0 0,0-7-287 0 0,3-2 339 0 0,-1 6 57 0 0,-2 4 29 0 0,1-1 166 0 0,-1 0 0 0 0,0 1 0 0 0,1-1-1 0 0,-1 1 1 0 0,1-1 0 0 0,0 0 0 0 0,0 1 0 0 0,-1-1-1 0 0,1 1 1 0 0,0 0 0 0 0,0-1 0 0 0,0 1 0 0 0,1 0-1 0 0,-1 0 1 0 0,0-1 0 0 0,0 1 0 0 0,1 0 0 0 0,-1 0 0 0 0,0 0-1 0 0,1 1 1 0 0,-1-1 0 0 0,1 0 0 0 0,-1 0 0 0 0,1 1-1 0 0,0-1 1 0 0,-1 1 0 0 0,1-1 0 0 0,0 1 0 0 0,2 0-1 0 0,49-5-1305 0 0,-50 5 1275 0 0,6-1-139 0 0,-7 0 194 0 0,-1 1 1 0 0,1-1-1 0 0,0 1 1 0 0,0 0-1 0 0,-1 0 1 0 0,1 0-1 0 0,0 0 1 0 0,0 0-1 0 0,-1 0 0 0 0,1 0 1 0 0,0 0-1 0 0,0 1 1 0 0,-1-1-1 0 0,1 1 1 0 0,0-1-1 0 0,-1 1 1 0 0,1 0-1 0 0,0 0 1 0 0,-1 0-1 0 0,4 2 1 0 0,-1 2 41 0 0,-3-3 94 0 0,-1 0-87 0 0,-1 0-1 0 0,1 0 0 0 0,-1 0 1 0 0,0 0-1 0 0,0 0 0 0 0,0 0 1 0 0,0 0-1 0 0,0 0 0 0 0,0-1 1 0 0,0 1-1 0 0,-1 0 0 0 0,-2 2 1 0 0,1 0 18 0 0,-7 9 222 0 0,-2 0-1 0 0,1 0 1 0 0,-2-1 0 0 0,1 0-1 0 0,-24 15 1 0 0,2 0 543 0 0,2-2-43 0 0,0-2 0 0 0,-2-1 0 0 0,0-1 0 0 0,-1-2-1 0 0,-1-2 1 0 0,-43 15 0 0 0,38-18-447 0 0,0-3-1 0 0,-49 8 1 0 0,-27-8-164 0 0,0-14-233 0 0,40-7-38 0 0,24 0 123 0 0,-210-47 0 0 0,240 51 0 0 0,3 1 0 0 0,2-1 0 0 0,0 0 0 0 0,1 2 0 0 0,2-1-14 0 0,12 4-51 0 0,0 3 130 0 0,-10 9-51 0 0,6 1-14 0 0,2 3 0 0 0,-7 25 502 0 0,-22 48-1 0 0,20-59-2953 0 0,3-10-3237 0 0,0 6-4643 0 0</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12.431"/>
    </inkml:context>
    <inkml:brush xml:id="br0">
      <inkml:brushProperty name="width" value="0.035" units="cm"/>
      <inkml:brushProperty name="height" value="0.035" units="cm"/>
      <inkml:brushProperty name="color" value="#66CC00"/>
    </inkml:brush>
  </inkml:definitions>
  <inkml:trace contextRef="#ctx0" brushRef="#br0">1 13 12081 0 0,'1'0'6642'0'0,"1"0"-3910"0"0,24-1-6890 0 0,-2-3-5153 0 0,-13-1 5122 0 0,-8 3 3434 0 0,0 1-1983 0 0</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12.814"/>
    </inkml:context>
    <inkml:brush xml:id="br0">
      <inkml:brushProperty name="width" value="0.035" units="cm"/>
      <inkml:brushProperty name="height" value="0.035" units="cm"/>
      <inkml:brushProperty name="color" value="#66CC00"/>
    </inkml:brush>
  </inkml:definitions>
  <inkml:trace contextRef="#ctx0" brushRef="#br0">9 29 11549 0 0,'0'0'9081'0'0,"-5"-16"-1892"0"0,2 3-6757 0 0</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15.164"/>
    </inkml:context>
    <inkml:brush xml:id="br0">
      <inkml:brushProperty name="width" value="0.035" units="cm"/>
      <inkml:brushProperty name="height" value="0.035" units="cm"/>
      <inkml:brushProperty name="color" value="#66CC00"/>
    </inkml:brush>
  </inkml:definitions>
  <inkml:trace contextRef="#ctx0" brushRef="#br0">1251 132 9213 0 0,'6'-3'480'0'0,"16"-16"22435"0"0,-55 31-22899 0 0,1 2 0 0 0,1 0-1 0 0,0 3 1 0 0,1 0 0 0 0,1 2 0 0 0,0 1 0 0 0,2 1 0 0 0,0 1 0 0 0,-23 27 0 0 0,42-37-16 0 0,2 5 0 0 0,8 0 0 0 0,0-14 0 0 0,0 0 0 0 0,1 0 0 0 0,-1-1 0 0 0,1 1 0 0 0,-1 0 0 0 0,1-1 0 0 0,0 1 0 0 0,0-1 0 0 0,0 0 0 0 0,0 0 0 0 0,1 0 0 0 0,-1-1 0 0 0,0 1 0 0 0,1-1 0 0 0,-1 0 0 0 0,1 0 0 0 0,-1 0 0 0 0,8 1 0 0 0,74 5 0 0 0,-67-6 0 0 0,20 0-1373 0 0,55-5-1 0 0,-90 4 2175 0 0,-10 3-492 0 0,-406 177 1328 0 0,362-161-1637 0 0,31-14 0 0 0,0-4 0 0 0,-4-8 0 0 0,21 5 0 0 0,0-1 0 0 0,-1 1 0 0 0,1-1 0 0 0,1 0 0 0 0,-1-1 0 0 0,0 1 0 0 0,1 0 0 0 0,-1-1 0 0 0,1 1 0 0 0,0-1 0 0 0,0 0 0 0 0,1 0 0 0 0,-1 1 0 0 0,1-1 0 0 0,-2-8 0 0 0,-6-50 0 0 0,3 0 0 0 0,3-1 0 0 0,2 1 0 0 0,8-63 0 0 0,-5 94 0 0 0,-1-29 0 0 0,-1 44 0 0 0,0-4 0 0 0,0 3 0 0 0,0 0 0 0 0,1 17 0 0 0,-1-1 0 0 0,0 1 0 0 0,0 0 0 0 0,0 0 0 0 0,0-1 0 0 0,0 1 0 0 0,1 0 0 0 0,-1 0 0 0 0,0 0 0 0 0,0-1 0 0 0,0 1 0 0 0,0 0 0 0 0,0 0 0 0 0,0-1 0 0 0,0 1 0 0 0,0 0 0 0 0,0-1 0 0 0,0 1 0 0 0,0 0 0 0 0,0 0 0 0 0,0-1 0 0 0,0 1 0 0 0,0 0 0 0 0,-1 0 0 0 0,1-1 0 0 0,0 1 0 0 0,0 0 0 0 0,0 0 0 0 0,0 0 0 0 0,0-1 0 0 0,0 1 0 0 0,-1 0 0 0 0,1 0 0 0 0,0 0 0 0 0,0-1 0 0 0,0 1 0 0 0,-1 0 0 0 0,1 0 0 0 0,0 0 0 0 0,0 0 0 0 0,0 0 0 0 0,-1-1 0 0 0,1 1 0 0 0,0 0 0 0 0,-1 0 0 0 0,-13 24 0 0 0,7-4 0 0 0,7-3 0 0 0,1 5 0 0 0,0-5 0 0 0,1-1 0 0 0,-1 2 0 0 0,0-1 0 0 0,-3 1 0 0 0,0-11 0 0 0,0 0 0 0 0,-1 0 0 0 0,1 0 0 0 0,-1-1 0 0 0,0 1 0 0 0,-1-1 0 0 0,0 0 0 0 0,0 0 0 0 0,0 0 0 0 0,-1 0 0 0 0,-7 6 0 0 0,0 2 0 0 0,-66 71 0 0 0,-4-3 0 0 0,-4-4 0 0 0,-2-3 0 0 0,-102 64 0 0 0,188-138 0 0 0,-4 2 0 0 0,0 0 0 0 0,-1 1 0 0 0,2 0 0 0 0,-1 0 0 0 0,0 1 0 0 0,1 0 0 0 0,0 0 0 0 0,-7 8 0 0 0,12-13 0 0 0,0 0 0 0 0,0 1 0 0 0,-1-1 0 0 0,1 1 0 0 0,0-1 0 0 0,0 0 0 0 0,0 1 0 0 0,0-1 0 0 0,0 1 0 0 0,0-1 0 0 0,-1 1 0 0 0,1-1 0 0 0,0 0 0 0 0,0 1 0 0 0,0-1 0 0 0,0 1 0 0 0,1-1 0 0 0,-1 1 0 0 0,0-1 0 0 0,0 1 0 0 0,0-1 0 0 0,0 0 0 0 0,0 1 0 0 0,0-1 0 0 0,1 1 0 0 0,-1-1 0 0 0,1 1 0 0 0,19 8 0 0 0,34-2-1253 0 0,-21-6 2581 0 0,61-9 0 0 0,-13 1-4252 0 0,10 7-9944 0 0,-86 1 7642 0 0,5 1 2459 0 0</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15.624"/>
    </inkml:context>
    <inkml:brush xml:id="br0">
      <inkml:brushProperty name="width" value="0.035" units="cm"/>
      <inkml:brushProperty name="height" value="0.035" units="cm"/>
      <inkml:brushProperty name="color" value="#66CC00"/>
    </inkml:brush>
  </inkml:definitions>
  <inkml:trace contextRef="#ctx0" brushRef="#br0">192 17 8273 0 0,'-1'-16'17450'0'0,"-12"42"-13391"0"0,-8 28-4991 0 0,10-25 3540 0 0,-21 80-1616 0 0,-32 190-1 0 0,49-210-5664 0 0,2 0-5188 0 0,9-63 5746 0 0,-9 29-6243 0 0,8-41 7500 0 0</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16.637"/>
    </inkml:context>
    <inkml:brush xml:id="br0">
      <inkml:brushProperty name="width" value="0.035" units="cm"/>
      <inkml:brushProperty name="height" value="0.035" units="cm"/>
      <inkml:brushProperty name="color" value="#66CC00"/>
    </inkml:brush>
  </inkml:definitions>
  <inkml:trace contextRef="#ctx0" brushRef="#br0">1314 3 5036 0 0,'2'-1'328'0'0,"-1"1"-1"0"0,0-1 0 0 0,1 1 0 0 0,-1 0 1 0 0,0-1-1 0 0,1 1 0 0 0,-1 0 0 0 0,1 0 1 0 0,-1 0-1 0 0,0 0 0 0 0,1 0 0 0 0,-1 0 1 0 0,0 1-1 0 0,1-1 0 0 0,-1 0 0 0 0,1 1 1 0 0,-1-1-1 0 0,0 1 0 0 0,0-1 0 0 0,1 1 1 0 0,-1 0-1 0 0,0 0 0 0 0,0-1 0 0 0,1 2 1 0 0,0 0 0 0 0,-1 0-1 0 0,0 0 1 0 0,0 0 0 0 0,0 0 0 0 0,0 0 0 0 0,0 0 0 0 0,0 0 0 0 0,-1 0 0 0 0,1 0 0 0 0,-1 0 0 0 0,0 1 0 0 0,1-1 0 0 0,-1 4 0 0 0,-1 11 862 0 0,-1-1 0 0 0,0 0 0 0 0,-7 25 1 0 0,6-25 250 0 0,-50 161 5870 0 0,37-132-6950 0 0,2 2 0 0 0,1 0 1 0 0,-7 58-1 0 0,20-102-361 0 0,-1-1 0 0 0,0 1 0 0 0,1-1 0 0 0,0 1 0 0 0,-1 0 0 0 0,1-1 0 0 0,0 1 0 0 0,1-1 0 0 0,-1 1 0 0 0,0 0 0 0 0,1-1 0 0 0,-1 1 0 0 0,1-1 0 0 0,0 1 0 0 0,1 3 0 0 0,1-1 0 0 0,-1-2-4 0 0,0 1 0 0 0,1-1 0 0 0,0 0 0 0 0,-1 0 0 0 0,1-1 0 0 0,0 1 0 0 0,0-1 0 0 0,1 1 0 0 0,-1-1 0 0 0,0 0 0 0 0,1 0 0 0 0,-1 0 0 0 0,1-1 0 0 0,0 1 0 0 0,0-1 0 0 0,0 0 0 0 0,-1 0-1 0 0,1 0 1 0 0,0-1 0 0 0,0 1 0 0 0,0-1 0 0 0,6 0 0 0 0,2-1-705 0 0,1 0-1 0 0,-1-1 0 0 0,1 0 0 0 0,-1-1 0 0 0,0-1 1 0 0,18-7-1 0 0,-28 10 635 0 0,-3 1 89 0 0,1 0 0 0 0,0 0 1 0 0,0 0-1 0 0,0 0 0 0 0,-1 0 0 0 0,1-1 0 0 0,0 1 0 0 0,0 0 0 0 0,0 0 1 0 0,0 0-1 0 0,0 0 0 0 0,-1 0 0 0 0,1-1 0 0 0,0 1 0 0 0,0 0 0 0 0,0 0 1 0 0,0 0-1 0 0,0 0 0 0 0,0-1 0 0 0,0 1 0 0 0,0 0 0 0 0,0 0 0 0 0,0 0 1 0 0,0-1-1 0 0,0 1 0 0 0,0 0 0 0 0,0 0 0 0 0,0 0 0 0 0,0-1 0 0 0,0 1 1 0 0,0 0-1 0 0,0 0 0 0 0,0 0 0 0 0,0 0 0 0 0,0-1 0 0 0,0 1 0 0 0,0 0 1 0 0,0 0-1 0 0,0 0 0 0 0,0-1 0 0 0,0 1 0 0 0,0 0 0 0 0,1 0 0 0 0,-1 0 1 0 0,0 0-1 0 0,0 0 0 0 0,0-1 0 0 0,0 1 0 0 0,0 0 0 0 0,1 0 0 0 0,-1 0 0 0 0,0 0 1 0 0,0 0-1 0 0,0 0 0 0 0,1 0 0 0 0,-1 0 0 0 0,0 0 0 0 0,0-1 0 0 0,0 1 1 0 0,0 0-1 0 0,1 0 0 0 0,-1 0 0 0 0,0 0 0 0 0,-15-12 1313 0 0,13 11-1574 0 0,-2-2 618 0 0,-1 3 47 0 0,-27 2 227 0 0,1 1-1 0 0,0 1 1 0 0,-60 16-1 0 0,-97 41-1045 0 0,97-30 586 0 0,18-8-185 0 0,57-22 0 0 0,-4-11 0 0 0,20 9 0 0 0,-1 1 0 0 0,0-1 0 0 0,1 0 0 0 0,-1 1 0 0 0,1-1 0 0 0,-1 0 0 0 0,1 0 0 0 0,0 1 0 0 0,-1-1 0 0 0,1 0 0 0 0,0 0 0 0 0,-1 0 0 0 0,1 0 0 0 0,0 1 0 0 0,0-1 0 0 0,0 0 0 0 0,0 0 0 0 0,0-1 0 0 0,-1-4 0 0 0,1 0 0 0 0,0 0 0 0 0,0 0 0 0 0,1 1 0 0 0,0-1 0 0 0,0 0 0 0 0,0 1 0 0 0,1-1 0 0 0,2-6 0 0 0,3-9 0 0 0,8-33 0 0 0,-8 32 0 0 0,-1 0 0 0 0,6-36 0 0 0,-9 37 0 0 0,-3 12 0 0 0,-3-6 0 0 0,2 12 0 0 0,1 1 0 0 0,0 0 0 0 0,-1-1 0 0 0,1 1 0 0 0,-1 0 0 0 0,0 0 0 0 0,0-1 0 0 0,0 1 0 0 0,0 0 0 0 0,0 0 0 0 0,0 0 0 0 0,-1 0 0 0 0,1 0 0 0 0,-1 0 0 0 0,1 1 0 0 0,-1-1 0 0 0,0 0 0 0 0,1 1 0 0 0,-1-1 0 0 0,-3-1 0 0 0,3 2 0 0 0,-9-5 0 0 0,-11 2 0 0 0,1 4 0 0 0,14 1 0 0 0,0-1 0 0 0,0 1 0 0 0,0 1 0 0 0,1-1 0 0 0,-1 1 0 0 0,1 1 0 0 0,-1-1 0 0 0,1 1 0 0 0,0 0 0 0 0,0 0 0 0 0,0 1 0 0 0,-6 4 0 0 0,-10 7 0 0 0,-1 1 0 0 0,0 1 0 0 0,1 1 0 0 0,1 1 0 0 0,0 1 0 0 0,2 1 0 0 0,0 1 0 0 0,-15 24 0 0 0,11-16 0 0 0,-1-1 0 0 0,-2-1 0 0 0,-33 29 0 0 0,31-35 0 0 0,-1-1 0 0 0,-1-2 0 0 0,-34 17 0 0 0,46-27 0 0 0,0-1 0 0 0,0-1 0 0 0,-1-1 0 0 0,0 0 0 0 0,-1-2 0 0 0,1 0 0 0 0,-21 1 0 0 0,19-6 643 0 0,9-4-4069 0 0,11 4 2789 0 0,0 1-1 0 0,1-1 1 0 0,-1 0-1 0 0,1 1 0 0 0,-1-1 1 0 0,0 0-1 0 0,1 0 1 0 0,-1 1-1 0 0,1-1 1 0 0,0 0-1 0 0,-1 0 1 0 0,1 0-1 0 0,0 0 0 0 0,-1 1 1 0 0,1-1-1 0 0,0 0 1 0 0,0 0-1 0 0,0 0 1 0 0,0 0-1 0 0,0-2 1 0 0,7-22-13456 0 0,0 15 14970 0 0,6-3-3633 0 0</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17.030"/>
    </inkml:context>
    <inkml:brush xml:id="br0">
      <inkml:brushProperty name="width" value="0.035" units="cm"/>
      <inkml:brushProperty name="height" value="0.035" units="cm"/>
      <inkml:brushProperty name="color" value="#66CC00"/>
    </inkml:brush>
  </inkml:definitions>
  <inkml:trace contextRef="#ctx0" brushRef="#br0">1 38 11025 0 0,'0'0'17010'0'0,"24"-2"-17142"0"0,6-3-3177 0 0,-14 2-1495 0 0,-4-1 475 0 0,16-7-2995 0 0,-15 6 4183 0 0,-3-3 261 0 0</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18.736"/>
    </inkml:context>
    <inkml:brush xml:id="br0">
      <inkml:brushProperty name="width" value="0.035" units="cm"/>
      <inkml:brushProperty name="height" value="0.035" units="cm"/>
      <inkml:brushProperty name="color" value="#66CC00"/>
    </inkml:brush>
  </inkml:definitions>
  <inkml:trace contextRef="#ctx0" brushRef="#br0">600 94 6121 0 0,'0'0'20533'0'0,"1"0"-20422"0"0,0 0 0 0 0,0 0 1 0 0,-1 0-1 0 0,1 0 0 0 0,0 0 1 0 0,0 0-1 0 0,-1-1 1 0 0,1 1-1 0 0,0 0 0 0 0,-1 0 1 0 0,1-1-1 0 0,0 1 0 0 0,-1-1 1 0 0,1 1-1 0 0,0-1 0 0 0,-1 1 1 0 0,1-1-1 0 0,-1 1 0 0 0,1-1 1 0 0,-1 1-1 0 0,1-2 0 0 0,-1-1-249 0 0,0-1-1 0 0,1 0 0 0 0,-1 1 0 0 0,1-1 1 0 0,0 0-1 0 0,0 1 0 0 0,0-1 1 0 0,0 1-1 0 0,0-1 0 0 0,1 1 1 0 0,0 0-1 0 0,-1-1 0 0 0,1 1 0 0 0,1 0 1 0 0,-1 0-1 0 0,0 0 0 0 0,1 1 1 0 0,-1-1-1 0 0,1 0 0 0 0,0 1 0 0 0,4-3 1 0 0,-5 4-152 0 0,34-10-1029 0 0,0 11 690 0 0,-32 0 629 0 0,5 17 402 0 0,-10-11-262 0 0,0-1 0 0 0,-1 1 0 0 0,0 0 1 0 0,0-1-1 0 0,-1 1 0 0 0,0-1 1 0 0,0 0-1 0 0,0 0 0 0 0,0 0 0 0 0,-8 9 1 0 0,-48 49 1553 0 0,20-27-662 0 0,-117 98 2574 0 0,142-125-3325 0 0,-15 16 105 0 0,28-23-410 0 0,26-6-1153 0 0,0 0 926 0 0,0-2 0 0 0,27-9-1 0 0,19-5-212 0 0,-68 20 438 0 0,-2-1 16 0 0,0 1 0 0 0,0-1 0 0 0,0 1 0 0 0,0-1 0 0 0,-1 1 0 0 0,1-1 0 0 0,0 1-1 0 0,0 0 1 0 0,0-1 0 0 0,0 1 0 0 0,0 0 0 0 0,0 0 0 0 0,0 0 0 0 0,0 0 0 0 0,0 0-1 0 0,0 0 1 0 0,0 0 0 0 0,0 0 0 0 0,0 0 0 0 0,0 0 0 0 0,0 1 0 0 0,0-1 0 0 0,0 0-1 0 0,1 1 1 0 0,28 6-127 0 0,-22-3 147 0 0,-5-3 6 0 0,1 1 1 0 0,-1-1-1 0 0,0 1 0 0 0,0 0 0 0 0,0-1 1 0 0,0 1-1 0 0,0 1 0 0 0,-1-1 1 0 0,1 0-1 0 0,0 1 0 0 0,-1-1 1 0 0,0 1-1 0 0,0 0 0 0 0,4 5 0 0 0,-5-6 307 0 0,-19 23 53 0 0,-29 6 249 0 0,-1-3 0 0 0,-74 33 0 0 0,19-11-609 0 0,26-9-16 0 0,-125 92 0 0 0,173-110 0 0 0,11-8 0 0 0,6-5 0 0 0,-5 3 0 0 0,11-6 0 0 0,-2 6 0 0 0,1 0 0 0 0,3 4 0 0 0,4 2 0 0 0,0-18 0 0 0,0 1 0 0 0,0-1 0 0 0,0 1 0 0 0,0 0 0 0 0,0-1 0 0 0,1 1 0 0 0,-1-1 0 0 0,1 1 0 0 0,-1-1 0 0 0,1 1 0 0 0,0-1 0 0 0,0 0 0 0 0,-1 1 0 0 0,1-1 0 0 0,0 0 0 0 0,0 1 0 0 0,0-1 0 0 0,0 0 0 0 0,1 0 0 0 0,-1 0 0 0 0,0 0 0 0 0,0 0 0 0 0,1 0 0 0 0,1 1 0 0 0,2 1 0 0 0,6 4 0 0 0,0 1 0 0 0,0-1 0 0 0,0-1 0 0 0,1 0 0 0 0,0-1 0 0 0,20 6 0 0 0,79 17 0 0 0,-99-25 0 0 0,-4-2 0 0 0,15 5 0 0 0,-1-2 0 0 0,1 0 0 0 0,0-2 0 0 0,0 0 0 0 0,1-2 0 0 0,-1 0 0 0 0,27-5 0 0 0,-30 2 0 0 0,25-7 0 0 0,-17 2 0 0 0,-6 0 0 0 0,-15 5 481 0 0,40-14-886 0 0,-1-1-4560 0 0,-13 4-3229 0 0,-2 0-1 0 0,38-25 1 0 0,-55 29 5479 0 0</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19.115"/>
    </inkml:context>
    <inkml:brush xml:id="br0">
      <inkml:brushProperty name="width" value="0.035" units="cm"/>
      <inkml:brushProperty name="height" value="0.035" units="cm"/>
      <inkml:brushProperty name="color" value="#66CC00"/>
    </inkml:brush>
  </inkml:definitions>
  <inkml:trace contextRef="#ctx0" brushRef="#br0">76 4 8241 0 0,'0'0'10739'0'0,"-5"2"-9143"0"0,-2 2-626 0 0,1 0 0 0 0,0 0 1 0 0,0 1-1 0 0,0 0 0 0 0,1 1 0 0 0,-1-1 1 0 0,1 1-1 0 0,0 0 0 0 0,1 0 0 0 0,0 0 1 0 0,-4 8-1 0 0,5-11-503 0 0,5-4-608 0 0,26-36-1808 0 0,-19 23-3355 0 0,-4 2-4389 0 0,5-1-858 0 0,-8 11 7639 0 0</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3:20.423"/>
    </inkml:context>
    <inkml:brush xml:id="br0">
      <inkml:brushProperty name="width" value="0.035" units="cm"/>
      <inkml:brushProperty name="height" value="0.035" units="cm"/>
      <inkml:brushProperty name="color" value="#66CC00"/>
    </inkml:brush>
  </inkml:definitions>
  <inkml:trace contextRef="#ctx0" brushRef="#br0">33 44 4156 0 0,'21'-18'19147'0'0,"-35"27"-11914"0"0,-9 8-8077 0 0,21-15 1323 0 0,-9 8 777 0 0,7-5-816 0 0,9-6-23 0 0,23-14-1227 0 0,-27 14 221 0 0,1 0 0 0 0,-1 1-1 0 0,0-1 1 0 0,-1 0-1 0 0,1 0 1 0 0,0 0 0 0 0,0 0-1 0 0,0 0 1 0 0,0 0 0 0 0,-1 0-1 0 0,1 0 1 0 0,0 0 0 0 0,-1 0-1 0 0,1 0 1 0 0,-1 0 0 0 0,1 0-1 0 0,-1-1 1 0 0,0 1 0 0 0,1 0-1 0 0,-1 0 1 0 0,0 0-1 0 0,0-1 1 0 0,0 1 0 0 0,0 0-1 0 0,0 0 1 0 0,0-1 0 0 0,0 1-1 0 0,-1 0 1 0 0,1 0 0 0 0,0 0-1 0 0,-1-1 1 0 0,1 1 0 0 0,-1 0-1 0 0,1 0 1 0 0,-1 0 0 0 0,1 0-1 0 0,-1 0 1 0 0,0 0-1 0 0,1 0 1 0 0,-1 0 0 0 0,0 0-1 0 0,0 0 1 0 0,0 0 0 0 0,-1-1-1 0 0,1 1-47 0 0,-1-2-2207 0 0</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6:28.572"/>
    </inkml:context>
    <inkml:brush xml:id="br0">
      <inkml:brushProperty name="width" value="0.035" units="cm"/>
      <inkml:brushProperty name="height" value="0.035" units="cm"/>
      <inkml:brushProperty name="color" value="#66CC00"/>
    </inkml:brush>
  </inkml:definitions>
  <inkml:trace contextRef="#ctx0" brushRef="#br0">165 35 6809 0 0,'-1'0'959'0'0,"-16"-10"7785"0"0,6 1 5045 0 0,11 9-13704 0 0,0-1 0 0 0,0 0-1 0 0,0 1 1 0 0,0-1 0 0 0,0 1 0 0 0,0-1 0 0 0,0 0 0 0 0,0 1 0 0 0,0-1 0 0 0,0 1 0 0 0,0-1 0 0 0,0 1 0 0 0,0-1-1 0 0,0 0 1 0 0,0 1 0 0 0,-1-1 0 0 0,1 1 0 0 0,0-1 0 0 0,0 1 0 0 0,-1-1 0 0 0,1 1 0 0 0,0-1 0 0 0,-1 1-1 0 0,1-1 1 0 0,-1 1 0 0 0,1 0 0 0 0,-1-1 0 0 0,0 0 0 0 0,-9 31-84 0 0,2 0 0 0 0,0 1 0 0 0,-4 49 0 0 0,-3 11-1 0 0,-9 12-797 0 0,-20 117 1149 0 0,36-109-8487 0 0,9-57-75 0 0,6 1-3547 0 0,-5-43 8937 0 0</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6:29.302"/>
    </inkml:context>
    <inkml:brush xml:id="br0">
      <inkml:brushProperty name="width" value="0.035" units="cm"/>
      <inkml:brushProperty name="height" value="0.035" units="cm"/>
      <inkml:brushProperty name="color" value="#66CC00"/>
    </inkml:brush>
  </inkml:definitions>
  <inkml:trace contextRef="#ctx0" brushRef="#br0">282 0 7441 0 0,'0'0'19084'0'0,"-9"1"-18341"0"0,-37 3 614 0 0,43-3-1129 0 0,1 0 0 0 0,0 0 0 0 0,0 0 0 0 0,-1 0 0 0 0,1 0 0 0 0,0 1 0 0 0,0-1 1 0 0,0 1-1 0 0,0-1 0 0 0,1 1 0 0 0,-1 0 0 0 0,0 0 0 0 0,1 0 0 0 0,-3 3 0 0 0,3-3-25 0 0,1-2-225 0 0,-1 1-1 0 0,1-1 1 0 0,-1 1-1 0 0,1 0 1 0 0,0-1-1 0 0,-1 1 1 0 0,1-1 0 0 0,0 1-1 0 0,0 0 1 0 0,0-1-1 0 0,-1 1 1 0 0,1 0-1 0 0,0-1 1 0 0,0 1-1 0 0,0 0 1 0 0,0-1 0 0 0,0 1-1 0 0,0 0 1 0 0,0-1-1 0 0,0 1 1 0 0,0 0-1 0 0,1-1 1 0 0,-1 1 0 0 0,0 0-1 0 0,0-1 1 0 0,1 1-1 0 0,-1 0 1 0 0,0-1-1 0 0,1 1 1 0 0,-1-1 0 0 0,0 1-1 0 0,1-1 1 0 0,-1 1-1 0 0,1-1 1 0 0,-1 1-1 0 0,1-1 1 0 0,0 1 0 0 0,1 2-147 0 0,-1-1 0 0 0,1 0 0 0 0,0 0-1 0 0,0 0 1 0 0,0 0 0 0 0,0 0 0 0 0,0 0 0 0 0,0 0 0 0 0,0-1 0 0 0,4 3 0 0 0,62 5-1821 0 0,-66-9 1821 0 0,4 0 70 0 0,43-2 940 0 0,-45 2-362 0 0,-8 2 3758 0 0,-35 9-4306 0 0,-26 4 778 0 0,5 4-5030 0 0,20-4-4186 0 0,0 2 0 0 0,-45 27 0 0 0,67-33 5721 0 0</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6:30.271"/>
    </inkml:context>
    <inkml:brush xml:id="br0">
      <inkml:brushProperty name="width" value="0.035" units="cm"/>
      <inkml:brushProperty name="height" value="0.035" units="cm"/>
      <inkml:brushProperty name="color" value="#66CC00"/>
    </inkml:brush>
  </inkml:definitions>
  <inkml:trace contextRef="#ctx0" brushRef="#br0">1158 10 9253 0 0,'-8'-10'22520'0'0,"5"18"-22378"0"0,0 0 0 0 0,0 0 0 0 0,1 1 0 0 0,0-1 0 0 0,1 0 0 0 0,-2 15 0 0 0,9 53-142 0 0,-3-57 0 0 0,-1-1 0 0 0,-1 1 0 0 0,-1 0 0 0 0,0-1 0 0 0,-2 1 0 0 0,-3 20 0 0 0,3-33 0 0 0,0 0 0 0 0,0-1 0 0 0,0 0 0 0 0,0 1 0 0 0,-1-1 0 0 0,0 0 0 0 0,0 0 0 0 0,0-1 0 0 0,-1 1 0 0 0,1-1 0 0 0,-1 1 0 0 0,0-1 0 0 0,-1 0 0 0 0,1-1 0 0 0,-1 1 0 0 0,1-1 0 0 0,-1 0 0 0 0,0 0 0 0 0,0 0 0 0 0,-11 3 0 0 0,-6 2 0 0 0,0-1 0 0 0,-1-1 0 0 0,-40 5 0 0 0,55-10 0 0 0,-7 1 0 0 0,12-2 0 0 0,0 0 0 0 0,0 1 0 0 0,0-1 0 0 0,0-1 0 0 0,0 1 0 0 0,0 0 0 0 0,-1-1 0 0 0,1 1 0 0 0,0-1 0 0 0,0 0 0 0 0,0 0 0 0 0,0 0 0 0 0,1 0 0 0 0,-1-1 0 0 0,0 1 0 0 0,0-1 0 0 0,1 0 0 0 0,-1 0 0 0 0,1 0 0 0 0,-1 0 0 0 0,1 0 0 0 0,0 0 0 0 0,0 0 0 0 0,0-1 0 0 0,0 1 0 0 0,-2-6 0 0 0,1-1 0 0 0,1 0 0 0 0,0 1 0 0 0,1-1 0 0 0,0-1 0 0 0,0 1 0 0 0,1 0 0 0 0,2-15 0 0 0,-1 8 0 0 0,-1-1 0 0 0,-4-31 0 0 0,1 37 0 0 0,-1-2 0 0 0,-2 1 0 0 0,-4 1 0 0 0,0 3 0 0 0,0 0 0 0 0,0 3 0 0 0,-3 3 0 0 0,-2 0 0 0 0,7 2 0 0 0,1-1 0 0 0,0 2 0 0 0,0-1 0 0 0,-1 1 0 0 0,1 0 0 0 0,0 0 0 0 0,0 1 0 0 0,0 0 0 0 0,-11 5 0 0 0,12-5 0 0 0,-44 23 0 0 0,31-12 0 0 0,8-3 0 0 0,-53 54 0 0 0,2 0 0 0 0,-4-3 0 0 0,-79 58 0 0 0,110-93 0 0 0,24-16 0 0 0,0-2 0 0 0,-1 0 0 0 0,0 0 0 0 0,0-1 0 0 0,-1 0 0 0 0,0-1 0 0 0,-26 9 0 0 0,24-13 0 0 0,12-2 0 0 0,1 0 0 0 0,-1 0 0 0 0,1-1 0 0 0,-1 1 0 0 0,1-1 0 0 0,-1 1 0 0 0,1-1 0 0 0,0 0 0 0 0,-1 0 0 0 0,-3-2 0 0 0,-1-8 0 0 0,5 7 0 0 0,0-3-1674 0 0,-1 0-1 0 0,1 0 1 0 0,0-1 0 0 0,1 1-1 0 0,0-1 1 0 0,0 0 0 0 0,0 1-1 0 0,1-1 1 0 0,0 0 0 0 0,1 1-1 0 0,0-1 1 0 0,0 1 0 0 0,0-1-1 0 0,1 1 1 0 0,3-9 0 0 0,-2 1-8 0 0,4-8-1246 0 0</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6:30.720"/>
    </inkml:context>
    <inkml:brush xml:id="br0">
      <inkml:brushProperty name="width" value="0.035" units="cm"/>
      <inkml:brushProperty name="height" value="0.035" units="cm"/>
      <inkml:brushProperty name="color" value="#66CC00"/>
    </inkml:brush>
  </inkml:definitions>
  <inkml:trace contextRef="#ctx0" brushRef="#br0">15 179 7833 0 0,'-3'5'1513'0'0,"-5"10"5576"0"0,4-4 1105 0 0,4-11-8103 0 0,0 0 0 0 0,0 0 0 0 0,1 0 0 0 0,-1 0 0 0 0,0 0 0 0 0,0 0 0 0 0,0 0 0 0 0,0 0 0 0 0,0 0 0 0 0,0 0 0 0 0,0 0 0 0 0,0 0 0 0 0,0 0 0 0 0,1 0 0 0 0,-1 0 0 0 0,0 0 0 0 0,0 0 0 0 0,0 0 0 0 0,0 0 0 0 0,0 0 0 0 0,0 0 0 0 0,0 0 0 0 0,0 0 0 0 0,0 0 0 0 0,1 1 910 0 0,-1-1-910 0 0,0 0 0 0 0,0 0 0 0 0,0 0 0 0 0,0 0 0 0 0,1 0 0 0 0,-1 0 0 0 0,0 0 0 0 0,0 0 0 0 0,0 1 0 0 0,0-1 0 0 0,0 0 0 0 0,0 0 0 0 0,0 0 0 0 0,0 0 0 0 0,0 0-1 0 0,0 0 1 0 0,0 0 0 0 0,0 0 0 0 0,0 0 0 0 0,0 1 0 0 0,0-1 0 0 0,0 0 0 0 0,0 0 0 0 0,0 0 0 0 0,-1 0 0 0 0,1 0 0 0 0,15-10 191 0 0,-2 0 0 0 0,1-1 0 0 0,-1-1 0 0 0,-1 0-1 0 0,22-27 1 0 0,-16 17-45 0 0,0 2-1 0 0,34-28 1 0 0,-39 36-232 0 0,-1 0-5 0 0,-12 12 0 0 0,0-1 0 0 0,1 1 0 0 0,-1 0 0 0 0,0-1 0 0 0,0 1 0 0 0,1 0 0 0 0,-1 0 0 0 0,0-1 0 0 0,0 1 0 0 0,1 0 0 0 0,-1 0 0 0 0,0 0 0 0 0,1-1 0 0 0,-1 1 0 0 0,0 0 0 0 0,1 0 0 0 0,-1 0 0 0 0,1 0 0 0 0,-1 0 0 0 0,0 0 0 0 0,1-1 0 0 0,-1 1 0 0 0,0 0 0 0 0,1 0 0 0 0,-1 0 0 0 0,1 1 0 0 0,-1-1 0 0 0,0 0 0 0 0,1 0 0 0 0,-1 0 0 0 0,1 0 0 0 0,-1 0 0 0 0,1 1-40 0 0,0 0 0 0 0,0 0-1 0 0,0 0 1 0 0,0 0 0 0 0,0 0 0 0 0,-1 1 0 0 0,1-1 0 0 0,0 0-1 0 0,-1 0 1 0 0,1 0 0 0 0,-1 1 0 0 0,1-1 0 0 0,-1 0 0 0 0,0 1-1 0 0,0-1 1 0 0,1 0 0 0 0,-1 1 0 0 0,0-1 0 0 0,0 1 0 0 0,0-1-1 0 0,-1 3 1 0 0,-9 38-2789 0 0,0 4-4129 0 0,9-32 4365 0 0,-1 11-3019 0 0,1 4-4793 0 0,1-12 7591 0 0</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6:31.120"/>
    </inkml:context>
    <inkml:brush xml:id="br0">
      <inkml:brushProperty name="width" value="0.035" units="cm"/>
      <inkml:brushProperty name="height" value="0.035" units="cm"/>
      <inkml:brushProperty name="color" value="#66CC00"/>
    </inkml:brush>
  </inkml:definitions>
  <inkml:trace contextRef="#ctx0" brushRef="#br0">692 2 6921 0 0,'-1'-2'10025'0'0,"-8"4"-4055"0"0,-24 10-2280 0 0,-16 9-4467 0 0,22-8 3375 0 0,-228 140 2858 0 0,134-64-7358 0 0,87-61-2819 0 0,-38 43 0 0 0,47-43-4840 0 0,-30 46 0 0 0,45-58 6704 0 0</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6:32.519"/>
    </inkml:context>
    <inkml:brush xml:id="br0">
      <inkml:brushProperty name="width" value="0.035" units="cm"/>
      <inkml:brushProperty name="height" value="0.035" units="cm"/>
      <inkml:brushProperty name="color" value="#66CC00"/>
    </inkml:brush>
  </inkml:definitions>
  <inkml:trace contextRef="#ctx0" brushRef="#br0">340 185 8425 0 0,'-5'-9'24328'0'0,"59"37"-24313"0"0,-31-12-16 0 0,77 39-11 0 0,-95-52-30 0 0,-1 0 0 0 0,1 0 0 0 0,-1 0 0 0 0,0 1-1 0 0,0 0 1 0 0,0 0 0 0 0,0 0 0 0 0,-1 0 0 0 0,1 0 0 0 0,3 8 0 0 0,-6-10 100 0 0,-11 24 128 0 0,-27 13-103 0 0,-2-3 1 0 0,-48 37 0 0 0,41-36-94 0 0,-71 72 0 0 0,108-98 10 0 0,-1 4 0 0 0,3 2 0 0 0,6-3 0 0 0,11 2 0 0 0,6-9 0 0 0,-2-5-462 0 0,-1-1 0 0 0,1-1 0 0 0,-1-1-1 0 0,1 1 1 0 0,18-5 0 0 0,-22 3-80 0 0,-1 0 0 0 0,1-1 0 0 0,-1 0 0 0 0,1 0 0 0 0,-1-1 0 0 0,16-9 0 0 0,-24 12 947 0 0,-1 0-337 0 0,0 0-1 0 0,0-1 1 0 0,0 1-1 0 0,0 0 1 0 0,0 0-1 0 0,0 0 1 0 0,-1 0-1 0 0,1 0 1 0 0,-1 0-1 0 0,1 0 1 0 0,0 0 0 0 0,-1 0-1 0 0,0 0 1 0 0,1 0-1 0 0,-1 0 1 0 0,0 0-1 0 0,1 0 1 0 0,-1 0-1 0 0,-1-1 1 0 0,-96-17 3082 0 0,94 18-2789 0 0,-2 2 18 0 0,-17 2-149 0 0,-1 1 1 0 0,0 1-1 0 0,-30 11 0 0 0,4 4-230 0 0,36-13 0 0 0,-3 1 0 0 0,-2 2 0 0 0,4-2 0 0 0,3-1 0 0 0,-2 1 0 0 0,1-6 0 0 0,4-21 0 0 0,8 7 0 0 0,0-1 0 0 0,2 0 0 0 0,0 1 0 0 0,0-1 0 0 0,1 0 0 0 0,0 1 0 0 0,6-16 0 0 0,2-14 0 0 0,13-78 0 0 0,0 6 0 0 0,9-139 0 0 0,-32 241 566 0 0,1-9-1203 0 0,2 0-3557 0 0,7 0-10431 0 0,-3 19 6397 0 0,0-1 7051 0 0,-4 1 201 0 0,0 1-1856 0 0</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6:32.903"/>
    </inkml:context>
    <inkml:brush xml:id="br0">
      <inkml:brushProperty name="width" value="0.035" units="cm"/>
      <inkml:brushProperty name="height" value="0.035" units="cm"/>
      <inkml:brushProperty name="color" value="#66CC00"/>
    </inkml:brush>
  </inkml:definitions>
  <inkml:trace contextRef="#ctx0" brushRef="#br0">507 1 6601 0 0,'-34'16'18223'0'0,"-5"7"-9781"0"0,-12 10-6850 0 0,-27 20-5487 0 0,22-15 5699 0 0,-9 7-396 0 0,-1 6-6418 0 0,6 5-5114 0 0,49-43 5478 0 0,1-1 1 0 0,-16 27-1 0 0,15-21 1618 0 0</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6:33.478"/>
    </inkml:context>
    <inkml:brush xml:id="br0">
      <inkml:brushProperty name="width" value="0.035" units="cm"/>
      <inkml:brushProperty name="height" value="0.035" units="cm"/>
      <inkml:brushProperty name="color" value="#66CC00"/>
    </inkml:brush>
  </inkml:definitions>
  <inkml:trace contextRef="#ctx0" brushRef="#br0">889 1 7585 0 0,'-23'40'15185'0'0,"-9"11"-8280"0"0,-85 111-3813 0 0,30-60-3092 0 0,-5-4 0 0 0,-4-4 0 0 0,-117 89 0 0 0,188-163 0 0 0,9-5 0 0 0,0-2 0 0 0,-2 0 0 0 0,1-1 0 0 0,-1-1 0 0 0,-31 15 0 0 0,47-25 0 0 0,1-1 0 0 0,-1 1 0 0 0,1 0 0 0 0,-1 0 0 0 0,0-1 0 0 0,1 1 0 0 0,-1-1 0 0 0,0 1 0 0 0,0-1 0 0 0,1 0 0 0 0,-1 0 0 0 0,0 0 0 0 0,0 0 0 0 0,0 0 0 0 0,-3 0 0 0 0,0-1 0 0 0,-15-5-318 0 0,18 6-37 0 0,1-1 0 0 0,0 0-1 0 0,0 0 1 0 0,0 0-1 0 0,0 0 1 0 0,1 0 0 0 0,-1 0-1 0 0,0-1 1 0 0,0 1-1 0 0,1 0 1 0 0,-1 0 0 0 0,0-1-1 0 0,1 1 1 0 0,-1 0-1 0 0,1-1 1 0 0,-1-1 0 0 0,2-35-11959 0 0,0 36 11727 0 0,9-48-9683 0 0,-3 31 7441 0 0</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6:33.844"/>
    </inkml:context>
    <inkml:brush xml:id="br0">
      <inkml:brushProperty name="width" value="0.035" units="cm"/>
      <inkml:brushProperty name="height" value="0.035" units="cm"/>
      <inkml:brushProperty name="color" value="#66CC00"/>
    </inkml:brush>
  </inkml:definitions>
  <inkml:trace contextRef="#ctx0" brushRef="#br0">1 1 9469 0 0,'11'0'21853'0'0,"-1"26"-18392"0"0,0 15-7309 0 0,-6-21 5680 0 0,6 31-2925 0 0,-4-22 1757 0 0,4 57 1 0 0,-11-48-5771 0 0,-6 2-5949 0 0,-3-11-3052 0 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6:34.273"/>
    </inkml:context>
    <inkml:brush xml:id="br0">
      <inkml:brushProperty name="width" value="0.035" units="cm"/>
      <inkml:brushProperty name="height" value="0.035" units="cm"/>
      <inkml:brushProperty name="color" value="#66CC00"/>
    </inkml:brush>
  </inkml:definitions>
  <inkml:trace contextRef="#ctx0" brushRef="#br0">263 0 8765 0 0,'0'0'22310'0'0,"-7"6"-21165"0"0,-67 57-760 0 0,-31 26-477 0 0,36-34-10186 0 0,62-52 4028 0 0</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4:56:34.621"/>
    </inkml:context>
    <inkml:brush xml:id="br0">
      <inkml:brushProperty name="width" value="0.035" units="cm"/>
      <inkml:brushProperty name="height" value="0.035" units="cm"/>
      <inkml:brushProperty name="color" value="#66CC00"/>
    </inkml:brush>
  </inkml:definitions>
  <inkml:trace contextRef="#ctx0" brushRef="#br0">232 9 8045 0 0,'-25'-9'9413'0'0,"-11"28"-7633"0"0,24-11-140 0 0,-1 2-464 0 0,-2 3-420 0 0,2-1-660 0 0,-1 4-680 0 0,-1 2-564 0 0,-1 0-1208 0 0,-1-2-1933 0 0,1 1 397 0 0,4-1 432 0 0,-4 0 347 0 0,4 0 245 0 0</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9:00:59.946"/>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562 2 3764 0 0,'6'-1'28962'0'0,"-15"27"-28921"0"0,-64 183-41 0 0,66-185 0 0 0,0 0 0 0 0,2 1 0 0 0,1-1 0 0 0,-2 44 0 0 0,2-20 0 0 0,-4 78 0 0 0,9 157 0 0 0,-3-209 0 0 0,-2 1 0 0 0,-24 117 0 0 0,-1 24 0 0 0,16 62 0 0 0,-14 120 0 0 0,-12-70 0 0 0,-26 169 0 0 0,46-407-2466 0 0,-24 51-7120 0 0,31-112 6189 0 0,-1 0-1 0 0,-26 44 0 0 0,28-57 2215 0 0,0-1 1 0 0,-24 26 0 0 0,8-16-2052 0 0,-2-5 341 0 0</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9:01:02.423"/>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3875 1 4492 0 0,'0'0'20972'0'0,"19"8"-13716"0"0,-27 11-7209 0 0,2-6-47 0 0,1 1 0 0 0,1-1 0 0 0,0 1 0 0 0,0 0 0 0 0,-2 26 0 0 0,3-11 0 0 0,-77 627 0 0 0,40-281 0 0 0,26-293 0 0 0,-38 125 0 0 0,20-91 0 0 0,-67 178 0 0 0,90-271 0 0 0,-2-1 0 0 0,0 0 0 0 0,-1 0 0 0 0,-17 22 0 0 0,23-35 0 0 0,-1 0 0 0 0,0 0 0 0 0,0-1 0 0 0,-1 0 0 0 0,0 0 0 0 0,-1 0 0 0 0,1-1 0 0 0,-1-1 0 0 0,-1 0 0 0 0,1 0 0 0 0,-1 0 0 0 0,-19 6 0 0 0,-8-1 0 0 0,0-2 0 0 0,0-1 0 0 0,-46 3 0 0 0,11-1 0 0 0,-21 9 0 0 0,76-16 0 0 0,1-1 0 0 0,1 0 0 0 0,0 1 0 0 0,0 1 0 0 0,0 0 0 0 0,1 1 0 0 0,0 1 0 0 0,-1 0 0 0 0,2 1 0 0 0,-25 15 0 0 0,32-17 0 0 0,0 0 0 0 0,0 0 0 0 0,0 0 0 0 0,0 1 0 0 0,1 0 0 0 0,0 0 0 0 0,-5 8 0 0 0,8-10 0 0 0,-22 34 0 0 0,2 2 0 0 0,-21 53 0 0 0,2-4 0 0 0,27-63 0 0 0,-1 0 0 0 0,-2-1 0 0 0,0 0 0 0 0,-1-2 0 0 0,-2 0 0 0 0,0-1 0 0 0,-1-1 0 0 0,-27 20 0 0 0,8-12 0 0 0,-1-2 0 0 0,-1-1 0 0 0,-1-2 0 0 0,-53 20 0 0 0,-221 75 0 0 0,44-18 0 0 0,-306 154 0 0 0,561-247-11 0 0,0 0 1 0 0,0 0-1 0 0,-1-2 0 0 0,1-1 1 0 0,-2 0-1 0 0,1-1 1 0 0,0-1-1 0 0,-1-1 0 0 0,0-1 1 0 0,1 0-1 0 0,-1-2 0 0 0,0 0 1 0 0,1-1-1 0 0,-1-1 0 0 0,1-1 1 0 0,0-1-1 0 0,0 0 1 0 0,1-2-1 0 0,-1 0 0 0 0,1-1 1 0 0,-20-12-1 0 0,-43-31-6993 0 0,3-4 0 0 0,-105-94 0 0 0,48 25 585 0 0,61 53 3281 0 0</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9:01:03.690"/>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0 8 7309 0 0,'12'-8'25325'0'0,"-5"13"-25304"0"0,0 0 1 0 0,-1 0 0 0 0,0 1-1 0 0,0 0 1 0 0,0 0 0 0 0,8 11-1 0 0,-6-6-39 0 0,18 16-2098 0 0,33 31-8356 0 0</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9:01:06.911"/>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2437 492 5929 0 0,'2'3'13235'0'0,"29"55"-7577"0"0,-21-37-4104 0 0,2 0 1 0 0,26 38-1 0 0,-5-13-113 0 0,-21-28-1076 0 0,1-1 1 0 0,1 0-1 0 0,1 0 1 0 0,26 23-1 0 0,-39-38-418 0 0,0-1 0 0 0,1 1 0 0 0,-1-1-1 0 0,0 1 1 0 0,0-1 0 0 0,1 0 0 0 0,-1 0 0 0 0,1 0 0 0 0,-1 0-1 0 0,1 0 1 0 0,-1-1 0 0 0,1 1 0 0 0,-1-1 0 0 0,1 1 0 0 0,-1-1 0 0 0,1 0-1 0 0,5-1 1 0 0,-6 1 33 0 0,2 0-25 0 0,3-2 36 0 0,0 0 0 0 0,0-1 0 0 0,0 0 1 0 0,-1 0-1 0 0,1 0 0 0 0,-1 0 0 0 0,8-6 0 0 0,-11 5 18 0 0,0 0 0 0 0,0 0-1 0 0,0 0 1 0 0,0-1-1 0 0,-1 1 1 0 0,0-1 0 0 0,0 1-1 0 0,0-1 1 0 0,0 0 0 0 0,-1 1-1 0 0,0-1 1 0 0,1-10 0 0 0,-1 10 4 0 0,70-289 968 0 0,-66 277-981 0 0,-3 5 0 0 0,-4-38 0 0 0,0 1 0 0 0,2 26 0 0 0,-15-47 0 0 0,12 55 0 0 0,-2 0 0 0 0,-16-23 0 0 0,0 6 0 0 0,14 20 0 0 0,0 0 0 0 0,0 1 0 0 0,1 2 0 0 0,0 0 0 0 0,-2-2 0 0 0,0 2 0 0 0,-1 1 0 0 0,2 0 0 0 0,-3 1 0 0 0,-3 0 0 0 0,-3 4 0 0 0,12 2 0 0 0,1 1 0 0 0,-1 0 0 0 0,0 0 0 0 0,1 0 0 0 0,-1 0 0 0 0,1 1 0 0 0,-1-1 0 0 0,1 1 0 0 0,-1 0 0 0 0,1 0 0 0 0,0 0 0 0 0,-1 0 0 0 0,1 1 0 0 0,0-1 0 0 0,0 1 0 0 0,0 0 0 0 0,0 0 0 0 0,-3 3 0 0 0,-4 2 0 0 0,-10 6 0 0 0,0 1 0 0 0,1 1 0 0 0,1 0 0 0 0,0 1 0 0 0,-17 20 0 0 0,-70 97 0 0 0,75-85 0 0 0,1 1 0 0 0,-37 89 0 0 0,25-48 0 0 0,35-78 0 0 0,-1 4 0 0 0,-1-1 0 0 0,0-1 0 0 0,-14 19 0 0 0,13-23 0 0 0,-1 0 0 0 0,0 0 0 0 0,-1-1 0 0 0,0 0 0 0 0,0-1 0 0 0,-1-1 0 0 0,0 1 0 0 0,0-2 0 0 0,-18 8 0 0 0,-15 9 0 0 0,39-20 0 0 0,-10 5 0 0 0,-1 0 0 0 0,1 0 0 0 0,-29 7 0 0 0,28-10 0 0 0,-2-2 0 0 0,1-3 0 0 0,13 0 0 0 0,0 0 0 0 0,0-1 0 0 0,0 0 0 0 0,0 0 0 0 0,0 0 0 0 0,0-1 0 0 0,0 0 0 0 0,0 1 0 0 0,0-2 0 0 0,1 1 0 0 0,-1 0 0 0 0,1-1 0 0 0,0 0 0 0 0,0 0 0 0 0,0 0 0 0 0,-6-6 0 0 0,3-1 0 0 0,-1 0 0 0 0,1 0 0 0 0,0-1 0 0 0,-8-19 0 0 0,0 3 0 0 0,-24-43 0 0 0,-57-145 0 0 0,89 201 0 0 0,1 0 0 0 0,0 1 0 0 0,-2 0 0 0 0,0 1 0 0 0,1 3 0 0 0,0 0 0 0 0,-1-3 0 0 0,2 2 0 0 0,6 40 0 0 0,16 75 0 0 0,-10-61 0 0 0,2 0 0 0 0,1-1 0 0 0,18 50 0 0 0,-6-37 0 0 0,-3 1 0 0 0,-3 1 0 0 0,-2 0 0 0 0,9 91 0 0 0,-16 14 0 0 0,-4-124 0 0 0,0-24 0 0 0,-1 0 0 0 0,0 0 0 0 0,-1-1 0 0 0,-1 1 0 0 0,-1 0 0 0 0,0 0 0 0 0,0-1 0 0 0,-8 21 0 0 0,-3-9 0 0 0,-1-1 0 0 0,-2-1 0 0 0,0 0 0 0 0,-2-1 0 0 0,0-1 0 0 0,-1-1 0 0 0,-45 38 0 0 0,-174 112 0 0 0,197-145 0 0 0,-10 8 0 0 0,-2-3 0 0 0,-77 34 0 0 0,106-55 0 0 0,-1-1 0 0 0,-1-1 0 0 0,1-2 0 0 0,-1 0 0 0 0,-1-2 0 0 0,1 0 0 0 0,0-2 0 0 0,-29-1 0 0 0,28-3 0 0 0,-1-1 0 0 0,1-2 0 0 0,0 0 0 0 0,0-2 0 0 0,0-1 0 0 0,1-1 0 0 0,-35-18 0 0 0,20 5 0 0 0,0-1 0 0 0,2-3 0 0 0,-57-47 0 0 0,81 60 0 0 0,2 0 0 0 0,0-1 0 0 0,1-1 0 0 0,0 0 0 0 0,1-1 0 0 0,1 0 0 0 0,0 0 0 0 0,1-1 0 0 0,-7-20 0 0 0,-6-23 0 0 0,-19-87 0 0 0,13 43 0 0 0,19 69 0 0 0,2-1 0 0 0,1 1 0 0 0,1-1 0 0 0,3 0 0 0 0,1 0 0 0 0,1 0 0 0 0,9-59 0 0 0,-1 48 0 0 0,1 0 0 0 0,3 1 0 0 0,1 1 0 0 0,3 0 0 0 0,28-57 0 0 0,-29 74-1020 0 0,0 2 0 0 0,3 0 0 0 0,0 1 0 0 0,41-44 0 0 0,100-76-7930 0 0,-75 71 5925 0 0,-46 38-2531 0 0,37-45 0 0 0,-44 42 2468 0 0</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9:01:08.034"/>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4 16 4412 0 0,'11'-16'27861'0'0,"-8"18"-27432"0"0,7 17-403 0 0,1-1 1 0 0,19 27-1 0 0,22 26-40 0 0,-47-63 14 0 0,1 3 0 0 0,1-3 0 0 0,-7-8 0 0 0,0 0 0 0 0,1 0 0 0 0,-1 0 0 0 0,0 0 0 0 0,0 0 0 0 0,0 0 0 0 0,0 0 0 0 0,0 0 0 0 0,0 0 0 0 0,0 0 0 0 0,0 0 0 0 0,0 0 0 0 0,0 0 0 0 0,0 0 0 0 0,0 0 0 0 0,0 0 0 0 0,1 0 0 0 0,-1 0 0 0 0,0 0 0 0 0,0 0 0 0 0,0 0 0 0 0,0 0 0 0 0,0 0 0 0 0,0 0 0 0 0,0 0 0 0 0,0 0 0 0 0,0 0 0 0 0,0 0 0 0 0,0 0 0 0 0,0 0 0 0 0,1 0 0 0 0,-1 0 0 0 0,0 0 0 0 0,0 0 0 0 0,0 0 0 0 0,0 0 0 0 0,-6-22 0 0 0,-4-2 0 0 0,-6 7 0 0 0,10 10 28 0 0,0 0 1 0 0,-1 0-1 0 0,0 0 1 0 0,0 1-1 0 0,-9-7 1 0 0,-39-32-945 0 0,50 40 50 0 0</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9:01:29.475"/>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0 8 4392 0 0,'13'-8'28344'0'0,"-2"29"-28338"0"0,-1 1 0 0 0,-1 0-1 0 0,-1 0 1 0 0,-1 1 0 0 0,5 31 0 0 0,3 6-10 0 0,143 580 4 0 0,-138-523 0 0 0,-5 0 0 0 0,-6 2 0 0 0,-7 183 0 0 0,-5-217 0 0 0,3-45 0 0 0,-2-1 0 0 0,-2 1 0 0 0,-10 42 0 0 0,-23 66-4616 0 0,-36 149-15689 0 0,49-169 15769 0 0,15-71 1550 0 0</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9:44:27.956"/>
    </inkml:context>
    <inkml:brush xml:id="br0">
      <inkml:brushProperty name="width" value="0.035" units="cm"/>
      <inkml:brushProperty name="height" value="0.035" units="cm"/>
      <inkml:brushProperty name="color" value="#004F8B"/>
    </inkml:brush>
  </inkml:definitions>
  <inkml:trace contextRef="#ctx0" brushRef="#br0">1 57 9929 0 0,'0'0'3144'0'0,"9"16"-400"0"0,3-13 2121 0 0,9 1-2961 0 0,-3-4-400 0 0,0-2-468 0 0,3 0-564 0 0,0-3-156 0 0,-1 2-1792 0 0,5-2-2852 0 0,-4-3 219 0 0,3 0 353 0 0,-7-5 348 0 0,7-2 56 0 0,-3-3 271 0 0</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9:46:59.068"/>
    </inkml:context>
    <inkml:brush xml:id="br0">
      <inkml:brushProperty name="width" value="0.035" units="cm"/>
      <inkml:brushProperty name="height" value="0.035" units="cm"/>
      <inkml:brushProperty name="color" value="#004F8B"/>
    </inkml:brush>
  </inkml:definitions>
  <inkml:trace contextRef="#ctx0" brushRef="#br0">0 41 1092 0 0,'12'-10'1344'0'0,"18"-14"849"0"0,-23 18-5283 0 0</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9:46:59.751"/>
    </inkml:context>
    <inkml:brush xml:id="br0">
      <inkml:brushProperty name="width" value="0.035" units="cm"/>
      <inkml:brushProperty name="height" value="0.035" units="cm"/>
      <inkml:brushProperty name="color" value="#004F8B"/>
    </inkml:brush>
  </inkml:definitions>
  <inkml:trace contextRef="#ctx0" brushRef="#br0">258 201 736 0 0,'-9'3'353'0'0,"-1"0"1"0"0,1-1-1 0 0,-1-1 1 0 0,-12 1-1 0 0,18-2-251 0 0,-19-2 152 0 0,22 2-210 0 0,-90-5 2880 0 0,27 12 18149 0 0,54 0-18999 0 0,5-5-1526 0 0,9-4 2598 0 0,36-25-3093 0 0,54-47 1 0 0,-58 44-58 0 0,45-30 0 0 0,-67 49 4 0 0,-3 0 0 0 0,-11 10 0 0 0,0 1 0 0 0,1 0 0 0 0,-1-1 0 0 0,0 1 0 0 0,0 0 0 0 0,1-1 0 0 0,-1 1 0 0 0,0 0 0 0 0,1 0 0 0 0,-1-1 0 0 0,0 1 0 0 0,1 0 0 0 0,-1 0 0 0 0,0 0 0 0 0,1-1 0 0 0,-1 1 0 0 0,0 0 0 0 0,1 0 0 0 0,-1 0 0 0 0,1 0 0 0 0,-1 0 0 0 0,0 0 0 0 0,1 0 0 0 0,-1 0 0 0 0,1 0 0 0 0,-1 0 0 0 0,0 0 0 0 0,1 0 0 0 0,-1 0 0 0 0,0 0 0 0 0,1 0 0 0 0,-1 1 0 0 0,1-1 0 0 0,-1 0 0 0 0,0 0 0 0 0,1 0 0 0 0,-1 1 0 0 0,0 29 0 0 0,-9 7 0 0 0,-2 0 0 0 0,-18 44 0 0 0,13-41 0 0 0,-12 52 0 0 0,16-44 0 0 0,-20 120 0 0 0,29-144 0 0 0,0-4 0 0 0,1-2 0 0 0,2 3 0 0 0,4-5-47 0 0,-3-13-487 0 0,4-10-1267 0 0,0 0 2173 0 0,13-21-6942 0 0,-5 11-1260 0 0,2-1-3550 0 0,-2 4 8315 0 0</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9:47:00.666"/>
    </inkml:context>
    <inkml:brush xml:id="br0">
      <inkml:brushProperty name="width" value="0.035" units="cm"/>
      <inkml:brushProperty name="height" value="0.035" units="cm"/>
      <inkml:brushProperty name="color" value="#004F8B"/>
    </inkml:brush>
  </inkml:definitions>
  <inkml:trace contextRef="#ctx0" brushRef="#br0">314 1 5464 0 0,'0'0'9537'0'0,"-3"8"-7912"0"0,-67 158 7175 0 0,0 8-3558 0 0,-58 180-3143 0 0,93-234-2099 0 0,29-101 0 0 0,6-18 0 0 0,0-1 0 0 0,0 0 0 0 0,-1 0 0 0 0,1 0 0 0 0,0 1 0 0 0,0-1 0 0 0,0 0 0 0 0,0 0 0 0 0,0 1 0 0 0,0-1 0 0 0,0 0 0 0 0,0 0 0 0 0,0 1 0 0 0,0-1 0 0 0,-1 0 0 0 0,1 0 0 0 0,0 1 0 0 0,1-1 0 0 0,-1 0 0 0 0,0 0 0 0 0,0 1 0 0 0,0-1 0 0 0,0 0 0 0 0,0 1 0 0 0,0-1 0 0 0,0 0 0 0 0,0 0 0 0 0,0 0 0 0 0,0 1 0 0 0,1-1 0 0 0,-1 0 0 0 0,0 0 0 0 0,0 1 0 0 0,0-1 0 0 0,0 0 0 0 0,1 0 0 0 0,-1 0 0 0 0,0 0 0 0 0,0 1 0 0 0,0-1 0 0 0,1 0 0 0 0,-1 0 0 0 0,0 0 0 0 0,0 0 0 0 0,1 0 0 0 0,-1 0 0 0 0,0 0 0 0 0,0 1 0 0 0,1-1 0 0 0,-1 0 0 0 0,0 0 0 0 0,1 0 0 0 0,-1 0 0 0 0,0 0 0 0 0,0 0 0 0 0,1 0 0 0 0,-1-1 0 0 0,0 1 0 0 0,1 0 0 0 0,13-6 0 0 0,0-1 0 0 0,0-1 1 0 0,0 0-1 0 0,-1-1 0 0 0,-1 0 0 0 0,21-19 0 0 0,43-30-15 0 0,-19 28-1732 0 0,0 2 0 0 0,108-34 1 0 0,-162 60 1687 0 0,0 1-68 0 0,-13 6 50 0 0,-39 14 190 0 0,3-1 1279 0 0,0 1 0 0 0,-82 49 0 0 0,127-67-1335 0 0,0 0-1 0 0,-1 0 1 0 0,1 0 0 0 0,0-1-1 0 0,0 1 1 0 0,0 0 0 0 0,0 1-1 0 0,0-1 1 0 0,0 0 0 0 0,0 0-1 0 0,0 0 1 0 0,0 1 0 0 0,1-1-1 0 0,-1 0 1 0 0,0 2 0 0 0,-2 2 211 0 0,-3 11-215 0 0,6 4-53 0 0,9 16 0 0 0,-2-30 0 0 0,-3-4 0 0 0,4 6 0 0 0,7 4 0 0 0,12-3 0 0 0,27 13 0 0 0,-43-18-117 0 0,0-5-448 0 0,-1-2 160 0 0,8-1 164 0 0,1 2-7276 0 0,14 22-9425 0 0,-29-17 14251 0 0</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9:47:01.456"/>
    </inkml:context>
    <inkml:brush xml:id="br0">
      <inkml:brushProperty name="width" value="0.035" units="cm"/>
      <inkml:brushProperty name="height" value="0.035" units="cm"/>
      <inkml:brushProperty name="color" value="#004F8B"/>
    </inkml:brush>
  </inkml:definitions>
  <inkml:trace contextRef="#ctx0" brushRef="#br0">225 0 5044 0 0,'0'0'7142'0'0,"-7"7"-5503"0"0,-31 30 2555 0 0,2 2 1 0 0,2 1 0 0 0,-38 59 0 0 0,63-88-3417 0 0,6-7-652 0 0,0-1 0 0 0,0 1-1 0 0,1 0 1 0 0,-1 0 0 0 0,1 1 0 0 0,0-1 0 0 0,0 0 0 0 0,0 1 0 0 0,1-1 0 0 0,-2 7 0 0 0,1 6-126 0 0,3-15 0 0 0,-1-1 0 0 0,1 0 0 0 0,0 0 0 0 0,-1 1 0 0 0,1-1 0 0 0,0 0 0 0 0,0 0 0 0 0,0 0 0 0 0,0 0 0 0 0,0 0 0 0 0,0 0 0 0 0,0 0 0 0 0,1-1 0 0 0,1 2 0 0 0,-2-1 0 0 0,1-1 0 0 0,0 1 0 0 0,-1-1 0 0 0,1 1 0 0 0,0-1 0 0 0,0 0 0 0 0,0 0 0 0 0,-1 0 0 0 0,1 0 0 0 0,0 0 0 0 0,0 0 0 0 0,2-1 0 0 0,22-5-508 0 0,0-2 1 0 0,-1 0-1 0 0,0-2 0 0 0,34-17 0 0 0,35-14-2695 0 0,-91 40 3046 0 0,-3 1 182 0 0,0 0-1 0 0,0 1 1 0 0,0-1 0 0 0,1 0-1 0 0,-1 1 1 0 0,0-1-1 0 0,0 0 1 0 0,0 0-1 0 0,0 1 1 0 0,0-1-1 0 0,1 0 1 0 0,-1 0-1 0 0,0 0 1 0 0,0 1-1 0 0,1-1 1 0 0,-1 0-1 0 0,0 0 1 0 0,0 0-1 0 0,1 0 1 0 0,-1 1-1 0 0,0-1 1 0 0,0 0-1 0 0,1 0 1 0 0,-1 0-1 0 0,0 0 1 0 0,1 0-1 0 0,-1 0 1 0 0,0 0-1 0 0,0 0 1 0 0,1 0-1 0 0,-1 0 1 0 0,0 0-1 0 0,1 0 1 0 0,-1 0-1 0 0,0 0 1 0 0,1 0-1 0 0,-1 0 1 0 0,0 0-1 0 0,0 0 1 0 0,1 0-1 0 0,-1-1 1 0 0,0 1-1 0 0,0 0 1 0 0,1 0-1 0 0,-1 0 1 0 0,0 0-1 0 0,0-1 1 0 0,1 1-1 0 0,-1 0 1 0 0,0 0 0 0 0,0 0-1 0 0,0-1 1 0 0,1 1-1 0 0,-1 0 1 0 0,0 0-1 0 0,0-1 1 0 0,0 1-1 0 0,0 0 1 0 0,0-1-1 0 0,0 1 1 0 0,1 0-1 0 0,-1 0 1 0 0,0-1-1 0 0,0 1 1 0 0,4 18 1071 0 0,-4-12-352 0 0,-4-1-402 0 0,-54 81 1767 0 0,52-73-2095 0 0,5 5-14 0 0,13-1 0 0 0,-11-16 0 0 0,0 0 0 0 0,0-1 0 0 0,0 1 0 0 0,0-1 0 0 0,-1 0 0 0 0,1 1 0 0 0,0-1 0 0 0,0 0 0 0 0,0 0 0 0 0,0 1 0 0 0,0-1 0 0 0,0 0 0 0 0,0 0 0 0 0,0 0 0 0 0,0 0 0 0 0,0 0 0 0 0,0 0 0 0 0,0-1 0 0 0,1 1 0 0 0,17-6-104 0 0,-1 0 1 0 0,0-1-1 0 0,0-1 0 0 0,-1-1 0 0 0,0 0 1 0 0,0-1-1 0 0,26-22 0 0 0,52-29-1206 0 0,-52 36 816 0 0,22-9-98 0 0,-62 33 558 0 0,8-1 29 0 0,-11 1 15 0 0,0 1 0 0 0,1 0-1 0 0,-1-1 1 0 0,1 1 0 0 0,-1 0 0 0 0,1 0-1 0 0,-1 0 1 0 0,1-1 0 0 0,-1 1 0 0 0,1 0-1 0 0,-1 0 1 0 0,1 0 0 0 0,-1 0 0 0 0,1 0-1 0 0,-1 0 1 0 0,1 0 0 0 0,-1 0 0 0 0,1 0-1 0 0,-1 0 1 0 0,1 0 0 0 0,-1 0 0 0 0,1 0-1 0 0,-1 0 1 0 0,1 0 0 0 0,-1 0 0 0 0,1 1-1 0 0,-1-1 1 0 0,1 0 0 0 0,-1 0-1 0 0,0 1 1 0 0,1-1 0 0 0,-1 0 0 0 0,1 1-1 0 0,1 0 63 0 0,0 1 0 0 0,-1-1 0 0 0,1 1 0 0 0,0 0-1 0 0,-1-1 1 0 0,0 1 0 0 0,1 0 0 0 0,-1 0 0 0 0,0 0 0 0 0,0 0-1 0 0,0 0 1 0 0,0 0 0 0 0,0 0 0 0 0,-1 0 0 0 0,1 1-1 0 0,0-1 1 0 0,-1 0 0 0 0,0 0 0 0 0,0 0 0 0 0,1 1-1 0 0,-1-1 1 0 0,-1 0 0 0 0,1 1 0 0 0,0-1 0 0 0,0 0-1 0 0,-2 4 1 0 0,-7 32 426 0 0,-25 69-1 0 0,32-103-720 0 0,1-1 0 0 0,0 1 0 0 0,0-1 0 0 0,0 1 1 0 0,0 0-1 0 0,1-1 0 0 0,-1 1 0 0 0,1 0 0 0 0,0 6 0 0 0,0 2-3859 0 0,-1 1-4984 0 0</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9:47:02.030"/>
    </inkml:context>
    <inkml:brush xml:id="br0">
      <inkml:brushProperty name="width" value="0.035" units="cm"/>
      <inkml:brushProperty name="height" value="0.035" units="cm"/>
      <inkml:brushProperty name="color" value="#004F8B"/>
    </inkml:brush>
  </inkml:definitions>
  <inkml:trace contextRef="#ctx0" brushRef="#br0">828 0 3868 0 0,'-1'5'7634'0'0,"-4"11"-3406"0"0,-41 99 689 0 0,-191 276 4790 0 0,-3 6-7294 0 0,104-163-2413 0 0,83-149 0 0 0,-49 104 0 0 0,101-187-6 0 0,0 0 0 0 0,0 0 1 0 0,0-1-1 0 0,0 1 0 0 0,0 0 0 0 0,1 0 0 0 0,-1 0 1 0 0,1 0-1 0 0,0 0 0 0 0,-1 0 0 0 0,1 0 0 0 0,0 0 1 0 0,0 0-1 0 0,0 0 0 0 0,1 4 0 0 0,0-5-38 0 0,-1 0 1 0 0,1 0-1 0 0,-1 0 1 0 0,1-1-1 0 0,0 1 0 0 0,-1 0 1 0 0,1-1-1 0 0,0 1 1 0 0,0-1-1 0 0,0 1 0 0 0,-1-1 1 0 0,1 1-1 0 0,0-1 1 0 0,0 1-1 0 0,0-1 0 0 0,0 0 1 0 0,2 1-1 0 0,2 1-386 0 0,2 7-4588 0 0,-1-2 1444 0 0,8-11-8214 0 0,-4-1 10282 0 0,4-5-2911 0 0,11-11 1317 0 0</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19:47:03.045"/>
    </inkml:context>
    <inkml:brush xml:id="br0">
      <inkml:brushProperty name="width" value="0.035" units="cm"/>
      <inkml:brushProperty name="height" value="0.035" units="cm"/>
      <inkml:brushProperty name="color" value="#004F8B"/>
    </inkml:brush>
  </inkml:definitions>
  <inkml:trace contextRef="#ctx0" brushRef="#br0">1 660 5805 0 0,'11'-11'2049'0'0,"2"0"1"0"0,-1 1 0 0 0,16-10 0 0 0,25-21 548 0 0,0-10-1398 0 0,-1-2-1 0 0,-3-2 0 0 0,-2-3 1 0 0,-3-2-1 0 0,71-127 0 0 0,-78 107 1385 0 0,-37 79-2550 0 0,1 1 1 0 0,-1-1 0 0 0,0 0-1 0 0,0 1 1 0 0,0-1 0 0 0,1 1-1 0 0,-1-1 1 0 0,0 0 0 0 0,0 1-1 0 0,0-1 1 0 0,0 0 0 0 0,0 1-1 0 0,0-1 1 0 0,0 0 0 0 0,0 1-1 0 0,0-1 1 0 0,0 1 0 0 0,0-1-1 0 0,-1 0 1 0 0,1 1 0 0 0,0-1 0 0 0,0 0-1 0 0,-1 1 1 0 0,1-1 0 0 0,0 1-1 0 0,-1-1 1 0 0,1 1 0 0 0,0-1-1 0 0,-1 1 1 0 0,1-1 0 0 0,-1 1-1 0 0,1-1 1 0 0,-1 1 0 0 0,1 0-1 0 0,-1-1 1 0 0,1 1 0 0 0,-1 0-1 0 0,1-1 1 0 0,-1 1 0 0 0,0 0-1 0 0,1 0 1 0 0,-1 0 0 0 0,0-1-1 0 0,1 1 1 0 0,-1 0 0 0 0,1 0-1 0 0,-1 0 1 0 0,0 0 0 0 0,1 0-1 0 0,-1 0 1 0 0,0 0 0 0 0,1 0-1 0 0,-1 0 1 0 0,0 1 0 0 0,-17 13 414 0 0,2 1-1 0 0,0 1 1 0 0,1 1 0 0 0,1 0 0 0 0,-16 24 0 0 0,-58 105 1359 0 0,55-88-1831 0 0,-4 13 23 0 0,3 0 0 0 0,3 2 0 0 0,3 2 0 0 0,-22 94 0 0 0,33-69 0 0 0,10-38 0 0 0,4-42 0 0 0,0 0 0 0 0,3-19 0 0 0,0-1 0 0 0,0 0 0 0 0,0 1 0 0 0,0-1 0 0 0,-1 0 0 0 0,1 0 0 0 0,0 0 0 0 0,0 1 0 0 0,0-1 0 0 0,0 0 0 0 0,0 0 0 0 0,0 1 0 0 0,0-1 0 0 0,0 0 0 0 0,0 0 0 0 0,0 1 0 0 0,0-1 0 0 0,0 0 0 0 0,0 0 0 0 0,0 1 0 0 0,0-1 0 0 0,0 0 0 0 0,0 0 0 0 0,0 1 0 0 0,0-1 0 0 0,0 0 0 0 0,0 0 0 0 0,0 0 0 0 0,0 1 0 0 0,0-1 0 0 0,1 0 0 0 0,-1 0 0 0 0,0 1 0 0 0,0-1 0 0 0,0 0 0 0 0,0 0 0 0 0,1 0 0 0 0,-1 0 0 0 0,0 1 0 0 0,0-1 0 0 0,0 0 0 0 0,1 0 0 0 0,-1 0 0 0 0,0 0 0 0 0,0 0 0 0 0,1 0 0 0 0,-1 0 0 0 0,0 1 0 0 0,0-1 0 0 0,0 0 0 0 0,1 0 0 0 0,-1 0 0 0 0,0 0 0 0 0,0 0 0 0 0,1 0 0 0 0,-1 0 0 0 0,0 0 0 0 0,0 0 0 0 0,1 0 0 0 0,-1-1 0 0 0,1 1 0 0 0,4-2 0 0 0,1 0 0 0 0,-1-1 0 0 0,0 1 0 0 0,0-1 0 0 0,0-1 0 0 0,0 1 0 0 0,0-1 0 0 0,-1 1 0 0 0,1-1 0 0 0,-1-1 0 0 0,6-6 0 0 0,47-69 0 0 0,-8 11 0 0 0,-24 38 0 0 0,-12 14 0 0 0,0 0 0 0 0,2 0 0 0 0,0 2 0 0 0,1 0 0 0 0,0 0 0 0 0,1 2 0 0 0,28-18 0 0 0,-29 23 0 0 0,6 0 0 0 0,2 3 0 0 0,0 5 0 0 0,8 5 0 0 0,-26 2 0 0 0,-4-4 0 0 0,3 2 0 0 0,-1-1 0 0 0,0 1 0 0 0,0 0 0 0 0,0 0 0 0 0,0 0 0 0 0,-1 1 0 0 0,0-1 0 0 0,0 1 0 0 0,-1 0 0 0 0,0-1 0 0 0,0 1 0 0 0,0 0 0 0 0,0 0 0 0 0,-1 1 0 0 0,0-1 0 0 0,0 10 0 0 0,0 10 0 0 0,-1 1 0 0 0,-6 39 0 0 0,5-53 0 0 0,-27 166 0 0 0,28-177-12 0 0,0-1-1 0 0,-1 1 1 0 0,1-1 0 0 0,0 1-1 0 0,-1-1 1 0 0,1 0 0 0 0,-1 1-1 0 0,0-1 1 0 0,1 0 0 0 0,-1 0-1 0 0,0 1 1 0 0,0-1 0 0 0,0 0 0 0 0,0 0-1 0 0,0 0 1 0 0,0 0 0 0 0,0 0-1 0 0,0 0 1 0 0,0 0 0 0 0,0 0-1 0 0,0 0 1 0 0,-1-1 0 0 0,1 1-1 0 0,0 0 1 0 0,-1-1 0 0 0,-2 1-1 0 0,3 0-201 0 0,0-1 0 0 0,-1 1-1 0 0,1 0 1 0 0,0-1 0 0 0,-1 1-1 0 0,1 0 1 0 0,0 0 0 0 0,0 0 0 0 0,-1 0-1 0 0,1 0 1 0 0,0 0 0 0 0,0 0-1 0 0,-1 2 1 0 0,1 17-7030 0 0</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20:02:59.021"/>
    </inkml:context>
    <inkml:brush xml:id="br0">
      <inkml:brushProperty name="width" value="0.035" units="cm"/>
      <inkml:brushProperty name="height" value="0.035" units="cm"/>
      <inkml:brushProperty name="color" value="#004F8B"/>
    </inkml:brush>
  </inkml:definitions>
  <inkml:trace contextRef="#ctx0" brushRef="#br0">0 14 4924 0 0,'13'-10'5449'0'0,"-6"7"-661"0"0,0 3 4237 0 0,17 7-8291 0 0,-23-6-653 0 0,0-1-1 0 0,0 1 1 0 0,-1 0 0 0 0,1-1-1 0 0,0 1 1 0 0,0 0-1 0 0,-1 0 1 0 0,1 0-1 0 0,-1 0 1 0 0,1-1 0 0 0,-1 1-1 0 0,1 0 1 0 0,-1 0-1 0 0,1 0 1 0 0,-1 0 0 0 0,0 0-1 0 0,1 0 1 0 0,-1 0-1 0 0,0 1 1 0 0,0-1-1 0 0,0 2 1 0 0,1 29 831 0 0,-1-23-560 0 0,9 86 1505 0 0,-4-23-1266 0 0,4-2-1 0 0,2 1 1 0 0,4-1-1 0 0,30 88 1 0 0,-37-136-591 0 0,0-6 0 0 0,-8-15 0 0 0,1 0 0 0 0,-1-1 0 0 0,1 1 0 0 0,-1-1 0 0 0,1 1 0 0 0,-1-1 0 0 0,1 1 0 0 0,-1-1 0 0 0,1 1 0 0 0,-1-1 0 0 0,1 0 0 0 0,0 1 0 0 0,-1-1 0 0 0,1 0 0 0 0,0 0 0 0 0,-1 1 0 0 0,1-1 0 0 0,0 0 0 0 0,-1 0 0 0 0,1 0 0 0 0,0 0 0 0 0,0 0 0 0 0,-1 0 0 0 0,1 0 0 0 0,0 0 0 0 0,-1 0 0 0 0,3-1 0 0 0,3 1 0 0 0,-3-1 0 0 0,0 0 0 0 0,1 0 0 0 0,-1 0 0 0 0,0-1 0 0 0,0 1 0 0 0,0-1 0 0 0,0 0 0 0 0,0 0 0 0 0,0 0 0 0 0,0 0 0 0 0,-1 0 0 0 0,1 0 0 0 0,2-4 0 0 0,35-33 0 0 0,-3-1 0 0 0,-1-2 0 0 0,37-56 0 0 0,-69 92 0 0 0,98-155 0 0 0,-93 146 0 0 0,0-3 0 0 0,3 1 0 0 0,-1 1 0 0 0,-2 1 0 0 0,1 0 0 0 0,-1 0 0 0 0,-2 0 0 0 0,2 0 0 0 0,-5 6-217 0 0,-4 8-905 0 0,-6 30-10011 0 0,-2 12-1300 0 0,8-25 9253 0 0,0-12 246 0 0</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20:02:59.564"/>
    </inkml:context>
    <inkml:brush xml:id="br0">
      <inkml:brushProperty name="width" value="0.035" units="cm"/>
      <inkml:brushProperty name="height" value="0.035" units="cm"/>
      <inkml:brushProperty name="color" value="#004F8B"/>
    </inkml:brush>
  </inkml:definitions>
  <inkml:trace contextRef="#ctx0" brushRef="#br0">1 57 6021 0 0,'0'0'18444'0'0,"8"-1"-17405"0"0,129-16 3678 0 0,169-17-2376 0 0,-221 30-9658 0 0,-82 4 5586 0 0,23 3-4445 0 0,-8 2-6518 0 0,-14-3 10173 0 0,-3-2 3298 0 0</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20:02:59.930"/>
    </inkml:context>
    <inkml:brush xml:id="br0">
      <inkml:brushProperty name="width" value="0.035" units="cm"/>
      <inkml:brushProperty name="height" value="0.035" units="cm"/>
      <inkml:brushProperty name="color" value="#004F8B"/>
    </inkml:brush>
  </inkml:definitions>
  <inkml:trace contextRef="#ctx0" brushRef="#br0">1 0 6369 0 0,'0'0'9910'0'0,"8"2"-8162"0"0,23 4 149 0 0,1-2-1 0 0,-1-1 1 0 0,1-2-1 0 0,0-1 1 0 0,34-4-1 0 0,-18 1-688 0 0,76 5 0 0 0,-41 11-6145 0 0,-33-1-5807 0 0,-45-11 6432 0 0,14-1 1867 0 0</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22:22:37.731"/>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46 102 3376 0 0,'8'-26'14207'0'0,"-9"22"-13927"0"0,1 0 0 0 0,-1 0 0 0 0,1 0-1 0 0,-1 0 1 0 0,-1 1 0 0 0,1-1 0 0 0,0 0 0 0 0,-1 1 0 0 0,0-1 0 0 0,0 1 0 0 0,0-1 0 0 0,0 1-1 0 0,-4-5 1 0 0,-6-11 4158 0 0,12 19-4369 0 0,0 0 1 0 0,0 0 0 0 0,0 0-1 0 0,-1 0 1 0 0,1 0-1 0 0,0-1 1 0 0,0 1 0 0 0,0 0-1 0 0,0 0 1 0 0,-5 2 1741 0 0,5-2-1742 0 0,0 1 1 0 0,0-1 0 0 0,0 0-1 0 0,0 0 1 0 0,0 1 0 0 0,-1-1 45 0 0,0 1 1 0 0,0-1-1 0 0,1 1 1 0 0,-1 0 0 0 0,0-1-1 0 0,1 1 1 0 0,-1 0-1 0 0,0 0 1 0 0,1 0 0 0 0,-1-1-1 0 0,1 1 1 0 0,0 0 0 0 0,-1 0-1 0 0,1 0 1 0 0,-1 0-1 0 0,1 0 1 0 0,0 0 0 0 0,0 2-1 0 0,-3 70 1592 0 0,27 40-1707 0 0,-16-86 0 0 0,-2 0 0 0 0,-1 1 0 0 0,-1 0 0 0 0,-1 0 0 0 0,-1 36 0 0 0,-20 102 0 0 0,8-97 0 0 0,-1 120 0 0 0,10 19 0 0 0,1-161-2908 0 0,6 65 0 0 0,1-6-2371 0 0,-6-79 654 0 0,-1-1-1 0 0,-2 1 1 0 0,-7 41-1 0 0,4-45 1872 0 0</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22:22:39.556"/>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1759 35 4492 0 0,'17'-28'24941'0'0,"-17"21"-23145"0"0,2 37-258 0 0,-2-18-1538 0 0,-1 1 0 0 0,0-1 0 0 0,-1 1 0 0 0,0-1 0 0 0,-1 1 0 0 0,0-1 0 0 0,-10 21 0 0 0,-3 14 0 0 0,13-26 0 0 0,1 1 0 0 0,0-1 0 0 0,2 0 0 0 0,0 1 0 0 0,1-1 0 0 0,8 39 0 0 0,-4-29 0 0 0,-2-1 0 0 0,0 48 0 0 0,-3-35 0 0 0,0-16 0 0 0,-1 0 0 0 0,-1 0 0 0 0,-6 31 0 0 0,6-50 0 0 0,0 1 0 0 0,-1-1 0 0 0,0 0 0 0 0,0 0 0 0 0,-1 0 0 0 0,-5 10 0 0 0,1-3 0 0 0,0 0 0 0 0,2 0 0 0 0,0 1 0 0 0,0 0 0 0 0,2 0 0 0 0,-5 26 0 0 0,6-27 0 0 0,2 0 0 0 0,0 0 0 0 0,1 0 0 0 0,-1 0 0 0 0,2 0 0 0 0,-1 0 0 0 0,-2 1 0 0 0,2 0 0 0 0,0-1 0 0 0,-2 1 0 0 0,-1 1 0 0 0,0 3 0 0 0,5-19 0 0 0,-17 60 0 0 0,10-48 0 0 0,1-2 0 0 0,1-1 0 0 0,1 0 0 0 0,-3-3 0 0 0,-15 4 0 0 0,13-3 0 0 0,1 0 0 0 0,-4-1 0 0 0,-1-2 0 0 0,-3-2 0 0 0,-39 3 0 0 0,-175 30 0 0 0,193-28 0 0 0,1 2 0 0 0,1 1 0 0 0,0 2 0 0 0,-40 21 0 0 0,-6 11 0 0 0,-217 161 0 0 0,208-136 0 0 0,53-43 0 0 0,-2-3 0 0 0,-1-1 0 0 0,-1-1 0 0 0,0-3 0 0 0,-2-1 0 0 0,0-2 0 0 0,-75 19 0 0 0,110-34-360 0 0,0 1 1 0 0,0-2-1 0 0,0 1 1 0 0,0-1-1 0 0,0 0 1 0 0,0 0-1 0 0,-12-2 0 0 0,12 0-651 0 0,-1 0 0 0 0,1 0 0 0 0,0 0 0 0 0,0-1 0 0 0,0 0 0 0 0,0 0 0 0 0,0-1 0 0 0,0 1 0 0 0,1-1-1 0 0,-8-7 1 0 0,5 3-653 0 0,0 0 0 0 0,1 0 0 0 0,1-1 0 0 0,-1 0 0 0 0,1 0-1 0 0,-5-10 1 0 0,-10-35-2149 0 0,15 27 967 0 0</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22:22:40.860"/>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1 0 5813 0 0,'0'0'26353'0'0,"4"4"-25915"0"0,1-2-425 0 0,-1 1 1 0 0,0 0 0 0 0,0 0 0 0 0,0 1 0 0 0,0-1 0 0 0,-1 1-1 0 0,1 0 1 0 0,-1 0 0 0 0,0 0 0 0 0,0 0 0 0 0,3 7-1 0 0,0-1-15 0 0,6 3-3620 0 0</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22:22:43.569"/>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1750 252 5344 0 0,'0'0'3626'0'0,"0"5"-1966"0"0,0 3-760 0 0,1 0 1 0 0,0 0-1 0 0,1 0 1 0 0,-1 0-1 0 0,2 0 1 0 0,-1 0-1 0 0,1 0 1 0 0,0-1-1 0 0,0 0 1 0 0,1 1-1 0 0,0-1 0 0 0,1 0 1 0 0,-1-1-1 0 0,8 9 1 0 0,6 4 419 0 0,1 0-1 0 0,1-2 1 0 0,26 19-1 0 0,-42-34-1135 0 0,23 12 77 0 0,-26-13-246 0 0,1 0-1 0 0,0 0 0 0 0,0 0 0 0 0,0 0 0 0 0,0-1 1 0 0,0 1-1 0 0,0 0 0 0 0,0-1 0 0 0,1 0 0 0 0,-1 1 1 0 0,0-1-1 0 0,0 0 0 0 0,0 0 0 0 0,0 0 0 0 0,1 0 1 0 0,-1-1-1 0 0,3 0 0 0 0,0 1-44 0 0,-1-1 0 0 0,1 1 0 0 0,0-1 0 0 0,-1 0-1 0 0,1-1 1 0 0,-1 1 0 0 0,1-1 0 0 0,-1 0 0 0 0,0 0 0 0 0,0 0 0 0 0,0-1-1 0 0,0 1 1 0 0,0-1 0 0 0,0 0 0 0 0,-1 0 0 0 0,1-1 0 0 0,3-3 0 0 0,-2 0-43 0 0,-1 0 0 0 0,0 1 0 0 0,0-2 0 0 0,0 1 1 0 0,-1 0-1 0 0,0-1 0 0 0,0 1 0 0 0,-1-1 0 0 0,3-13 0 0 0,-3 8 49 0 0,0 0-1 0 0,-1-1 0 0 0,-1 1 0 0 0,0 0 0 0 0,-1 0 0 0 0,0-1 0 0 0,-1 1 0 0 0,0 0 0 0 0,-1 0 1 0 0,-1 1-1 0 0,0-1 0 0 0,-9-19 0 0 0,-17-31 137 0 0,27 56-121 0 0,0-1 0 0 0,-1 0 0 0 0,0 1 0 0 0,0 0 0 0 0,-1 0 0 0 0,0 0 1 0 0,-9-11-1 0 0,12 16-3 0 0,-1-2 13 0 0,1 1 0 0 0,-1 0 1 0 0,0 0-1 0 0,0 0 0 0 0,0 0 1 0 0,0 0-1 0 0,-1 1 1 0 0,1 0-1 0 0,-1-1 0 0 0,0 1 1 0 0,1 0-1 0 0,-1 1 0 0 0,0-1 1 0 0,0 1-1 0 0,0 0 1 0 0,0 0-1 0 0,0 0 0 0 0,-7-1 1 0 0,9 2 62 0 0,-46 8 708 0 0,34 0-549 0 0,2 0-1 0 0,-1 1 1 0 0,1 1 0 0 0,0 0 0 0 0,1 1 0 0 0,1 0 0 0 0,-1 0 0 0 0,-12 20 0 0 0,-38 38 540 0 0,-8-8-605 0 0,12-11 55 0 0,-69 78 1 0 0,116-112-214 0 0,2-3 0 0 0,-32 21 0 0 0,14-13 0 0 0,16-15 0 0 0,-3 0 0 0 0,1-1 0 0 0,-1-1 0 0 0,0-2 0 0 0,-4-3 0 0 0,-5-1 0 0 0,9-1 0 0 0,1-1 0 0 0,-1 0 0 0 0,1-1 0 0 0,-1 0 0 0 0,-22-14 0 0 0,22 11 0 0 0,1 0 0 0 0,0 0 0 0 0,1-2 0 0 0,-1 1 0 0 0,2-1 0 0 0,-1-1 0 0 0,1 0 0 0 0,1 0 0 0 0,-14-23 0 0 0,-60-77 0 0 0,75 102 0 0 0,2 0 0 0 0,0 0 0 0 0,-1 1 0 0 0,1-1 0 0 0,6 9 0 0 0,0 0 0 0 0,-1 0 0 0 0,1 0 0 0 0,0 0 0 0 0,0 1 0 0 0,0-1 0 0 0,0 0 0 0 0,0 0 0 0 0,0 0 0 0 0,0 0 0 0 0,0 0 0 0 0,0 0 0 0 0,0 0 0 0 0,0 0 0 0 0,0 0 0 0 0,-1 1 0 0 0,1-1 0 0 0,0 0 0 0 0,0 0 0 0 0,0 0 0 0 0,0 0 0 0 0,0 0 0 0 0,0 0 0 0 0,0 0 0 0 0,-1 0 0 0 0,1 0 0 0 0,0 0 0 0 0,0 0 0 0 0,0 0 0 0 0,0 0 0 0 0,0 0 0 0 0,0 0 0 0 0,-1 0 0 0 0,1 0 0 0 0,0 0 0 0 0,0 0 0 0 0,0 0 0 0 0,0 0 0 0 0,0 0 0 0 0,0 0 0 0 0,0 0 0 0 0,-1 0 0 0 0,1 0 0 0 0,0-1 0 0 0,0 1 0 0 0,0 0 0 0 0,0 0 0 0 0,0 0 0 0 0,0 0 0 0 0,0 0 0 0 0,0 0 0 0 0,0 0 0 0 0,0 0 0 0 0,-1 0 0 0 0,1-1 0 0 0,0 1 0 0 0,0 0 0 0 0,0 0 0 0 0,0 0 0 0 0,0 0 0 0 0,0 0 0 0 0,0 0 0 0 0,0 0 0 0 0,0-1 0 0 0,0 1 0 0 0,0 0 0 0 0,0 0 0 0 0,0 0 0 0 0,0 0 0 0 0,3 23 0 0 0,6 18 0 0 0,2-1 0 0 0,2-1 0 0 0,20 47 0 0 0,1-1 0 0 0,-33-81 0 0 0,1 2 0 0 0,5 9 0 0 0,-4-7 0 0 0,-1-3 0 0 0,43 122 0 0 0,-42-117 0 0 0,-1 1 0 0 0,-1-1 0 0 0,0 1 0 0 0,-1 0 0 0 0,0 0 0 0 0,0-1 0 0 0,-1 1 0 0 0,0 0 0 0 0,-1-1 0 0 0,-4 15 0 0 0,0-10 0 0 0,-1 0 0 0 0,-1-1 0 0 0,0 1 0 0 0,-1-2 0 0 0,0 1 0 0 0,-1-1 0 0 0,0-1 0 0 0,-1 1 0 0 0,-1-2 0 0 0,0 0 0 0 0,-1 0 0 0 0,0-1 0 0 0,0-1 0 0 0,-26 14 0 0 0,4-4 0 0 0,-1-2 0 0 0,0-2 0 0 0,-1-1 0 0 0,-1-2 0 0 0,-39 7 0 0 0,47-13 0 0 0,0-1 0 0 0,-1-1 0 0 0,1-2 0 0 0,-48-2 0 0 0,60-2 0 0 0,1 0 0 0 0,0-1 0 0 0,0-1 0 0 0,0 0 0 0 0,0-1 0 0 0,1-1 0 0 0,0-1 0 0 0,0 0 0 0 0,-22-14 0 0 0,17 6 0 0 0,1 0 0 0 0,1-1 0 0 0,1-1 0 0 0,0-1 0 0 0,1 0 0 0 0,-17-26 0 0 0,27 33 0 0 0,0 0 0 0 0,1-1 0 0 0,0 0 0 0 0,-5-19 0 0 0,-3-5 0 0 0,4 15 0 0 0,7 16 0 0 0,0 0 0 0 0,1 0 0 0 0,-1 0 0 0 0,1 0 0 0 0,1 0 0 0 0,-1 0 0 0 0,1-1 0 0 0,0 1 0 0 0,0-1 0 0 0,0 1 0 0 0,1-10 0 0 0,0 9 0 0 0,1 0 0 0 0,-1 0 0 0 0,0 0 0 0 0,-1 0 0 0 0,1 0 0 0 0,-3-9 0 0 0,-1-31 0 0 0,1 19 0 0 0,2 25 0 0 0,1 0 0 0 0,-1 0 0 0 0,1-1 0 0 0,0 1 0 0 0,-1 0 0 0 0,1 0 0 0 0,0-1 0 0 0,1 1 0 0 0,-1 0 0 0 0,0 0 0 0 0,0-1 0 0 0,1 1 0 0 0,1-3 0 0 0,7-17-621 0 0,2 1 1 0 0,0 1-1 0 0,2 0 1 0 0,0 1-1 0 0,25-29 1 0 0,89-79-6104 0 0,-73 76 4599 0 0,-44 41-423 0 0,0-1 0 0 0,0 0 0 0 0,-1 0 0 0 0,-1-1 0 0 0,12-21 0 0 0,-10 12-375 0 0</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22:22:44.382"/>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146 1 6501 0 0,'5'3'17218'0'0,"-8"-2"-17050"0"0,-14 9 1567 0 0,0 0 1 0 0,1 1-1 0 0,0 1 1 0 0,-20 18-1 0 0,32-24-1561 0 0,6-1-145 0 0,7-22-29 0 0,-3 7 0 0 0,-1 4 0 0 0,-3 0 0 0 0,-12-1 0 0 0,-4 5 0 0 0,2 1 0 0 0,-3 1 0 0 0,0 1 0 0 0,15-1 0 0 0,0-1 0 0 0,0 1 0 0 0,1 0 0 0 0,-1 0 0 0 0,0 0 0 0 0,0 0 1 0 0,0 0-1 0 0,0 0 0 0 0,0 0 0 0 0,0 0 0 0 0,0 0 0 0 0,0 0 0 0 0,1 0 0 0 0,-1 0 0 0 0,0-1 0 0 0,0 1 0 0 0,0 0 0 0 0,0 0 1 0 0,0 0-1 0 0,0 0 0 0 0,0 0 0 0 0,0 0 0 0 0,0 0 0 0 0,0-1 0 0 0,0 1 0 0 0,0 0 0 0 0,0 0 0 0 0,0 0 0 0 0,0 0 0 0 0,0 0 1 0 0,0-1-1 0 0,0 1 0 0 0,0 0 0 0 0,0 0 0 0 0,0 0 0 0 0,0 0 0 0 0,0 0 0 0 0,0 0 0 0 0,0-1 0 0 0,0 1 0 0 0,0 0 0 0 0,0 0 1 0 0,0 0-1 0 0,0 0 0 0 0,0 0 0 0 0,0 0 0 0 0,-1 0 0 0 0,1 0 0 0 0,0-1 0 0 0,0 1 0 0 0,0 0 0 0 0,0 0 0 0 0,0 0 0 0 0,0 0 1 0 0,0 0-1 0 0,0 0 0 0 0,-1 0 0 0 0,1 0 0 0 0,18-14-90 0 0,1 0-356 0 0</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3T22:22:46.015"/>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615 226 5148 0 0,'31'-16'23729'0'0,"-31"13"-23576"0"0,-1 0 0 0 0,0 1 1 0 0,0 0-1 0 0,0-1 0 0 0,0 1 1 0 0,0-1-1 0 0,-1 1 0 0 0,1 0 1 0 0,-1 0-1 0 0,1 0 0 0 0,-1 0 1 0 0,0 0-1 0 0,0 0 0 0 0,0 0 1 0 0,-2-1-1 0 0,-41-31 555 0 0,30 23-590 0 0,-6-5-71 0 0,0 1 0 0 0,-1 2 0 0 0,-1 0 0 0 0,0 1 0 0 0,0 2 0 0 0,-1 0 0 0 0,0 1 0 0 0,-1 2 0 0 0,0 0 0 0 0,0 2 0 0 0,-1 1 0 0 0,-39-2 0 0 0,57 5-47 0 0,0 1 0 0 0,0 0 0 0 0,-1 1 0 0 0,1 0 0 0 0,0 0 0 0 0,0 1 0 0 0,0 0 0 0 0,0 0 0 0 0,1 1 0 0 0,-1 0 0 0 0,0 0 0 0 0,1 1 0 0 0,0 0 0 0 0,0 0 0 0 0,-12 10 0 0 0,12-7 0 0 0,1 0 0 0 0,-1 0 0 0 0,1 1 0 0 0,1 0 0 0 0,-1 0 0 0 0,2 1 0 0 0,-1-1 0 0 0,1 1 0 0 0,0 0 0 0 0,1 0 0 0 0,-4 15 0 0 0,1 4 0 0 0,2 1 0 0 0,1 0 0 0 0,1 0 0 0 0,2 0 0 0 0,1 1 0 0 0,1-1 0 0 0,8 38 0 0 0,117 416 0 0 0,-112-437 0 0 0,7 23 0 0 0,-2-7 0 0 0,19 95 0 0 0,-35-138 0 0 0,-2 0 0 0 0,0 0 0 0 0,-1 0 0 0 0,-1 1 0 0 0,-1-1 0 0 0,-1 0 0 0 0,0 0 0 0 0,-2 0 0 0 0,-8 30 0 0 0,2-24-2707 0 0,-22 44-17591 0 0,16-44 15409 0 0</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29:53.486"/>
    </inkml:context>
    <inkml:brush xml:id="br0">
      <inkml:brushProperty name="width" value="0.035" units="cm"/>
      <inkml:brushProperty name="height" value="0.035" units="cm"/>
      <inkml:brushProperty name="color" value="#E71224"/>
    </inkml:brush>
  </inkml:definitions>
  <inkml:trace contextRef="#ctx0" brushRef="#br0">272 306 7045 0 0,'0'0'7548'0'0,"5"-2"-5927"0"0,14-4 6046 0 0,1 1-149 0 0,-15 7-6162 0 0,0 18-1344 0 0,3-2-12 0 0,-2-6 0 0 0,2-2-16 0 0,-6-8-256 0 0,0 1 0 0 0,-1-1 0 0 0,2 0 0 0 0,-1 1 0 0 0,0-1 0 0 0,0 0 0 0 0,1-1 0 0 0,-1 1 0 0 0,1 0 0 0 0,-1-1 0 0 0,1 1 0 0 0,0-1 0 0 0,0 0 0 0 0,-1 0 0 0 0,1 0 0 0 0,0 0 0 0 0,0 0 0 0 0,4 0 0 0 0,-3-1-48 0 0,-1-2-933 0 0,6-4 958 0 0,-1-1 0 0 0,0 0 0 0 0,0 0 0 0 0,-1 0 0 0 0,9-12 0 0 0,-14 17 194 0 0,2-4 33 0 0,-1 1 1 0 0,1-1-1 0 0,-1 0 0 0 0,0 0 1 0 0,-1-1-1 0 0,1 1 0 0 0,2-13 0 0 0,-5 17 77 0 0,1 1 0 0 0,-1 0-1 0 0,0-1 1 0 0,0 1 0 0 0,0 0-1 0 0,0 0 1 0 0,0-1-1 0 0,0 1 1 0 0,-1 0 0 0 0,1-1-1 0 0,0 1 1 0 0,-1 0-1 0 0,1 0 1 0 0,0-1 0 0 0,-1 1-1 0 0,0 0 1 0 0,1 0-1 0 0,-1 0 1 0 0,0 0 0 0 0,0 0-1 0 0,1 0 1 0 0,-2-2-1 0 0,-30-12 783 0 0,29 14-547 0 0,-1 1-134 0 0,-12 0 3 0 0,12 0 171 0 0,0 1-135 0 0,-11 4 20 0 0,0 1 0 0 0,0 0 0 0 0,1 0 0 0 0,0 2 1 0 0,0 0-1 0 0,1 0 0 0 0,-15 13 0 0 0,11-10-168 0 0,7-4 50 0 0,1 0 0 0 0,-1 1 0 0 0,1 0 0 0 0,-13 16 0 0 0,12-13-53 0 0,3-4 46 0 0,0 0-1 0 0,-1-1 0 0 0,0 0 1 0 0,0-1-1 0 0,0 1 1 0 0,-1-2-1 0 0,1 1 0 0 0,-1-1 1 0 0,-12 4-1 0 0,11-5 78 0 0,-1-1-1 0 0,1 0 0 0 0,-1-1 1 0 0,1 0-1 0 0,-1 0 0 0 0,1-1 1 0 0,-12-1-1 0 0,17 0 5 0 0,-3-13 640 0 0,7 7-659 0 0,0 0 0 0 0,0 1 1 0 0,1-1-1 0 0,0 0 0 0 0,0 1 0 0 0,0-1 1 0 0,1 0-1 0 0,0 1 0 0 0,0-1 0 0 0,1 0 1 0 0,0 1-1 0 0,0 0 0 0 0,1-1 0 0 0,-1 1 0 0 0,1 0 1 0 0,5-7-1 0 0,6-16 684 0 0,16-57 1 0 0,-20 30-791 0 0,-6 35 0 0 0,-1 4 0 0 0,-1-1 0 0 0,-2-3 0 0 0,-1 2 0 0 0,2 3-84 0 0,0 13-368 0 0,-3-7 799 0 0,2 5-2486 0 0</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29:54.276"/>
    </inkml:context>
    <inkml:brush xml:id="br0">
      <inkml:brushProperty name="width" value="0.035" units="cm"/>
      <inkml:brushProperty name="height" value="0.035" units="cm"/>
      <inkml:brushProperty name="color" value="#E71224"/>
    </inkml:brush>
  </inkml:definitions>
  <inkml:trace contextRef="#ctx0" brushRef="#br0">131 21 7637 0 0,'0'0'4899'0'0,"0"-4"-2731"0"0,-5-13 14867 0 0,4 26-16636 0 0,-7 50 195 0 0,2 3-573 0 0,-19 79-1 0 0,3-58-4081 0 0,17-67-216 0 0,-1 0 1 0 0,0 0-1 0 0,-2 0 1 0 0,1-1-1 0 0,-18 24 1 0 0,19-28 1527 0 0</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29:55.540"/>
    </inkml:context>
    <inkml:brush xml:id="br0">
      <inkml:brushProperty name="width" value="0.035" units="cm"/>
      <inkml:brushProperty name="height" value="0.035" units="cm"/>
      <inkml:brushProperty name="color" value="#E71224"/>
    </inkml:brush>
  </inkml:definitions>
  <inkml:trace contextRef="#ctx0" brushRef="#br0">608 10 5136 0 0,'14'-10'20392'0'0,"-23"67"-18421"0"0,4-26-910 0 0,-3 45 0 0 0,-4 24-811 0 0,11-98-267 0 0,0 1 0 0 0,1 0 0 0 0,-1-1 0 0 0,0 1 0 0 0,0-1 1 0 0,0 1-1 0 0,-1-1 0 0 0,1 1 0 0 0,-1-1 0 0 0,1 0 0 0 0,-1 0 0 0 0,0 1 0 0 0,0-1 1 0 0,0-1-1 0 0,0 1 0 0 0,0 0 0 0 0,-3 2 0 0 0,-37 22-220 0 0,21-16 240 0 0,0-1-1 0 0,-1 0 1 0 0,0-2-1 0 0,0-1 1 0 0,0 0 0 0 0,-1-2-1 0 0,0 0 1 0 0,0-2-1 0 0,-24 0 1 0 0,45-2-62 0 0,-29-5-546 0 0,13 4-39 0 0,16 0 334 0 0,1 1 191 0 0,0 0-1 0 0,0 0 1 0 0,0 0-1 0 0,1 0 1 0 0,-1 0 0 0 0,0-1-1 0 0,0 1 1 0 0,0 0 0 0 0,0 0-1 0 0,1-1 1 0 0,-1 1 0 0 0,0-1-1 0 0,0 1 1 0 0,1-1 0 0 0,-1 1-1 0 0,0-1 1 0 0,1 1 0 0 0,-1-1-1 0 0,1 1 1 0 0,-1-1 0 0 0,0 0-1 0 0,1 1 1 0 0,-1-1 0 0 0,1 0-1 0 0,0 0 1 0 0,-1 1-1 0 0,1-1 1 0 0,0 0 0 0 0,-1 0-1 0 0,1 0 1 0 0,0 1 0 0 0,0-1-1 0 0,0 0 1 0 0,-1-1 0 0 0,3-23-2069 0 0,-1 22 2010 0 0,25-4-548 0 0,-24 6 693 0 0,0-1 1 0 0,1 1-1 0 0,-1 1 1 0 0,0-1-1 0 0,1 0 1 0 0,-1 0 0 0 0,1 1-1 0 0,-1-1 1 0 0,1 1-1 0 0,2 0 1 0 0,56-10-112 0 0,-58 10 208 0 0,43 11 333 0 0,-44-10-253 0 0,23 21 991 0 0,-25-14-867 0 0,0-1 1 0 0,0 1-1 0 0,0-1 1 0 0,-1 0-1 0 0,0 1 1 0 0,0-1-1 0 0,-1 0 0 0 0,0 0 1 0 0,0 1-1 0 0,0-2 1 0 0,-6 12-1 0 0,0-3 233 0 0,-1 0 0 0 0,0 0 0 0 0,0 0-1 0 0,-13 12 1 0 0,5-7-336 0 0,-1-1 0 0 0,-1-1 1 0 0,-1 0-1 0 0,-28 19 0 0 0,35-29-1601 0 0,1-1 1 0 0,-1 0-1 0 0,-22 7 0 0 0,26-10-1193 0 0,-1-1-1 0 0,0-1 1 0 0,0 0-1 0 0,0-1 1 0 0,-18 1-1 0 0,18-3-427 0 0,-23-3 283 0 0</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29:57.065"/>
    </inkml:context>
    <inkml:brush xml:id="br0">
      <inkml:brushProperty name="width" value="0.035" units="cm"/>
      <inkml:brushProperty name="height" value="0.035" units="cm"/>
      <inkml:brushProperty name="color" value="#E71224"/>
    </inkml:brush>
  </inkml:definitions>
  <inkml:trace contextRef="#ctx0" brushRef="#br0">859 67 3900 0 0,'10'-2'19157'0'0,"-47"7"-18979"0"0,27-4 83 0 0,0-3-419 0 0,10 2 119 0 0,-1 0 0 0 0,0 0-1 0 0,0 0 1 0 0,0 0 0 0 0,1 0 0 0 0,-1 0-1 0 0,0 0 1 0 0,0 0 0 0 0,0 0 0 0 0,1 0-1 0 0,-1 0 1 0 0,0-1 0 0 0,0 1 0 0 0,1 0-1 0 0,-1-1 1 0 0,0 1 0 0 0,0 0 0 0 0,1-1-1 0 0,-1 1 1 0 0,0-1 0 0 0,1 1 0 0 0,-2-2-1 0 0,2 1-29 0 0,0-1 0 0 0,0 1 0 0 0,0 0 0 0 0,0-1 0 0 0,0 1-1 0 0,1-1 1 0 0,-1 1 0 0 0,0 0 0 0 0,1-1 0 0 0,-1 1-1 0 0,1 0 1 0 0,-1-1 0 0 0,1 1 0 0 0,0 0 0 0 0,-1 0 0 0 0,1 0-1 0 0,0-1 1 0 0,0 1 0 0 0,0 0 0 0 0,0 0 0 0 0,0 0 0 0 0,0 0-1 0 0,1-1 1 0 0,0 1 243 0 0,2-3-328 0 0,37-6-975 0 0,-37 8 1114 0 0,34 7-137 0 0,-35-4 166 0 0,0 0 0 0 0,0-1 0 0 0,-1 1-1 0 0,1 0 1 0 0,0 0 0 0 0,-1 0 0 0 0,1 1 0 0 0,-1-1 0 0 0,0 1 0 0 0,1-1-1 0 0,-1 1 1 0 0,0 0 0 0 0,0 0 0 0 0,0 0 0 0 0,0 0 0 0 0,0 0-1 0 0,0 0 1 0 0,-1 1 0 0 0,1-1 0 0 0,1 4 0 0 0,-2-5 31 0 0,18 43 451 0 0,-19-41-439 0 0,-1-1 1 0 0,1 0-1 0 0,-1 1 1 0 0,1-1-1 0 0,-1 0 1 0 0,0 0-1 0 0,0 1 1 0 0,0-1-1 0 0,0 0 1 0 0,0 0-1 0 0,0 0 1 0 0,0 0-1 0 0,-1 0 1 0 0,1-1-1 0 0,-1 1 1 0 0,0 0-1 0 0,1-1 1 0 0,-1 1-1 0 0,0-1 1 0 0,0 1-1 0 0,0-1 1 0 0,0 0-1 0 0,0 0 1 0 0,0 0-1 0 0,0 0 1 0 0,-1 0 0 0 0,1 0-1 0 0,-3 0 1 0 0,-15 6 365 0 0,-1 0 0 0 0,-24 3 1 0 0,23-5-28 0 0,19-4-354 0 0,-199 45 2155 0 0,197-45-2151 0 0,-1 0 1 0 0,0-1 0 0 0,1 1-1 0 0,-1-1 1 0 0,1 0 0 0 0,-1-1-1 0 0,1 1 1 0 0,-1-1 0 0 0,1 0-1 0 0,-9-3 1 0 0,12 3-16 0 0,0-2-45 0 0,1 1 2 0 0,-1-1 0 0 0,1 1-1 0 0,0 0 1 0 0,0-1-1 0 0,0 1 1 0 0,0-1-1 0 0,0 1 1 0 0,0-1-1 0 0,1 1 1 0 0,-1-1 0 0 0,1 1-1 0 0,0-1 1 0 0,0 0-1 0 0,0 1 1 0 0,0-1-1 0 0,0 1 1 0 0,1-1-1 0 0,-1 0 1 0 0,1 1 0 0 0,-1-1-1 0 0,1 1 1 0 0,0-1-1 0 0,0 1 1 0 0,0 0-1 0 0,0-1 1 0 0,4-3-1 0 0,1-6-71 0 0,2 1-1 0 0,-1 0 1 0 0,19-18-1 0 0,-25 27 102 0 0,1 1-24 0 0,6-7 16 0 0,-6 7-34 0 0,0-1-35 0 0,5-4 34 0 0,-6 4 395 0 0,-7 7-283 0 0,-55 32 1222 0 0,-2-2 0 0 0,-124 49 0 0 0,172-77-1003 0 0,-1-1 97 0 0,1 0 1 0 0,-1-1-1 0 0,0 0 1 0 0,0-2-1 0 0,-24 3 1 0 0,21-4-403 0 0,-4-2 0 0 0,-4-3 0 0 0,10-3 0 0 0,-2-1 0 0 0,5-1 0 0 0,1-4 0 0 0,2-2 0 0 0,4-3 0 0 0,4-3 0 0 0,2 18 0 0 0,1 0 0 0 0,-1-1 0 0 0,1 1 0 0 0,0 0 0 0 0,0 0 0 0 0,0 0 0 0 0,0 0 0 0 0,0 0 0 0 0,1 0 0 0 0,-1-1 0 0 0,0 1 0 0 0,1 0 0 0 0,0 0 0 0 0,-1 0 0 0 0,1 0 0 0 0,0 0 0 0 0,0 0 0 0 0,0 1 0 0 0,3-5 0 0 0,1 1 0 0 0,-2-1-3 0 0,2 0 0 0 0,-1 0-1 0 0,1 0 1 0 0,0 1 0 0 0,0 0 0 0 0,0 0 0 0 0,1 0 0 0 0,0 1-1 0 0,12-7 1 0 0,25-9-3033 0 0,-25 13-308 0 0,53-22-17869 0 0,-57 23 19188 0 0,2 0-744 0 0</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29:57.443"/>
    </inkml:context>
    <inkml:brush xml:id="br0">
      <inkml:brushProperty name="width" value="0.035" units="cm"/>
      <inkml:brushProperty name="height" value="0.035" units="cm"/>
      <inkml:brushProperty name="color" value="#E71224"/>
    </inkml:brush>
  </inkml:definitions>
  <inkml:trace contextRef="#ctx0" brushRef="#br0">1 17 6337 0 0,'0'0'19447'0'0,"8"-1"-18683"0"0,111-12-1863 0 0,-76 11-4237 0 0,-6 1-5869 0 0</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29:57.781"/>
    </inkml:context>
    <inkml:brush xml:id="br0">
      <inkml:brushProperty name="width" value="0.035" units="cm"/>
      <inkml:brushProperty name="height" value="0.035" units="cm"/>
      <inkml:brushProperty name="color" value="#E71224"/>
    </inkml:brush>
  </inkml:definitions>
  <inkml:trace contextRef="#ctx0" brushRef="#br0">1 16 6285 0 0,'0'0'5132'0'0,"26"-4"-968"0"0,1 2-887 0 0,7 1-2149 0 0,-18 1-628 0 0,15 0-1144 0 0,-14-2-308 0 0,9 2-4813 0 0,-12-2 2037 0 0,5-2-2661 0 0</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29:58.735"/>
    </inkml:context>
    <inkml:brush xml:id="br0">
      <inkml:brushProperty name="width" value="0.035" units="cm"/>
      <inkml:brushProperty name="height" value="0.035" units="cm"/>
      <inkml:brushProperty name="color" value="#E71224"/>
    </inkml:brush>
  </inkml:definitions>
  <inkml:trace contextRef="#ctx0" brushRef="#br0">59 20 8609 0 0,'7'-19'14553'0'0,"-10"29"-6135"0"0,-3 7-5829 0 0,1-2-3991 0 0,-10 54 928 0 0,-6 79 0 0 0,18-103-3271 0 0,2 1-3326 0 0,-2-6-1358 0 0,-1-18 1482 0 0,-1 2 3948 0 0</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29:59.203"/>
    </inkml:context>
    <inkml:brush xml:id="br0">
      <inkml:brushProperty name="width" value="0.035" units="cm"/>
      <inkml:brushProperty name="height" value="0.035" units="cm"/>
      <inkml:brushProperty name="color" value="#E71224"/>
    </inkml:brush>
  </inkml:definitions>
  <inkml:trace contextRef="#ctx0" brushRef="#br0">667 13 6049 0 0,'8'-13'14293'0'0,"-10"27"-11674"0"0,-9 18-3527 0 0,3-12 4303 0 0,-8 12-1846 0 0,-2 0 0 0 0,-2-1 0 0 0,-31 40 0 0 0,20-34-1055 0 0,-2-1 0 0 0,-44 37 1 0 0,29-34-628 0 0,-1-3-1 0 0,-1-1 1 0 0,-2-3 0 0 0,-91 42 0 0 0,104-60-5175 0 0,13-11-5846 0 0</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29:59.549"/>
    </inkml:context>
    <inkml:brush xml:id="br0">
      <inkml:brushProperty name="width" value="0.035" units="cm"/>
      <inkml:brushProperty name="height" value="0.035" units="cm"/>
      <inkml:brushProperty name="color" value="#E71224"/>
    </inkml:brush>
  </inkml:definitions>
  <inkml:trace contextRef="#ctx0" brushRef="#br0">1 78 5825 0 0,'69'-60'12728'0'0,"-67"58"-11786"0"0,8-8 887 0 0,-10 10-1695 0 0,0-1 0 0 0,1 1 0 0 0,-1-1 0 0 0,0 1-1 0 0,0 0 1 0 0,1 0 0 0 0,-1-1 0 0 0,0 1 0 0 0,1 0 0 0 0,-1-1-1 0 0,0 1 1 0 0,1 0 0 0 0,-1 0 0 0 0,0 0 0 0 0,1-1-1 0 0,-1 1 1 0 0,0 0 0 0 0,1 0 0 0 0,-1 0 0 0 0,1 0 0 0 0,-1 0-1 0 0,0 0 1 0 0,1 0 0 0 0,-1 0 0 0 0,1 0 0 0 0,-1 0 0 0 0,0 0-1 0 0,1 0 1 0 0,-1 0 0 0 0,1 0 0 0 0,-1 0 0 0 0,0 0-1 0 0,1 0 1 0 0,-1 0 0 0 0,1 1 0 0 0,0-1 0 0 0,2 9 13 0 0,0 1 1 0 0,0 0 0 0 0,-1-1-1 0 0,0 1 1 0 0,0 0 0 0 0,-1 0-1 0 0,0 14 1 0 0,-6 71-6978 0 0,4-87 4323 0 0,2 0 0 0 0,-1 0 1 0 0,1 0-1 0 0,1 1 0 0 0,2 9 1 0 0,1-5-481 0 0</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29:59.940"/>
    </inkml:context>
    <inkml:brush xml:id="br0">
      <inkml:brushProperty name="width" value="0.035" units="cm"/>
      <inkml:brushProperty name="height" value="0.035" units="cm"/>
      <inkml:brushProperty name="color" value="#E71224"/>
    </inkml:brush>
  </inkml:definitions>
  <inkml:trace contextRef="#ctx0" brushRef="#br0">592 15 5785 0 0,'0'0'3414'0'0,"-16"-14"1177"0"0,0 14-3035 0 0,1 1 0 0 0,-1 1 0 0 0,1 1 0 0 0,-19 5 0 0 0,6 1 650 0 0,-42 19 1 0 0,-110 72 1525 0 0,178-99-3702 0 0,-115 79-2440 0 0,80-52-3034 0 0,1 1-5573 0 0,31-24 6603 0 0,2 1 3272 0 0,2-4 183 0 0,0 1-1908 0 0</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00.658"/>
    </inkml:context>
    <inkml:brush xml:id="br0">
      <inkml:brushProperty name="width" value="0.035" units="cm"/>
      <inkml:brushProperty name="height" value="0.035" units="cm"/>
      <inkml:brushProperty name="color" value="#E71224"/>
    </inkml:brush>
  </inkml:definitions>
  <inkml:trace contextRef="#ctx0" brushRef="#br0">337 0 4504 0 0,'0'0'9225'0'0,"3"3"-8281"0"0,0 0-571 0 0,0 0 0 0 0,-1 1 0 0 0,1-1 0 0 0,-1 0 0 0 0,0 1 0 0 0,0 0 0 0 0,0-1 1 0 0,-1 1-1 0 0,0 0 0 0 0,1 0 0 0 0,-1 0 0 0 0,0 0 0 0 0,-1 0 0 0 0,1 0 0 0 0,-1 0 0 0 0,0 0 1 0 0,0 0-1 0 0,-1 8 0 0 0,-1 18 1653 0 0,-11 47 1 0 0,3-20-950 0 0,7 5-2 0 0,4-48-859 0 0,-2 1 1 0 0,0-1 0 0 0,0 0 0 0 0,-6 24-1 0 0,5-32-154 0 0,0-1 0 0 0,0 0-1 0 0,-1 1 1 0 0,0-1 0 0 0,0 0-1 0 0,0 0 1 0 0,0-1 0 0 0,-1 1 0 0 0,0-1-1 0 0,0 1 1 0 0,0-1 0 0 0,0 0-1 0 0,-1-1 1 0 0,1 1 0 0 0,-9 4-1 0 0,7-5 38 0 0,0 0-1 0 0,-1 0 0 0 0,1-1 1 0 0,-1 1-1 0 0,1-1 1 0 0,-1-1-1 0 0,0 1 0 0 0,0-1 1 0 0,1-1-1 0 0,-1 1 0 0 0,0-1 1 0 0,0 0-1 0 0,0-1 0 0 0,0 0 1 0 0,0 0-1 0 0,1 0 0 0 0,-1-1 1 0 0,0 0-1 0 0,1 0 0 0 0,-1 0 1 0 0,1-1-1 0 0,-12-7 0 0 0,10 5-73 0 0,1 0 0 0 0,0 0-1 0 0,0-1 1 0 0,0 1-1 0 0,1-2 1 0 0,0 1 0 0 0,0-1-1 0 0,0 0 1 0 0,1 0-1 0 0,0 0 1 0 0,1-1 0 0 0,0 0-1 0 0,0 1 1 0 0,0-2 0 0 0,1 1-1 0 0,0 0 1 0 0,1-1-1 0 0,-2-10 1 0 0,2 11-179 0 0,2 1 1 0 0,-1-1-1 0 0,1 0 0 0 0,0 0 0 0 0,1 1 1 0 0,0-1-1 0 0,0 0 0 0 0,1 1 1 0 0,0-1-1 0 0,0 1 0 0 0,0-1 0 0 0,1 1 1 0 0,0 0-1 0 0,7-10 0 0 0,28-32-6221 0 0,7 3-4363 0 0,-14 16 1232 0 0,-18 17 6644 0 0</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01.095"/>
    </inkml:context>
    <inkml:brush xml:id="br0">
      <inkml:brushProperty name="width" value="0.035" units="cm"/>
      <inkml:brushProperty name="height" value="0.035" units="cm"/>
      <inkml:brushProperty name="color" value="#E71224"/>
    </inkml:brush>
  </inkml:definitions>
  <inkml:trace contextRef="#ctx0" brushRef="#br0">58 14 7125 0 0,'0'0'16673'0'0,"-6"5"-15981"0"0,-15 13-46 0 0,15-13 19 0 0,-9 15 2550 0 0,6-10-775 0 0,9-10-2384 0 0,0 0 1 0 0,0 0-1 0 0,0 0 1 0 0,0 0-1 0 0,0 0 1 0 0,0-1 451 0 0,0 1-451 0 0,0 0-1 0 0,0 0 1 0 0,0 0-1 0 0,0 0 1 0 0,0 0-1 0 0,0 0 1 0 0,-1 0-1 0 0,18-28-44 0 0,-15 24 13 0 0,0 1 1 0 0,1-1-1 0 0,-1 1 0 0 0,1 0 0 0 0,0 0 1 0 0,0 0-1 0 0,0 0 0 0 0,5-3 0 0 0,0-4-3569 0 0</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01.975"/>
    </inkml:context>
    <inkml:brush xml:id="br0">
      <inkml:brushProperty name="width" value="0.035" units="cm"/>
      <inkml:brushProperty name="height" value="0.035" units="cm"/>
      <inkml:brushProperty name="color" value="#E71224"/>
    </inkml:brush>
  </inkml:definitions>
  <inkml:trace contextRef="#ctx0" brushRef="#br0">532 59 8137 0 0,'0'0'2471'0'0,"-1"-5"-157"0"0,0 3-1850 0 0,0-1 0 0 0,0 1-1 0 0,0-1 1 0 0,0 1 0 0 0,-1 0 0 0 0,1 0 0 0 0,-1-1 0 0 0,0 1 0 0 0,1 0 0 0 0,-1 0-1 0 0,0 1 1 0 0,0-1 0 0 0,0 0 0 0 0,0 1 0 0 0,-1-1 0 0 0,1 1 0 0 0,0-1 0 0 0,-5 0-1 0 0,-1-2 488 0 0,0 2 0 0 0,0-1-1 0 0,-1 1 1 0 0,1 1-1 0 0,-17-2 1 0 0,-6 2 803 0 0,1 2 0 0 0,-45 6 1 0 0,16 5-1690 0 0,56-11-65 0 0,-12 3 0 0 0,-1 0 0 0 0,1 0 0 0 0,0 2 0 0 0,0 0 0 0 0,1 1 0 0 0,0 0 0 0 0,0 1 0 0 0,-20 16 0 0 0,24-13 0 0 0,1 3 0 0 0,3 1 0 0 0,3 1 0 0 0,8 5 0 0 0,4-6 0 0 0,-7-12 0 0 0,-1 1 0 0 0,2-1 0 0 0,-1-1 0 0 0,0 1 0 0 0,1 0 0 0 0,-1 0 0 0 0,1-1 0 0 0,0 0 0 0 0,0 1 0 0 0,0-1 0 0 0,0 0 0 0 0,0 0 0 0 0,5 2 0 0 0,12 5 0 0 0,25 17 0 0 0,11 6 0 0 0,-41-23 0 0 0,0 2 0 0 0,-2 0 0 0 0,-4 3 0 0 0,-2 2 0 0 0,-7 1 0 0 0,0-10 0 0 0,-1-1 0 0 0,-1 1 0 0 0,1-1 0 0 0,-1 0 0 0 0,0 1 0 0 0,-1-1 0 0 0,0 0 0 0 0,0 0 0 0 0,0 0 0 0 0,0-1 0 0 0,-1 1 0 0 0,0-1 0 0 0,-6 7 0 0 0,7-9 0 0 0,-8 9 0 0 0,0-1 0 0 0,0-1 0 0 0,-1 0 0 0 0,0-1 0 0 0,-1 0 0 0 0,0-1 0 0 0,-16 8 0 0 0,-28 4-1342 0 0,28-14-3057 0 0,2-4-3359 0 0,22-3 2400 0 0,-5-3 2496 0 0</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02.670"/>
    </inkml:context>
    <inkml:brush xml:id="br0">
      <inkml:brushProperty name="width" value="0.035" units="cm"/>
      <inkml:brushProperty name="height" value="0.035" units="cm"/>
      <inkml:brushProperty name="color" value="#E71224"/>
    </inkml:brush>
  </inkml:definitions>
  <inkml:trace contextRef="#ctx0" brushRef="#br0">47 0 5877 0 0,'10'1'21260'0'0,"-22"26"-20266"0"0,2-13 744 0 0,1-8-728 0 0,-15 29 878 0 0,22-22-1888 0 0,18 0 0 0 0,10-11 0 0 0,-2-7 0 0 0,-6-2 0 0 0,-2-1 0 0 0,-3-1 0 0 0,-5-2 0 0 0,-11-6 0 0 0,-14 4-203 0 0,2 6 299 0 0,7 4-3983 0 0</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05.332"/>
    </inkml:context>
    <inkml:brush xml:id="br0">
      <inkml:brushProperty name="width" value="0.035" units="cm"/>
      <inkml:brushProperty name="height" value="0.035" units="cm"/>
      <inkml:brushProperty name="color" value="#E71224"/>
    </inkml:brush>
  </inkml:definitions>
  <inkml:trace contextRef="#ctx0" brushRef="#br0">0 7 7393 0 0,'16'-6'24779'0'0,"3"21"-24278"0"0,-8 0-407 0 0,-3-1-94 0 0,0 0 0 0 0,2 1 0 0 0,13 19-2554 0 0,-18-14-7177 0 0</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05.677"/>
    </inkml:context>
    <inkml:brush xml:id="br0">
      <inkml:brushProperty name="width" value="0.035" units="cm"/>
      <inkml:brushProperty name="height" value="0.035" units="cm"/>
      <inkml:brushProperty name="color" value="#E71224"/>
    </inkml:brush>
  </inkml:definitions>
  <inkml:trace contextRef="#ctx0" brushRef="#br0">0 1 5016 0 0,'0'0'27472'0'0,"6"4"-27220"0"0,18 16-225 0 0,-14-1-27 0 0,-8 11 3 0 0,2 11-10552 0 0,-3-38 9071 0 0,-1 0 1 0 0,1 0-1 0 0,0 0 1 0 0,0-1-1 0 0,0 1 1 0 0,0 0-1 0 0,0-1 1 0 0,1 1-1 0 0,-1-1 0 0 0,1 0 1 0 0,3 4-1 0 0,4 3-1376 0 0</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03.556"/>
    </inkml:context>
    <inkml:brush xml:id="br0">
      <inkml:brushProperty name="width" value="0.035" units="cm"/>
      <inkml:brushProperty name="height" value="0.035" units="cm"/>
      <inkml:brushProperty name="color" value="#E71224"/>
    </inkml:brush>
  </inkml:definitions>
  <inkml:trace contextRef="#ctx0" brushRef="#br0">147 7 8837 0 0,'0'-7'16681'0'0,"-1"7"-16428"0"0,-16 8 7211 0 0,-3 6-6260 0 0,-14 10-3681 0 0,-2 0-569 0 0,25-16 1402 0 0,-3 1-3978 0 0,0-2-5352 0 0</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03.920"/>
    </inkml:context>
    <inkml:brush xml:id="br0">
      <inkml:brushProperty name="width" value="0.035" units="cm"/>
      <inkml:brushProperty name="height" value="0.035" units="cm"/>
      <inkml:brushProperty name="color" value="#E71224"/>
    </inkml:brush>
  </inkml:definitions>
  <inkml:trace contextRef="#ctx0" brushRef="#br0">126 7 4440 0 0,'-3'-7'13772'0'0,"1"8"-13900"0"0,-60 23 3220 0 0,29-2-4555 0 0,8 6-9299 0 0</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08.038"/>
    </inkml:context>
    <inkml:brush xml:id="br0">
      <inkml:brushProperty name="width" value="0.035" units="cm"/>
      <inkml:brushProperty name="height" value="0.035" units="cm"/>
      <inkml:brushProperty name="color" value="#E71224"/>
    </inkml:brush>
  </inkml:definitions>
  <inkml:trace contextRef="#ctx0" brushRef="#br0">1018 390 5364 0 0,'18'-3'1856'0'0,"-14"2"27"0"0,9 0 983 0 0,-5 0 2639 0 0,18-5 800 0 0,-26 6-6222 0 0,0-1 0 0 0,0 1 0 0 0,0 0 0 0 0,0 0 0 0 0,0 0-1 0 0,0 0 1 0 0,1-1 0 0 0,-1 1 0 0 0,0 0 0 0 0,-1 0 0 0 0,1 0 0 0 0,0 0 0 0 0,0-1 0 0 0,0 1 0 0 0,0 0 0 0 0,0 0 0 0 0,0 0 0 0 0,0 0 0 0 0,0-1 0 0 0,0 1 0 0 0,0 0 0 0 0,0 0 0 0 0,0 0 0 0 0,0 0 0 0 0,0 0 0 0 0,-1 0 0 0 0,1-1-1 0 0,0 1 1 0 0,0 0 0 0 0,0 0 0 0 0,0 0 0 0 0,0 0 0 0 0,-1 0 0 0 0,1 0 0 0 0,0 0 0 0 0,0 0 0 0 0,0 0 0 0 0,0 0 0 0 0,0 0 0 0 0,-1 0 0 0 0,1-1 0 0 0,0 1 0 0 0,0 0 0 0 0,0 0 0 0 0,0 0 0 0 0,-1 0 0 0 0,1 0 0 0 0,0 1 0 0 0,0-1-1 0 0,0 0 1 0 0,0 0 0 0 0,-1 0 0 0 0,1 0 0 0 0,0 0 0 0 0,0 0 0 0 0,0 0 0 0 0,0 0 0 0 0,-1 0 0 0 0,-51-5 4279 0 0,35 4-5153 0 0,-475-75 1269 0 0,390 58-433 0 0,36 4-45 0 0,-95-14 0 0 0,137 24 0 0 0,3-1 0 0 0,2 2 0 0 0,3-2 0 0 0,1 0 0 0 0,-3 0 0 0 0,-2-1 0 0 0,7 1-99 0 0,10 5-512 0 0,29-21-8263 0 0,-21 17 7796 0 0,-1 0 387 0 0,1 0 0 0 0,-1 0 0 0 0,1 1 0 0 0,-1-1-1 0 0,1 1 1 0 0,6-3 0 0 0,7-6-393 0 0,2-4 331 0 0,94-77 888 0 0,-85 74 17002 0 0,-34 27-17125 0 0,0 0 0 0 0,-1-1-1 0 0,0 0 1 0 0,0 0 0 0 0,-7 6 0 0 0,-10-1-24 0 0,19-10 18 0 0,-29 18-6 0 0,11-6 0 0 0,0 1 0 0 0,2 0 0 0 0,-1 2 0 0 0,2 0 0 0 0,-18 21 0 0 0,26-26 0 0 0,0-2 0 0 0,-2 0 0 0 0,3-1 0 0 0,9-9 0 0 0,1 0 0 0 0,0 0 0 0 0,0 0 0 0 0,-1 1 0 0 0,1-1 0 0 0,0 0 0 0 0,0 0 0 0 0,-1 1 0 0 0,1-1 0 0 0,0 0 0 0 0,0 0 0 0 0,0 1 0 0 0,-1-1 0 0 0,1 0 0 0 0,0 1 0 0 0,0-1 0 0 0,0 0 0 0 0,0 1 0 0 0,0-1 0 0 0,0 0 0 0 0,0 1 0 0 0,0-1 0 0 0,0 0 0 0 0,0 1 0 0 0,0-1 0 0 0,0 0 0 0 0,0 1 0 0 0,0-1 0 0 0,0 0 0 0 0,0 1 0 0 0,0-1 0 0 0,0 0 0 0 0,0 1 0 0 0,18 11 0 0 0,-2-6 0 0 0,-1 1 0 0 0,65 47 0 0 0,-64-42 20 0 0,-1 0-1 0 0,0 2 1 0 0,24 27-1 0 0,-19-8-4591 0 0,-19-31 3158 0 0,0 0 0 0 0,1 0 1 0 0,-1 0-1 0 0,1-1 0 0 0,0 1 0 0 0,0 0 0 0 0,0-1 0 0 0,-1 0 0 0 0,1 1 0 0 0,0-1 0 0 0,1 0 0 0 0,3 2 0 0 0,9 4-4516 0 0,-12-6 3152 0 0</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12.360"/>
    </inkml:context>
    <inkml:brush xml:id="br0">
      <inkml:brushProperty name="width" value="0.035" units="cm"/>
      <inkml:brushProperty name="height" value="0.035" units="cm"/>
      <inkml:brushProperty name="color" value="#E71224"/>
    </inkml:brush>
  </inkml:definitions>
  <inkml:trace contextRef="#ctx0" brushRef="#br0">1231 276 5332 0 0,'10'-9'3330'0'0,"-4"5"1349"0"0,-5 4-5153 0 0,6-5 2825 0 0,10-8 6894 0 0,-6-1-2065 0 0,-11 14-7151 0 0,0 0-1 0 0,0 0 1 0 0,1-1-1 0 0,-1 1 1 0 0,0 0-1 0 0,0 0 1 0 0,0-1-1 0 0,0 1 1 0 0,0 0-1 0 0,0 0 1 0 0,0-1-1 0 0,0 1 1 0 0,0 0-1 0 0,0-1 1 0 0,0 1-1 0 0,0 0 1 0 0,0 0-1 0 0,0-1 1 0 0,0 1-1 0 0,0 0 1 0 0,0-1-1 0 0,-1 1 1 0 0,1 0-1 0 0,0 0 1 0 0,0-1-1 0 0,0 1 1 0 0,0 0-1 0 0,0 0 1 0 0,-1 0 0 0 0,1-1-1 0 0,0 1 1 0 0,0 0-1 0 0,0 0 1 0 0,-1 0-1 0 0,1-1 1 0 0,0 1-1 0 0,0 0 1 0 0,-1 0-1 0 0,-21-9-16 0 0,-7 8-12 0 0,-21 10 0 0 0,11 1 0 0 0,31-10 0 0 0,-38 21 0 0 0,28-10 0 0 0,5 1 0 0 0,6 1 0 0 0,4 3 0 0 0,10 5 0 0 0,-3-14 0 0 0,0 0 0 0 0,1 0 0 0 0,0-1 0 0 0,1 0 0 0 0,11 10 0 0 0,-16-15 0 0 0,14 14 4 0 0,38 16-58 0 0,-47-27 50 0 0,-3-4-30 0 0,-1 1 1 0 0,0 0 0 0 0,0 0-1 0 0,1 0 1 0 0,-1 0 0 0 0,0 1-1 0 0,0-1 1 0 0,0 0 0 0 0,-1 1 0 0 0,1 0-1 0 0,0-1 1 0 0,2 5 0 0 0,-142 27 520 0 0,94-24-487 0 0,-26 0 0 0 0,46-7 0 0 0,2 0 0 0 0,-1-2 0 0 0,2-4 0 0 0,0-2 0 0 0,4-1 0 0 0,2-3 0 0 0,1-3 0 0 0,2-5 0 0 0,8 11 0 0 0,2 0 0 0 0,-1 1 0 0 0,1-1 0 0 0,0 0 0 0 0,1 0 0 0 0,-1-1 0 0 0,2 1 0 0 0,-1 0 0 0 0,1 0 0 0 0,0-1 0 0 0,0 1 0 0 0,1 0 0 0 0,2-14 0 0 0,-1 13 0 0 0,48-252 0 0 0,-48 239 0 0 0,1 4 0 0 0,0 1 0 0 0,-2 14 0 0 0,-2-3 0 0 0,-15 32 0 0 0,5 4 0 0 0,11-23 0 0 0,1-1 0 0 0,-33 140 0 0 0,10-61 0 0 0,3-15 0 0 0,15-51 0 0 0,2-1 0 0 0,-3-3 0 0 0,-2-2 0 0 0,-1 0 0 0 0,-2-6 0 0 0,-8-2 0 0 0,-6-11 0 0 0,4-7 0 0 0,10-1 0 0 0,1-3 0 0 0,2-2 0 0 0,-2-9 0 0 0,2 18 0 0 0,-11-10 0 0 0,4 6 0 0 0,-1 3 0 0 0,-4 4 0 0 0,-2 4 0 0 0,-4 7 0 0 0,10 4 0 0 0,1 1 0 0 0,1 4 0 0 0,2 1 0 0 0,1 0 0 0 0,2 0 0 0 0,1 2 0 0 0,3 1 0 0 0,3 1 0 0 0,5 0 0 0 0,-1-4 0 0 0,3-2 0 0 0,4 0 0 0 0,4-2 0 0 0,4-8 0 0 0,-13-4-220 0 0,1-1 0 0 0,-1 1 0 0 0,1-1 0 0 0,-1 0-1 0 0,0 0 1 0 0,0 0 0 0 0,0-1 0 0 0,0 0 0 0 0,0 0 0 0 0,0 0 0 0 0,-1-1 0 0 0,0 1 0 0 0,1-1-1 0 0,-1 0 1 0 0,4-6 0 0 0,2 1-195 0 0,-6 3 338 0 0,1 0 1 0 0,-1 0-1 0 0,0 0 0 0 0,0 0 1 0 0,-1-1-1 0 0,0 0 0 0 0,0 1 0 0 0,2-9 1 0 0,-4 11 121 0 0,0 1 15 0 0,1-39 265 0 0,-5 38-268 0 0,0 0 0 0 0,1 0-1 0 0,-1 0 1 0 0,-1 0 0 0 0,1 0 0 0 0,0 1 0 0 0,-1 0-1 0 0,0-1 1 0 0,0 2 0 0 0,0-1 0 0 0,0 0 0 0 0,0 1 0 0 0,0-1-1 0 0,-1 1 1 0 0,1 1 0 0 0,-8-3 0 0 0,-13-4 886 0 0,-49-7 0 0 0,43 9-172 0 0,19 3-353 0 0,-7 1-335 0 0,5 2-10 0 0,-13 0-73 0 0,-12 7 0 0 0,28 1 0 0 0,4-1 0 0 0,1-2 0 0 0,0 1 0 0 0,0-1 0 0 0,0 1 0 0 0,0 0 0 0 0,1 0 0 0 0,0 1 0 0 0,0 0 0 0 0,1 0 0 0 0,0 0 0 0 0,0 0 0 0 0,1 1 0 0 0,-1-1 0 0 0,-3 16 0 0 0,0-3 0 0 0,-37 119 368 0 0,8-22-1462 0 0,5-42-6137 0 0,-20 6-12582 0 0,45-72 16892 0 0</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13.326"/>
    </inkml:context>
    <inkml:brush xml:id="br0">
      <inkml:brushProperty name="width" value="0.035" units="cm"/>
      <inkml:brushProperty name="height" value="0.035" units="cm"/>
      <inkml:brushProperty name="color" value="#E71224"/>
    </inkml:brush>
  </inkml:definitions>
  <inkml:trace contextRef="#ctx0" brushRef="#br0">172 13 6277 0 0,'0'0'4711'0'0,"0"-2"-1798"0"0,-8-8 7561 0 0,-2 29-8455 0 0,1 1 0 0 0,-10 38 1 0 0,-18 109 451 0 0,6-19-2608 0 0,21-110-462 0 0,-1 0-3371 0 0,-26 72-19840 0 0</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14.748"/>
    </inkml:context>
    <inkml:brush xml:id="br0">
      <inkml:brushProperty name="width" value="0.035" units="cm"/>
      <inkml:brushProperty name="height" value="0.035" units="cm"/>
      <inkml:brushProperty name="color" value="#E71224"/>
    </inkml:brush>
  </inkml:definitions>
  <inkml:trace contextRef="#ctx0" brushRef="#br0">1103 14 5364 0 0,'8'-14'11363'0'0,"-11"30"-2789"0"0,-3 9-8755 0 0,-24 185 7645 0 0,16-90-7281 0 0,10-103-183 0 0,0 1 0 0 0,0-1 0 0 0,-2 0 0 0 0,0 0 0 0 0,-1-1 0 0 0,0 0 0 0 0,-2 0 0 0 0,1-1 0 0 0,-2 0 0 0 0,0 0 0 0 0,-1-1 0 0 0,-1 0 0 0 0,-21 19 0 0 0,32-32 0 0 0,-1 2 0 0 0,0 0 0 0 0,-1-1 0 0 0,1 1 0 0 0,-1-1 0 0 0,0 0 0 0 0,1 0 0 0 0,-1 0 0 0 0,0 0 0 0 0,0 0 0 0 0,-5 1 0 0 0,-17 8 0 0 0,6-3 0 0 0,-2-3 0 0 0,-2-5 0 0 0,-9-7 0 0 0,26 1 0 0 0,4 2 0 0 0,-3-1 0 0 0,0 0 0 0 0,1 0 0 0 0,0 0 0 0 0,0-1 0 0 0,0 1 0 0 0,0-1 0 0 0,1 0 0 0 0,0 0 0 0 0,0-1 0 0 0,1 1 0 0 0,0 0 0 0 0,0-1 0 0 0,0 0 0 0 0,1 1 0 0 0,0-1 0 0 0,0 0 0 0 0,1 0 0 0 0,0 0 0 0 0,1-11 0 0 0,-1 15 0 0 0,1-38 0 0 0,1-1 0 0 0,11-52 0 0 0,8-60 0 0 0,-18 135 0 0 0,0 2 0 0 0,1-1 0 0 0,-3 1 0 0 0,0 16 0 0 0,-2 1 0 0 0,1 0 0 0 0,0 0 0 0 0,0 0 0 0 0,0 0 0 0 0,0 0 0 0 0,0 0 0 0 0,0 0 0 0 0,-1 0 0 0 0,1 0 0 0 0,0 0 0 0 0,0 0 0 0 0,0 0 0 0 0,0 0 0 0 0,0 0 0 0 0,0 0 0 0 0,0 0 0 0 0,-1 0 0 0 0,1-1 0 0 0,0 1 0 0 0,0 0 0 0 0,0 0 0 0 0,0 0 0 0 0,0 0 0 0 0,0 0 0 0 0,0 0 0 0 0,0 0 0 0 0,0 0 0 0 0,-1 0 0 0 0,1 0 0 0 0,0-1 0 0 0,0 1 0 0 0,0 0 0 0 0,0 0 0 0 0,0 0 0 0 0,0 0 0 0 0,0 0 0 0 0,0 0 0 0 0,0-1 0 0 0,0 1 0 0 0,0 0 0 0 0,0 0 0 0 0,0 0 0 0 0,0 0 0 0 0,0 0 0 0 0,0 0 0 0 0,0 0 0 0 0,0-1 0 0 0,0 1 0 0 0,0 0 0 0 0,0 0 0 0 0,0 0 0 0 0,0 0 0 0 0,-17 29 0 0 0,2 3 0 0 0,1 1 0 0 0,-11 39 0 0 0,8-19 0 0 0,14-46 0 0 0,1 0 0 0 0,-1 0 0 0 0,1 1 0 0 0,1-1 0 0 0,-2 11 0 0 0,-2 18 0 0 0,2-13 0 0 0,-2-1 0 0 0,-1 1 0 0 0,-1-1 0 0 0,-1-1 0 0 0,-20 41 0 0 0,18-46 0 0 0,0 0 0 0 0,-2-2 0 0 0,0 1 0 0 0,0-1 0 0 0,-1-1 0 0 0,-15 12 0 0 0,25-20 0 0 0,-4-1 0 0 0,-24 12 0 0 0,12-7 0 0 0,1-2 0 0 0,1-3 0 0 0,-2-3 0 0 0,-2-8 0 0 0,7-9 0 0 0,10-5 0 0 0,3 14 0 0 0,-1 1 0 0 0,2-1 0 0 0,-1 0 0 0 0,1 0 0 0 0,0 0 0 0 0,0 0 0 0 0,1 0 0 0 0,0 0 0 0 0,0 0 0 0 0,4-11 0 0 0,0 0 0 0 0,-1 1 0 0 0,0-1 0 0 0,-1 0 0 0 0,1-31 0 0 0,-4 27 0 0 0,-3 2 0 0 0,1 2 0 0 0,-4 3 0 0 0,-4 2 0 0 0,-3 4 0 0 0,-9 3 0 0 0,19 5 0 0 0,-1 0 0 0 0,0 1 0 0 0,1-1 0 0 0,-1 1 0 0 0,0 0 0 0 0,0-1 0 0 0,0 2 0 0 0,1-1 0 0 0,-1 0 0 0 0,0 1 0 0 0,0 0 0 0 0,1 0 0 0 0,-1 0 0 0 0,1 0 0 0 0,-5 3 0 0 0,-11 3 0 0 0,-7-1 0 0 0,1 2 0 0 0,-1 0 0 0 0,2 2 0 0 0,-47 25 0 0 0,57-27 0 0 0,-1 2 0 0 0,-1-1 0 0 0,5 0 0 0 0,11-8 0 0 0,-1-1 0 0 0,1 0 0 0 0,0 1 0 0 0,0-1 0 0 0,-1 1 0 0 0,1-1 0 0 0,0 0 0 0 0,-1 1 0 0 0,1-1 0 0 0,0 1 0 0 0,0-1 0 0 0,0 1 0 0 0,0-1 0 0 0,0 1 0 0 0,-1-1 0 0 0,1 1 0 0 0,0-1 0 0 0,0 1 0 0 0,0-1 0 0 0,0 1 0 0 0,0-1 0 0 0,0 1 0 0 0,1-1 0 0 0,-1 1 0 0 0,0 0 0 0 0,16 11 0 0 0,6-8 0 0 0,-13-4 0 0 0,35 1 0 0 0,3-4 0 0 0,31-1 0 0 0,-2 2 0 0 0,-60 3 753 0 0,16-2-7580 0 0,-26 1 3699 0 0,1-1 0 0 0,-1 0 1 0 0,0 0-1 0 0,0 0 0 0 0,0-1 0 0 0,10-4 0 0 0,-3 0 130 0 0</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17.604"/>
    </inkml:context>
    <inkml:brush xml:id="br0">
      <inkml:brushProperty name="width" value="0.035" units="cm"/>
      <inkml:brushProperty name="height" value="0.035" units="cm"/>
      <inkml:brushProperty name="color" value="#E71224"/>
    </inkml:brush>
  </inkml:definitions>
  <inkml:trace contextRef="#ctx0" brushRef="#br0">1861 290 5424 0 0,'0'0'10584'0'0,"0"-4"-8951"0"0,0-15 11992 0 0,2 26-13212 0 0,6 20-66 0 0,-6-20 315 0 0,-1-5-587 0 0,4 8-71 0 0,6-2-4 0 0,-1-3-17 0 0,-7-4-152 0 0,-1 0 0 0 0,1 0 1 0 0,0-1-1 0 0,-1 1 0 0 0,1-1 0 0 0,-1 0 1 0 0,1 0-1 0 0,0 0 0 0 0,-1 0 0 0 0,1 0 1 0 0,0-1-1 0 0,-1 1 0 0 0,1-1 1 0 0,0 1-1 0 0,-1-1 0 0 0,1 0 0 0 0,-1 0 1 0 0,0 0-1 0 0,1-1 0 0 0,-1 1 1 0 0,0 0-1 0 0,0-1 0 0 0,1 0 0 0 0,-1 1 1 0 0,0-1-1 0 0,-1 0 0 0 0,1 0 0 0 0,0 0 1 0 0,-1 0-1 0 0,1 0 0 0 0,-1-1 1 0 0,1 1-1 0 0,1-5 0 0 0,-2 6 8 0 0,0-1 58 0 0,-1 1 103 0 0,1-1 0 0 0,0 1 1 0 0,-1 0-1 0 0,1-1 0 0 0,-1 1 0 0 0,0-1 0 0 0,1 0 0 0 0,-1 1 0 0 0,0-1 0 0 0,0 1 0 0 0,0-1 0 0 0,0 1 1 0 0,0-1-1 0 0,0-2 0 0 0,0 3 54 0 0,0-1 1 0 0,0 1 0 0 0,0 0-1 0 0,0-1 1 0 0,0 1-1 0 0,0 0 1 0 0,-1 0 0 0 0,1-1-1 0 0,0 1 1 0 0,-1 0-1 0 0,1 0 1 0 0,0-1 0 0 0,-1 1-1 0 0,0 0 1 0 0,1 0-1 0 0,-1 0 1 0 0,0 0 0 0 0,0 0-1 0 0,1 0 1 0 0,-1 0-1 0 0,0 0 1 0 0,0 0 0 0 0,-2-2-1 0 0,-6 3 227 0 0,0 0 0 0 0,0 0-1 0 0,0 1 1 0 0,0 0 0 0 0,0 1-1 0 0,0 0 1 0 0,-16 6 0 0 0,-71 27 1522 0 0,-4 6-1146 0 0,73-26-657 0 0,4-7 0 0 0,-25 8 0 0 0,29-11 0 0 0,-1-3 0 0 0,-4-4 0 0 0,4-6 0 0 0,11-4 0 0 0,5-1-14 0 0,4 10-73 0 0,2-4-70 0 0,0-1 0 0 0,0 1 0 0 0,1 1 0 0 0,0-1 0 0 0,1 0 0 0 0,-1 1 0 0 0,9-12 0 0 0,-11 16 65 0 0,27-46-827 0 0,-26 46 1391 0 0,-9 7-262 0 0,-6 7-104 0 0,-12 9 210 0 0,-1-1 0 0 0,-1-1 0 0 0,-1-1 0 0 0,-30 14 0 0 0,42-25-316 0 0,3 1 0 0 0,-2-1 0 0 0,-4-3 0 0 0,0-5 0 0 0,2-9 0 0 0,5-3 0 0 0,0-4 0 0 0,1 0 0 0 0,0-1 0 0 0,-12-30 0 0 0,17 35 0 0 0,-1 0 0 0 0,0 0 0 0 0,-9-12 0 0 0,8 10 0 0 0,-18-22 0 0 0,17 25 0 0 0,-4-4 0 0 0,-1 1 0 0 0,-1 1 0 0 0,-33-26 0 0 0,37 30 0 0 0,-1 1 0 0 0,12 9 0 0 0,0 0 0 0 0,-1 0 0 0 0,1 0 0 0 0,0 0 0 0 0,0 0 0 0 0,0 0 0 0 0,-1 0 0 0 0,1 0 0 0 0,0 0 0 0 0,0 0 0 0 0,0 0 0 0 0,0 0 0 0 0,-1 0 0 0 0,1-1 0 0 0,0 1 0 0 0,0 0 0 0 0,0 0 0 0 0,0 0 0 0 0,0 0 0 0 0,-1 0 0 0 0,1 0 0 0 0,0 0 0 0 0,0-1 0 0 0,0 1 0 0 0,0 0 0 0 0,0 0 0 0 0,0 0 0 0 0,0 0 0 0 0,0 0 0 0 0,0-1 0 0 0,-1 1 0 0 0,1 0 0 0 0,0 0 0 0 0,0 0 0 0 0,0 0 0 0 0,0-1 0 0 0,0 1 0 0 0,0 0 0 0 0,0 0 0 0 0,0 0 0 0 0,0 0 0 0 0,0-1 0 0 0,0 1 0 0 0,0 0 0 0 0,0 0 0 0 0,0 0 0 0 0,1 0 0 0 0,-1-1 0 0 0,0 1 0 0 0,0 0 0 0 0,0 0 0 0 0,0 0 0 0 0,0 0 0 0 0,0-1 0 0 0,0 1 0 0 0,0 0 0 0 0,0 0 0 0 0,1 0 0 0 0,-1 0 0 0 0,0 0 0 0 0,0 0 0 0 0,0 0 0 0 0,1-1 0 0 0,29-1 0 0 0,155-3-6087 0 0,-181 5 5718 0 0,60 0-1012 0 0,-59 0 1517 0 0,5-1-182 0 0,-10 1 90 0 0,0 0-1 0 0,0 0 1 0 0,0 0-1 0 0,0 0 1 0 0,-1 0-1 0 0,1 0 1 0 0,0 0-1 0 0,0 0 1 0 0,0 1-1 0 0,0-1 1 0 0,0 0-1 0 0,0 0 1 0 0,0 0 0 0 0,-1 0-1 0 0,1 0 1 0 0,0 1-1 0 0,0-1 1 0 0,0 0-1 0 0,0 0 1 0 0,0 0-1 0 0,0 0 1 0 0,0 1-1 0 0,0-1 1 0 0,0 0-1 0 0,0 0 1 0 0,0 0-1 0 0,0 0 1 0 0,0 1-1 0 0,0-1 1 0 0,0 0-1 0 0,0 0 1 0 0,0 0-1 0 0,0 0 1 0 0,0 1-1 0 0,0-1 1 0 0,1 0-1 0 0,-1 0 1 0 0,0 0-1 0 0,0 0 1 0 0,0 1-1 0 0,0-1 1 0 0,0 0-1 0 0,0 0 1 0 0,0 0-1 0 0,1 0 1 0 0,-1 0-1 0 0,0 0 1 0 0,0 0-1 0 0,0 1 1 0 0,0-1-1 0 0,0 0 1 0 0,1 0-1 0 0,-1 0 1 0 0,0 0-1 0 0,0 0 1 0 0,0 0-1 0 0,0 0 1 0 0,1 0-1 0 0,-1 0 1 0 0,0 0-1 0 0,0 0 1 0 0,0 0-1 0 0,0 0 1 0 0,1 0-1 0 0,-1 0 1 0 0,-29 28 724 0 0,0 0 0 0 0,-2-2 0 0 0,-2-2 0 0 0,0-1-1 0 0,-37 20 1 0 0,-193 86-500 0 0,164-90-268 0 0,83-34 0 0 0,-2 2 0 0 0,18-7 0 0 0,0 0 0 0 0,-1 1 0 0 0,1-1 0 0 0,0 0 0 0 0,0 0 0 0 0,-1 0 0 0 0,1 1 0 0 0,0-1 0 0 0,-1 0 0 0 0,1 0 0 0 0,0 0 0 0 0,-1 0 0 0 0,1 0 0 0 0,0 0 0 0 0,0 0 0 0 0,-1 0 0 0 0,1 0 0 0 0,0 0 0 0 0,-1 0 0 0 0,1 0 0 0 0,0 0 0 0 0,-1 0 0 0 0,1 0 0 0 0,0 0 0 0 0,-1 0 0 0 0,1 0 0 0 0,0 0 0 0 0,-1 0 0 0 0,1 0 0 0 0,0-1 0 0 0,-1 1 0 0 0,1 0 0 0 0,0 0 0 0 0,0 0 0 0 0,-1-1 0 0 0,1 1 0 0 0,0 0 0 0 0,0 0 0 0 0,0-1 0 0 0,-1 1 0 0 0,1-1 0 0 0,5-26 0 0 0,5 5-23 0 0,1 1 0 0 0,1 0 0 0 0,0 0 0 0 0,26-30 0 0 0,-20 28-267 0 0,32-46-200 0 0,-49 68 495 0 0,0 0 1 0 0,0 0 0 0 0,0 0 0 0 0,0 0-1 0 0,-1 0 1 0 0,1 0 0 0 0,0 0 0 0 0,-1-1-1 0 0,1 1 1 0 0,-1 0 0 0 0,1 0 0 0 0,-1-1 0 0 0,0 1-1 0 0,0 0 1 0 0,1-1 0 0 0,-1 1 0 0 0,0-1-1 0 0,0 1 1 0 0,0 0 0 0 0,0-1 0 0 0,-1 1-1 0 0,1 0 1 0 0,0-1 0 0 0,0 1 0 0 0,-1 0-1 0 0,1-1 1 0 0,-1 1 0 0 0,1 0 0 0 0,-1 0-1 0 0,0-1 1 0 0,0 0 0 0 0,-2-1 5 0 0,1 1-1 0 0,0 0 1 0 0,-1 0-1 0 0,1 0 1 0 0,-1 0-1 0 0,1 1 1 0 0,-1-1-1 0 0,0 1 1 0 0,0-1-1 0 0,-5-1 1 0 0,5 2 99 0 0,-18-1 200 0 0,13 1-225 0 0,-12 1-11 0 0,-9 1-58 0 0,19-2-16 0 0,-1 2 0 0 0,1 0 0 0 0,0 0 0 0 0,0 0 0 0 0,0 2 0 0 0,0-1 0 0 0,1 1 0 0 0,-1 0 0 0 0,1 1 0 0 0,-1 0 0 0 0,1 1 0 0 0,0 0 0 0 0,-15 12 0 0 0,-8 8 0 0 0,2 1 0 0 0,1 1 0 0 0,1 2 0 0 0,2 1 0 0 0,-43 62 0 0 0,54-72 0 0 0,-8 8 0 0 0,3-6 0 0 0,2-2 0 0 0,-1 0 0 0 0,-8 5 0 0 0,10-10 0 0 0,15-14 0 0 0,-41 20 0 0 0,24-12 0 0 0,-2-3 0 0 0,1-1 0 0 0,-1-3 0 0 0,18-1 10 0 0,0-1-1 0 0,0 0 1 0 0,0 0-1 0 0,0 0 1 0 0,0 0-1 0 0,-1-1 1 0 0,1 1 0 0 0,0-1-1 0 0,0 0 1 0 0,0 0-1 0 0,0 0 1 0 0,0 0-1 0 0,0 0 1 0 0,-2-3-1 0 0,-5 0-569 0 0,1 4-552 0 0,8-1 601 0 0,0 1 1 0 0,0-1-1 0 0,0 1 0 0 0,0-1 0 0 0,0 1 0 0 0,0-1 1 0 0,0 0-1 0 0,0 0 0 0 0,0 1 0 0 0,1-1 0 0 0,-1 0 1 0 0,0 0-1 0 0,0 0 0 0 0,1 0 0 0 0,-1 0 0 0 0,1 0 1 0 0,-1 0-1 0 0,1 0 0 0 0,-1 0 0 0 0,1 0 0 0 0,-1 0 1 0 0,1-2-1 0 0,-6-19-15127 0 0,3 3 12714 0 0</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17.983"/>
    </inkml:context>
    <inkml:brush xml:id="br0">
      <inkml:brushProperty name="width" value="0.035" units="cm"/>
      <inkml:brushProperty name="height" value="0.035" units="cm"/>
      <inkml:brushProperty name="color" value="#E71224"/>
    </inkml:brush>
  </inkml:definitions>
  <inkml:trace contextRef="#ctx0" brushRef="#br0">1 0 9533 0 0,'1'2'887'0'0,"1"0"0"0"0,0-1 0 0 0,-1 1-1 0 0,1-1 1 0 0,0 0 0 0 0,0 1 0 0 0,0-1 0 0 0,0 0 0 0 0,0 0 0 0 0,0 0 0 0 0,5 1-1 0 0,27 4 4309 0 0,-11-3-3168 0 0,-9-2-1054 0 0,-10-1-791 0 0,52 5 1989 0 0,-18-3-3536 0 0,-7-3-3380 0 0,0-3-4653 0 0,-18 0 3660 0 0,4-5 3213 0 0,-9 4 179 0 0,3-2-512 0 0</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18.796"/>
    </inkml:context>
    <inkml:brush xml:id="br0">
      <inkml:brushProperty name="width" value="0.035" units="cm"/>
      <inkml:brushProperty name="height" value="0.035" units="cm"/>
      <inkml:brushProperty name="color" value="#E71224"/>
    </inkml:brush>
  </inkml:definitions>
  <inkml:trace contextRef="#ctx0" brushRef="#br0">397 181 7393 0 0,'0'0'13449'0'0,"-8"4"-12102"0"0,-40 18 1688 0 0,-60 29 4508 0 0,108-51-7543 0 0,-1 1 0 0 0,1-1 0 0 0,-1 0 0 0 0,1 0 0 0 0,-1 1 0 0 0,0-1 0 0 0,1 0 0 0 0,-1 0 0 0 0,1 0 0 0 0,-1 0 0 0 0,0 0 0 0 0,1 0 0 0 0,-1 0 0 0 0,0 0 0 0 0,1 0 0 0 0,-1 0 0 0 0,1 0 0 0 0,-1 0 0 0 0,0 0 0 0 0,1 0 0 0 0,-1-1 0 0 0,0 1 0 0 0,-13-19 0 0 0,12-2 0 0 0,3 18-47 0 0,0 0-1 0 0,-1 0 1 0 0,0 1 0 0 0,1-1-1 0 0,-1 0 1 0 0,0 0 0 0 0,0 0-1 0 0,-1 0 1 0 0,1 0 0 0 0,-1 1-1 0 0,1-1 1 0 0,-1 0 0 0 0,0 0-1 0 0,-2-4 1 0 0,0 3 97 0 0,2 1-170 0 0,-2 3-29 0 0,-1-1 156 0 0,0 1 0 0 0,0 0 0 0 0,1 1 0 0 0,-1-1 0 0 0,0 1 0 0 0,0-1 0 0 0,-5 3 0 0 0,-68 17 866 0 0,58-16-873 0 0,-4-3 0 0 0,2-3 0 0 0,7-12 0 0 0,13-9 0 0 0,18-22 917 0 0,11 5-6287 0 0,9 6-5087 0 0,3 6-3891 0 0,-25 21 11563 0 0</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19.456"/>
    </inkml:context>
    <inkml:brush xml:id="br0">
      <inkml:brushProperty name="width" value="0.035" units="cm"/>
      <inkml:brushProperty name="height" value="0.035" units="cm"/>
      <inkml:brushProperty name="color" value="#E71224"/>
    </inkml:brush>
  </inkml:definitions>
  <inkml:trace contextRef="#ctx0" brushRef="#br0">12 37 6849 0 0,'0'0'25307'0'0,"-1"-4"-24795"0"0,-4-17-413 0 0,0 11-212 0 0,4 9-849 0 0</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20.274"/>
    </inkml:context>
    <inkml:brush xml:id="br0">
      <inkml:brushProperty name="width" value="0.035" units="cm"/>
      <inkml:brushProperty name="height" value="0.035" units="cm"/>
      <inkml:brushProperty name="color" value="#E71224"/>
    </inkml:brush>
  </inkml:definitions>
  <inkml:trace contextRef="#ctx0" brushRef="#br0">68 9 4964 0 0,'-2'-9'26786'0'0,"-26"22"-26612"0"0,21-9-26 0 0,4-1-2303 0 0,-8 1 3435 0 0,2-1-2117 0 0,2 0-4805 0 0</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20.765"/>
    </inkml:context>
    <inkml:brush xml:id="br0">
      <inkml:brushProperty name="width" value="0.035" units="cm"/>
      <inkml:brushProperty name="height" value="0.035" units="cm"/>
      <inkml:brushProperty name="color" value="#E71224"/>
    </inkml:brush>
  </inkml:definitions>
  <inkml:trace contextRef="#ctx0" brushRef="#br0">49 16 5497 0 0,'0'0'18126'0'0,"-6"3"-17373"0"0,-19 9-14 0 0,19-8 1510 0 0,-2 1-1492 0 0,4-4-97 0 0,7-5 3271 0 0,17-19-4033 0 0,-16 19-3229 0 0,5-4 5839 0 0,-6 7-4920 0 0</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25.903"/>
    </inkml:context>
    <inkml:brush xml:id="br0">
      <inkml:brushProperty name="width" value="0.035" units="cm"/>
      <inkml:brushProperty name="height" value="0.035" units="cm"/>
      <inkml:brushProperty name="color" value="#E71224"/>
    </inkml:brush>
  </inkml:definitions>
  <inkml:trace contextRef="#ctx0" brushRef="#br0">373 60 6305 0 0,'0'0'2841'0'0,"-2"-4"-97"0"0,1 0-2051 0 0,-1 1 0 0 0,0 0-1 0 0,0 0 1 0 0,0 0 0 0 0,0 0-1 0 0,0 0 1 0 0,-1 1 0 0 0,1-1-1 0 0,-1 1 1 0 0,0-1-1 0 0,0 1 1 0 0,0 0 0 0 0,0 0-1 0 0,0 0 1 0 0,0 0 0 0 0,0 1-1 0 0,-7-3 1 0 0,0 2 241 0 0,0 0 1 0 0,0 0-1 0 0,0 1 0 0 0,0 0 1 0 0,0 0-1 0 0,0 2 0 0 0,-1-1 1 0 0,-16 4-1 0 0,4 1-934 0 0,12-1 0 0 0,-8 4 0 0 0,5 5 0 0 0,-34 35 0 0 0,-9 13 0 0 0,48-51 0 0 0,-3 5 0 0 0,1 1 0 0 0,5-1 0 0 0,5 2 0 0 0,1-14 0 0 0,0 1 0 0 0,1 0 0 0 0,-1 0 0 0 0,1 0 0 0 0,0 0 0 0 0,0-1 0 0 0,0 1 0 0 0,1 0 0 0 0,-1-1 0 0 0,1 1 0 0 0,0-1 0 0 0,0 1 0 0 0,0-1 0 0 0,0 0 0 0 0,0 0 0 0 0,1 0 0 0 0,3 4 0 0 0,-3-5 0 0 0,14 22 0 0 0,1 0 0 0 0,1-1 0 0 0,1-1 0 0 0,26 22 0 0 0,53 57 0 0 0,-95-98 0 0 0,10 18 0 0 0,-9-6 0 0 0,-3 1 0 0 0,-9 5 0 0 0,7-19 0 0 0,-1 0 0 0 0,0 0 0 0 0,0 0 0 0 0,0 0 0 0 0,0 0 0 0 0,0 0 0 0 0,0 0 0 0 0,0-1 0 0 0,0 1 0 0 0,-1 0 0 0 0,1-1 0 0 0,-1 1 0 0 0,1-1 0 0 0,-1 1 0 0 0,0-1 0 0 0,1 0 0 0 0,-1 0 0 0 0,-3 2 0 0 0,-3 0 0 0 0,-44 23 125 0 0,15-10-1536 0 0,34-15-615 0 0,-10 7-5535 0 0</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26.324"/>
    </inkml:context>
    <inkml:brush xml:id="br0">
      <inkml:brushProperty name="width" value="0.035" units="cm"/>
      <inkml:brushProperty name="height" value="0.035" units="cm"/>
      <inkml:brushProperty name="color" value="#E71224"/>
    </inkml:brush>
  </inkml:definitions>
  <inkml:trace contextRef="#ctx0" brushRef="#br0">117 58 9469 0 0,'0'2'6500'0'0,"-11"13"1897"0"0,4-15-7401 0 0,-4 1 1048 0 0,-37 21 3317 0 0,35-14-5361 0 0,0 1 0 0 0,0-2 0 0 0,30-22 153 0 0,26-27-12831 0 0,8-9-3046 0 0,-37 38 12782 0 0</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27.251"/>
    </inkml:context>
    <inkml:brush xml:id="br0">
      <inkml:brushProperty name="width" value="0.035" units="cm"/>
      <inkml:brushProperty name="height" value="0.035" units="cm"/>
      <inkml:brushProperty name="color" value="#E71224"/>
    </inkml:brush>
  </inkml:definitions>
  <inkml:trace contextRef="#ctx0" brushRef="#br0">360 35 8109 0 0,'0'0'11979'0'0,"-4"-5"-10442"0"0,2 2-1390 0 0,0 1 141 0 0,1 0-1 0 0,-1 0 0 0 0,1 0 0 0 0,-1 0 0 0 0,0 1 0 0 0,0-1 0 0 0,0 0 0 0 0,0 1 0 0 0,0 0 0 0 0,0-1 0 0 0,0 1 0 0 0,0 0 0 0 0,-1 0 0 0 0,1 0 0 0 0,-1 0 0 0 0,1 0 0 0 0,-4 0 0 0 0,-7 1 601 0 0,0 0 0 0 0,1 1 0 0 0,-1 0 0 0 0,1 1 0 0 0,-14 3 0 0 0,9 0-763 0 0,0 0 0 0 0,0 1 0 0 0,-19 11 0 0 0,6-3-125 0 0,1 6 0 0 0,-3 4 0 0 0,17-13 0 0 0,2 2 0 0 0,4-2 0 0 0,2 2 0 0 0,5 1 0 0 0,6 15 0 0 0,4-22 0 0 0,-6-5 0 0 0,0 1 0 0 0,0-1 0 0 0,1 1 0 0 0,-1-1 0 0 0,0 1 0 0 0,1-1 0 0 0,-1 0 0 0 0,1 1 0 0 0,0-2 0 0 0,0 1 0 0 0,0 0 0 0 0,0 0 0 0 0,0-1 0 0 0,4 2 0 0 0,8 3 0 0 0,23 14 0 0 0,50 19 0 0 0,41 19 0 0 0,-90-34 0 0 0,-34-21 0 0 0,-1-1 0 0 0,0 0 0 0 0,-1 0 0 0 0,0 1 0 0 0,1 0 0 0 0,-1-1 0 0 0,0 1 0 0 0,0 0 0 0 0,-1 0 0 0 0,1 0 0 0 0,-1 1 0 0 0,1-1 0 0 0,-1 1 0 0 0,0-1 0 0 0,0 1 0 0 0,-1 0 0 0 0,1 0 0 0 0,-1 0 0 0 0,0 0 0 0 0,0 0 0 0 0,0 0 0 0 0,0 0 0 0 0,0 8 0 0 0,-1 7 0 0 0,-3 3 0 0 0,-1-3 0 0 0,2-13 0 0 0,-9 26 0 0 0,-7-18 0 0 0,0-4 0 0 0,-5 1 16 0 0,-1 0 1 0 0,-45 14-1 0 0,13-14-2893 0 0</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0:27.819"/>
    </inkml:context>
    <inkml:brush xml:id="br0">
      <inkml:brushProperty name="width" value="0.035" units="cm"/>
      <inkml:brushProperty name="height" value="0.035" units="cm"/>
      <inkml:brushProperty name="color" value="#E71224"/>
    </inkml:brush>
  </inkml:definitions>
  <inkml:trace contextRef="#ctx0" brushRef="#br0">118 1 7913 0 0,'0'0'20451'0'0,"-9"3"-19096"0"0,-1-2-920 0 0,7-1-269 0 0,0 1 0 0 0,-1 0 0 0 0,1-1 0 0 0,-1 1 0 0 0,1 1 1 0 0,0-1-1 0 0,0 0 0 0 0,0 1 0 0 0,0-1 0 0 0,0 1 0 0 0,0 0 0 0 0,0 0 0 0 0,0 1 1 0 0,-2 2-1 0 0,-28 21-45 0 0,24-14-121 0 0,8-12 0 0 0,1 1 0 0 0,0 0 0 0 0,-1-1 0 0 0,1 1 0 0 0,0 0 0 0 0,0-1 0 0 0,0 1 0 0 0,0 0 0 0 0,0-1 0 0 0,0 1 0 0 0,0 0 0 0 0,0-1 0 0 0,0 1 0 0 0,0 0 0 0 0,0-1 0 0 0,0 1 0 0 0,0 0 0 0 0,0-1 0 0 0,1 1 0 0 0,-1-1 0 0 0,1 2 0 0 0,-1-1 0 0 0,1 0 0 0 0,-1-1 0 0 0,1 1 0 0 0,0-1 0 0 0,-1 1 0 0 0,1 0 0 0 0,0-1 0 0 0,0 1 0 0 0,-1-1 0 0 0,1 1 0 0 0,0-1 0 0 0,0 0 0 0 0,0 1 0 0 0,0-1 0 0 0,-1 0 0 0 0,1 0 0 0 0,0 1 0 0 0,0-1 0 0 0,0 0 0 0 0,0 0 0 0 0,0 0 0 0 0,0 0 0 0 0,1 0 0 0 0,30-13 0 0 0,-17 1 0 0 0,-6 2 0 0 0,-8 9 0 0 0,-1 0 0 0 0,0 1 0 0 0,0-1 0 0 0,0 0 0 0 0,1 0 0 0 0,-1 1 0 0 0,0-1 0 0 0,0 0 0 0 0,0 1 0 0 0,0-1 0 0 0,0 0 0 0 0,0 1 0 0 0,-1-1 0 0 0,1 0 0 0 0,0 0 0 0 0,0 1 0 0 0,0-1 0 0 0,-1 1 0 0 0,1-1 0 0 0,0 0 0 0 0,-1 1 0 0 0,0-2 0 0 0,-8-3 2026 0 0,-16-2-13151 0 0,-2 9-3705 0 0,14 8 10266 0 0,6 0 1590 0 0</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39.368"/>
    </inkml:context>
    <inkml:brush xml:id="br0">
      <inkml:brushProperty name="width" value="0.035" units="cm"/>
      <inkml:brushProperty name="height" value="0.035" units="cm"/>
      <inkml:brushProperty name="color" value="#E71224"/>
    </inkml:brush>
  </inkml:definitions>
  <inkml:trace contextRef="#ctx0" brushRef="#br0">1015 109 4924 0 0,'0'0'1811'0'0,"8"-5"1982"0"0,22-16 13222 0 0,-28 19-16597 0 0,0-1-39 0 0,4-1 3988 0 0,-6 3-4366 0 0,0 1 0 0 0,0 0 0 0 0,0 0 1 0 0,0 0-1 0 0,1 0 0 0 0,-1 0 0 0 0,0 0 0 0 0,0 0 0 0 0,0 0 1 0 0,0 0-1 0 0,1 0 0 0 0,-1-1 0 0 0,0 1 0 0 0,0 0 0 0 0,0 0 0 0 0,0 0 1 0 0,0 0-1 0 0,0 0 0 0 0,1-1 0 0 0,-1 1 0 0 0,0 0 0 0 0,0 0 1 0 0,0 0-1 0 0,0 0 0 0 0,0-1 0 0 0,0 1 0 0 0,0 0 0 0 0,0 0 0 0 0,0 0 1 0 0,0-1-1 0 0,0 1 0 0 0,0 0 0 0 0,0 0 0 0 0,0 0 0 0 0,0-1 1 0 0,0 1-1 0 0,0 0 0 0 0,0 0 0 0 0,0 0 0 0 0,0 0 0 0 0,0-1 0 0 0,0 1 1 0 0,0 0-1 0 0,0 0 0 0 0,-1 0 0 0 0,1 0 0 0 0,0-1 0 0 0,0 1 1 0 0,0 0-1 0 0,0 0 0 0 0,-1 0 0 0 0,-30-2-1 0 0,1 7 0 0 0,8 3 0 0 0,1-2 0 0 0,1 1 0 0 0,9-2 0 0 0,-6 8 0 0 0,2-2 0 0 0,1 1 0 0 0,4 2 0 0 0,2 0 0 0 0,9 4 0 0 0,1-12 0 0 0,0-1 0 0 0,1 0 0 0 0,-1 0 0 0 0,1 0 0 0 0,0 0 0 0 0,1 0 0 0 0,-1 0 0 0 0,1-1 0 0 0,0 0 0 0 0,0 0 0 0 0,0 0 0 0 0,1 0 0 0 0,-1 0 0 0 0,6 2 0 0 0,10 6-1 0 0,1-1 0 0 0,31 11 0 0 0,-29-12-1 0 0,21 6-1349 0 0,-43-16 1258 0 0,4 1-34 0 0,1 0 132 0 0,-10-1-185 0 0,-50 2 492 0 0,0 2-1 0 0,1 3 1 0 0,0 2-1 0 0,-57 18 1 0 0,39-10-119 0 0,7-7-193 0 0,47-10 0 0 0,4-8 0 0 0,7-8 0 0 0,9-3 0 0 0,6-9 1 0 0,2 0 1 0 0,0 1-1 0 0,2 0 1 0 0,17-25-1 0 0,9-20-400 0 0,-26 46 95 0 0,32-47 1 0 0,-44 72 353 0 0,0-1-72 0 0,2-7 4 0 0,-2 6 31 0 0,3-2 6 0 0,-4 5-12 0 0,0 0 1 0 0,0 0 0 0 0,0 0-1 0 0,0 0 1 0 0,0 0 0 0 0,-1 0 0 0 0,1 0-1 0 0,0 0 1 0 0,0 1 0 0 0,0-1-1 0 0,0 0 1 0 0,0 0 0 0 0,0 0-1 0 0,0 0 1 0 0,0 0 0 0 0,0 0 0 0 0,-1 0-1 0 0,1 0 1 0 0,0 0 0 0 0,0 0-1 0 0,0 0 1 0 0,0 0 0 0 0,0 0 0 0 0,0 0-1 0 0,0 0 1 0 0,-1 0 0 0 0,1 0-1 0 0,0 0 1 0 0,0-1 0 0 0,0 1-1 0 0,0 0 1 0 0,0 0 0 0 0,0 0 0 0 0,0 0-1 0 0,0 0 1 0 0,0 0 0 0 0,0 0-1 0 0,-1 0 1 0 0,1 0 0 0 0,0 0 0 0 0,0 0-1 0 0,0-1 1 0 0,-36 28 197 0 0,2 0 1 0 0,-38 39-1 0 0,-41 34-195 0 0,44-51-10 0 0,-3-3 0 0 0,-1-4 0 0 0,-2-2 0 0 0,-103 37 0 0 0,167-72 0 0 0,-12 0 735 0 0,7-10-13282 0 0,13-6-790 0 0,4 5 12668 0 0</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39.714"/>
    </inkml:context>
    <inkml:brush xml:id="br0">
      <inkml:brushProperty name="width" value="0.035" units="cm"/>
      <inkml:brushProperty name="height" value="0.035" units="cm"/>
      <inkml:brushProperty name="color" value="#E71224"/>
    </inkml:brush>
  </inkml:definitions>
  <inkml:trace contextRef="#ctx0" brushRef="#br0">3 0 6185 0 0,'0'0'20450'0'0,"-2"9"-19098"0"0,1 6-821 0 0,1 0 0 0 0,0 0 0 0 0,1-1 1 0 0,1 1-1 0 0,0 0 0 0 0,1-1 0 0 0,0 1 0 0 0,7 14 0 0 0,-2-5 121 0 0,-3 0-4351 0 0,-1 6-4954 0 0,-5 19-9042 0 0,-1-32 14863 0 0</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40.985"/>
    </inkml:context>
    <inkml:brush xml:id="br0">
      <inkml:brushProperty name="width" value="0.035" units="cm"/>
      <inkml:brushProperty name="height" value="0.035" units="cm"/>
      <inkml:brushProperty name="color" value="#E71224"/>
    </inkml:brush>
  </inkml:definitions>
  <inkml:trace contextRef="#ctx0" brushRef="#br0">431 411 5116 0 0,'3'-3'25186'0'0,"-7"3"-21406"0"0,-3 0-3611 0 0,-22 1-4346 0 0,2 1 6847 0 0,10-1-2647 0 0,-1-1-25 0 0,14 0-51 0 0,3 0-99 0 0,-1-1 0 0 0,1 1 0 0 0,0-1 0 0 0,-1 0-1 0 0,1 1 1 0 0,0-1 0 0 0,0 0 0 0 0,0 0-1 0 0,0 0 1 0 0,0 0 0 0 0,0 0 0 0 0,0 0 0 0 0,-2-2-1 0 0,4-1-162 0 0,-1 1-1 0 0,1 0 0 0 0,0 0 0 0 0,-1-1 0 0 0,2 1 0 0 0,-1 0 0 0 0,0 0 0 0 0,1 0 0 0 0,-1 0 0 0 0,4-4 0 0 0,-4 5-64 0 0,12-6-1169 0 0,-8 7 1313 0 0,0-1 1 0 0,1 1-1 0 0,-1-1 0 0 0,1 2 1 0 0,-1-1-1 0 0,1 1 0 0 0,0-1 0 0 0,-1 2 1 0 0,1-1-1 0 0,-1 1 0 0 0,7 1 1 0 0,-9-2 89 0 0,18 9-17 0 0,-21-7 208 0 0,0 1 1 0 0,0-1-1 0 0,0 0 0 0 0,0 0 0 0 0,-1 0 0 0 0,1 0 1 0 0,-1 0-1 0 0,1 1 0 0 0,-1-1 0 0 0,0 0 1 0 0,0 0-1 0 0,0 0 0 0 0,0-1 0 0 0,0 1 1 0 0,-1 0-1 0 0,1 0 0 0 0,0-1 0 0 0,-1 1 1 0 0,1 0-1 0 0,-1-1 0 0 0,0 1 0 0 0,-2 1 1 0 0,-52 34 1298 0 0,39-27-964 0 0,-175 101 4705 0 0,134-79-2590 0 0,53-30-2170 0 0,-9 2-268 0 0,-1 2-57 0 0,-3 1 0 0 0,-1-8 0 0 0,6-13 0 0 0,10-5 0 0 0,2 4 0 0 0,0-1 0 0 0,1 1 0 0 0,1 0 0 0 0,1-1 0 0 0,0 1 0 0 0,1 0 0 0 0,1 0 0 0 0,8-24 0 0 0,3-9 0 0 0,36-184-166 0 0,-17 111-29625 0 0,-32 108 27081 0 0</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41.332"/>
    </inkml:context>
    <inkml:brush xml:id="br0">
      <inkml:brushProperty name="width" value="0.035" units="cm"/>
      <inkml:brushProperty name="height" value="0.035" units="cm"/>
      <inkml:brushProperty name="color" value="#E71224"/>
    </inkml:brush>
  </inkml:definitions>
  <inkml:trace contextRef="#ctx0" brushRef="#br0">1 40 7165 0 0,'1'-1'3578'0'0,"17"-6"7239"0"0,87-14 1733 0 0,-58 16-10989 0 0,6 1-9662 0 0,-27 3-1525 0 0,0 1-4658 0 0</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42.023"/>
    </inkml:context>
    <inkml:brush xml:id="br0">
      <inkml:brushProperty name="width" value="0.035" units="cm"/>
      <inkml:brushProperty name="height" value="0.035" units="cm"/>
      <inkml:brushProperty name="color" value="#E71224"/>
    </inkml:brush>
  </inkml:definitions>
  <inkml:trace contextRef="#ctx0" brushRef="#br0">645 99 6645 0 0,'1'-1'5580'0'0,"15"-9"6795"0"0,0 11-11414 0 0,-13-1 1551 0 0,0 4-1815 0 0,1-1-598 0 0,-3-2 36 0 0,1 1-1 0 0,0 0 1 0 0,0 0-1 0 0,-1 0 0 0 0,0 0 1 0 0,1 0-1 0 0,-1 0 1 0 0,0 0-1 0 0,0 0 0 0 0,0 0 1 0 0,0 1-1 0 0,0-1 1 0 0,0 0-1 0 0,-1 1 0 0 0,1-1 1 0 0,-1 1-1 0 0,0-1 1 0 0,0 0-1 0 0,1 1 0 0 0,-2-1 1 0 0,1 1-1 0 0,0-1 1 0 0,0 1-1 0 0,-1-1 0 0 0,1 0 1 0 0,-1 1-1 0 0,0-1 1 0 0,-1 3-1 0 0,0 1-134 0 0,-1 0 0 0 0,0 0 0 0 0,0 0 0 0 0,0 0 0 0 0,-1 0 0 0 0,1-1 0 0 0,-1 0 0 0 0,-1 1 0 0 0,1-2 0 0 0,-1 1 0 0 0,0 0 0 0 0,0-1 0 0 0,0 0 0 0 0,-1 0 0 0 0,-8 4 0 0 0,-5 3 0 0 0,-1-2 0 0 0,-42 15 0 0 0,18-10 0 0 0,-2-1 0 0 0,-64 8 0 0 0,87-18 0 0 0,-1-1 0 0 0,0-1 0 0 0,1-1 0 0 0,-1-1 0 0 0,0-1 0 0 0,-40-9 0 0 0,58 10 0 0 0,0-1 0 0 0,0 0 0 0 0,-1 0 0 0 0,1-1 0 0 0,0 0 0 0 0,1 0 0 0 0,-1 0 0 0 0,1 0 0 0 0,-1-1 0 0 0,1 0 0 0 0,0-1 0 0 0,0 1 0 0 0,1-1 0 0 0,-1 0 0 0 0,1 0 0 0 0,0 0 0 0 0,0 0 0 0 0,1-1 0 0 0,0 0 0 0 0,0 1 0 0 0,0-1 0 0 0,1 0 0 0 0,-1-1 0 0 0,1 1 0 0 0,1 0 0 0 0,-2-11 0 0 0,2 12 12 0 0,0 0-1 0 0,1 0 0 0 0,-1 0 1 0 0,1 0-1 0 0,0 0 1 0 0,1 0-1 0 0,-1 0 1 0 0,1 0-1 0 0,0 0 1 0 0,0 0-1 0 0,0 0 1 0 0,1 0-1 0 0,0 1 1 0 0,0-1-1 0 0,0 0 1 0 0,1 1-1 0 0,-1 0 1 0 0,1-1-1 0 0,0 1 1 0 0,0 0-1 0 0,0 1 1 0 0,1-1-1 0 0,0 0 1 0 0,7-5-1 0 0,-2 3-668 0 0,1 0-1 0 0,-1 0 1 0 0,21-7-1 0 0,30-8-8294 0 0,-22 8-3072 0 0,-6 1 5686 0 0,-15 5 3576 0 0</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42.365"/>
    </inkml:context>
    <inkml:brush xml:id="br0">
      <inkml:brushProperty name="width" value="0.035" units="cm"/>
      <inkml:brushProperty name="height" value="0.035" units="cm"/>
      <inkml:brushProperty name="color" value="#E71224"/>
    </inkml:brush>
  </inkml:definitions>
  <inkml:trace contextRef="#ctx0" brushRef="#br0">1 26 9921 0 0,'-1'-4'9068'0'0,"11"1"-3407"0"0,28 0-1474 0 0,48 2-2719 0 0,-47 2-2334 0 0,0-1-3480 0 0,-13-1-2953 0 0,0-1 0 0 0,34-7 0 0 0,-43 5 4519 0 0</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44.115"/>
    </inkml:context>
    <inkml:brush xml:id="br0">
      <inkml:brushProperty name="width" value="0.035" units="cm"/>
      <inkml:brushProperty name="height" value="0.035" units="cm"/>
      <inkml:brushProperty name="color" value="#E71224"/>
    </inkml:brush>
  </inkml:definitions>
  <inkml:trace contextRef="#ctx0" brushRef="#br0">712 476 7453 0 0,'0'0'24936'0'0,"-1"-8"-24608"0"0,0-1-321 0 0,0-1 0 0 0,0 1 0 0 0,1 0 0 0 0,0 0 0 0 0,0-1 0 0 0,2-10 0 0 0,2 4-6 0 0,0-21-1 0 0,2 2 0 0 0,2-1 0 0 0,1 1 0 0 0,1 0 0 0 0,2 1 0 0 0,1 0 0 0 0,20-34 0 0 0,-26 56 0 0 0,3-1 0 0 0,0 0 0 0 0,1 2 0 0 0,3 3 0 0 0,1 4-4 0 0,-11 4-109 0 0,0 0 0 0 0,1 0-1 0 0,-1 0 1 0 0,0 0 0 0 0,0 1 0 0 0,0 0-1 0 0,0 0 1 0 0,1 0 0 0 0,-1 0 0 0 0,0 1-1 0 0,-1-1 1 0 0,1 1 0 0 0,6 3 0 0 0,47 36-2151 0 0,-35-24 1409 0 0,-16-13 712 0 0,1 0 0 0 0,-1 1 1 0 0,0 0-1 0 0,0 0 0 0 0,-1 0 0 0 0,0 1 0 0 0,0 0 0 0 0,0 0 0 0 0,5 8 0 0 0,-10-12 128 0 0,1 0 0 0 0,0 0 0 0 0,0 0 0 0 0,-1 0 0 0 0,1 0 0 0 0,-1 0 0 0 0,0 0-1 0 0,0 1 1 0 0,0-1 0 0 0,0 0 0 0 0,0 0 0 0 0,0 0 0 0 0,0 0 0 0 0,-1 0 0 0 0,1 0-1 0 0,-1 3 1 0 0,-1-1 31 0 0,0 0 1 0 0,0 0-1 0 0,-1 0 0 0 0,1-1 0 0 0,-1 1 0 0 0,0-1 0 0 0,0 1 0 0 0,0-1 0 0 0,0 0 0 0 0,-6 4 0 0 0,-7 5 140 0 0,0-2 0 0 0,-1 0-1 0 0,0 0 1 0 0,0-2-1 0 0,-1 0 1 0 0,-23 6-1 0 0,-115 25 1075 0 0,125-33-1092 0 0,-33 7 424 0 0,-71 5-1 0 0,108-16-632 0 0,0-2 0 0 0,0 0 1 0 0,0-2-1 0 0,0 0 1 0 0,-32-9-1 0 0,56 10-114 0 0,3 2 149 0 0,-1-1 0 0 0,1 0 0 0 0,-1 0 0 0 0,0 0 0 0 0,1 0 1 0 0,-1 1-1 0 0,1-1 0 0 0,-1 0 0 0 0,1 0 0 0 0,-1 0 0 0 0,0-1 1 0 0,1 1-1 0 0,-1 0 0 0 0,1 0 0 0 0,-1 0 0 0 0,1 0 0 0 0,-1 0 0 0 0,0-1 1 0 0,1 1-1 0 0,-1 0 0 0 0,1 0 0 0 0,-1-1 0 0 0,1 1 0 0 0,-1-1 0 0 0,1 1 1 0 0,0 0-1 0 0,-1-1 0 0 0,1 1 0 0 0,-1-1 0 0 0,1 1 0 0 0,0-1 1 0 0,-1 1-1 0 0,1-1 0 0 0,0 1 0 0 0,0-1 0 0 0,-1 1 0 0 0,1-1 0 0 0,0 1 1 0 0,0-1-1 0 0,0 1 0 0 0,0-2 0 0 0,0 0-64 0 0,1 1 1 0 0,0-1-1 0 0,-1 1 0 0 0,1-1 1 0 0,0 1-1 0 0,0-1 1 0 0,0 1-1 0 0,0 0 0 0 0,1-1 1 0 0,-1 1-1 0 0,0 0 0 0 0,0 0 1 0 0,1 0-1 0 0,1-2 0 0 0,3 0 92 0 0,0 0-1 0 0,0 1 1 0 0,0 0-1 0 0,0 0 1 0 0,1 0-1 0 0,-1 0 0 0 0,1 1 1 0 0,-1 0-1 0 0,1 0 1 0 0,-1 1-1 0 0,1 0 0 0 0,-1 0 1 0 0,1 1-1 0 0,-1 0 1 0 0,10 2-1 0 0,-14-3 124 0 0,27 31 1222 0 0,-24-18-505 0 0,-4-12-776 0 0,-1 1 1 0 0,1-1-1 0 0,0 0 0 0 0,-1 0 1 0 0,0 0-1 0 0,1 0 0 0 0,-1 0 1 0 0,0 1-1 0 0,1-1 0 0 0,-1 0 1 0 0,0 0-1 0 0,0 1 0 0 0,0-1 1 0 0,0 0-1 0 0,0 0 0 0 0,0 1 1 0 0,-1-1-1 0 0,1 0 0 0 0,0 0 1 0 0,-1 0-1 0 0,1 1 0 0 0,0-1 0 0 0,-1 0 1 0 0,0 0-1 0 0,1 0 0 0 0,-1 0 1 0 0,0 0-1 0 0,1 0 0 0 0,-1 0 1 0 0,0 0-1 0 0,0 0 0 0 0,0 0 1 0 0,-1 1-1 0 0,-14 13 360 0 0,0-1-1 0 0,0 0 1 0 0,-1-2 0 0 0,-1 0 0 0 0,0 0-1 0 0,-39 17 1 0 0,-38 8-2048 0 0,4-10-5407 0 0,85-25 5523 0 0,-47 7-9211 0 0,25-9 3312 0 0,0-1 4452 0 0</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44.494"/>
    </inkml:context>
    <inkml:brush xml:id="br0">
      <inkml:brushProperty name="width" value="0.035" units="cm"/>
      <inkml:brushProperty name="height" value="0.035" units="cm"/>
      <inkml:brushProperty name="color" value="#E71224"/>
    </inkml:brush>
  </inkml:definitions>
  <inkml:trace contextRef="#ctx0" brushRef="#br0">75 5 4276 0 0,'1'-5'21827'0'0,"-8"49"-18947"0"0,-1 82-1 0 0,1-16-5018 0 0,0-49-2895 0 0,2-36-432 0 0,0 0-1 0 0,-1-1 1 0 0,-16 39 0 0 0,13-44 2682 0 0</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44.998"/>
    </inkml:context>
    <inkml:brush xml:id="br0">
      <inkml:brushProperty name="width" value="0.035" units="cm"/>
      <inkml:brushProperty name="height" value="0.035" units="cm"/>
      <inkml:brushProperty name="color" value="#E71224"/>
    </inkml:brush>
  </inkml:definitions>
  <inkml:trace contextRef="#ctx0" brushRef="#br0">492 1 5108 0 0,'0'0'12908'0'0,"0"6"-11478"0"0,2 16-43 0 0,-1-16-29 0 0,-4-1-85 0 0,-6 9-434 0 0,-1 0-1 0 0,-1 0 1 0 0,0 0 0 0 0,-1-2 0 0 0,0 1-1 0 0,-1-2 1 0 0,0 1 0 0 0,-1-2-1 0 0,-1 0 1 0 0,-27 14 0 0 0,-17 6-1407 0 0,-97 32 1 0 0,90-37-1147 0 0,65-25 1546 0 0,-34 13-5626 0 0,22-10-742 0 0</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45.725"/>
    </inkml:context>
    <inkml:brush xml:id="br0">
      <inkml:brushProperty name="width" value="0.035" units="cm"/>
      <inkml:brushProperty name="height" value="0.035" units="cm"/>
      <inkml:brushProperty name="color" value="#E71224"/>
    </inkml:brush>
  </inkml:definitions>
  <inkml:trace contextRef="#ctx0" brushRef="#br0">19 41 9757 0 0,'2'0'6277'0'0,"15"-6"6559"0"0,-7 3-13704 0 0,-29-12-18436 0 0,13 11 21551 0 0,-1 0-5780 0 0,5 3 376 0 0,-12-6 178 0 0</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47.325"/>
    </inkml:context>
    <inkml:brush xml:id="br0">
      <inkml:brushProperty name="width" value="0.035" units="cm"/>
      <inkml:brushProperty name="height" value="0.035" units="cm"/>
      <inkml:brushProperty name="color" value="#E71224"/>
    </inkml:brush>
  </inkml:definitions>
  <inkml:trace contextRef="#ctx0" brushRef="#br0">457 39 5076 0 0,'-5'-1'21886'0'0,"-32"1"-21894"0"0,-53 10 1599 0 0,87-10-1691 0 0,-20 4-1216 0 0,4-6 899 0 0,10-1-1812 0 0,8-3-3515 0 0,5 2 5602 0 0,1 0 0 0 0,0 0 0 0 0,0 1 0 0 0,0 0 0 0 0,1 0 0 0 0,-1 0 0 0 0,1 0 0 0 0,-1 1 0 0 0,1 0 0 0 0,0 0 0 0 0,0 0 0 0 0,0 1 0 0 0,0 0 0 0 0,10 0 1 0 0,-12 0 374 0 0,0 0 1 0 0,1 0 0 0 0,-1 1 0 0 0,0 0 0 0 0,1 0-1 0 0,-1 0 1 0 0,0 1 0 0 0,1-1 0 0 0,-1 1 0 0 0,0 0-1 0 0,0 0 1 0 0,1 1 0 0 0,-1-1 0 0 0,0 1 0 0 0,4 2 0 0 0,-6-3 1113 0 0,2 21 597 0 0,-3-19-1720 0 0,0-1 1 0 0,0 1-1 0 0,0 0 0 0 0,-1 0 0 0 0,1 0 0 0 0,-1 0 1 0 0,0 0-1 0 0,0 0 0 0 0,0 0 0 0 0,0 0 1 0 0,0 0-1 0 0,-1 0 0 0 0,1 0 0 0 0,-1 0 1 0 0,0 0-1 0 0,0 0 0 0 0,0 0 0 0 0,-3 5 1 0 0,-1 0-114 0 0,0 0 0 0 0,-1-1 1 0 0,0 1-1 0 0,0-1 1 0 0,-1 0-1 0 0,0 0 1 0 0,0-1-1 0 0,-15 10 1 0 0,6-7-1338 0 0,0 1 1 0 0,-1-2-1 0 0,0 0 1 0 0,-20 5-1 0 0,5-3-2690 0 0,-1-2 0 0 0,-1-1-1 0 0,1-2 1 0 0,-56 2 0 0 0,49-6 1199 0 0</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48.728"/>
    </inkml:context>
    <inkml:brush xml:id="br0">
      <inkml:brushProperty name="width" value="0.035" units="cm"/>
      <inkml:brushProperty name="height" value="0.035" units="cm"/>
      <inkml:brushProperty name="color" value="#E71224"/>
    </inkml:brush>
  </inkml:definitions>
  <inkml:trace contextRef="#ctx0" brushRef="#br0">1753 1 6021 0 0,'0'0'17705'0'0,"0"8"-17033"0"0,0 216 5257 0 0,-14-120-4719 0 0,13-99-1156 0 0,-1 0 0 0 0,1 0 0 0 0,-1 0 0 0 0,-1 0 0 0 0,1 0 1 0 0,-1-1-1 0 0,0 1 0 0 0,0-1 0 0 0,0 1 0 0 0,-1-1 0 0 0,1 0 0 0 0,-1 0 0 0 0,0-1 1 0 0,0 1-1 0 0,-7 3 0 0 0,4-1 57 0 0,6-5-53 0 0,-5 2-148 0 0,1-1 1 0 0,0 0 0 0 0,-1 0 0 0 0,0-1 0 0 0,1 0-1 0 0,-1 0 1 0 0,0 0 0 0 0,-10 0 0 0 0,13-2-163 0 0,-26-27-1842 0 0,6-28-881 0 0,23 54 2907 0 0,-2 3 52 0 0,0-1 18 0 0,0 1 0 0 0,0 0 0 0 0,0 0 0 0 0,0-1 0 0 0,0 1 0 0 0,1 1 0 0 0,-1-1 0 0 0,0 0-1 0 0,1 0 1 0 0,-1 0 0 0 0,-1 3 0 0 0,-1 0 7 0 0,-29 14 459 0 0,0-1 0 0 0,-2-1-1 0 0,-56 17 1 0 0,-109 18 1992 0 0,114-31-1732 0 0,71-16-641 0 0,-17 5 49 0 0,0-2 0 0 0,-1 0 0 0 0,0-2 0 0 0,0-2 1 0 0,0-1-1 0 0,-1-1 0 0 0,1-2 0 0 0,-42-6 0 0 0,34 2-136 0 0,-6-10 0 0 0,38 14 0 0 0,2 1 0 0 0,-40-21 0 0 0,44 20-163 0 0,-1-1 0 0 0,1 0 0 0 0,-1 0 0 0 0,1 0 0 0 0,0 0 0 0 0,0-1 0 0 0,0 0 0 0 0,0 1 0 0 0,0-1 0 0 0,0 0 0 0 0,1 0 0 0 0,0 0 0 0 0,-1 0 0 0 0,1-1 0 0 0,0 1 0 0 0,1-1 0 0 0,-1 1 1 0 0,1-1-1 0 0,-1 0 0 0 0,1 0 0 0 0,0 1 0 0 0,-1-9 0 0 0,2 10-368 0 0,7-35-2005 0 0,12-11 1267 0 0,-19 47 1964 0 0,-5 5-567 0 0,-23 16 671 0 0,-1-1 0 0 0,-31 16 0 0 0,-41 25 1444 0 0,83-47-1850 0 0,2-1 48 0 0,0-1 1 0 0,-1-1-1 0 0,0 0 1 0 0,-29 11-1 0 0,27-15-420 0 0,-2-2-21 0 0,-4-3 0 0 0,-2-6 0 0 0,22 2 0 0 0,-1-1 0 0 0,1 1 0 0 0,0-1 0 0 0,0 0 0 0 0,0 0 0 0 0,0 0 0 0 0,1-1 0 0 0,-1 1 0 0 0,-5-11 0 0 0,7 13 0 0 0,1-1 0 0 0,0 0 0 0 0,0 0 0 0 0,1-1 0 0 0,-1 1 0 0 0,0 0 0 0 0,1-1 0 0 0,0 1 0 0 0,0 0 0 0 0,0-1 0 0 0,0 0 0 0 0,1 1 0 0 0,-1-1 0 0 0,1 1 0 0 0,0-7 0 0 0,0-10 0 0 0,0 13 8 0 0,-1-1 0 0 0,2 0 0 0 0,-1 1 0 0 0,1-1-1 0 0,0 1 1 0 0,0-1 0 0 0,1 1 0 0 0,0-1 0 0 0,0 1 0 0 0,1 0 0 0 0,0 0 0 0 0,0 0-1 0 0,0 0 1 0 0,1 1 0 0 0,0-1 0 0 0,1 1 0 0 0,-1 0 0 0 0,9-8 0 0 0,-2 3-1489 0 0,0 1 0 0 0,26-18 1 0 0,30-13-12727 0 0,-43 25 5155 0 0,-15 10 7859 0 0,4-2-1602 0 0</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49.061"/>
    </inkml:context>
    <inkml:brush xml:id="br0">
      <inkml:brushProperty name="width" value="0.035" units="cm"/>
      <inkml:brushProperty name="height" value="0.035" units="cm"/>
      <inkml:brushProperty name="color" value="#E71224"/>
    </inkml:brush>
  </inkml:definitions>
  <inkml:trace contextRef="#ctx0" brushRef="#br0">1 12 7769 0 0,'0'0'15309'0'0,"58"-5"-15461"0"0,-42 3-496 0 0,0 2-424 0 0,18 0-4693 0 0,-18 0 1769 0 0,-3-2 384 0 0,11 0-2525 0 0</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49.657"/>
    </inkml:context>
    <inkml:brush xml:id="br0">
      <inkml:brushProperty name="width" value="0.035" units="cm"/>
      <inkml:brushProperty name="height" value="0.035" units="cm"/>
      <inkml:brushProperty name="color" value="#E71224"/>
    </inkml:brush>
  </inkml:definitions>
  <inkml:trace contextRef="#ctx0" brushRef="#br0">1 23 10649 0 0,'0'0'14543'0'0,"7"-3"-13019"0"0,-3 0-1511 0 0,1 1 125 0 0,-1 0-1 0 0,0 0 1 0 0,0 0-1 0 0,1 1 1 0 0,-1-1-1 0 0,1 1 1 0 0,0 0-1 0 0,-1 0 1 0 0,1 1 0 0 0,0-1-1 0 0,-1 1 1 0 0,1 0-1 0 0,6 1 1 0 0,23 4-2950 0 0,-16-3-2719 0 0,-11-2-2980 0 0,-6 1 7702 0 0,15 1-590 0 0,-4-6-3244 0 0,-1-4 1645 0 0</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51.353"/>
    </inkml:context>
    <inkml:brush xml:id="br0">
      <inkml:brushProperty name="width" value="0.035" units="cm"/>
      <inkml:brushProperty name="height" value="0.035" units="cm"/>
      <inkml:brushProperty name="color" value="#E71224"/>
    </inkml:brush>
  </inkml:definitions>
  <inkml:trace contextRef="#ctx0" brushRef="#br0">936 139 6153 0 0,'2'-1'6771'0'0,"-2"-12"7977"0"0,-29 17-13597 0 0,22-3-55 0 0,2 2-56 0 0,4-3-990 0 0,-13 6 243 0 0,1 1 0 0 0,0 0 0 0 0,0 1 0 0 0,0 0 0 0 0,-14 13 0 0 0,11-8-293 0 0,8-2 0 0 0,3 0 0 0 0,-1 6 0 0 0,6-16 0 0 0,-1 1 0 0 0,0-1 0 0 0,1 1 0 0 0,-1-1 0 0 0,1 1 0 0 0,0-1 0 0 0,-1 1 0 0 0,1-1 0 0 0,0 1 0 0 0,0-1 0 0 0,0 1 0 0 0,0 0 0 0 0,0-1 0 0 0,1 1 0 0 0,-1-1 0 0 0,0 1 0 0 0,1-1 0 0 0,-1 1 0 0 0,1-1 0 0 0,-1 1 0 0 0,1-1 0 0 0,1 3 0 0 0,1-1 0 0 0,-1 2-358 0 0,1-1 0 0 0,0 0 1 0 0,0 0-1 0 0,0 0 0 0 0,1 0 0 0 0,-1 0 1 0 0,1-1-1 0 0,0 0 0 0 0,0 0 0 0 0,0 0 1 0 0,1 0-1 0 0,-1 0 0 0 0,1-1 0 0 0,4 2 1 0 0,8 4-1032 0 0,0-2 0 0 0,1 0 0 0 0,-1-1 0 0 0,1-1 0 0 0,20 3 0 0 0,-1 0 305 0 0,-34-7 1138 0 0,-3 0 448 0 0,9 2-1172 0 0,-7 0 1761 0 0,-7-1 3703 0 0,-70 15-1790 0 0,0 3 1 0 0,-86 35-1 0 0,104-37-3004 0 0,38-12 0 0 0,1-2 0 0 0,-3-4 0 0 0,3-9 0 0 0,10-4 0 0 0,5-4 0 0 0,2 11 0 0 0,1 0 0 0 0,-1 0 0 0 0,1 0 0 0 0,1 0 0 0 0,-1 0 0 0 0,1 0 0 0 0,0 1 0 0 0,4-13 0 0 0,1-1 0 0 0,28-117 1 0 0,15-69-16 0 0,-48 203-56 0 0,-1-6-185 0 0,0 9 255 0 0,0 0 0 0 0,0 0 0 0 0,1 0 0 0 0,-1-1 0 0 0,0 1 1 0 0,0 0-1 0 0,0 0 0 0 0,0 0 0 0 0,0 0 0 0 0,0 0 0 0 0,0-1 0 0 0,0 1 1 0 0,0 0-1 0 0,0 0 0 0 0,0 0 0 0 0,0 0 0 0 0,-1 0 0 0 0,1-1 1 0 0,0 1-1 0 0,0 0 0 0 0,0 0 0 0 0,0 0 0 0 0,0 0 0 0 0,0 0 1 0 0,0 0-1 0 0,0-1 0 0 0,0 1 0 0 0,0 0 0 0 0,0 0 0 0 0,-1 0 0 0 0,1 0 1 0 0,0 0-1 0 0,0 0 0 0 0,0 0 0 0 0,0 0 0 0 0,0 0 0 0 0,0-1 1 0 0,-1 1-1 0 0,1 0 0 0 0,0 0 0 0 0,0 0 0 0 0,0 0 0 0 0,0 0 1 0 0,0 0-1 0 0,-1 0 0 0 0,1 0 0 0 0,0 0 0 0 0,0 0 0 0 0,0 0 1 0 0,0 0-1 0 0,0 0 0 0 0,-1 0 0 0 0,1 0 0 0 0,0 0 0 0 0,0 1 0 0 0,0-1 1 0 0,0 0-1 0 0,0 0 0 0 0,-1 0 0 0 0,1 0 0 0 0,0 0 0 0 0,0 0 1 0 0,0 0-1 0 0,0 0 0 0 0,0 0 0 0 0,0 0 0 0 0,-1 1 0 0 0,-23 27 216 0 0,-32 48 0 0 0,32-41-231 0 0,-50 55 1 0 0,59-75 15 0 0,-147 142 0 0 0,135-133 0 0 0,-2-1 0 0 0,-1-2 0 0 0,-1 0 0 0 0,-35 16 0 0 0,19-16-2444 0 0,32-16-1629 0 0,0 0-3311 0 0,-9-19-10206 0 0</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51.685"/>
    </inkml:context>
    <inkml:brush xml:id="br0">
      <inkml:brushProperty name="width" value="0.035" units="cm"/>
      <inkml:brushProperty name="height" value="0.035" units="cm"/>
      <inkml:brushProperty name="color" value="#E71224"/>
    </inkml:brush>
  </inkml:definitions>
  <inkml:trace contextRef="#ctx0" brushRef="#br0">1 8 9449 0 0,'6'-8'21950'0'0,"-4"17"-21563"0"0,0 37 573 0 0,-4 30-577 0 0,0 20-1513 0 0,5-32-3945 0 0,4-12-3616 0 0,7-3-5380 0 0,-8-34 11137 0 0</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52.798"/>
    </inkml:context>
    <inkml:brush xml:id="br0">
      <inkml:brushProperty name="width" value="0.035" units="cm"/>
      <inkml:brushProperty name="height" value="0.035" units="cm"/>
      <inkml:brushProperty name="color" value="#E71224"/>
    </inkml:brush>
  </inkml:definitions>
  <inkml:trace contextRef="#ctx0" brushRef="#br0">380 433 4932 0 0,'0'0'11694'0'0,"4"1"-10675"0"0,13 3 8853 0 0,-25-3-9955 0 0,-26 3 16 0 0,26-2-50 0 0,5-2-552 0 0,0 0 507 0 0,0 0 0 0 0,1 0 1 0 0,-1-1-1 0 0,0 1 0 0 0,0-1 1 0 0,0 1-1 0 0,0-1 0 0 0,1 0 1 0 0,-1 0-1 0 0,0 0 0 0 0,1 0 1 0 0,-1-1-1 0 0,1 1 1 0 0,-1-1-1 0 0,1 0 0 0 0,0 1 1 0 0,-4-4-1 0 0,5 3-180 0 0,0 1-35 0 0,0 1 311 0 0,1-1 0 0 0,-1 1 0 0 0,1-1-1 0 0,-1 0 1 0 0,1 1 0 0 0,-1-1-1 0 0,1 0 1 0 0,0 1 0 0 0,-1-1-1 0 0,1 0 1 0 0,0 0 0 0 0,0 0-1 0 0,-1 1 1 0 0,1-1 0 0 0,0 0-1 0 0,0 0 1 0 0,0 0 0 0 0,0 1-1 0 0,0-1 1 0 0,0 0 0 0 0,0 0 0 0 0,0 0-1 0 0,0 1 1 0 0,0-1 0 0 0,1 0-1 0 0,-1 0 1 0 0,0 1 0 0 0,1-1-1 0 0,-1 0 1 0 0,0 0 0 0 0,1 1-1 0 0,0-2 1 0 0,8-25-1408 0 0,-8 25 1380 0 0,0 0 1 0 0,1 0-1 0 0,-1 1 0 0 0,0-1 1 0 0,1 0-1 0 0,-1 1 1 0 0,1-1-1 0 0,0 1 0 0 0,-1-1 1 0 0,1 1-1 0 0,0 0 1 0 0,0-1-1 0 0,0 1 0 0 0,0 0 1 0 0,0 0-1 0 0,0 1 1 0 0,0-1-1 0 0,1 0 0 0 0,-1 1 1 0 0,4-1-1 0 0,-3 1 16 0 0,13 0-260 0 0,-12 1 327 0 0,-1 0 1 0 0,1 0-1 0 0,-1 0 0 0 0,1 0 0 0 0,-1 1 0 0 0,0-1 0 0 0,0 1 1 0 0,0 0-1 0 0,0 0 0 0 0,0 0 0 0 0,0 1 0 0 0,0-1 0 0 0,-1 1 1 0 0,1-1-1 0 0,-1 1 0 0 0,1 0 0 0 0,-1 0 0 0 0,0 0 1 0 0,0 0-1 0 0,2 6 0 0 0,-3-8 62 0 0,0 1-1 0 0,0 0 1 0 0,-1-1 0 0 0,1 1 0 0 0,0 0-1 0 0,-1-1 1 0 0,1 1 0 0 0,-1 0 0 0 0,0 0-1 0 0,1 0 1 0 0,-1-1 0 0 0,0 1 0 0 0,0 0-1 0 0,0 0 1 0 0,0 0 0 0 0,-1-1 0 0 0,1 1-1 0 0,0 0 1 0 0,-1 0 0 0 0,1 0 0 0 0,-2 1-1 0 0,0 2 102 0 0,-1-1 0 0 0,1 1 0 0 0,-1-1-1 0 0,0 0 1 0 0,0 0 0 0 0,0-1 0 0 0,-7 7-1 0 0,-5 2 567 0 0,0-1-1 0 0,-34 19 1 0 0,-40 24 1589 0 0,44-26 1362 0 0,-84 40 0 0 0,127-67-3135 0 0,-14 5 849 0 0,0-6-1342 0 0,0-16-41 0 0,11-6 0 0 0,4 14 0 0 0,3-30 0 0 0,41-245 1014 0 0,-24 177-3464 0 0,-3 1-6551 0 0,-14 92 5202 0 0,1-1-1 0 0,0 1 1 0 0,1 0 0 0 0,11-24 0 0 0,-7 24 1005 0 0</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53.161"/>
    </inkml:context>
    <inkml:brush xml:id="br0">
      <inkml:brushProperty name="width" value="0.035" units="cm"/>
      <inkml:brushProperty name="height" value="0.035" units="cm"/>
      <inkml:brushProperty name="color" value="#E71224"/>
    </inkml:brush>
  </inkml:definitions>
  <inkml:trace contextRef="#ctx0" brushRef="#br0">1 42 7177 0 0,'56'-20'8556'0'0,"3"8"-3700"0"0,0 5-3533 0 0,-5 5-3371 0 0,-12 8-13706 0 0</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53.650"/>
    </inkml:context>
    <inkml:brush xml:id="br0">
      <inkml:brushProperty name="width" value="0.035" units="cm"/>
      <inkml:brushProperty name="height" value="0.035" units="cm"/>
      <inkml:brushProperty name="color" value="#E71224"/>
    </inkml:brush>
  </inkml:definitions>
  <inkml:trace contextRef="#ctx0" brushRef="#br0">518 61 5557 0 0,'1'-2'4486'0'0,"13"-2"6702"0"0,5 36-8028 0 0,-18-30-2236 0 0,-1 2-59 0 0,2 4-277 0 0,-1 1 0 0 0,-1-1 0 0 0,0 1 0 0 0,0-1 0 0 0,-1 1-1 0 0,0-1 1 0 0,0 1 0 0 0,-1-1 0 0 0,-5 16 0 0 0,3-12-500 0 0,0-1 1 0 0,-1 0-1 0 0,0 0 1 0 0,-1 0-1 0 0,0-1 1 0 0,-1 1-1 0 0,-9 9 1 0 0,9-12-89 0 0,0-1 0 0 0,-1 1 0 0 0,-1-2 0 0 0,1 1 0 0 0,-1-1 0 0 0,0-1 0 0 0,0 1 0 0 0,-1-2 0 0 0,1 1 0 0 0,-1-1 0 0 0,-13 3 0 0 0,-2-1 0 0 0,1-2 0 0 0,-51 4 0 0 0,55-7 0 0 0,-3 1 0 0 0,-68-1 0 0 0,82 0 0 0 0,6 0 0 0 0,0-1 0 0 0,-1 0 0 0 0,1 0 0 0 0,0-1 0 0 0,0 1 0 0 0,0 0 0 0 0,0-1 0 0 0,0 0 0 0 0,0 0 0 0 0,0 0 0 0 0,-5-2 0 0 0,8 3 0 0 0,-3 0 0 0 0,0-1 0 0 0,0 0 0 0 0,0 0 0 0 0,0 0 0 0 0,1 0 0 0 0,-1 0 0 0 0,0 0 0 0 0,1-1 0 0 0,-1 1 0 0 0,1-1 0 0 0,-1 0 0 0 0,1 1 0 0 0,0-1 0 0 0,0 0 0 0 0,0-1 0 0 0,0 1 0 0 0,0 0 0 0 0,0 0 0 0 0,1-1 0 0 0,-1 1 0 0 0,1-1 0 0 0,-1 0 0 0 0,1 1 0 0 0,-1-5 0 0 0,-1 3 0 0 0,3 3 0 0 0,-1-1 0 0 0,0 1 0 0 0,1-1 0 0 0,-1 1 0 0 0,1-1 0 0 0,-1 1 0 0 0,1-1 0 0 0,0 1 0 0 0,-1-1 0 0 0,1 0 0 0 0,0 1 0 0 0,0-1 0 0 0,0 1 0 0 0,0-1 0 0 0,1 0 0 0 0,-1 1 0 0 0,0-1 0 0 0,1 1 0 0 0,-1-1 0 0 0,1 1 0 0 0,-1-1 0 0 0,2-1 0 0 0,2-11 36 0 0,0 0 1 0 0,1 0-1 0 0,1 1 0 0 0,0 0 1 0 0,1 0-1 0 0,1 0 0 0 0,0 1 1 0 0,15-19-1 0 0,31-28-4117 0 0,4 3-9463 0 0,-29 29 1240 0 0,-20 16 9547 0 0</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53.992"/>
    </inkml:context>
    <inkml:brush xml:id="br0">
      <inkml:brushProperty name="width" value="0.035" units="cm"/>
      <inkml:brushProperty name="height" value="0.035" units="cm"/>
      <inkml:brushProperty name="color" value="#E71224"/>
    </inkml:brush>
  </inkml:definitions>
  <inkml:trace contextRef="#ctx0" brushRef="#br0">0 38 7249 0 0,'0'0'13130'0'0,"5"-3"-11210"0"0,4-1-1291 0 0,-1 0-1 0 0,1 0 0 0 0,-1 1 1 0 0,1 0-1 0 0,0 0 0 0 0,1 1 1 0 0,-1 0-1 0 0,11 0 0 0 0,32-2-2592 0 0,0 4-3367 0 0,26-3-10523 0 0,-61 3 12941 0 0</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55.891"/>
    </inkml:context>
    <inkml:brush xml:id="br0">
      <inkml:brushProperty name="width" value="0.035" units="cm"/>
      <inkml:brushProperty name="height" value="0.035" units="cm"/>
      <inkml:brushProperty name="color" value="#E71224"/>
    </inkml:brush>
  </inkml:definitions>
  <inkml:trace contextRef="#ctx0" brushRef="#br0">2442 308 9233 0 0,'4'-4'1269'0'0,"1"1"-1"0"0,-1 0 1 0 0,1 0-1 0 0,-1 0 1 0 0,1 0 0 0 0,7-2-1 0 0,37-10 3535 0 0,58 3-1379 0 0,-68 9-2157 0 0,308-25 2107 0 0,-344 28-2535 0 0,-12 3-629 0 0,-31 7 55 0 0,0-2 0 0 0,-62 5 0 0 0,-99-3-365 0 0,70-4 142 0 0,-113 11-42 0 0,-284 9 0 0 0,491-24 0 0 0,23-3 0 0 0,-8-4 0 0 0,-3 0 0 0 0,20 4 0 0 0,0 0 0 0 0,0 0 0 0 0,1-1 0 0 0,-1 0 0 0 0,0 1 0 0 0,1-2 0 0 0,-1 1 0 0 0,1 0 0 0 0,0-1 0 0 0,-1 0 0 0 0,1 0 0 0 0,1 0 0 0 0,-1 0 0 0 0,0-1 0 0 0,1 0 0 0 0,0 1 0 0 0,-1-1 0 0 0,2 0 0 0 0,-1-1 0 0 0,-3-5 0 0 0,5 9 0 0 0,-11-22 0 0 0,4 0 0 0 0,-8-40 0 0 0,10 42 0 0 0,3 1 0 0 0,-2 2 0 0 0,0 2 0 0 0,2 0 0 0 0,0-2 0 0 0,0 0 0 0 0,3 17 0 0 0,0 1 0 0 0,0 0 0 0 0,0 0 0 0 0,0-1 0 0 0,0 1 0 0 0,0 0 0 0 0,0-1 0 0 0,0 1 0 0 0,0 0 0 0 0,0 0 0 0 0,0-1 0 0 0,0 1 0 0 0,0 0 0 0 0,0 0 0 0 0,-1-1 0 0 0,1 1 0 0 0,0 0 0 0 0,0 0 0 0 0,0-1 0 0 0,0 1 0 0 0,0 0 0 0 0,-1 0 0 0 0,1 0 0 0 0,0-1 0 0 0,0 1 0 0 0,0 0 0 0 0,-1 0 0 0 0,1 0 0 0 0,0 0 0 0 0,0 0 0 0 0,-1-1 0 0 0,1 1 0 0 0,0 0 0 0 0,0 0 0 0 0,-1 0 0 0 0,1 0 0 0 0,0 0 0 0 0,0 0 0 0 0,-1 0 0 0 0,1 0 0 0 0,0 0 0 0 0,0 0 0 0 0,-1 0 0 0 0,1 0 0 0 0,0 0 0 0 0,-1 0 0 0 0,1 0 0 0 0,0 0 0 0 0,0 0 0 0 0,-1 1 0 0 0,-3 1 0 0 0,2-1 0 0 0,-1 1 0 0 0,1 0 0 0 0,0 0 0 0 0,0 0 0 0 0,0 0 0 0 0,0 1 0 0 0,0-1 0 0 0,0 0 0 0 0,1 1 0 0 0,-1 0 0 0 0,1-1 0 0 0,-2 4 0 0 0,-6 9 0 0 0,-3 5 0 0 0,-1-1 0 0 0,-2 0 0 0 0,1-1 0 0 0,-2-1 0 0 0,0 0 0 0 0,-28 21 0 0 0,7-13 0 0 0,-1-1 0 0 0,-1-2 0 0 0,-69 27 0 0 0,90-42 0 0 0,2-6 0 0 0,3-15 0 0 0,12-7 0 0 0,6-14 0 0 0,-5 35 0 0 0,26-43 0 0 0,-21 33 0 0 0,-2 5 0 0 0,-2 6 0 0 0,-16 30 0 0 0,9-23 0 0 0,-1 1 0 0 0,-1-1 0 0 0,0 0 0 0 0,0-1 0 0 0,0 1 0 0 0,-14 7 0 0 0,16-10 0 0 0,-16 12 0 0 0,-21 10 0 0 0,37-24 0 0 0,-50 20 0 0 0,41-18 0 0 0,-4-2 0 0 0,-4-1 0 0 0,-1-5 0 0 0,3-6 0 0 0,5-4 0 0 0,8-2 0 0 0,2-4 0 0 0,3-2 0 0 0,3 0 0 0 0,0 0 0 0 0,0-3 0 0 0,0 7 0 0 0,2 0 0 0 0,-2 10 0 0 0,-2 8 0 0 0,-13 28 0 0 0,-24 27 0 0 0,-23 1 0 0 0,25-24 0 0 0,24-20 0 0 0,-27 20 0 0 0,-30 25 0 0 0,70-58 0 0 0,-1 1 0 0 0,1-1 0 0 0,-1 0 0 0 0,1 1 0 0 0,0-1 0 0 0,-1 0 0 0 0,1 0 0 0 0,-1 1 0 0 0,1-1 0 0 0,-1 0 0 0 0,1 0 0 0 0,-1 0 0 0 0,1 1 0 0 0,-1-1 0 0 0,0 0 0 0 0,1 0 0 0 0,-1 0 0 0 0,1 0 0 0 0,-1 0 0 0 0,1 0 0 0 0,-1 0 0 0 0,1 0 0 0 0,-1 0 0 0 0,1-1 0 0 0,-2 1 0 0 0,-20-15 0 0 0,13-4 0 0 0,8 16 0 0 0,-2-11 0 0 0,0-1 0 0 0,1 0 0 0 0,1 0 0 0 0,0 0 0 0 0,2-19 0 0 0,-5-32 0 0 0,4 65 0 0 0,-1-8 0 0 0,0 0 0 0 0,-1 1 0 0 0,0-1 0 0 0,0 1 0 0 0,0-1 0 0 0,-1 1 0 0 0,-1 0 0 0 0,1 0 0 0 0,-1 0 0 0 0,-1 1 0 0 0,-6-9 0 0 0,6 9 0 0 0,4 5 0 0 0,-1 0 0 0 0,0 0 0 0 0,0 0 0 0 0,0 1 0 0 0,0-1 0 0 0,0 0 0 0 0,0 1 0 0 0,-1-1 0 0 0,1 1 0 0 0,-1 0 0 0 0,1-1 0 0 0,-1 1 0 0 0,1 0 0 0 0,-1 1 0 0 0,1-1 0 0 0,-5 0 0 0 0,-38-11 0 0 0,-2 5 0 0 0,31 10 0 0 0,1 1 0 0 0,2-2 0 0 0,-1 0 0 0 0,1 1 0 0 0,0 1 0 0 0,0 0 0 0 0,0 1 0 0 0,0 0 0 0 0,1 1 0 0 0,-19 12 0 0 0,13-8 0 0 0,9-3 0 0 0,-1 7 0 0 0,4-1 0 0 0,7 4 0 0 0,14-6 0 0 0,9-7 0 0 0,-8-3 19 0 0,0-2 0 0 0,0 0 0 0 0,0 0 1 0 0,-1-2-1 0 0,1 0 0 0 0,-1-1 0 0 0,23-8 0 0 0,-6-1-652 0 0,-2-1-1 0 0,43-28 1 0 0,-65 39-2671 0 0,-4 1 3010 0 0</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56.238"/>
    </inkml:context>
    <inkml:brush xml:id="br0">
      <inkml:brushProperty name="width" value="0.035" units="cm"/>
      <inkml:brushProperty name="height" value="0.035" units="cm"/>
      <inkml:brushProperty name="color" value="#E71224"/>
    </inkml:brush>
  </inkml:definitions>
  <inkml:trace contextRef="#ctx0" brushRef="#br0">1 32 5753 0 0,'0'0'2602'0'0,"4"-3"-223"0"0,11-2 109 0 0,0 0 0 0 0,1 1 1 0 0,-1 0-1 0 0,31-2 1 0 0,-7 2-3053 0 0,-5 3-6409 0 0</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56.989"/>
    </inkml:context>
    <inkml:brush xml:id="br0">
      <inkml:brushProperty name="width" value="0.035" units="cm"/>
      <inkml:brushProperty name="height" value="0.035" units="cm"/>
      <inkml:brushProperty name="color" value="#E71224"/>
    </inkml:brush>
  </inkml:definitions>
  <inkml:trace contextRef="#ctx0" brushRef="#br0">8 19 8077 0 0,'-7'-9'24649'0'0,"128"3"-29102"0"0,-81 4-4856 0 0,-23 1-1499 0 0,-9 1 8043 0 0,5-1 2156 0 0,-11 1 35 0 0,3 0-2266 0 0</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57.343"/>
    </inkml:context>
    <inkml:brush xml:id="br0">
      <inkml:brushProperty name="width" value="0.035" units="cm"/>
      <inkml:brushProperty name="height" value="0.035" units="cm"/>
      <inkml:brushProperty name="color" value="#E71224"/>
    </inkml:brush>
  </inkml:definitions>
  <inkml:trace contextRef="#ctx0" brushRef="#br0">33 4 8313 0 0,'0'0'23696'0'0,"-6"0"-23049"0"0,-15-3-577 0 0,15 3-408 0 0,30 7-27426 0 0,-19-4 26810 0 0,1-1-1856 0 0</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09:31:57.677"/>
    </inkml:context>
    <inkml:brush xml:id="br0">
      <inkml:brushProperty name="width" value="0.035" units="cm"/>
      <inkml:brushProperty name="height" value="0.035" units="cm"/>
      <inkml:brushProperty name="color" value="#E71224"/>
    </inkml:brush>
  </inkml:definitions>
  <inkml:trace contextRef="#ctx0" brushRef="#br0">13 34 10861 0 0,'0'0'12461'0'0,"-12"-34"-6880"0"0</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15.660"/>
    </inkml:context>
    <inkml:brush xml:id="br0">
      <inkml:brushProperty name="width" value="0.035" units="cm"/>
      <inkml:brushProperty name="height" value="0.035" units="cm"/>
      <inkml:brushProperty name="color" value="#E71224"/>
    </inkml:brush>
  </inkml:definitions>
  <inkml:trace contextRef="#ctx0" brushRef="#br0">116 33 5352 0 0,'20'-32'27326'0'0,"-39"70"-27302"0"0,2 0 0 0 0,2 2 1 0 0,-21 79-1 0 0,20-46-28 0 0,-10 111 0 0 0,20-10 4 0 0,6-173 0 0 0,0 1 0 0 0,0-1 0 0 0,0 0 0 0 0,0 0 0 0 0,0 1 0 0 0,1-1 0 0 0,-1 0 0 0 0,0 0 0 0 0,1 1 0 0 0,-1-1 0 0 0,1 0 0 0 0,-1 0 0 0 0,1 0 0 0 0,0 0 0 0 0,1 2 0 0 0,8 8 0 0 0,-9-9 0 0 0,1-1 0 0 0,-1 1 0 0 0,1 0 0 0 0,-1-1 0 0 0,0 1 0 0 0,0 0 0 0 0,1 0 0 0 0,-1 0 0 0 0,-1 0 0 0 0,1 0 0 0 0,0 0 0 0 0,0 0 0 0 0,-1 0 0 0 0,1 0 0 0 0,-1 0 0 0 0,0 0 0 0 0,1 0 0 0 0,-1 0 0 0 0,0 1 0 0 0,0-1 0 0 0,0 0 0 0 0,-1 3 0 0 0,1-4-168 0 0,-1 1 0 0 0,1 0 1 0 0,-1-1-1 0 0,1 1 0 0 0,-1-1 0 0 0,0 1 0 0 0,1-1 0 0 0,-1 1 1 0 0,0-1-1 0 0,0 1 0 0 0,0-1 0 0 0,0 0 0 0 0,-3 3 1 0 0,3-3-1 0 0,-1 1-2760 0 0</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16.586"/>
    </inkml:context>
    <inkml:brush xml:id="br0">
      <inkml:brushProperty name="width" value="0.035" units="cm"/>
      <inkml:brushProperty name="height" value="0.035" units="cm"/>
      <inkml:brushProperty name="color" value="#E71224"/>
    </inkml:brush>
  </inkml:definitions>
  <inkml:trace contextRef="#ctx0" brushRef="#br0">45 1 6553 0 0,'0'0'20221'0'0,"-2"6"-19462"0"0,-29 69 3829 0 0,30-73-4021 0 0,0 1-492 0 0,1-3-75 0 0,0 0 0 0 0,-1 0 0 0 0,1 0 0 0 0,0 0 0 0 0,0 0 0 0 0,0 0 0 0 0,0 1 1 0 0,0-1-1 0 0,0 0 0 0 0,0 0 0 0 0,0 0 0 0 0,0 0 0 0 0,0 1 0 0 0,-1-1 0 0 0,1 0 0 0 0,0 0 0 0 0,0 0 0 0 0,0 0 0 0 0,0 0 0 0 0,0 1 0 0 0,0-1 0 0 0,0 0 0 0 0,0 0 1 0 0,0 0-1 0 0,0 0 0 0 0,1 1 0 0 0,-1-1 0 0 0,0 0 0 0 0,0 0 0 0 0,0 0 0 0 0,0 0 0 0 0,0 1 0 0 0,0-1 0 0 0,0 0 0 0 0,0 0 0 0 0,0 0 0 0 0,0 0 0 0 0,1 0 1 0 0,-1 0-1 0 0,0 1 0 0 0,0-1 0 0 0,0 0 0 0 0,0 0 0 0 0,0 0 0 0 0,0 0 0 0 0,1 0 0 0 0,-1 0 0 0 0,0 0 0 0 0,0 0 0 0 0,0 0 0 0 0,0 0 0 0 0,1 0 0 0 0,-1 0 0 0 0,0 0 1 0 0,0 0-1 0 0,0 0 0 0 0,0 0 0 0 0,1 0 0 0 0,-1 0 0 0 0,0 0 0 0 0,0 0 0 0 0,32-13 0 0 0,-16-2 0 0 0,-4 0 0 0 0,-1 2 0 0 0,-5 1 0 0 0,-5-1 0 0 0,-21 3-31 0 0,15 9-263 0 0,1 1-1 0 0,-1 0 1 0 0,0 0 0 0 0,1 0 0 0 0,-1 1 0 0 0,1-1 0 0 0,-8 3-1 0 0,-14 6-8012 0 0,52 22-13280 0 0</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17.671"/>
    </inkml:context>
    <inkml:brush xml:id="br0">
      <inkml:brushProperty name="width" value="0.035" units="cm"/>
      <inkml:brushProperty name="height" value="0.035" units="cm"/>
      <inkml:brushProperty name="color" value="#E71224"/>
    </inkml:brush>
  </inkml:definitions>
  <inkml:trace contextRef="#ctx0" brushRef="#br0">112 1 5629 0 0,'0'0'19127'0'0,"0"6"-18106"0"0,-3 6-219 0 0,1 1 0 0 0,-2-1 0 0 0,1 1 0 0 0,-2-1 0 0 0,0 0-1 0 0,0 0 1 0 0,-8 12 0 0 0,4-10-388 0 0,-3 8-374 0 0,1 1 0 0 0,1 0 1 0 0,-15 49-1 0 0,20-57-40 0 0,8-14 0 0 0,5-7 0 0 0,6-7 0 0 0,-12 11 0 0 0,-1 0 0 0 0,1 0 0 0 0,0 0 0 0 0,0 0 0 0 0,-1 0 0 0 0,1-1 0 0 0,-1 1 0 0 0,0 0 0 0 0,0-1 0 0 0,1 1 0 0 0,0-5 0 0 0,15-24 0 0 0,-6 13 0 0 0,-2 2-1 0 0,1 0-1 0 0,1 1 1 0 0,13-15 0 0 0,-6 11-22 0 0,1 0 0 0 0,36-26 0 0 0,-53 44 70 0 0,1 0-24 0 0,-2 0-23 0 0,0 0 0 0 0,0 1 0 0 0,0-1 0 0 0,0 1 1 0 0,1-1-1 0 0,-1 1 0 0 0,0 0 0 0 0,0-1 0 0 0,0 1 0 0 0,1 0 0 0 0,-1 0 0 0 0,0 0 1 0 0,0 0-1 0 0,1 0 0 0 0,-1 0 0 0 0,0 0 0 0 0,0 0 0 0 0,1 1 0 0 0,-1-1 0 0 0,0 0 1 0 0,0 1-1 0 0,0-1 0 0 0,1 1 0 0 0,-1-1 0 0 0,0 1 0 0 0,0 0 0 0 0,0 0 0 0 0,0-1 0 0 0,0 1 1 0 0,1 2-1 0 0,-1-3 0 0 0,9 12 0 0 0,-3 2 0 0 0,0 1 0 0 0,-1-1 0 0 0,-1 1 0 0 0,0 1 0 0 0,-1-1 0 0 0,-1 0 0 0 0,0 1 0 0 0,-1 0 0 0 0,-1 0 0 0 0,0 0 0 0 0,-1-1 0 0 0,-1 1 0 0 0,-1 0 0 0 0,-5 25 0 0 0,4-8 4 0 0,-5-3-77 0 0,7-26-404 0 0,-1 0 3537 0 0,14-41-37873 0 0</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18.246"/>
    </inkml:context>
    <inkml:brush xml:id="br0">
      <inkml:brushProperty name="width" value="0.035" units="cm"/>
      <inkml:brushProperty name="height" value="0.035" units="cm"/>
      <inkml:brushProperty name="color" value="#E71224"/>
    </inkml:brush>
  </inkml:definitions>
  <inkml:trace contextRef="#ctx0" brushRef="#br0">71 381 7421 0 0,'0'0'6868'0'0,"4"-3"-4963"0"0,33-25 3405 0 0,32-24 53 0 0,-46 33-4338 0 0,-1-1 0 0 0,30-33 0 0 0,-25 21-127 0 0,-2-2 0 0 0,32-51 0 0 0,-53 77-823 0 0,0-3-17 0 0,-1-6-60 0 0,-3 4 2 0 0,-1 12 0 0 0,1 1 0 0 0,0-1 0 0 0,-1 1 0 0 0,1 0 0 0 0,-1-1 0 0 0,1 1 0 0 0,0 0 0 0 0,-1-1 0 0 0,1 1 0 0 0,-1 0 0 0 0,1-1 0 0 0,-1 1 0 0 0,1 0 0 0 0,-1 0 0 0 0,1 0 0 0 0,-1 0 0 0 0,1-1 0 0 0,-1 1 0 0 0,1 0 0 0 0,-1 0 0 0 0,1 0 0 0 0,-1 0 0 0 0,1 0 0 0 0,-1 0 0 0 0,1 0 0 0 0,-1 0 0 0 0,1 0 0 0 0,-1 1 0 0 0,0-1 0 0 0,-6 2 0 0 0,0 1 0 0 0,1 0 0 0 0,-1 0 0 0 0,1 1 0 0 0,0-1 0 0 0,0 1 0 0 0,0 1 0 0 0,0-1 0 0 0,1 1 0 0 0,-1 0 0 0 0,1 0 0 0 0,1 1 0 0 0,-1-1 0 0 0,1 1 0 0 0,-5 8 0 0 0,-11 18 0 0 0,-24 55 0 0 0,37-75 0 0 0,-24 59 0 0 0,3 1 0 0 0,3 0 0 0 0,-18 88 0 0 0,-18 232 0 0 0,49-217 0 0 0,11-157-1776 0 0,-2-9 4700 0 0,2-9-3470 0 0,-9-64-27383 0 0,8 41 24841 0 0</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18.610"/>
    </inkml:context>
    <inkml:brush xml:id="br0">
      <inkml:brushProperty name="width" value="0.035" units="cm"/>
      <inkml:brushProperty name="height" value="0.035" units="cm"/>
      <inkml:brushProperty name="color" value="#E71224"/>
    </inkml:brush>
  </inkml:definitions>
  <inkml:trace contextRef="#ctx0" brushRef="#br0">10 66 5416 0 0,'-2'-1'9810'0'0,"-4"-3"-10500"0"0,5 1 2393 0 0,11 3 8675 0 0,20 4-9542 0 0,1-2 0 0 0,43-2 0 0 0,-7-5-1322 0 0,103-24 0 0 0,-139 30-1060 0 0,-28 0 1292 0 0,-1 0-1 0 0,1-1 1 0 0,-1 0-1 0 0,1 1 1 0 0,0-1-1 0 0,-1 0 1 0 0,1 0-1 0 0,0 0 1 0 0,-1-1-1 0 0,1 1 1 0 0,-1-1-1 0 0,1 1 0 0 0,0-1 1 0 0,2-1-1 0 0,4-2-1571 0 0,3-2-1279 0 0,3 0-2826 0 0,-3 0-662 0 0,3 0 3631 0 0</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18.944"/>
    </inkml:context>
    <inkml:brush xml:id="br0">
      <inkml:brushProperty name="width" value="0.035" units="cm"/>
      <inkml:brushProperty name="height" value="0.035" units="cm"/>
      <inkml:brushProperty name="color" value="#E71224"/>
    </inkml:brush>
  </inkml:definitions>
  <inkml:trace contextRef="#ctx0" brushRef="#br0">45 293 7093 0 0,'0'0'6102'0'0,"0"4"-3412"0"0,2 4-429 0 0,-1 0 0 0 0,0 0 0 0 0,-1 0 0 0 0,0 0 0 0 0,-1 15 0 0 0,-15 55 1078 0 0,16-77-3362 0 0,-22 98 23 0 0,13-64 0 0 0,9-35-3 0 0,0 1 1 0 0,0-1-1 0 0,0 1 0 0 0,1 0 1 0 0,-1-1-1 0 0,0 1 0 0 0,0-1 0 0 0,1 1 1 0 0,-1-1-1 0 0,1 1 0 0 0,-1-1 1 0 0,0 1-1 0 0,1-1 0 0 0,-1 0 1 0 0,1 1-1 0 0,-1-1 0 0 0,1 0 0 0 0,-1 1 1 0 0,1-1-1 0 0,0 0 0 0 0,-1 1 1 0 0,1-1-1 0 0,-1 0 0 0 0,1 0 1 0 0,-1 0-1 0 0,1 0 0 0 0,0 0 0 0 0,-1 0 1 0 0,1 0-1 0 0,0 1 0 0 0,-1-2 1 0 0,1 1-1 0 0,-1 0 0 0 0,1 0 1 0 0,0 0-1 0 0,0 0 0 0 0,6 1-5155 0 0,-1-17-4207 0 0,14-15 1087 0 0,-12 19 4900 0 0,4-8 246 0 0,-2-2 284 0 0</inkml:trace>
  <inkml:trace contextRef="#ctx0" brushRef="#br0" timeOffset="1">268 15 7729 0 0,'0'0'11488'0'0,"2"-10"-6540"0"0,-2 6-7425 0 0,-19 46-16747 0 0</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19.496"/>
    </inkml:context>
    <inkml:brush xml:id="br0">
      <inkml:brushProperty name="width" value="0.035" units="cm"/>
      <inkml:brushProperty name="height" value="0.035" units="cm"/>
      <inkml:brushProperty name="color" value="#E71224"/>
    </inkml:brush>
  </inkml:definitions>
  <inkml:trace contextRef="#ctx0" brushRef="#br0">137 0 8581 0 0,'0'0'4673'0'0,"-14"32"3772"0"0,6-12-6164 0 0,0 0 1 0 0,-18 29 0 0 0,17-32-1305 0 0,0-1 1 0 0,1 1-1 0 0,-11 34 1 0 0,15-38-655 0 0,-2-9-340 0 0,-15 51 24 0 0,16-39-7 0 0,6-1 0 0 0,3-7-12 0 0,3-10-89 0 0,10-8-165 0 0,-2-1 0 0 0,0 0 0 0 0,0-2-1 0 0,-1 0 1 0 0,0 0 0 0 0,-1-1 0 0 0,17-24 0 0 0,-13 16 205 0 0,1 1-1 0 0,1 1 0 0 0,27-22 1 0 0,19-9 1994 0 0,-63 49-1655 0 0,1 1-48 0 0,12-1-183 0 0,-13 2-47 0 0,-1 1 0 0 0,1-1 0 0 0,0 1 0 0 0,-1 0 0 0 0,1 0 0 0 0,-1 0 0 0 0,1 0 0 0 0,-1 0 0 0 0,0 0 0 0 0,1 0 0 0 0,-1 0 0 0 0,0 1 0 0 0,0-1 0 0 0,0 0 0 0 0,0 1 0 0 0,0-1 0 0 0,0 1 0 0 0,0-1 0 0 0,0 1 0 0 0,0-1 0 0 0,-1 1 0 0 0,1 0 0 0 0,-1-1 0 0 0,1 1 0 0 0,-1 0 0 0 0,0 0 0 0 0,0-1 0 0 0,0 1 0 0 0,1 0 0 0 0,-2 0 0 0 0,1-1 0 0 0,0 1 0 0 0,0 0 0 0 0,-1 0 0 0 0,1-1 0 0 0,-1 3 0 0 0,-2 9 0 0 0,0 0 0 0 0,-1 0 0 0 0,-8 17 0 0 0,10-26 0 0 0,-25 49-1434 0 0,19-39-695 0 0,1 0 0 0 0,0 0-1 0 0,-6 20 1 0 0,11-28-599 0 0,-1 5-3566 0 0</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19.826"/>
    </inkml:context>
    <inkml:brush xml:id="br0">
      <inkml:brushProperty name="width" value="0.035" units="cm"/>
      <inkml:brushProperty name="height" value="0.035" units="cm"/>
      <inkml:brushProperty name="color" value="#E71224"/>
    </inkml:brush>
  </inkml:definitions>
  <inkml:trace contextRef="#ctx0" brushRef="#br0">230 1 7657 0 0,'-1'6'2873'0'0,"-3"8"-493"0"0,-1-1 0 0 0,0 1-1 0 0,-1-1 1 0 0,-10 17-1 0 0,-37 54 4876 0 0,-12 20-4171 0 0,18-41-2768 0 0,21-31-7578 0 0,25-48-8432 0 0,1 11 14674 0 0,1 0 0 0 0,-1 0 0 0 0,1 0 1 0 0,0 0-1 0 0,4-10 0 0 0,1-7-1944 0 0</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20.189"/>
    </inkml:context>
    <inkml:brush xml:id="br0">
      <inkml:brushProperty name="width" value="0.035" units="cm"/>
      <inkml:brushProperty name="height" value="0.035" units="cm"/>
      <inkml:brushProperty name="color" value="#E71224"/>
    </inkml:brush>
  </inkml:definitions>
  <inkml:trace contextRef="#ctx0" brushRef="#br0">0 73 10709 0 0,'2'-10'1518'0'0,"7"-20"18110"0"0,6 3-18967 0 0,-15 25-2030 0 0,-16-2-15834 0 0</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20.568"/>
    </inkml:context>
    <inkml:brush xml:id="br0">
      <inkml:brushProperty name="width" value="0.035" units="cm"/>
      <inkml:brushProperty name="height" value="0.035" units="cm"/>
      <inkml:brushProperty name="color" value="#E71224"/>
    </inkml:brush>
  </inkml:definitions>
  <inkml:trace contextRef="#ctx0" brushRef="#br0">181 1 8117 0 0,'-25'39'5699'0'0,"2"0"-1"0"0,-25 59 1 0 0,28-50-1922 0 0,-24 93 0 0 0,35-102-4217 0 0,4-13-2354 0 0,-1-3-3297 0 0</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20.915"/>
    </inkml:context>
    <inkml:brush xml:id="br0">
      <inkml:brushProperty name="width" value="0.035" units="cm"/>
      <inkml:brushProperty name="height" value="0.035" units="cm"/>
      <inkml:brushProperty name="color" value="#E71224"/>
    </inkml:brush>
  </inkml:definitions>
  <inkml:trace contextRef="#ctx0" brushRef="#br0">0 20 8161 0 0,'0'0'11831'0'0,"4"-13"-8906"0"0,1 9 3277 0 0,0 1-5806 0 0,38 5 2729 0 0,-38-2-3113 0 0,21 2 19 0 0,1 1 1 0 0,-1 0-1 0 0,26 9 1 0 0,-48-11-33 0 0,1 0 1 0 0,-1 1-1 0 0,0 0 1 0 0,0 0-1 0 0,0 0 1 0 0,0 1-1 0 0,0-1 0 0 0,0 1 1 0 0,0 0-1 0 0,-1 0 1 0 0,0 0-1 0 0,0 1 1 0 0,0-1-1 0 0,0 1 1 0 0,0 0-1 0 0,0-1 1 0 0,-1 1-1 0 0,0 0 1 0 0,3 7-1 0 0,0 1 1 0 0,-2 4 0 0 0,-4 7 0 0 0,0 0 0 0 0,-2 1 0 0 0,0 0 0 0 0,3-3 0 0 0,-1-3 0 0 0,4-1 0 0 0,3-2 0 0 0,8-8 0 0 0,12-8 0 0 0,3-9-57 0 0,0-1 0 0 0,-1 0-1 0 0,-1-3 1 0 0,0 0 0 0 0,39-28-1 0 0,2 0-1355 0 0,-12 3 2091 0 0,-53 38 146 0 0,-6 8-608 0 0,-69 178-177 0 0,47-93-39 0 0,-56 160 0 0 0,67-224 0 0 0,13-27 0 0 0,1 0 0 0 0,-1 0 0 0 0,1-1 0 0 0,-1 1 0 0 0,0 0 0 0 0,0-1 0 0 0,1 1 0 0 0,-1-1 0 0 0,0 1 0 0 0,0-1 0 0 0,0 1 0 0 0,1-1 0 0 0,-1 0 0 0 0,0 1 0 0 0,0-1 0 0 0,0 0 0 0 0,0 0 0 0 0,-1 1 0 0 0,-16 1-21 0 0,-11 1-2670 0 0,10 0-4512 0 0,16-2 6106 0 0,0-1 0 0 0,-1 0 0 0 0,1 0 0 0 0,0 0 1 0 0,0 0-1 0 0,0 0 0 0 0,-1-1 0 0 0,-4-1 0 0 0,-45-18-7021 0 0,45 17 6711 0 0,-13-7-1332 0 0</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24.018"/>
    </inkml:context>
    <inkml:brush xml:id="br0">
      <inkml:brushProperty name="width" value="0.035" units="cm"/>
      <inkml:brushProperty name="height" value="0.035" units="cm"/>
      <inkml:brushProperty name="color" value="#E71224"/>
    </inkml:brush>
  </inkml:definitions>
  <inkml:trace contextRef="#ctx0" brushRef="#br0">70 27 9633 0 0,'5'-7'20417'0'0,"-6"129"-18233"0"0,15 424-1651 0 0,2-361-533 0 0,-16-169 0 0 0,1 0 0 0 0,-2-17 0 0 0,-1-3 0 0 0,0 1 0 0 0,1-1 0 0 0,-1 1 0 0 0,1-1 0 0 0,0 1 0 0 0,0-1 0 0 0,0 0 0 0 0,0 0 0 0 0,1 0 0 0 0,-1 0 0 0 0,1-5 0 0 0,-18-106 0 0 0,-36-272 0 0 0,52 358 0 0 0,1 0 0 0 0,1 0 0 0 0,6-43 0 0 0,-2 59 0 0 0,1 0 0 0 0,0 1 0 0 0,0-1 0 0 0,2 1 0 0 0,-1 0 0 0 0,2 0 0 0 0,-1 1 0 0 0,2 0 0 0 0,-1 0 0 0 0,2 1 0 0 0,17-16 0 0 0,-11 9 0 0 0,-7 12 0 0 0,3-1 0 0 0,3 1 0 0 0,7 1 0 0 0,3 4 0 0 0,-5 4 0 0 0,-3 1 0 0 0,0 0 0 0 0,-1 2 0 0 0,0 0 0 0 0,0 0 0 0 0,19 14 0 0 0,-28-16 0 0 0,-1-2 0 0 0,0 1 0 0 0,-1-1 0 0 0,1 2 0 0 0,-1-1 0 0 0,0 0 0 0 0,0 1 0 0 0,0 0 0 0 0,0 0 0 0 0,-1 1 0 0 0,0-1 0 0 0,0 1 0 0 0,-1 0 0 0 0,1 0 0 0 0,-1 0 0 0 0,-1 1 0 0 0,1-1 0 0 0,-1 0 0 0 0,0 1 0 0 0,2 12 0 0 0,-4-12 0 0 0,1 1 0 0 0,-1 0 0 0 0,0 0 0 0 0,-1-1 0 0 0,0 1 0 0 0,0-1 0 0 0,-1 1 0 0 0,0-1 0 0 0,0 1 0 0 0,0-1 0 0 0,-1 0 0 0 0,-1 0 0 0 0,1 0 0 0 0,-1 0 0 0 0,0-1 0 0 0,0 1 0 0 0,-1-1 0 0 0,0 0 0 0 0,-7 7 0 0 0,-9 13 0 0 0,15-19 0 0 0,0 0 0 0 0,-1 0 0 0 0,0-1 0 0 0,-1 0 0 0 0,1 0 0 0 0,-1 0 0 0 0,0-1 0 0 0,0-1 0 0 0,-1 1 0 0 0,-12 3 0 0 0,0-3 0 0 0,-2-8 0 0 0,16 1 17 0 0,-1 0 1 0 0,0-1-1 0 0,1 0 1 0 0,-1 0-1 0 0,1-1 1 0 0,0 0-1 0 0,0 0 1 0 0,0-1-1 0 0,1 0 0 0 0,-8-7 1 0 0,0-2-617 0 0,2 0 1 0 0,0-1-1 0 0,-14-21 1 0 0,4 9-3988 0 0,-21-20-14231 0 0,37 41 15253 0 0,-7-8 670 0 0</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24.608"/>
    </inkml:context>
    <inkml:brush xml:id="br0">
      <inkml:brushProperty name="width" value="0.035" units="cm"/>
      <inkml:brushProperty name="height" value="0.035" units="cm"/>
      <inkml:brushProperty name="color" value="#E71224"/>
    </inkml:brush>
  </inkml:definitions>
  <inkml:trace contextRef="#ctx0" brushRef="#br0">264 86 6469 0 0,'0'0'10558'0'0,"-5"1"-8670"0"0,-2-1-879 0 0,-1 2-1 0 0,1-1 1 0 0,0 1 0 0 0,0 0 0 0 0,-1 0-1 0 0,1 1 1 0 0,1 0 0 0 0,-13 7-1 0 0,6-1-187 0 0,1-1-1 0 0,-1 2 1 0 0,2 0-1 0 0,-12 11 1 0 0,9-6-725 0 0,1 1 0 0 0,0 0 0 0 0,1 1-1 0 0,1 0 1 0 0,1 1 0 0 0,-15 34 0 0 0,21-44-96 0 0,2-5 0 0 0,1 1 0 0 0,0 0 0 0 0,0-1 0 0 0,0 1 0 0 0,0 0 0 0 0,1-1 0 0 0,-1 1 0 0 0,1 0 0 0 0,0 5 0 0 0,-1 25 0 0 0,4-27 0 0 0,0-3 0 0 0,-3-2 0 0 0,1-1 0 0 0,-1 1 0 0 0,1 0 0 0 0,0 0 0 0 0,-1-1 0 0 0,1 1 0 0 0,0 0 0 0 0,0-1 0 0 0,0 1 0 0 0,0-1 0 0 0,0 1 0 0 0,1-1 0 0 0,-1 1 0 0 0,0-1 0 0 0,1 0 0 0 0,-1 0 0 0 0,1 0 0 0 0,-1 0 0 0 0,1 0 0 0 0,-1 0 0 0 0,4 1 0 0 0,-2-1 0 0 0,-2 1 0 0 0,1-1 0 0 0,0 0 0 0 0,0 0 0 0 0,0 0 0 0 0,-1-1 0 0 0,1 1 0 0 0,0 0 0 0 0,0-1 0 0 0,0 1 0 0 0,0-1 0 0 0,0 0 0 0 0,0 1 0 0 0,0-1 0 0 0,1 0 0 0 0,2-1 0 0 0,1 1 0 0 0,-2 0 0 0 0,1 1 0 0 0,-1-1 0 0 0,1 1 0 0 0,-1-1 0 0 0,1 0 0 0 0,0-1 0 0 0,-1 1 0 0 0,1-1 0 0 0,-1 0 0 0 0,0 0 0 0 0,9-4 0 0 0,2 0 0 0 0,-1-1 0 0 0,0 0 0 0 0,0-1 0 0 0,0-1 0 0 0,-1 0 0 0 0,0-1 0 0 0,0 0 0 0 0,-1-1 0 0 0,0 0 0 0 0,-1-1 0 0 0,0 0 0 0 0,-1-1 0 0 0,0 0 0 0 0,-1-1 0 0 0,0 0 0 0 0,-1 0 0 0 0,-1-1 0 0 0,0 0 0 0 0,-1 0 0 0 0,7-23 0 0 0,-12 35 0 0 0,0 0 0 0 0,0 0 0 0 0,0-1 0 0 0,0 1 0 0 0,-1-1 0 0 0,1 1 0 0 0,-1-1 0 0 0,0 1 0 0 0,0-1 0 0 0,0 1 0 0 0,0-1 0 0 0,0-3 0 0 0,-2 0 0 0 0,3 3 0 0 0,-1 1 0 0 0,-1-1 0 0 0,1 0 0 0 0,0 1 0 0 0,0-1 0 0 0,-1 1 0 0 0,1 0 0 0 0,-1-1 0 0 0,0 1 0 0 0,0-1 0 0 0,0 1 0 0 0,0 0 0 0 0,0-1 0 0 0,-1 1 0 0 0,1 0 0 0 0,-1 0 0 0 0,1 0 0 0 0,-4-3 0 0 0,0 0 0 0 0,-32-34-381 0 0,20 25-3284 0 0,9 8 876 0 0,8 5 2032 0 0,-1 0-1 0 0,0 0 1 0 0,0 0 0 0 0,1 0 0 0 0,-1-1 0 0 0,1 1 0 0 0,-1 0 0 0 0,1 0-1 0 0,0 0 1 0 0,-1-1 0 0 0,1 1 0 0 0,0 0 0 0 0,0 0 0 0 0,0-1 0 0 0,0 1 0 0 0,0 0-1 0 0,0 0 1 0 0,0-1 0 0 0,0 1 0 0 0,1-3 0 0 0,1-2-5393 0 0,10-16 3340 0 0</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25.001"/>
    </inkml:context>
    <inkml:brush xml:id="br0">
      <inkml:brushProperty name="width" value="0.035" units="cm"/>
      <inkml:brushProperty name="height" value="0.035" units="cm"/>
      <inkml:brushProperty name="color" value="#E71224"/>
    </inkml:brush>
  </inkml:definitions>
  <inkml:trace contextRef="#ctx0" brushRef="#br0">21 0 7729 0 0,'0'0'13467'0'0,"-1"10"-11602"0"0,-9 128 4825 0 0,4 5-3876 0 0,2 295-2719 0 0,4-423 12 0 0,3 18-1925 0 0,-3-31 671 0 0,1 1 1 0 0,-1-1 0 0 0,1 1-1 0 0,0-1 1 0 0,0 0-1 0 0,0 1 1 0 0,0-1 0 0 0,0 0-1 0 0,0 0 1 0 0,3 3-1 0 0</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25.366"/>
    </inkml:context>
    <inkml:brush xml:id="br0">
      <inkml:brushProperty name="width" value="0.035" units="cm"/>
      <inkml:brushProperty name="height" value="0.035" units="cm"/>
      <inkml:brushProperty name="color" value="#E71224"/>
    </inkml:brush>
  </inkml:definitions>
  <inkml:trace contextRef="#ctx0" brushRef="#br0">1 1 8221 0 0,'0'0'19324'0'0,"10"1"-17760"0"0,161 10 2769 0 0,-49-6-6185 0 0,-20-2-6992 0 0,-4-2-9840 0 0,-95-1 15766 0 0</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26.341"/>
    </inkml:context>
    <inkml:brush xml:id="br0">
      <inkml:brushProperty name="width" value="0.035" units="cm"/>
      <inkml:brushProperty name="height" value="0.035" units="cm"/>
      <inkml:brushProperty name="color" value="#E71224"/>
    </inkml:brush>
  </inkml:definitions>
  <inkml:trace contextRef="#ctx0" brushRef="#br0">159 187 7257 0 0,'-1'1'-202'0'0,"-5"5"2790"0"0,-6 10 13404 0 0,11-11-15883 0 0,0-2 2134 0 0,16 6 76 0 0,-10-9-2183 0 0,1 0-1 0 0,-1 1 1 0 0,0-2-1 0 0,0 1 1 0 0,0-1-1 0 0,0 0 1 0 0,0 0-1 0 0,0 0 1 0 0,0 0-1 0 0,5-3 1 0 0,-4 1-227 0 0,-1-1-1 0 0,1 1 1 0 0,-1-1-1 0 0,0 0 1 0 0,0 0 0 0 0,0 0-1 0 0,-1-1 1 0 0,0 1 0 0 0,0-1-1 0 0,0 0 1 0 0,0 0-1 0 0,-1-1 1 0 0,0 1 0 0 0,0-1-1 0 0,0 0 1 0 0,-1 0 0 0 0,1 0-1 0 0,-2 0 1 0 0,1 0-1 0 0,-1 0 1 0 0,1-7 0 0 0,-1 7 85 0 0,0 0 0 0 0,0 0 0 0 0,-1 0-1 0 0,0 0 1 0 0,0 0 0 0 0,-1 0 0 0 0,-2-9 0 0 0,3 13 83 0 0,-1-1-1 0 0,0 1 0 0 0,0 0 1 0 0,0 0-1 0 0,0 0 0 0 0,-1 0 1 0 0,1 0-1 0 0,0 0 1 0 0,-1 0-1 0 0,0 0 0 0 0,1 1 1 0 0,-1-1-1 0 0,0 0 0 0 0,0 1 1 0 0,0 0-1 0 0,0-1 1 0 0,0 1-1 0 0,0 0 0 0 0,0 0 1 0 0,0 0-1 0 0,-1 0 0 0 0,1 1 1 0 0,0-1-1 0 0,-4 0 1 0 0,2-2 75 0 0,-2 1-44 0 0,-29 3 732 0 0,25 0-840 0 0,1 0 1 0 0,-1 1 0 0 0,1 0-1 0 0,0 1 1 0 0,0 0 0 0 0,0 0 0 0 0,0 1-1 0 0,0 0 1 0 0,1 0 0 0 0,0 1-1 0 0,0 0 1 0 0,0 1 0 0 0,0-1-1 0 0,1 2 1 0 0,0-1 0 0 0,0 1-1 0 0,1 0 1 0 0,0 0 0 0 0,0 1-1 0 0,0 0 1 0 0,1 0 0 0 0,0 0 0 0 0,1 1-1 0 0,0-1 1 0 0,0 1 0 0 0,1 0-1 0 0,-4 17 1 0 0,6-20-1 0 0,0-1 0 0 0,1 1 0 0 0,-1 0 0 0 0,1-1 0 0 0,0 1 0 0 0,1 0 0 0 0,-1 0 0 0 0,1-1 0 0 0,0 1 0 0 0,0 0 0 0 0,1-1 0 0 0,0 1 0 0 0,0-1 0 0 0,0 0 0 0 0,1 0 0 0 0,-1 0 0 0 0,1 0 0 0 0,1 0 0 0 0,-1 0 0 0 0,1-1 0 0 0,4 5 0 0 0,-1-3 0 0 0,0 0 0 0 0,0-1 0 0 0,1 0 0 0 0,0 0 0 0 0,0-1 0 0 0,0 0 0 0 0,0 0 0 0 0,1-1 0 0 0,-1 0 0 0 0,16 2 0 0 0,10 4-603 0 0,-28-6 12 0 0,1-1 1 0 0,-1-1-1 0 0,0 1 0 0 0,1-1 0 0 0,-1 0 1 0 0,1 0-1 0 0,0-1 0 0 0,-1 0 1 0 0,1 0-1 0 0,-1-1 0 0 0,1 0 1 0 0,11-2-1 0 0,22-10-3942 0 0,-28 9 2153 0 0,-1-1 1 0 0,0 0-1 0 0,0 0 0 0 0,0-1 1 0 0,0-1-1 0 0,14-11 0 0 0,-9 2-474 0 0</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26.685"/>
    </inkml:context>
    <inkml:brush xml:id="br0">
      <inkml:brushProperty name="width" value="0.035" units="cm"/>
      <inkml:brushProperty name="height" value="0.035" units="cm"/>
      <inkml:brushProperty name="color" value="#E71224"/>
    </inkml:brush>
  </inkml:definitions>
  <inkml:trace contextRef="#ctx0" brushRef="#br0">99 3 4340 0 0,'0'0'2091'0'0,"-16"-3"1172"0"0,7 7 2852 0 0,3 3-5154 0 0,0 0-1 0 0,1 0 0 0 0,-1 1 0 0 0,2-1 0 0 0,-1 1 0 0 0,1 1 0 0 0,0-1 0 0 0,0 0 0 0 0,1 1 0 0 0,-3 13 0 0 0,-1 15 2239 0 0,-4 66-1 0 0,9-79-3198 0 0,2-1 0 0 0,0-3 0 0 0,0-2 0 0 0,0 3 0 0 0,4-5 0 0 0,-4-16 0 0 0,0 0 0 0 0,0 1 0 0 0,1-1 0 0 0,-1 0 0 0 0,0 0 0 0 0,0 1 0 0 0,0-1 0 0 0,1 0 0 0 0,-1 0 0 0 0,0 0 0 0 0,0 0 0 0 0,1 1 0 0 0,-1-1 0 0 0,0 0 0 0 0,0 0 0 0 0,1 0 0 0 0,-1 0 0 0 0,0 0 0 0 0,0 0 0 0 0,1 1 0 0 0,-1-1 0 0 0,0 0 0 0 0,1 0 0 0 0,-1 0 0 0 0,0 0 0 0 0,0 0 0 0 0,1 0 0 0 0,-1 0 0 0 0,0 0 0 0 0,1-1 0 0 0,-1 1 0 0 0,0 0 0 0 0,0 0 0 0 0,1 0 0 0 0,-1 0 0 0 0,0 0 0 0 0,0 0 0 0 0,1 0 0 0 0,-1-1 0 0 0,0 1 0 0 0,0 0 0 0 0,1 0 0 0 0,-1 0 0 0 0,0-1 0 0 0,0 1 0 0 0,1 0 0 0 0,8-11 0 0 0,0-1-1 0 0,0 1 1 0 0,-1-1-1 0 0,0-1 1 0 0,-1 0-1 0 0,-1 0 1 0 0,0 0-1 0 0,6-23 1 0 0,11-19-129 0 0,14-20-971 0 0,-36 73 1061 0 0,-1 2 58 0 0,0-1 0 0 0,0 0 0 0 0,0 1 0 0 0,0-1 0 0 0,0 0 0 0 0,0 1 0 0 0,0-1 0 0 0,0 1 0 0 0,0-1 0 0 0,0 0 0 0 0,0 1 0 0 0,0-1 0 0 0,0 0-1 0 0,0 1 1 0 0,1-1 0 0 0,-1 1 0 0 0,0-1 0 0 0,1 1 0 0 0,-1-1 0 0 0,0 1 0 0 0,1-1 0 0 0,-1 1 0 0 0,0-1 0 0 0,1 1 0 0 0,-1-1 0 0 0,1 1 0 0 0,-1-1 0 0 0,1 1 0 0 0,-1 0 0 0 0,1-1 0 0 0,0 1 0 0 0,-1 0 0 0 0,1 0 0 0 0,-1-1 0 0 0,1 1 0 0 0,-1 0 0 0 0,1 0 0 0 0,0 0 0 0 0,-1 0 0 0 0,1 0 0 0 0,0-1 0 0 0,-1 1 0 0 0,1 0 0 0 0,0 1 0 0 0,-1-1 0 0 0,1 0 0 0 0,-1 0 0 0 0,1 0 0 0 0,0 0-1 0 0,-1 0 1 0 0,1 1 0 0 0,-1-1 0 0 0,1 0 0 0 0,0 1 0 0 0,-1-1 0 0 0,1 0 0 0 0,0 1 0 0 0,2 1-3 0 0,-1-1-1 0 0,1 1 1 0 0,0 0 0 0 0,-1 0-1 0 0,1 0 1 0 0,-1 0 0 0 0,1 1-1 0 0,-1-1 1 0 0,0 0-1 0 0,2 5 1 0 0,19 43-598 0 0,-2 2 0 0 0,22 89 1 0 0,-35-116-639 0 0,-8-22-476 0 0,0 1-2496 0 0,2 0 5602 0 0,-1-2-2206 0 0</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27.405"/>
    </inkml:context>
    <inkml:brush xml:id="br0">
      <inkml:brushProperty name="width" value="0.035" units="cm"/>
      <inkml:brushProperty name="height" value="0.035" units="cm"/>
      <inkml:brushProperty name="color" value="#E71224"/>
    </inkml:brush>
  </inkml:definitions>
  <inkml:trace contextRef="#ctx0" brushRef="#br0">64 22 2824 0 0,'0'0'1291'0'0,"0"-21"23040"0"0,-11 44-23680 0 0,1 2 0 0 0,1-1 0 0 0,2 1 0 0 0,0 1 0 0 0,2-1 0 0 0,-4 41 0 0 0,5-13-729 0 0,3 0-1 0 0,6 74 0 0 0,-2-101 79 0 0,1-1 0 0 0,2 1 0 0 0,0-1 0 0 0,17 40 0 0 0,-17-50 0 0 0,1 0 0 0 0,0-1 0 0 0,1 0 0 0 0,0-1 0 0 0,2 1 0 0 0,-1-2 0 0 0,1 1 0 0 0,21 18 0 0 0,-29-29-182 0 0,1 1 0 0 0,-1-1 0 0 0,1 0 0 0 0,0-1-1 0 0,-1 1 1 0 0,1 0 0 0 0,0-1 0 0 0,0 1 0 0 0,0-1 0 0 0,0 0 0 0 0,0 0 0 0 0,0 0 0 0 0,0-1-1 0 0,0 1 1 0 0,1-1 0 0 0,-1 1 0 0 0,4-1 0 0 0,-5 0-84 0 0,1 0-2354 0 0,3-3-2983 0 0,-4 2 4474 0 0,0-1 0 0 0,0 1 1 0 0,0-1-1 0 0,0 1 0 0 0,0-1 0 0 0,0 0 0 0 0,0 0 1 0 0,-1 0-1 0 0,1 0 0 0 0,-1 0 0 0 0,1 0 0 0 0,1-4 1 0 0,1-11-2173 0 0</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27.748"/>
    </inkml:context>
    <inkml:brush xml:id="br0">
      <inkml:brushProperty name="width" value="0.035" units="cm"/>
      <inkml:brushProperty name="height" value="0.035" units="cm"/>
      <inkml:brushProperty name="color" value="#E71224"/>
    </inkml:brush>
  </inkml:definitions>
  <inkml:trace contextRef="#ctx0" brushRef="#br0">34 1 6357 0 0,'-24'1'11463'0'0,"15"11"446"0"0,15-6-11676 0 0,-1 0 1 0 0,1 0 0 0 0,1-1 0 0 0,-1 0-1 0 0,1 0 1 0 0,0-1 0 0 0,0 1-1 0 0,0-1 1 0 0,1-1 0 0 0,-1 1 0 0 0,1-1-1 0 0,13 3 1 0 0,-5-3-366 0 0,0 0 1 0 0,0 0-1 0 0,0-2 1 0 0,28 0-1 0 0,29-8-4897 0 0,44 9-18727 0 0,-86-3 20912 0 0</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28.144"/>
    </inkml:context>
    <inkml:brush xml:id="br0">
      <inkml:brushProperty name="width" value="0.035" units="cm"/>
      <inkml:brushProperty name="height" value="0.035" units="cm"/>
      <inkml:brushProperty name="color" value="#E71224"/>
    </inkml:brush>
  </inkml:definitions>
  <inkml:trace contextRef="#ctx0" brushRef="#br0">1 213 7289 0 0,'2'2'980'0'0,"0"1"0"0"0,0-1 1 0 0,0 1-1 0 0,0 0 0 0 0,0 0 1 0 0,0 0-1 0 0,-1 0 0 0 0,1 0 1 0 0,-1 0-1 0 0,0 0 0 0 0,0 0 1 0 0,0 1-1 0 0,1 6 0 0 0,2 53 6444 0 0,-1-16-4116 0 0,19 92-2286 0 0,-14-85-1045 0 0,-8-53-291 0 0,19-7-14176 0 0,-15 4 13058 0 0,0 0-2735 0 0,1 0 461 0 0,16-9 359 0 0,-7 1 279 0 0</inkml:trace>
  <inkml:trace contextRef="#ctx0" brushRef="#br0" timeOffset="1">183 39 9581 0 0,'0'-1'4091'0'0,"-6"-12"3141"0"0,0-3-1495 0 0,5 8-7533 0 0</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28.933"/>
    </inkml:context>
    <inkml:brush xml:id="br0">
      <inkml:brushProperty name="width" value="0.035" units="cm"/>
      <inkml:brushProperty name="height" value="0.035" units="cm"/>
      <inkml:brushProperty name="color" value="#E71224"/>
    </inkml:brush>
  </inkml:definitions>
  <inkml:trace contextRef="#ctx0" brushRef="#br0">309 527 4616 0 0,'0'-2'570'0'0,"-1"0"0"0"0,0 0 0 0 0,0 1-1 0 0,0-1 1 0 0,0 1 0 0 0,-1-1-1 0 0,1 1 1 0 0,0-1 0 0 0,-1 1-1 0 0,1 0 1 0 0,0-1 0 0 0,-1 1 0 0 0,0 0-1 0 0,1 0 1 0 0,-1 0 0 0 0,0 0-1 0 0,1 1 1 0 0,-1-1 0 0 0,0 0-1 0 0,0 1 1 0 0,-3-1 0 0 0,-1 0 223 0 0,0 0 1 0 0,0 1-1 0 0,0 0 1 0 0,0 0-1 0 0,0 1 0 0 0,0 0 1 0 0,-7 1-1 0 0,-4 3 592 0 0,0 0 0 0 0,0 1-1 0 0,1 1 1 0 0,-21 11 0 0 0,29-13-740 0 0,0-2-539 0 0,1 2 0 0 0,-1-1 1 0 0,1 1-1 0 0,0 0 0 0 0,0 0 1 0 0,1 1-1 0 0,-1 0 0 0 0,1 0 1 0 0,1 0-1 0 0,-1 1 0 0 0,1 0 1 0 0,0 0-1 0 0,1 0 0 0 0,-1 1 1 0 0,-3 10-1 0 0,1 1-106 0 0,7 2 0 0 0,9 1 0 0 0,-6-20 0 0 0,1 1 0 0 0,-1-1 0 0 0,1 1 0 0 0,0-1 0 0 0,0 0 0 0 0,0-1 0 0 0,0 1 0 0 0,0 0 0 0 0,1-1 0 0 0,5 1 0 0 0,-1-1-1 0 0,-1 0 1 0 0,0-1-1 0 0,1 0 1 0 0,-1 0-1 0 0,0-1 1 0 0,1 0-1 0 0,-1-1 1 0 0,0 1-1 0 0,0-2 1 0 0,0 1-1 0 0,0-1 1 0 0,0 0-1 0 0,0-1 1 0 0,-1 0-1 0 0,13-8 1 0 0,-1 1-19 0 0,10-5-471 0 0,49-35 0 0 0,-76 49 1331 0 0,-6 10-701 0 0,2-4-137 0 0,0 1 0 0 0,0 0 0 0 0,-1-1 1 0 0,0 0-1 0 0,0 1 0 0 0,0-1 0 0 0,0 0 0 0 0,-5 4 0 0 0,6-4-6 0 0,-4 35 4 0 0,3-19-1 0 0,3-1 0 0 0,5-3 0 0 0,11 6 0 0 0,-6-20 0 0 0,-8-2 0 0 0,14 3 0 0 0,-12-2 0 0 0,0 0 0 0 0,1-1 0 0 0,-1 1 0 0 0,0-1 0 0 0,0 0 0 0 0,0 0 0 0 0,0 0 0 0 0,0-1 0 0 0,0 1 0 0 0,0-1 0 0 0,1 0 0 0 0,-2 0 0 0 0,1 0 0 0 0,7-4 0 0 0,4-2 0 0 0,8-2 8 0 0,-1 0 0 0 0,0-2 0 0 0,-1-1 0 0 0,0 0 0 0 0,-1-2 0 0 0,-1 0 0 0 0,22-21 0 0 0,114-126-1828 0 0,-122 122 981 0 0,-1 0-1 0 0,-3-2 0 0 0,-1-1 0 0 0,-2-2 0 0 0,-2 0 0 0 0,21-55 0 0 0,-42 89 844 0 0,0-1 1 0 0,0 0-1 0 0,-1 0 0 0 0,0 0 1 0 0,0-21-1 0 0,-2 28 89 0 0,0 1-1 0 0,0 0 0 0 0,0 0 1 0 0,-1-1-1 0 0,1 1 0 0 0,-1 0 1 0 0,0 0-1 0 0,1 0 0 0 0,-1-1 0 0 0,-1 1 1 0 0,1 0-1 0 0,0 1 0 0 0,-1-1 1 0 0,0 0-1 0 0,1 0 0 0 0,-1 0 1 0 0,0 1-1 0 0,0-1 0 0 0,-1 1 1 0 0,1 0-1 0 0,0 0 0 0 0,-1 0 1 0 0,-3-3-1 0 0,3 4 32 0 0,-1 1 0 0 0,1-1 0 0 0,-1 1 0 0 0,1 0 0 0 0,-1-1 0 0 0,1 2 0 0 0,-1-1-1 0 0,1 0 1 0 0,-1 1 0 0 0,1-1 0 0 0,-1 1 0 0 0,1 0 0 0 0,0 0 0 0 0,-1 0 0 0 0,1 1 0 0 0,0-1 0 0 0,0 1 0 0 0,0 0 0 0 0,0 0 0 0 0,0 0 0 0 0,0 0 0 0 0,-3 4 0 0 0,-5 4 82 0 0,2 1 0 0 0,-1 0 0 0 0,2 0-1 0 0,-1 0 1 0 0,2 1 0 0 0,-1 1 0 0 0,2-1 0 0 0,0 1 0 0 0,0 0 0 0 0,1 1 0 0 0,1-1 0 0 0,-5 21 0 0 0,4-5-229 0 0,0 0 1 0 0,2 0-1 0 0,1 1 1 0 0,1-1-1 0 0,3 31 1 0 0,2-16 391 0 0,2-1 1 0 0,18 68-1 0 0,-19-93-1046 0 0,2 0 0 0 0,0-1 1 0 0,1 1-1 0 0,14 21 0 0 0,-15-28-1481 0 0,0-1 0 0 0,1 0 0 0 0,1 0 0 0 0,11 10 0 0 0,-15-15 772 0 0,2-1-1 0 0,-1 0 0 0 0,0 0 1 0 0,1 0-1 0 0,0-1 0 0 0,0 0 1 0 0,0 0-1 0 0,0 0 1 0 0,0-1-1 0 0,11 2 0 0 0,0-3-1589 0 0</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32.720"/>
    </inkml:context>
    <inkml:brush xml:id="br0">
      <inkml:brushProperty name="width" value="0.035" units="cm"/>
      <inkml:brushProperty name="height" value="0.035" units="cm"/>
      <inkml:brushProperty name="color" value="#E71224"/>
    </inkml:brush>
  </inkml:definitions>
  <inkml:trace contextRef="#ctx0" brushRef="#br0">427 60 8345 0 0,'0'0'7142'0'0,"-19"-32"4408"0"0,19 32-11425 0 0,-29-20 4376 0 0,21 18-4280 0 0,0 0 0 0 0,-1 1-1 0 0,1 0 1 0 0,-18 0 0 0 0,13 1-221 0 0,-1 0 0 0 0,1 1 0 0 0,-1 1 0 0 0,1 0 0 0 0,-1 1 0 0 0,1 0 0 0 0,0 1 0 0 0,0 0 0 0 0,1 1 0 0 0,-1 1 0 0 0,1 0 0 0 0,0 1 0 0 0,1 0 0 0 0,0 1 0 0 0,0 0 0 0 0,0 0 0 0 0,1 1 0 0 0,0 1 0 0 0,1 0 0 0 0,0 0 0 0 0,1 1 0 0 0,0 0 0 0 0,0 0 0 0 0,1 1 0 0 0,1 0 0 0 0,0 0 0 0 0,1 1 0 0 0,0-1 0 0 0,1 1 0 0 0,-4 16 0 0 0,5-6 0 0 0,3 0 0 0 0,6-4 0 0 0,4-5 0 0 0,5-3 0 0 0,4-5 0 0 0,5-7 0 0 0,-9-2 0 0 0,0-1 0 0 0,0-1 0 0 0,0-1 0 0 0,-1 0 0 0 0,0-1 0 0 0,0 0 0 0 0,-1-1 0 0 0,0 0 0 0 0,0-1 0 0 0,16-16 0 0 0,10-11 0 0 0,57-70 0 0 0,-52 38 0 0 0,-35 55 0 0 0,-7 12 0 0 0,-2 1 0 0 0,0 0 0 0 0,0 0 0 0 0,0 0 0 0 0,0 0 0 0 0,0 0 0 0 0,0 0 0 0 0,0 0 0 0 0,0 0 0 0 0,0 0 0 0 0,0 0 0 0 0,0 0 0 0 0,0 0 0 0 0,0 0 0 0 0,1 0 0 0 0,-1 0 0 0 0,0 0 0 0 0,0 0 0 0 0,0 0 0 0 0,0 0 0 0 0,0 0 0 0 0,-10 30 0 0 0,6-20 0 0 0,2 0 0 0 0,-1 0 0 0 0,2 1 0 0 0,-1-1 0 0 0,1 1 0 0 0,1-1 0 0 0,0 1 0 0 0,0-1 0 0 0,1 1 0 0 0,5 19 0 0 0,-4-20 0 0 0,14 55-147 0 0,2-35-6112 0 0,-6-20-938 0 0,2-7-3671 0 0,-7-3 7590 0 0,24-2 244 0 0</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33.205"/>
    </inkml:context>
    <inkml:brush xml:id="br0">
      <inkml:brushProperty name="width" value="0.035" units="cm"/>
      <inkml:brushProperty name="height" value="0.035" units="cm"/>
      <inkml:brushProperty name="color" value="#E71224"/>
    </inkml:brush>
  </inkml:definitions>
  <inkml:trace contextRef="#ctx0" brushRef="#br0">274 19 8281 0 0,'0'0'7074'0'0,"-3"-4"-4947"0"0,-13-8-94 0 0,12 9-76 0 0,-1 4-94 0 0,-7 1-644 0 0,0 1 0 0 0,0 0-1 0 0,0 1 1 0 0,1 0-1 0 0,-1 1 1 0 0,-19 11 0 0 0,20-8-1174 0 0,0 0 0 0 0,0 0 0 0 0,1 1 0 0 0,1 0 0 0 0,0 0 0 0 0,0 1 0 0 0,0 0 0 0 0,2 1 0 0 0,-1 0 0 0 0,1 0 0 0 0,1 1 0 0 0,0 0 1 0 0,0 0-1 0 0,2 0 0 0 0,-1 1 0 0 0,1 0 0 0 0,1-1 0 0 0,1 1 0 0 0,-2 17 0 0 0,3-27-45 0 0,0 0 0 0 0,1 0 0 0 0,-1 0 0 0 0,1 0 0 0 0,0 0 0 0 0,0 0 0 0 0,0 0 0 0 0,1 1 0 0 0,-1-1 0 0 0,1 0 0 0 0,-1 0 0 0 0,1-1 0 0 0,1 5 0 0 0,3 4 0 0 0,-5-8 0 0 0,1-1 0 0 0,0 1 0 0 0,0-1 0 0 0,1 1 0 0 0,-1-1 0 0 0,1 0 0 0 0,-1 1 0 0 0,1-1 0 0 0,-1 0 0 0 0,1 0 0 0 0,0 0 0 0 0,0 0 0 0 0,0-1 0 0 0,0 1 0 0 0,1 0 0 0 0,-1-1 0 0 0,0 1 0 0 0,1-1 0 0 0,-1 0 0 0 0,1 0 0 0 0,-1 0 0 0 0,1 0 0 0 0,2 0 0 0 0,2 1 0 0 0,-1-1 0 0 0,0 0 0 0 0,1-1 0 0 0,-1 0 0 0 0,0 0 0 0 0,12-1 0 0 0,10-6-5865 0 0,-1 0 0 0 0,0-1 0 0 0,0-2 0 0 0,49-25 0 0 0,-59 25 2983 0 0</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33.648"/>
    </inkml:context>
    <inkml:brush xml:id="br0">
      <inkml:brushProperty name="width" value="0.035" units="cm"/>
      <inkml:brushProperty name="height" value="0.035" units="cm"/>
      <inkml:brushProperty name="color" value="#E71224"/>
    </inkml:brush>
  </inkml:definitions>
  <inkml:trace contextRef="#ctx0" brushRef="#br0">90 0 6561 0 0,'0'0'8058'0'0,"-1"9"-6247"0"0,-25 140 6356 0 0,-2 14-1244 0 0,14-55-5676 0 0,-5 41-1247 0 0,19-145-218 0 0,-1-1-1 0 0,1 0 1 0 0,0 0 0 0 0,0 0-1 0 0,0 1 1 0 0,0-1 0 0 0,1 0 0 0 0,0 0-1 0 0,0 3 1 0 0,6 6-9234 0 0</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33.980"/>
    </inkml:context>
    <inkml:brush xml:id="br0">
      <inkml:brushProperty name="width" value="0.035" units="cm"/>
      <inkml:brushProperty name="height" value="0.035" units="cm"/>
      <inkml:brushProperty name="color" value="#E71224"/>
    </inkml:brush>
  </inkml:definitions>
  <inkml:trace contextRef="#ctx0" brushRef="#br0">1 1 10125 0 0,'9'1'11385'0'0,"14"0"-4987"0"0,24 3-3170 0 0,65 3-1654 0 0,-16-2-2902 0 0,-24-1-6556 0 0,35 4-10103 0 0,-88-7 14880 0 0</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34.564"/>
    </inkml:context>
    <inkml:brush xml:id="br0">
      <inkml:brushProperty name="width" value="0.035" units="cm"/>
      <inkml:brushProperty name="height" value="0.035" units="cm"/>
      <inkml:brushProperty name="color" value="#E71224"/>
    </inkml:brush>
  </inkml:definitions>
  <inkml:trace contextRef="#ctx0" brushRef="#br0">68 7 5793 0 0,'-3'-7'19664'0'0,"-5"22"-18347"0"0,0 0-1 0 0,1 1 1 0 0,1 0-1 0 0,-8 32 1 0 0,6-9-954 0 0,-4 70 1 0 0,11-102-364 0 0,5 28 0 0 0,-4-29 0 0 0,0-5 0 0 0,0 1 0 0 0,0 0 0 0 0,0-1 0 0 0,1 1 0 0 0,-1 0 0 0 0,0-1 0 0 0,1 1 0 0 0,-1 0 0 0 0,1-1 0 0 0,-1 1 0 0 0,1-1 0 0 0,0 1 0 0 0,0-1 0 0 0,0 0 0 0 0,1 3 0 0 0,13 18 0 0 0,-8-19 0 0 0,-4-2 0 0 0,0 0 0 0 0,1 0 0 0 0,-1 1 0 0 0,0-2 0 0 0,1 1 0 0 0,-1 0 0 0 0,1-1 0 0 0,0 1 0 0 0,-1-1 0 0 0,1 0 0 0 0,-1 0 0 0 0,1-1 0 0 0,-1 1 0 0 0,1-1 0 0 0,-1 1 0 0 0,1-1 0 0 0,-1 0 0 0 0,0-1 0 0 0,1 1 0 0 0,-1 0 0 0 0,6-5 0 0 0,-5 4 0 0 0,15-8 3 0 0,-1-1 0 0 0,-1-1 1 0 0,0 0-1 0 0,25-25 0 0 0,56-67-685 0 0,-62 65-94 0 0,13-23 1692 0 0,-38 47-326 0 0,-25 35-654 0 0,5-5 78 0 0,0 0-1 0 0,1 0 1 0 0,0 1 0 0 0,1 0-1 0 0,1 0 1 0 0,1 1-1 0 0,0 0 1 0 0,1 0 0 0 0,-2 21-1 0 0,5-28-1341 0 0,1 1-1 0 0,-1 0 0 0 0,2-1 1 0 0,0 1-1 0 0,2 11 1 0 0,-3-21 507 0 0,1 1 0 0 0,-1 0 1 0 0,1 0-1 0 0,-1 0 1 0 0,1-1-1 0 0,0 1 1 0 0,0 0-1 0 0,0-1 1 0 0,0 1-1 0 0,0-1 0 0 0,0 1 1 0 0,1-1-1 0 0,-1 1 1 0 0,3 1-1 0 0,10 5-7067 0 0,5 0 4873 0 0</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35.144"/>
    </inkml:context>
    <inkml:brush xml:id="br0">
      <inkml:brushProperty name="width" value="0.035" units="cm"/>
      <inkml:brushProperty name="height" value="0.035" units="cm"/>
      <inkml:brushProperty name="color" value="#E71224"/>
    </inkml:brush>
  </inkml:definitions>
  <inkml:trace contextRef="#ctx0" brushRef="#br0">278 15 6265 0 0,'0'0'9683'0'0,"-9"-13"-6961"0"0,-1 11 2605 0 0,-8 7-4145 0 0,1 1 0 0 0,0 1 0 0 0,1 0-1 0 0,-1 1 1 0 0,1 0 0 0 0,-23 18 0 0 0,27-17-1132 0 0,1-1-1 0 0,0 2 1 0 0,1-1 0 0 0,0 1 0 0 0,1 1-1 0 0,0 0 1 0 0,1 0 0 0 0,0 1-1 0 0,-11 21 1 0 0,13-19-50 0 0,1 5 0 0 0,5 0 0 0 0,9 5 0 0 0,-1-19 0 0 0,-6-5 0 0 0,-1 1 0 0 0,0 0 0 0 0,1 1 0 0 0,-1-1 0 0 0,0 0 0 0 0,1 0 0 0 0,-1-1 0 0 0,0 1 0 0 0,1 0 0 0 0,-1 0 0 0 0,1-1 0 0 0,0 1 0 0 0,-1-1 0 0 0,1 1 0 0 0,-1-1 0 0 0,1 0 0 0 0,0 1 0 0 0,1-1 0 0 0,3 0 0 0 0,-2 1 0 0 0,-1 0 0 0 0,1 0 0 0 0,0 0 0 0 0,0 0 0 0 0,0-1 0 0 0,-1 1 0 0 0,1-1 0 0 0,0 0 0 0 0,0 0 0 0 0,0-1 0 0 0,0 1 0 0 0,-1-1 0 0 0,7-1 0 0 0,7-3 0 0 0,-2 2-45 0 0,0-1 1 0 0,0-1-1 0 0,0-1 0 0 0,0 0 1 0 0,-1 0-1 0 0,0-2 0 0 0,-1 1 1 0 0,0-2-1 0 0,21-16 1 0 0,-3-3-869 0 0,-1-1 1 0 0,35-42 0 0 0,-61 61 898 0 0,-4 9 72 0 0,0 1 0 0 0,0 0 0 0 0,0 0 0 0 0,0 0 0 0 0,0 0 0 0 0,0-1 0 0 0,0 1 0 0 0,0 0 0 0 0,0 0 0 0 0,0 0 0 0 0,0 0 0 0 0,0 0 0 0 0,-1-1 0 0 0,1 1 0 0 0,0 0 0 0 0,0 0 0 0 0,0 0 0 0 0,0 0-1 0 0,0 0 1 0 0,0 0 0 0 0,-1-1 0 0 0,1 1 0 0 0,0 0 0 0 0,0 0 0 0 0,0 0 0 0 0,0 0 0 0 0,-1 0 0 0 0,1 0 0 0 0,0 0 0 0 0,0 0 0 0 0,0 0 0 0 0,0 0 0 0 0,-1 0 0 0 0,1 0 0 0 0,0 0 0 0 0,0 0 0 0 0,0 0 0 0 0,-1 0 0 0 0,1 0 0 0 0,0 0 0 0 0,0 0 0 0 0,0 0 0 0 0,0 0 0 0 0,-1 0 0 0 0,1 0 0 0 0,0 0 0 0 0,0 1 0 0 0,0-1 0 0 0,0 0-1 0 0,0 0 1 0 0,-1 0 0 0 0,1 0 0 0 0,0 0 0 0 0,-34 16 9 0 0,17-1-67 0 0,10-3 0 0 0,1 0 0 0 0,1 1 0 0 0,-1 0 0 0 0,2 0 0 0 0,0 0 0 0 0,1 0 0 0 0,-4 26 0 0 0,5-10 0 0 0,3-15 0 0 0,7 6 0 0 0,-8-18-8 0 0,1 0 0 0 0,-1 1 0 0 0,1-1 0 0 0,0 0 0 0 0,0 0 0 0 0,0 0 0 0 0,0 0 0 0 0,0 0 0 0 0,0 0 0 0 0,1 0 0 0 0,-1 0 0 0 0,1-1 0 0 0,-1 1 0 0 0,1 0 0 0 0,0-1 0 0 0,0 1 0 0 0,-1-1-1 0 0,1 0 1 0 0,0 1 0 0 0,0-1 0 0 0,0 0 0 0 0,5 1 0 0 0,-2-1-1771 0 0,0-1 0 0 0,0 0 0 0 0,0 0-1 0 0,0 0 1 0 0,0-1 0 0 0,0 1 0 0 0,-1-1-1 0 0,8-3 1 0 0,-7 3 409 0 0,0-1 1 0 0,0-1-1 0 0,0 1 0 0 0,0-1 0 0 0,-1 0 0 0 0,1 0 0 0 0,5-5 1 0 0,3-6-1754 0 0</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35.566"/>
    </inkml:context>
    <inkml:brush xml:id="br0">
      <inkml:brushProperty name="width" value="0.035" units="cm"/>
      <inkml:brushProperty name="height" value="0.035" units="cm"/>
      <inkml:brushProperty name="color" value="#E71224"/>
    </inkml:brush>
  </inkml:definitions>
  <inkml:trace contextRef="#ctx0" brushRef="#br0">170 0 6953 0 0,'0'0'2677'0'0,"-8"7"-173"0"0,2-1-1814 0 0,-1 0 0 0 0,1 0 0 0 0,0 1 0 0 0,1 0 0 0 0,0 0 0 0 0,0 1-1 0 0,0 0 1 0 0,1-1 0 0 0,-4 10 0 0 0,-16 50 4730 0 0,-22 97-1 0 0,33-104-4695 0 0,4 1 0 0 0,2-1-1 0 0,2 118 1 0 0,6-164-507 0 0,1 0 1 0 0,0-1-1 0 0,1 1 0 0 0,7 20 1 0 0,11 7-3016 0 0,-7-26-2571 0 0,2-6-3841 0 0,-8-10 1370 0 0,21-9 4505 0 0,-11 0 345 0 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40.898"/>
    </inkml:context>
    <inkml:brush xml:id="br0">
      <inkml:brushProperty name="width" value="0.035" units="cm"/>
      <inkml:brushProperty name="height" value="0.035" units="cm"/>
      <inkml:brushProperty name="color" value="#E71224"/>
    </inkml:brush>
  </inkml:definitions>
  <inkml:trace contextRef="#ctx0" brushRef="#br0">67 1 9705 0 0,'-1'5'11697'0'0,"-3"7"-4429"0"0,-7 24-2278 0 0,-12 62-5883 0 0,8 16 893 0 0,6-1 0 0 0,5 116 0 0 0,5-209 0 0 0,1-6-2171 0 0,3-7 6671 0 0,-2-8-5148 0 0,5-36-31756 0 0</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41.419"/>
    </inkml:context>
    <inkml:brush xml:id="br0">
      <inkml:brushProperty name="width" value="0.035" units="cm"/>
      <inkml:brushProperty name="height" value="0.035" units="cm"/>
      <inkml:brushProperty name="color" value="#E71224"/>
    </inkml:brush>
  </inkml:definitions>
  <inkml:trace contextRef="#ctx0" brushRef="#br0">5 219 7677 0 0,'-1'-13'3401'0'0,"-3"-43"6604"0"0,5 52-9685 0 0,-1 1-1 0 0,1-1 0 0 0,-1 1 1 0 0,1-1-1 0 0,0 1 0 0 0,0 0 1 0 0,1 0-1 0 0,-1-1 0 0 0,1 1 1 0 0,0 0-1 0 0,-1 0 0 0 0,1 0 0 0 0,0 1 1 0 0,1-1-1 0 0,2-2 0 0 0,6-5-64 0 0,1 0 0 0 0,1 0-1 0 0,0 2 1 0 0,0-1 0 0 0,1 2-1 0 0,0 0 1 0 0,0 0 0 0 0,0 1-1 0 0,1 1 1 0 0,0 1 0 0 0,0 0-1 0 0,1 1 1 0 0,-1 0-1 0 0,1 1 1 0 0,27 1 0 0 0,-36 1-201 0 0,0 1-1 0 0,1 0 1 0 0,-1 0 0 0 0,0 1-1 0 0,0 0 1 0 0,0 0 0 0 0,-1 1 0 0 0,1 0-1 0 0,-1 0 1 0 0,1 0 0 0 0,-1 1 0 0 0,0 0-1 0 0,0 0 1 0 0,0 1 0 0 0,-1-1-1 0 0,0 1 1 0 0,0 0 0 0 0,0 1 0 0 0,0-1-1 0 0,-1 1 1 0 0,0 0 0 0 0,0 0 0 0 0,3 8-1 0 0,-4-10-12 0 0,-1 1-1 0 0,0 0 0 0 0,0 1 1 0 0,0-1-1 0 0,0 0 0 0 0,-1 0 1 0 0,0 1-1 0 0,0-1 0 0 0,0 1 1 0 0,-1-1-1 0 0,0 1 1 0 0,0-1-1 0 0,0 1 0 0 0,-1-1 1 0 0,0 1-1 0 0,0-1 0 0 0,0 0 1 0 0,-1 1-1 0 0,0-1 0 0 0,0 0 1 0 0,0 0-1 0 0,0 0 0 0 0,-1 0 1 0 0,0 0-1 0 0,0-1 1 0 0,0 1-1 0 0,0-1 0 0 0,-1 0 1 0 0,-7 6-1 0 0,-3 3-40 0 0,-1-2 0 0 0,0 0 0 0 0,-1 0 0 0 0,0-2 0 0 0,0 0 0 0 0,-1-1 0 0 0,0 0 0 0 0,-1-1 0 0 0,-36 8 0 0 0,36-14 0 0 0,15-1-395 0 0,1 0 0 0 0,-1 0 0 0 0,0-1 0 0 0,1 1 0 0 0,-1-1 0 0 0,0 1 0 0 0,1-1 0 0 0,-1 0 0 0 0,1 0 0 0 0,-1 0-1 0 0,1 0 1 0 0,0-1 0 0 0,-1 1 0 0 0,1 0 0 0 0,-3-3 0 0 0,1-1-3286 0 0,-4-2-2373 0 0,-5-15-506 0 0,12 11 104 0 0,1-8 3485 0 0</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42.309"/>
    </inkml:context>
    <inkml:brush xml:id="br0">
      <inkml:brushProperty name="width" value="0.035" units="cm"/>
      <inkml:brushProperty name="height" value="0.035" units="cm"/>
      <inkml:brushProperty name="color" value="#E71224"/>
    </inkml:brush>
  </inkml:definitions>
  <inkml:trace contextRef="#ctx0" brushRef="#br0">1 341 4688 0 0,'26'-19'7971'0'0,"-10"3"-5572"0"0,-1-2 0 0 0,24-32 0 0 0,46-98 1038 0 0,-49 83-1440 0 0,-36 64-1869 0 0,1 0 0 0 0,0 0 0 0 0,0 0 0 0 0,-1 0 0 0 0,1 0-1 0 0,-1-1 1 0 0,1 1 0 0 0,-1 0 0 0 0,0 0 0 0 0,1 0 0 0 0,-1-1 0 0 0,0 1 0 0 0,0 0 0 0 0,0 0 0 0 0,0-1 0 0 0,0-1 0 0 0,0 2-31 0 0,0 1 0 0 0,-1 0 0 0 0,1 0 0 0 0,-1-1 0 0 0,1 1 0 0 0,0 0 0 0 0,-1 0 0 0 0,1 0 0 0 0,0 0 0 0 0,-1 0 0 0 0,1-1 0 0 0,-1 1 0 0 0,1 0 0 0 0,-1 0 1 0 0,1 0-1 0 0,0 0 0 0 0,-1 0 0 0 0,1 0 0 0 0,-1 0 0 0 0,1 0 0 0 0,-1 1 0 0 0,1-1 0 0 0,0 0 0 0 0,-1 0 0 0 0,1 0 0 0 0,-1 0 0 0 0,1 0 0 0 0,0 1 0 0 0,-1-1 0 0 0,0 1 0 0 0,-2 0 67 0 0,0 1 0 0 0,0-1 0 0 0,0 1 0 0 0,0 0 0 0 0,1 1 0 0 0,-1-1 0 0 0,0 0 0 0 0,1 1 0 0 0,0-1 0 0 0,-1 1 1 0 0,-1 4-1 0 0,-15 33-76 0 0,2 0 1 0 0,2 1-1 0 0,-10 43 1 0 0,13-24-99 0 0,2 1 1 0 0,-1 72-1 0 0,10-111 10 0 0,-1-1 0 0 0,4-3 0 0 0,-1-2 0 0 0,2 0 0 0 0,-3-15 0 0 0,0-1 0 0 0,0 0 0 0 0,0 1 0 0 0,0-1 0 0 0,0 0 0 0 0,1 1 0 0 0,-1-1 0 0 0,0 0 0 0 0,0 1 0 0 0,0-1 0 0 0,1 0 0 0 0,-1 0 0 0 0,0 1 0 0 0,0-1 0 0 0,1 0 0 0 0,-1 0 0 0 0,0 0 0 0 0,1 1 0 0 0,-1-1 0 0 0,0 0 0 0 0,0 0 0 0 0,1 0 0 0 0,-1 0 0 0 0,0 0 0 0 0,1 0 0 0 0,-1 0 0 0 0,0 1 0 0 0,1-1 0 0 0,-1 0 0 0 0,1 0 0 0 0,-1 0 0 0 0,0 0 0 0 0,1 0 0 0 0,-1-1 0 0 0,0 1 0 0 0,1 0 0 0 0,-1 0 0 0 0,0 0 0 0 0,1 0 0 0 0,-1 0 0 0 0,0 0 0 0 0,1 0 0 0 0,-1-1 0 0 0,13-7 0 0 0,-1 0 0 0 0,0-1 0 0 0,-1 0 0 0 0,0-1 0 0 0,-1-1 0 0 0,0 1 0 0 0,0-2 0 0 0,12-18 0 0 0,29-30 0 0 0,52-40 0 0 0,-92 89 0 0 0,-1 2 0 0 0,2 6 0 0 0,3 19 0 0 0,-13 6 0 0 0,-6 42 0 0 0,-3-6 0 0 0,3-39 0 0 0,1 3 0 0 0,3 2 0 0 0,-2-1-850 0 0,1 3 2435 0 0,1-14-4787 0 0</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42.879"/>
    </inkml:context>
    <inkml:brush xml:id="br0">
      <inkml:brushProperty name="width" value="0.035" units="cm"/>
      <inkml:brushProperty name="height" value="0.035" units="cm"/>
      <inkml:brushProperty name="color" value="#E71224"/>
    </inkml:brush>
  </inkml:definitions>
  <inkml:trace contextRef="#ctx0" brushRef="#br0">26 0 7453 0 0,'0'0'19686'0'0,"-2"9"-18354"0"0,-4 6-957 0 0,2-4 115 0 0,1-1 0 0 0,0 1 0 0 0,1-1 0 0 0,0 1 1 0 0,1 0-1 0 0,0 0 0 0 0,1 21 0 0 0,-2-11-490 0 0,2-1 0 0 0,2 1 0 0 0,2-6 0 0 0,7-7 0 0 0,11-9 0 0 0,-7-5 0 0 0,0 0 0 0 0,0 0 0 0 0,-1-2 0 0 0,0 1 0 0 0,0-2 0 0 0,-1 0 0 0 0,14-12 0 0 0,44-30 0 0 0,-14 13 0 0 0,-45 31 0 0 0,-12 7 0 0 0,0-1 0 0 0,0 1 0 0 0,0 0 0 0 0,1 0 0 0 0,-1-1 0 0 0,0 1 0 0 0,0 0 0 0 0,1 0 0 0 0,-1 0 0 0 0,0-1 0 0 0,0 1 0 0 0,1 0 0 0 0,-1 0 0 0 0,0 0 0 0 0,1 0 0 0 0,-1 0 0 0 0,0-1 0 0 0,1 1 0 0 0,-1 0 0 0 0,0 0 0 0 0,1 0 0 0 0,-1 0 0 0 0,0 0 0 0 0,1 0 0 0 0,-1 0 0 0 0,0 0 0 0 0,0 0 0 0 0,1 0 0 0 0,-1 1 0 0 0,0-1 0 0 0,1 0 0 0 0,-1 0 0 0 0,0 0 0 0 0,1 0 0 0 0,-1 0 0 0 0,0 1 0 0 0,0-1 0 0 0,1 0 0 0 0,-1 0 0 0 0,4 28 0 0 0,-12 20 0 0 0,-1 0 0 0 0,-22 62 0 0 0,21-78 0 0 0,-6 29-710 0 0,8-27 1493 0 0,-19 51 1 0 0,0-34-3352 0 0,23-45 1443 0 0,0-1-1 0 0,-1 0 0 0 0,1-1 1 0 0,-1 1-1 0 0,0-1 0 0 0,-8 6 1 0 0,10-8-737 0 0,-1 0 1 0 0,0-1 0 0 0,1 1-1 0 0,-1-1 1 0 0,0 0 0 0 0,0 0-1 0 0,0 0 1 0 0,-7 0 0 0 0,3-1-206 0 0,5 0-911 0 0</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43.493"/>
    </inkml:context>
    <inkml:brush xml:id="br0">
      <inkml:brushProperty name="width" value="0.035" units="cm"/>
      <inkml:brushProperty name="height" value="0.035" units="cm"/>
      <inkml:brushProperty name="color" value="#E71224"/>
    </inkml:brush>
  </inkml:definitions>
  <inkml:trace contextRef="#ctx0" brushRef="#br0">260 18 7893 0 0,'0'0'2393'0'0,"14"-18"17894"0"0,-24 22-19957 0 0,-34 17 1457 0 0,31-12-1710 0 0,-1 1-77 0 0,-1 1 0 0 0,1 0 0 0 0,1 0 0 0 0,2 0 0 0 0,1 0 0 0 0,-1 0 0 0 0,1 0 0 0 0,3 1 0 0 0,7 3 0 0 0,14-3 0 0 0,3-5 0 0 0,-1 0 0 0 0,1-1 0 0 0,-2-1 0 0 0,0 2 0 0 0,-4 5 0 0 0,-1 0 0 0 0,-4-1 0 0 0,2 4 0 0 0,-3 1 0 0 0,-4 1 0 0 0,-8 1 0 0 0,-4-5 0 0 0,-5 5 0 0 0,15-17 0 0 0,0 0 0 0 0,1 0 0 0 0,-1 0 0 0 0,0 0 0 0 0,0 0 0 0 0,0-1 0 0 0,0 1 0 0 0,0 0 0 0 0,0-1 0 0 0,0 1 0 0 0,-1 0 0 0 0,1-1 0 0 0,0 1 0 0 0,0-1 0 0 0,0 0 0 0 0,-2 1 0 0 0,-16 6 0 0 0,-24 5 1038 0 0,0-8-9025 0 0,39-3 6535 0 0,-1-1 0 0 0,1-1 0 0 0,0 1 0 0 0,-1-1 0 0 0,1 1 0 0 0,0-1 0 0 0,0 0 0 0 0,-1-1 0 0 0,1 1 0 0 0,0-1 0 0 0,0 0 0 0 0,0 0 0 0 0,1 0 0 0 0,-8-5 0 0 0,1-2-1462 0 0</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43.824"/>
    </inkml:context>
    <inkml:brush xml:id="br0">
      <inkml:brushProperty name="width" value="0.035" units="cm"/>
      <inkml:brushProperty name="height" value="0.035" units="cm"/>
      <inkml:brushProperty name="color" value="#E71224"/>
    </inkml:brush>
  </inkml:definitions>
  <inkml:trace contextRef="#ctx0" brushRef="#br0">35 1 8813 0 0,'-1'22'7001'0'0,"-12"70"1950"0"0,-1-3-4137 0 0,10-7-7846 0 0,2-74-3295 0 0</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44.236"/>
    </inkml:context>
    <inkml:brush xml:id="br0">
      <inkml:brushProperty name="width" value="0.035" units="cm"/>
      <inkml:brushProperty name="height" value="0.035" units="cm"/>
      <inkml:brushProperty name="color" value="#E71224"/>
    </inkml:brush>
  </inkml:definitions>
  <inkml:trace contextRef="#ctx0" brushRef="#br0">43 32 10913 0 0,'1'-3'1304'0'0,"3"-19"15330"0"0,-6 16-13043 0 0,-5 6-5400 0 0,6 0 1305 0 0,1 0 0 0 0,-1 0 0 0 0,0 0-1 0 0,1 1 1 0 0,-1-1 0 0 0,0 0 0 0 0,1 0-1 0 0,-1 1 1 0 0,1-1 0 0 0,-1 0 0 0 0,0 1-1 0 0,1-1 1 0 0,-1 1 0 0 0,1-1 0 0 0,0 1-1 0 0,-1-1 1 0 0,1 1 0 0 0,-1-1 0 0 0,1 1-1 0 0,0-1 1 0 0,-1 1 0 0 0,1 0 0 0 0,0-1-1 0 0,-1 1 1 0 0,1 0 0 0 0,0 0 0 0 0,-2 11-2397 0 0,-3-12-2019 0 0,-5-2 3829 0 0,6 4-3045 0 0,-1 5 1185 0 0</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44.562"/>
    </inkml:context>
    <inkml:brush xml:id="br0">
      <inkml:brushProperty name="width" value="0.035" units="cm"/>
      <inkml:brushProperty name="height" value="0.035" units="cm"/>
      <inkml:brushProperty name="color" value="#E71224"/>
    </inkml:brush>
  </inkml:definitions>
  <inkml:trace contextRef="#ctx0" brushRef="#br0">347 50 3980 0 0,'2'-2'-8'0'0,"6"-12"2348"0"0,-3 0 5641 0 0,-10 5-805 0 0,-6 1-6268 0 0,7 7-471 0 0,-1 1 0 0 0,0-1 0 0 0,1 0 0 0 0,-1 1 0 0 0,0 0-1 0 0,1 0 1 0 0,-1 1 0 0 0,0-1 0 0 0,1 1 0 0 0,-1 0 0 0 0,0 0-1 0 0,1 1 1 0 0,0-1 0 0 0,-6 3 0 0 0,3-1 174 0 0,-8 1-221 0 0,0 2 0 0 0,1 0-1 0 0,0 1 1 0 0,0 0 0 0 0,1 1 0 0 0,0 0 0 0 0,0 1 0 0 0,-22 21 0 0 0,19-13-437 0 0,1 1 0 0 0,0 0-1 0 0,1 2 1 0 0,1-1 0 0 0,-19 40 0 0 0,25-46 47 0 0,2 3 0 0 0,3-1 0 0 0,3-14 0 0 0,-1 0 0 0 0,0-1 0 0 0,1 1 0 0 0,-1 0 0 0 0,1 0 0 0 0,-1 0 0 0 0,1 0 0 0 0,0 0 0 0 0,-1-1 0 0 0,1 1 0 0 0,0 0 0 0 0,0-1 0 0 0,-1 1 0 0 0,1 0 0 0 0,0-1 0 0 0,0 1 0 0 0,1 0 0 0 0,2-1 20 0 0,-1 1 1 0 0,1-1-1 0 0,0 0 0 0 0,-1 0 0 0 0,1 0 1 0 0,0 0-1 0 0,-1-1 0 0 0,1 1 0 0 0,-1-1 1 0 0,1 0-1 0 0,-1 0 0 0 0,7-3 0 0 0,31-6-4895 0 0,-5 7-3274 0 0,-1-2 0 0 0,39-11 0 0 0,-53 10 5269 0 0</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45.188"/>
    </inkml:context>
    <inkml:brush xml:id="br0">
      <inkml:brushProperty name="width" value="0.035" units="cm"/>
      <inkml:brushProperty name="height" value="0.035" units="cm"/>
      <inkml:brushProperty name="color" value="#E71224"/>
    </inkml:brush>
  </inkml:definitions>
  <inkml:trace contextRef="#ctx0" brushRef="#br0">242 6 6633 0 0,'0'0'9178'0'0,"-6"-1"-6987"0"0,-19-3-126 0 0,18 3-227 0 0,2 4-71 0 0,-10 4-107 0 0,0 1 0 0 0,0 0 1 0 0,1 1-1 0 0,-25 21 0 0 0,27-19-1561 0 0,2-1 0 0 0,0 1 1 0 0,0 1-1 0 0,1 0 0 0 0,0 1 0 0 0,1-1 1 0 0,-7 16-1 0 0,9-14-99 0 0,0 5 0 0 0,1-2 0 0 0,4-1 0 0 0,12-2 0 0 0,5-8 0 0 0,4-5 0 0 0,-1-7 0 0 0,1 0 0 0 0,-1-1 0 0 0,0-1 0 0 0,-1-1 0 0 0,0-1 0 0 0,0 0 0 0 0,-1-2 0 0 0,-1 0 0 0 0,21-19 0 0 0,-26 22 0 0 0,1 1 0 0 0,-11 7 0 0 0,-1 1 0 0 0,0 0 0 0 0,0 0 0 0 0,0 0 0 0 0,0-1 0 0 0,0 1 0 0 0,0 0 0 0 0,0 0 0 0 0,0 0 0 0 0,0 0 0 0 0,0 0 0 0 0,0-1 0 0 0,0 1 0 0 0,1 0 0 0 0,-1 0 0 0 0,0 0 0 0 0,0 0 0 0 0,0 0 0 0 0,0 0 0 0 0,0 0 0 0 0,1-1 0 0 0,-1 1 0 0 0,0 0 0 0 0,0 0 0 0 0,0 0 0 0 0,0 0 0 0 0,0 0 0 0 0,1 0 0 0 0,-1 0 0 0 0,0 0 0 0 0,0 0 0 0 0,0 0 0 0 0,0 0 0 0 0,1 0 0 0 0,-1 0 0 0 0,0 0 0 0 0,0 0 0 0 0,0 0 0 0 0,0 0 0 0 0,1 0 0 0 0,-1 0 0 0 0,0 0 0 0 0,0 0 0 0 0,0 1 0 0 0,0-1 0 0 0,0 0 0 0 0,1 0 0 0 0,-1 0 0 0 0,0 0 0 0 0,0 0 0 0 0,0 0 0 0 0,0 0 0 0 0,0 1 0 0 0,0-1 0 0 0,0 0 0 0 0,1 0 0 0 0,-1 0 0 0 0,0 0 0 0 0,0 0 0 0 0,0 1 0 0 0,0-1 0 0 0,0 0 0 0 0,0 0 0 0 0,0 0 0 0 0,-3 31 0 0 0,-4-9 0 0 0,1-3 0 0 0,1-1 0 0 0,2 0 0 0 0,2 2 0 0 0,1-19-231 0 0,-1 0-1 0 0,1-1 1 0 0,0 1-1 0 0,0 0 1 0 0,0 0-1 0 0,0 0 1 0 0,0 0-1 0 0,0 0 1 0 0,0 0-1 0 0,1-1 1 0 0,-1 1-1 0 0,0 0 1 0 0,0 0-1 0 0,1 0 1 0 0,-1-1-1 0 0,0 1 1 0 0,1 0-1 0 0,-1 0 1 0 0,1-1-1 0 0,-1 1 1 0 0,1 0-1 0 0,-1-1 1 0 0,1 1-1 0 0,0 0 1 0 0,-1-1-1 0 0,1 1 1 0 0,0-1 0 0 0,-1 1-1 0 0,1-1 1 0 0,0 1-1 0 0,0-1 1 0 0,-1 0-1 0 0,1 1 1 0 0,0-1-1 0 0,0 0 1 0 0,0 0-1 0 0,0 1 1 0 0,-1-1-1 0 0,1 0 1 0 0,1 0-1 0 0,14-5-10853 0 0,24-14 3018 0 0,-27 10 5079 0 0</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45.534"/>
    </inkml:context>
    <inkml:brush xml:id="br0">
      <inkml:brushProperty name="width" value="0.035" units="cm"/>
      <inkml:brushProperty name="height" value="0.035" units="cm"/>
      <inkml:brushProperty name="color" value="#E71224"/>
    </inkml:brush>
  </inkml:definitions>
  <inkml:trace contextRef="#ctx0" brushRef="#br0">165 24 7585 0 0,'1'-24'24257'0'0,"-18"51"-24056"0"0,1 0 1 0 0,1 0-1 0 0,1 2 0 0 0,-18 53 0 0 0,-28 136-282 0 0,56-201-428 0 0,1-1-1 0 0,1 2 1 0 0,-1 23-1 0 0,7-12-5080 0 0,5-1-4890 0 0,-3-21 5201 0 0,14 1 1411 0 0,-18-7 2268 0 0</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54.818"/>
    </inkml:context>
    <inkml:brush xml:id="br0">
      <inkml:brushProperty name="width" value="0.035" units="cm"/>
      <inkml:brushProperty name="height" value="0.035" units="cm"/>
      <inkml:brushProperty name="color" value="#E71224"/>
    </inkml:brush>
  </inkml:definitions>
  <inkml:trace contextRef="#ctx0" brushRef="#br0">44 2 5464 0 0,'13'-1'23199'0'0,"-23"59"-21199"0"0,-22 155 104 0 0,29-197-2104 0 0,-2 7 0 0 0,3-1 0 0 0,1-3 0 0 0,-1-3 0 0 0,2-16 0 0 0,0 0 0 0 0,0 0 0 0 0,0 1 0 0 0,-1-1 0 0 0,1 0 0 0 0,0 0 0 0 0,0 1 0 0 0,0-1 0 0 0,0 0 0 0 0,0 0 0 0 0,0 1 0 0 0,0-1 0 0 0,0 0 0 0 0,0 0 0 0 0,0 1 0 0 0,0-1 0 0 0,0 0 0 0 0,0 1 0 0 0,0-1 0 0 0,0 0 0 0 0,0 0 0 0 0,0 1 0 0 0,0-1 0 0 0,0 0 0 0 0,1 0 0 0 0,-1 0 0 0 0,0 1 0 0 0,0-1 0 0 0,0 0 0 0 0,0 0 0 0 0,0 1 0 0 0,1-1 0 0 0,-1 0 0 0 0,0 0 0 0 0,0 0 0 0 0,0 0 0 0 0,1 1 0 0 0,-1-1 0 0 0,0 0 0 0 0,0 0 0 0 0,1 0 0 0 0,-1 0 0 0 0,0 0 0 0 0,0 0 0 0 0,1 0 0 0 0,-1 0 0 0 0,0 0 0 0 0,0 0 0 0 0,1 0 0 0 0,-1 0 0 0 0,25-18 0 0 0,-23 17 0 0 0,-1-1 0 0 0,1 1 0 0 0,0 0 0 0 0,-1-1 0 0 0,1 1 0 0 0,0-1 0 0 0,-1 0 0 0 0,0 1 0 0 0,1-1 0 0 0,-1 0 0 0 0,0 0 0 0 0,0 0 0 0 0,0 0 0 0 0,0 0 0 0 0,0 0 0 0 0,-1 0 0 0 0,1 0 0 0 0,0-4 0 0 0,2-7 0 0 0,24-57-219 0 0,-21 53-208 0 0,1 1 0 0 0,0-1 1 0 0,1 1-1 0 0,19-29 0 0 0,-25 44 350 0 0,36-41 131 0 0,-37 41-39 0 0,0 0-4 0 0,-1 0-1 0 0,0 0 1 0 0,1 0-1 0 0,-1 1 1 0 0,1-1-1 0 0,-1 0 0 0 0,1 1 1 0 0,0-1-1 0 0,-1 0 1 0 0,1 1-1 0 0,0-1 1 0 0,-1 1-1 0 0,1-1 1 0 0,0 1-1 0 0,0-1 1 0 0,-1 1-1 0 0,1-1 1 0 0,0 1-1 0 0,0 0 1 0 0,0-1-1 0 0,0 1 1 0 0,0 0-1 0 0,-1 0 1 0 0,1 0-1 0 0,0 0 1 0 0,0 0-1 0 0,0 0 1 0 0,0 0-1 0 0,0 0 1 0 0,0 0-1 0 0,0 0 0 0 0,1 1 1 0 0,0-1 34 0 0,0 0 0 0 0,1 0 0 0 0,-1 0 0 0 0,0 1 0 0 0,1-1 0 0 0,-1 1-1 0 0,0 0 1 0 0,0-1 0 0 0,0 1 0 0 0,0 0 0 0 0,1 0 0 0 0,-1 1 0 0 0,3 1 0 0 0,-1 4 80 0 0,-1-1 1 0 0,0 0-1 0 0,-1 1 0 0 0,1-1 1 0 0,-1 1-1 0 0,0 0 0 0 0,-1 0 1 0 0,0-1-1 0 0,0 1 0 0 0,0 14 1 0 0,-1-3-119 0 0,1-2-7 0 0,2 1 0 0 0,0-2 0 0 0,1-1 0 0 0,-4-13 0 0 0,0-1 0 0 0,1 0 0 0 0,-1 1 0 0 0,0-1 0 0 0,0 1 0 0 0,0-1 0 0 0,1 0 0 0 0,-1 1 0 0 0,0-1 0 0 0,1 0 0 0 0,-1 0 0 0 0,0 1 0 0 0,1-1 0 0 0,-1 0 0 0 0,0 0 0 0 0,1 1 0 0 0,-1-1 0 0 0,0 0 0 0 0,1 0 0 0 0,-1 0 0 0 0,1 0 0 0 0,-1 1 0 0 0,0-1 0 0 0,1 0 0 0 0,-1 0 0 0 0,1 0 0 0 0,-1 0 0 0 0,0 0 0 0 0,1 0 0 0 0,-1 0 0 0 0,1 0 0 0 0,0-1 0 0 0,25-10-5 0 0,-20 8-138 0 0,-1-1 1 0 0,1 0 0 0 0,-1-1-1 0 0,0 1 1 0 0,7-9 0 0 0,2-4-274 0 0,-4 3 153 0 0,5-6-12 0 0,-1 1 53 0 0,34-41-143 0 0,-46 58 443 0 0,9-13 320 0 0,-11 13-311 0 0,1 1 0 0 0,-1 0 0 0 0,0 0 0 0 0,1 0 0 0 0,-1 0 0 0 0,1 0 0 0 0,-1 0 0 0 0,1 0 0 0 0,0 0 0 0 0,-1 0 0 0 0,1 0 0 0 0,0 1 0 0 0,0-1 0 0 0,0 0 0 0 0,-1 0 0 0 0,1 1 0 0 0,0-1 0 0 0,0 0-1 0 0,0 1 1 0 0,0-1 0 0 0,2 0 0 0 0,-1 3-86 0 0,1 1-1 0 0,-1-1 1 0 0,0 0-1 0 0,1 1 1 0 0,-1 0-1 0 0,0-1 0 0 0,-1 1 1 0 0,1 0-1 0 0,0 0 1 0 0,-1 0-1 0 0,0 0 1 0 0,0 0-1 0 0,0 1 1 0 0,0-1-1 0 0,0 0 0 0 0,0 0 1 0 0,-1 1-1 0 0,0-1 1 0 0,0 0-1 0 0,0 1 1 0 0,0 6-1 0 0,-1-9 1 0 0,10 103-1 0 0,-2-29 0 0 0,-7-67-1804 0 0,1 20-1949 0 0,4-17-3448 0 0</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55.610"/>
    </inkml:context>
    <inkml:brush xml:id="br0">
      <inkml:brushProperty name="width" value="0.035" units="cm"/>
      <inkml:brushProperty name="height" value="0.035" units="cm"/>
      <inkml:brushProperty name="color" value="#E71224"/>
    </inkml:brush>
  </inkml:definitions>
  <inkml:trace contextRef="#ctx0" brushRef="#br0">233 29 5661 0 0,'0'0'7289'0'0,"-1"-3"-5754"0"0,0 1-1201 0 0,0 0 1 0 0,0 0 0 0 0,0 1 0 0 0,-1-1 0 0 0,1 1 0 0 0,0-1-1 0 0,-1 1 1 0 0,1 0 0 0 0,-1-1 0 0 0,1 1 0 0 0,-1 0 0 0 0,0 0-1 0 0,1 0 1 0 0,-1 0 0 0 0,0 0 0 0 0,0 1 0 0 0,0-1 0 0 0,0 0-1 0 0,1 1 1 0 0,-1 0 0 0 0,0-1 0 0 0,0 1 0 0 0,0 0-1 0 0,0 0 1 0 0,-3 0 0 0 0,0 0 788 0 0,-3 2-327 0 0,0 0 0 0 0,0 0-1 0 0,1 1 1 0 0,-15 7 0 0 0,16-8-425 0 0,1 0-104 0 0,0 0 0 0 0,1 0 0 0 0,-1 0 0 0 0,0 1 0 0 0,1-1 0 0 0,-1 1 0 0 0,1 1 0 0 0,0-1 0 0 0,0 0 0 0 0,0 1 0 0 0,0 0 0 0 0,1 0 0 0 0,-1 0 0 0 0,-2 6 0 0 0,1-6-196 0 0,1-1-70 0 0,-1 1 1 0 0,1 0 0 0 0,0 0 0 0 0,1 0-1 0 0,-1 1 1 0 0,1-1 0 0 0,0 1 0 0 0,0 0 0 0 0,0 0-1 0 0,1 0 1 0 0,0 0 0 0 0,-1 0 0 0 0,2 0-1 0 0,-1 1 1 0 0,0 5 0 0 0,0 5-2 0 0,1 5 0 0 0,6-1 0 0 0,7-9 0 0 0,4-5 0 0 0,8-8 0 0 0,1-5 0 0 0,-16 4-230 0 0,0 0 1 0 0,0 0-1 0 0,-1-1 1 0 0,0-1-1 0 0,0 1 1 0 0,0-1-1 0 0,0-1 0 0 0,-1 1 1 0 0,0-1-1 0 0,0-1 1 0 0,0 1-1 0 0,-1-1 1 0 0,10-13-1 0 0,3-4-310 0 0,31-38 314 0 0,-49 61 403 0 0,8-10-100 0 0,-9 11-38 0 0,0 1-1 0 0,0-1 1 0 0,0 0 0 0 0,0 0 0 0 0,0 0-1 0 0,0 0 1 0 0,1 0 0 0 0,-1 1-1 0 0,0-1 1 0 0,0 0 0 0 0,0 0 0 0 0,0 0-1 0 0,0 0 1 0 0,0 0 0 0 0,0 0 0 0 0,0 1-1 0 0,1-1 1 0 0,-1 0 0 0 0,0 0-1 0 0,0 0 1 0 0,0 0 0 0 0,0 0 0 0 0,0 0-1 0 0,1 0 1 0 0,-1 0 0 0 0,0 0 0 0 0,0 0-1 0 0,0 0 1 0 0,0 0 0 0 0,1 0-1 0 0,-1 0 1 0 0,0 0 0 0 0,0 0 0 0 0,0 0-1 0 0,0 0 1 0 0,0 0 0 0 0,1 0 0 0 0,-1 0-1 0 0,0 0 1 0 0,0 0 0 0 0,0 0-1 0 0,0 0 1 0 0,1 0 0 0 0,-1 0 0 0 0,0 0-1 0 0,0 0 1 0 0,0 0 0 0 0,0-1 0 0 0,0 1-1 0 0,0 0 1 0 0,1 0 0 0 0,-1 0-1 0 0,0 0 1 0 0,0 0 0 0 0,0 0 0 0 0,0-1-1 0 0,0 1 1 0 0,0 0 0 0 0,0 0 0 0 0,0 0-1 0 0,0 0 1 0 0,0 0 0 0 0,0-1-1 0 0,0 1 1 0 0,0 0 0 0 0,-5 17 87 0 0,-2 1 135 0 0,2 0 0 0 0,0 1 0 0 0,-3 21 0 0 0,4-19-261 0 0,3 0 0 0 0,1 16-1652 0 0,7-13-6067 0 0,-6-23 7097 0 0,-1 0 0 0 0,1 0 0 0 0,0 0 0 0 0,0 0 1 0 0,0 0-1 0 0,0-1 0 0 0,0 1 0 0 0,0 0 0 0 0,1-1 1 0 0,-1 1-1 0 0,0-1 0 0 0,0 1 0 0 0,0-1 0 0 0,1 1 0 0 0,-1-1 1 0 0,0 0-1 0 0,0 1 0 0 0,1-1 0 0 0,-1 0 0 0 0,0 0 1 0 0,1 0-1 0 0,-1 0 0 0 0,0 0 0 0 0,0-1 0 0 0,1 1 1 0 0,-1 0-1 0 0,0-1 0 0 0,0 1 0 0 0,1 0 0 0 0,-1-1 0 0 0,2-1 1 0 0,13-3-2317 0 0</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55.958"/>
    </inkml:context>
    <inkml:brush xml:id="br0">
      <inkml:brushProperty name="width" value="0.035" units="cm"/>
      <inkml:brushProperty name="height" value="0.035" units="cm"/>
      <inkml:brushProperty name="color" value="#E71224"/>
    </inkml:brush>
  </inkml:definitions>
  <inkml:trace contextRef="#ctx0" brushRef="#br0">40 0 6093 0 0,'0'0'14178'0'0,"-1"11"-13122"0"0,-10 139 3484 0 0,-3 42-1346 0 0,8-128-6420 0 0,-2-2-3586 0 0,11-25-7627 0 0,-3-35 11419 0 0</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56.304"/>
    </inkml:context>
    <inkml:brush xml:id="br0">
      <inkml:brushProperty name="width" value="0.035" units="cm"/>
      <inkml:brushProperty name="height" value="0.035" units="cm"/>
      <inkml:brushProperty name="color" value="#E71224"/>
    </inkml:brush>
  </inkml:definitions>
  <inkml:trace contextRef="#ctx0" brushRef="#br0">1 80 6417 0 0,'0'0'13876'0'0,"4"6"-12179"0"0,0 0-1177 0 0,0-1 1 0 0,1-1-1 0 0,0 1 1 0 0,0 0-1 0 0,0-1 1 0 0,1 0-1 0 0,0-1 0 0 0,0 1 1 0 0,0-1-1 0 0,0 0 1 0 0,0 0-1 0 0,0-1 1 0 0,1 0-1 0 0,-1 0 0 0 0,8 1 1 0 0,5 0 240 0 0,-1 0 0 0 0,1-2 1 0 0,0 0-1 0 0,30-3 0 0 0,-26 0-1812 0 0,0-2 0 0 0,-1-1 0 0 0,29-9 0 0 0,-20 3-4448 0 0,50-27 0 0 0,25-25-11080 0 0,-90 50 14329 0 0</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56.650"/>
    </inkml:context>
    <inkml:brush xml:id="br0">
      <inkml:brushProperty name="width" value="0.035" units="cm"/>
      <inkml:brushProperty name="height" value="0.035" units="cm"/>
      <inkml:brushProperty name="color" value="#E71224"/>
    </inkml:brush>
  </inkml:definitions>
  <inkml:trace contextRef="#ctx0" brushRef="#br0">63 15 3624 0 0,'21'-14'4930'0'0,"-13"14"1594"0"0,-19 33 2929 0 0,0-7-10235 0 0,8-18 1201 0 0,-11 27 3361 0 0,-17 66 1 0 0,11 25-2743 0 0,19-108-1038 0 0,0 0 0 0 0,4 0 0 0 0,7-8 0 0 0,11-12 0 0 0,-9-5 0 0 0,0 0 0 0 0,-1 0 0 0 0,0-1 0 0 0,-1 0 0 0 0,0-1 0 0 0,0 0 0 0 0,15-20 0 0 0,8-5 0 0 0,-14 17-174 0 0,-11 8-112 0 0,1 0 0 0 0,1 1 0 0 0,17-13-1 0 0,-25 20 478 0 0,2 2-48 0 0,-4-1-94 0 0,1-1-21 0 0,0 1 0 0 0,0 0 0 0 0,0 0 0 0 0,0 0 0 0 0,1 0 0 0 0,-1 0 0 0 0,0 0 0 0 0,0 0 1 0 0,0 0-1 0 0,0 1 0 0 0,0-1 0 0 0,0 0 0 0 0,0 1 0 0 0,0-1 0 0 0,0 0 0 0 0,-1 1 1 0 0,1-1-1 0 0,0 1 0 0 0,0-1 0 0 0,1 2 0 0 0,8 13 259 0 0,5 20-224 0 0,-7-3-67 0 0,-4-23 4 0 0,2 14 0 0 0,0 1 0 0 0,-2-1 0 0 0,2 24 0 0 0,-4-37 743 0 0,1 3-10234 0 0</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57.236"/>
    </inkml:context>
    <inkml:brush xml:id="br0">
      <inkml:brushProperty name="width" value="0.035" units="cm"/>
      <inkml:brushProperty name="height" value="0.035" units="cm"/>
      <inkml:brushProperty name="color" value="#E71224"/>
    </inkml:brush>
  </inkml:definitions>
  <inkml:trace contextRef="#ctx0" brushRef="#br0">0 112 7093 0 0,'3'3'1065'0'0,"1"-1"1"0"0,-1 0-1 0 0,1 0 1 0 0,-1 0 0 0 0,1 0-1 0 0,-1 0 1 0 0,1-1-1 0 0,0 0 1 0 0,0 0 0 0 0,6 1-1 0 0,-3-1-457 0 0,1 0 0 0 0,0-1 0 0 0,0 0 0 0 0,0 0 0 0 0,9-2-1 0 0,-8 0-713 0 0,1 0 0 0 0,-1 0-1 0 0,0-1 1 0 0,0 0-1 0 0,0 0 1 0 0,0-1-1 0 0,-1 0 1 0 0,0-1-1 0 0,14-10 1 0 0,-19 13 27 0 0,1-1 112 0 0,0 0 0 0 0,0 0 0 0 0,-1 0 0 0 0,1-1 0 0 0,-1 0 0 0 0,0 0 0 0 0,0 0 0 0 0,0 0 0 0 0,0 0 0 0 0,2-6 0 0 0,-4 8 497 0 0,-1 2-506 0 0,0-1-1 0 0,0 1 0 0 0,1 0 0 0 0,-1-1 1 0 0,0 1-1 0 0,0 0 0 0 0,0-1 1 0 0,0 1-1 0 0,0-1 0 0 0,0 1 0 0 0,0 0 1 0 0,0-1-1 0 0,0 1 0 0 0,0-1 0 0 0,0 1 1 0 0,0 0-1 0 0,0-1 0 0 0,0 1 1 0 0,0-1-1 0 0,0 1 0 0 0,0 0 0 0 0,0-1 1 0 0,0 1-1 0 0,-1-1 0 0 0,1 1 0 0 0,0 0 1 0 0,0-1-1 0 0,0 1 0 0 0,-1 0 0 0 0,1-1 1 0 0,0 1-1 0 0,0 0 0 0 0,-1 0 1 0 0,1-1-1 0 0,0 1 0 0 0,-1 0 0 0 0,1 0 1 0 0,0-1-1 0 0,-1 1 0 0 0,1 0 0 0 0,-1 0 1 0 0,1 0-1 0 0,-1-1 0 0 0,-18-13 1238 0 0,17 13-1020 0 0,-3-1 94 0 0,1 0-1 0 0,-1 1 1 0 0,0 0-1 0 0,1 0 1 0 0,-1 1 0 0 0,0-1-1 0 0,1 1 1 0 0,-1 0 0 0 0,0 0-1 0 0,0 1 1 0 0,1-1-1 0 0,-1 1 1 0 0,0 0 0 0 0,1 0-1 0 0,-1 1 1 0 0,1-1 0 0 0,-1 1-1 0 0,1 0 1 0 0,0 0 0 0 0,-6 4-1 0 0,5-3-257 0 0,-1 1 0 0 0,0 0 1 0 0,1 1-1 0 0,-1 0 0 0 0,1-1 0 0 0,0 1 0 0 0,1 1 0 0 0,-1-1 0 0 0,1 1 1 0 0,0 0-1 0 0,1 0 0 0 0,-6 12 0 0 0,2-2-77 0 0,5-5 0 0 0,0 1 0 0 0,2 4 0 0 0,0-14 0 0 0,0 0 0 0 0,0 0 0 0 0,0 1 0 0 0,1-1 0 0 0,-1 0 0 0 0,0 0 0 0 0,1 0 0 0 0,0 1 0 0 0,0-1 0 0 0,-1 0 0 0 0,1 0 0 0 0,1 0 0 0 0,-1 0 0 0 0,0 0 0 0 0,0-1 0 0 0,1 1 0 0 0,-1 0 0 0 0,1 0 0 0 0,-1-1 0 0 0,1 1 0 0 0,0-1 0 0 0,0 0 0 0 0,-1 1 0 0 0,1-1 0 0 0,0 0 0 0 0,0 0 0 0 0,0 0 0 0 0,1 0 0 0 0,-1 0 0 0 0,0-1 0 0 0,0 1 0 0 0,0-1 0 0 0,0 1 0 0 0,1-1 0 0 0,-1 0 0 0 0,3 0 0 0 0,8 3 0 0 0,31 7-5123 0 0,-31-8 647 0 0,0-1 0 0 0,0 0 0 0 0,21-3 0 0 0,-3-2-135 0 0,-12 0 1526 0 0</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58.039"/>
    </inkml:context>
    <inkml:brush xml:id="br0">
      <inkml:brushProperty name="width" value="0.035" units="cm"/>
      <inkml:brushProperty name="height" value="0.035" units="cm"/>
      <inkml:brushProperty name="color" value="#E71224"/>
    </inkml:brush>
  </inkml:definitions>
  <inkml:trace contextRef="#ctx0" brushRef="#br0">43 10 7485 0 0,'-5'-9'22872'0'0,"-2"22"-22431"0"0,3-5-222 0 0,0 0 0 0 0,1 0-1 0 0,0 1 1 0 0,0 0 0 0 0,0-1 0 0 0,1 1 0 0 0,1 0-1 0 0,-2 17 1 0 0,-1-1-219 0 0,6-13 0 0 0,4 11 0 0 0,-6-22 0 0 0,0 0 0 0 0,0 0 0 0 0,0 0 0 0 0,0 0 0 0 0,0 0 0 0 0,1 0 0 0 0,-1 0 0 0 0,0 0 0 0 0,0 0 0 0 0,1 0 0 0 0,-1 0 0 0 0,0 0 0 0 0,1-1 0 0 0,-1 1 0 0 0,1 0 0 0 0,0 0 0 0 0,-1 0 0 0 0,1 0 0 0 0,0-1 0 0 0,-1 1 0 0 0,1 0 0 0 0,0-1 0 0 0,0 1 0 0 0,-1 0 0 0 0,1-1 0 0 0,0 1 0 0 0,0-1 0 0 0,0 1 0 0 0,2-1 0 0 0,3 3 0 0 0,10 2 0 0 0,1-4 0 0 0,-11-1-158 0 0,0 0 0 0 0,0-1 0 0 0,-1 1 0 0 0,1-1 0 0 0,0-1 0 0 0,0 1 0 0 0,0-1 0 0 0,-1 0 0 0 0,1 0 0 0 0,-1-1 0 0 0,0 0 0 0 0,0 0 0 0 0,0 0 0 0 0,0 0 0 0 0,0-1 0 0 0,0 0 0 0 0,7-8 0 0 0,0 1-568 0 0,27-25-1261 0 0,-21 18 1158 0 0,1 1 0 0 0,30-21 1 0 0,-47 37 2496 0 0,3 12-789 0 0,-5-10-802 0 0,1 0 0 0 0,0 0 0 0 0,-1-1 0 0 0,1 1 0 0 0,-1 0 0 0 0,1 0 1 0 0,-1 0-1 0 0,0 0 0 0 0,1 0 0 0 0,-1 0 0 0 0,0-1 0 0 0,0 1 0 0 0,1 0 0 0 0,-1 0 0 0 0,0 0 0 0 0,0 0 1 0 0,0 2-1 0 0,-4 20 963 0 0,2 1 1 0 0,1 0 0 0 0,2 26-1 0 0,-1-34-1094 0 0,0-3 54 0 0,2 0 0 0 0,-1-1 0 0 0,2 0 0 0 0,3-4 0 0 0,9-6 0 0 0,-10-4 2 0 0,1 0 0 0 0,0 0 0 0 0,0-1-1 0 0,-1 1 1 0 0,1-1 0 0 0,-1-1 0 0 0,0 1 0 0 0,0-1 0 0 0,0 1-1 0 0,5-6 1 0 0,49-55-187 0 0,-45 47-184 0 0,1 0-1 0 0,18-14 0 0 0,-25 21 266 0 0,-7 8 162 0 0,0 1 0 0 0,0-1 0 0 0,0 1 0 0 0,0-1-1 0 0,0 1 1 0 0,1-1 0 0 0,-1 1 0 0 0,0 0 0 0 0,1-1 0 0 0,-1 1-1 0 0,1 0 1 0 0,-1 0 0 0 0,1 0 0 0 0,0 0 0 0 0,-1 1 0 0 0,1-1-1 0 0,0 0 1 0 0,-1 1 0 0 0,1-1 0 0 0,3 0 0 0 0,8 9 84 0 0,-4 5-121 0 0,-4 5-21 0 0,-1 1 0 0 0,4 33 0 0 0,0 10-226 0 0,-6-50-2539 0 0,-1-3-3550 0 0,-1-8 5891 0 0,0 0-1 0 0,0-1 0 0 0,0 1 0 0 0,1 0 0 0 0,-1-1 0 0 0,0 1 1 0 0,1-1-1 0 0,-1 1 0 0 0,0-1 0 0 0,1 1 0 0 0,-1 0 0 0 0,1-1 0 0 0,-1 1 1 0 0,0-1-1 0 0,1 0 0 0 0,-1 1 0 0 0,1-1 0 0 0,0 1 0 0 0,-1-1 1 0 0,1 0-1 0 0,-1 1 0 0 0,1-1 0 0 0,-1 0 0 0 0,1 0 0 0 0,0 1 0 0 0,-1-1 1 0 0,1 0-1 0 0,1 0 0 0 0,16 2-6548 0 0,-17-1 6465 0 0,2-1-2428 0 0</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58.653"/>
    </inkml:context>
    <inkml:brush xml:id="br0">
      <inkml:brushProperty name="width" value="0.035" units="cm"/>
      <inkml:brushProperty name="height" value="0.035" units="cm"/>
      <inkml:brushProperty name="color" value="#E71224"/>
    </inkml:brush>
  </inkml:definitions>
  <inkml:trace contextRef="#ctx0" brushRef="#br0">282 1 5549 0 0,'0'0'3122'0'0,"-17"4"1936"0"0,-20 3-96 0 0,13-2-1543 0 0,1 0 0 0 0,-43 16-1 0 0,56-17-3070 0 0,0 1-1 0 0,1 0 0 0 0,-1 1 0 0 0,1 0 1 0 0,1 1-1 0 0,-1 0 0 0 0,1 0 0 0 0,0 0 1 0 0,1 1-1 0 0,-7 9 0 0 0,11-15-347 0 0,-3 14 0 0 0,5-15 0 0 0,1 0 0 0 0,-1 0 0 0 0,1 0 0 0 0,-1 0 0 0 0,1 0 0 0 0,0 0 0 0 0,0 0 0 0 0,-1 0 0 0 0,1 0 0 0 0,0 1 0 0 0,0-1 0 0 0,0 0 0 0 0,0 0 0 0 0,1 0 0 0 0,-1 0 0 0 0,0 0 0 0 0,0 1 0 0 0,1-1 0 0 0,-1 0 0 0 0,0 0 0 0 0,1 0 0 0 0,-1 0 0 0 0,1 0 0 0 0,0 0 0 0 0,1 1 0 0 0,-1 0 0 0 0,0 0-1 0 0,1 0 1 0 0,0 0-1 0 0,-1 0 1 0 0,1 0-1 0 0,0 0 1 0 0,0 0-1 0 0,0 0 0 0 0,0-1 1 0 0,0 1-1 0 0,1-1 1 0 0,-1 0-1 0 0,0 0 0 0 0,1 1 1 0 0,-1-2-1 0 0,1 1 1 0 0,-1 0-1 0 0,1 0 0 0 0,-1-1 1 0 0,1 1-1 0 0,-1-1 1 0 0,1 0-1 0 0,0 0 1 0 0,2 0-1 0 0,-3 0-9 0 0,9 0-520 0 0,1-1 1 0 0,-1 0-1 0 0,0-1 1 0 0,0-1-1 0 0,0 1 0 0 0,0-2 1 0 0,0 1-1 0 0,-1-2 1 0 0,1 1-1 0 0,-1-1 0 0 0,0-1 1 0 0,10-7-1 0 0,32-15 1934 0 0,-51 29-1275 0 0,0 1 0 0 0,0-1 0 0 0,0 1 0 0 0,0 0-1 0 0,-1-1 1 0 0,1 1 0 0 0,0 0 0 0 0,-1-1 0 0 0,1 1-1 0 0,-1 0 1 0 0,0 0 0 0 0,0 0 0 0 0,0-1-1 0 0,1 1 1 0 0,-2 0 0 0 0,1 0 0 0 0,0 0 0 0 0,0-1-1 0 0,-1 1 1 0 0,0 3 0 0 0,1 20 1525 0 0,0-22-1469 0 0,1 1-116 0 0,-1 0 0 0 0,1 0-1 0 0,0-1 1 0 0,0 1-1 0 0,0 0 1 0 0,0-1 0 0 0,1 1-1 0 0,-1-1 1 0 0,1 0 0 0 0,0 1-1 0 0,0-1 1 0 0,0 0-1 0 0,4 4 1 0 0,-4-5-128 0 0,-1-1 0 0 0,1 0 0 0 0,-1 1 0 0 0,1-1 0 0 0,-1 0 0 0 0,1 0 0 0 0,-1 0 0 0 0,1 0 0 0 0,0-1 0 0 0,0 1 0 0 0,-1 0 0 0 0,1-1 0 0 0,0 1 0 0 0,0-1 0 0 0,0 1 0 0 0,0-1 0 0 0,3 0 0 0 0,8 2-1543 0 0,-11-2 856 0 0,0 1 0 0 0,1-1 0 0 0,-1 0-1 0 0,0 0 1 0 0,0 0 0 0 0,0-1 0 0 0,1 1-1 0 0,-1 0 1 0 0,0-1 0 0 0,0 1-1 0 0,0-1 1 0 0,0 0 0 0 0,0 0 0 0 0,0 0-1 0 0,0 0 1 0 0,0 0 0 0 0,2-2 0 0 0,36-25-7115 0 0,-31 21 5947 0 0,10-8-1136 0 0,-1-1 164 0 0</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58.999"/>
    </inkml:context>
    <inkml:brush xml:id="br0">
      <inkml:brushProperty name="width" value="0.035" units="cm"/>
      <inkml:brushProperty name="height" value="0.035" units="cm"/>
      <inkml:brushProperty name="color" value="#E71224"/>
    </inkml:brush>
  </inkml:definitions>
  <inkml:trace contextRef="#ctx0" brushRef="#br0">18 0 8741 0 0,'-6'32'5484'0'0,"1"1"0"0"0,-1 32 0 0 0,8 22 1630 0 0,10-14-7314 0 0,10-1-8316 0 0,-15-59 5858 0 0,4 4-12936 0 0</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59.347"/>
    </inkml:context>
    <inkml:brush xml:id="br0">
      <inkml:brushProperty name="width" value="0.035" units="cm"/>
      <inkml:brushProperty name="height" value="0.035" units="cm"/>
      <inkml:brushProperty name="color" value="#E71224"/>
    </inkml:brush>
  </inkml:definitions>
  <inkml:trace contextRef="#ctx0" brushRef="#br0">13 6 7965 0 0,'-12'-5'23289'0'0,"53"24"-23097"0"0,2-1 1 0 0,0-2-1 0 0,1-2 1 0 0,51 9 0 0 0,72 24-5588 0 0,-162-45 5396 0 0,0 0 0 0 0,-1 0 0 0 0,1 0 0 0 0,0 0 0 0 0,-1 1 1 0 0,0 0-1 0 0,0-1 0 0 0,0 2 0 0 0,0-1 0 0 0,0 0 0 0 0,-1 1 0 0 0,1 0 0 0 0,-1 0 1 0 0,0 0-1 0 0,5 8 0 0 0,-4-2 590 0 0,0 0 1 0 0,0 0 0 0 0,-1 1-1 0 0,-1-1 1 0 0,0 1-1 0 0,1 13 1 0 0,-2-21-581 0 0,6 47 2168 0 0,2-4-7868 0 0</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5:59.718"/>
    </inkml:context>
    <inkml:brush xml:id="br0">
      <inkml:brushProperty name="width" value="0.035" units="cm"/>
      <inkml:brushProperty name="height" value="0.035" units="cm"/>
      <inkml:brushProperty name="color" value="#E71224"/>
    </inkml:brush>
  </inkml:definitions>
  <inkml:trace contextRef="#ctx0" brushRef="#br0">27 4 9745 0 0,'0'0'13947'0'0,"-12"-3"-9994"0"0,7 3-6895 0 0,-4 25-16811 0 0</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0.049"/>
    </inkml:context>
    <inkml:brush xml:id="br0">
      <inkml:brushProperty name="width" value="0.035" units="cm"/>
      <inkml:brushProperty name="height" value="0.035" units="cm"/>
      <inkml:brushProperty name="color" value="#E71224"/>
    </inkml:brush>
  </inkml:definitions>
  <inkml:trace contextRef="#ctx0" brushRef="#br0">285 28 4176 0 0,'0'0'2052'0'0,"-2"-3"-3023"0"0,-3 0 1771 0 0,1 0 1 0 0,0 0-1 0 0,-1 1 0 0 0,0 0 1 0 0,1-1-1 0 0,-1 2 0 0 0,0-1 1 0 0,0 0-1 0 0,0 1 0 0 0,0 0 0 0 0,-1 0 1 0 0,1 1-1 0 0,0-1 0 0 0,0 1 1 0 0,0 0-1 0 0,0 1 0 0 0,-1-1 0 0 0,1 1 1 0 0,0 0-1 0 0,0 0 0 0 0,0 1 1 0 0,-9 3-1 0 0,2-1 888 0 0,-1 1 0 0 0,1 1 1 0 0,-17 10-1 0 0,20-11-1218 0 0,1 1 0 0 0,0 0 0 0 0,0 1 0 0 0,-9 9 0 0 0,12-10-470 0 0,0 0 0 0 0,1 0 0 0 0,0 1 0 0 0,0-1 0 0 0,1 1 0 0 0,-1 0 0 0 0,1 0 0 0 0,1 0 0 0 0,0 0 0 0 0,0 0 0 0 0,0 1 0 0 0,1-1 0 0 0,0 1 0 0 0,0 11 0 0 0,1-15 0 0 0,0 0 0 0 0,0 0 0 0 0,1 0 0 0 0,0-1 0 0 0,0 1 0 0 0,0 0 0 0 0,0 0 0 0 0,1-1 0 0 0,-1 1 0 0 0,1 0 0 0 0,0-1 0 0 0,0 0 0 0 0,0 1 0 0 0,0-1 0 0 0,1 0 0 0 0,0 0 0 0 0,-1 0 0 0 0,1 0 0 0 0,0-1 0 0 0,0 1 0 0 0,0-1 0 0 0,1 0 0 0 0,-1 0 0 0 0,1 0 0 0 0,-1 0 0 0 0,1 0 0 0 0,-1-1 0 0 0,1 0 0 0 0,0 0 0 0 0,0 0 0 0 0,4 1 0 0 0,6 1 1292 0 0,36 7-5506 0 0,-32-6 143 0 0,0-2 0 0 0,0 0 0 0 0,1 0 0 0 0,-1-2 0 0 0,21-2 0 0 0,-21-1 952 0 0</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0.677"/>
    </inkml:context>
    <inkml:brush xml:id="br0">
      <inkml:brushProperty name="width" value="0.035" units="cm"/>
      <inkml:brushProperty name="height" value="0.035" units="cm"/>
      <inkml:brushProperty name="color" value="#E71224"/>
    </inkml:brush>
  </inkml:definitions>
  <inkml:trace contextRef="#ctx0" brushRef="#br0">128 480 7185 0 0,'0'0'2230'0'0,"-9"-14"3160"0"0,9 13-4954 0 0,-1 1-1 0 0,1-1 1 0 0,0 0-1 0 0,-1 1 1 0 0,1-1-1 0 0,-1 1 1 0 0,1-1-1 0 0,0 1 1 0 0,-1-1-1 0 0,0 1 1 0 0,1-1-1 0 0,-1 1 0 0 0,1 0 1 0 0,-1-1-1 0 0,1 1 1 0 0,-1 0-1 0 0,0 0 1 0 0,1-1-1 0 0,-1 1 1 0 0,0 0-1 0 0,1 0 1 0 0,-1 0-1 0 0,0 0 0 0 0,1 0 1 0 0,-1 0-1 0 0,0 0 1 0 0,1 0-1 0 0,-1 0 1 0 0,-1 0-1 0 0,-9 6-85 0 0,5-3-82 0 0,0 1-1 0 0,0-1 1 0 0,1 1-1 0 0,-1 0 1 0 0,1 0-1 0 0,0 1 1 0 0,0 0-1 0 0,1 0 1 0 0,-1 0-1 0 0,1 0 1 0 0,0 1-1 0 0,1-1 1 0 0,-1 1-1 0 0,1 0 1 0 0,0 0 0 0 0,-2 9-1 0 0,-2 1-267 0 0,4 1 0 0 0,2 0 0 0 0,8 1 0 0 0,7-6 0 0 0,-8-10-85 0 0,-1-1-1 0 0,1 0 1 0 0,0 0 0 0 0,1 0 0 0 0,-1-1-1 0 0,0 0 1 0 0,0 0 0 0 0,0 0 0 0 0,9-2-1 0 0,4-5-1196 0 0,-1 0 0 0 0,1-1 0 0 0,-1-1 0 0 0,33-22 0 0 0,-15 8 528 0 0,-34 22 853 0 0,5 11 4113 0 0,-12 8-3952 0 0,-4 4 1116 0 0,8-19-809 0 0,-4 33 936 0 0,9-18-1503 0 0,5-6 0 0 0,3-2 0 0 0,4-4 0 0 0,7-4 0 0 0,16-5 0 0 0,-29-1 0 0 0,-2-1 0 0 0,6 0 5 0 0,0 0 1 0 0,0-2-1 0 0,-1 0 1 0 0,1 0-1 0 0,-2-1 0 0 0,1-1 1 0 0,-1 0-1 0 0,-1-1 1 0 0,14-13-1 0 0,3-7-472 0 0,-2-1 0 0 0,26-38 0 0 0,-23 24-723 0 0,39-75 0 0 0,-56 95 864 0 0,-2 0 0 0 0,0 0 0 0 0,-2-1 0 0 0,0 0-1 0 0,3-29 1 0 0,-10 48 291 0 0,1-1 0 0 0,-2 0 0 0 0,1 1 0 0 0,-1-1 0 0 0,-1 0 0 0 0,1 0-1 0 0,-1 1 1 0 0,-1-1 0 0 0,1 0 0 0 0,-5-10 0 0 0,5 16 184 0 0,1 2-133 0 0,0-1 0 0 0,0 1 0 0 0,0-1 0 0 0,0 1 0 0 0,0-1 0 0 0,0 1 0 0 0,0-1 0 0 0,0 1 0 0 0,0-1 0 0 0,0 1 0 0 0,-1-1 1 0 0,1 1-1 0 0,0 0 0 0 0,0-1 0 0 0,0 1 0 0 0,-1-1 0 0 0,1 1 0 0 0,0 0 0 0 0,-1-1 0 0 0,1 1 0 0 0,0 0 0 0 0,-1-1 0 0 0,1 1 0 0 0,0 0 0 0 0,-1-1 0 0 0,1 1 0 0 0,-1 0 0 0 0,1 0 1 0 0,0-1-1 0 0,-1 1 0 0 0,1 0 0 0 0,-1 0 0 0 0,1 0 0 0 0,-1 0 0 0 0,1 0 0 0 0,-1 0 0 0 0,0 0 0 0 0,-23 5 1036 0 0,-13 16 235 0 0,30-13-1037 0 0,-1 0 0 0 0,2 0 0 0 0,-1 0 1 0 0,2 1-1 0 0,-1 0 0 0 0,1 0 0 0 0,0 1 0 0 0,1-1 1 0 0,-6 18-1 0 0,4-5-133 0 0,0 0 1 0 0,1 1-1 0 0,-2 29 1 0 0,5-24 190 0 0,1 0 1 0 0,4 31-1 0 0,11 18-2866 0 0,-11-65 1015 0 0,1-1 1 0 0,0 0-1 0 0,1 0 0 0 0,1-1 0 0 0,12 21 1 0 0,-13-24-315 0 0,1 0 0 0 0,0-1 0 0 0,0 1 0 0 0,0-2 0 0 0,1 1 0 0 0,0 0 0 0 0,0-1 0 0 0,0-1 0 0 0,9 5 0 0 0,-3-2-1011 0 0</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4.487"/>
    </inkml:context>
    <inkml:brush xml:id="br0">
      <inkml:brushProperty name="width" value="0.035" units="cm"/>
      <inkml:brushProperty name="height" value="0.035" units="cm"/>
      <inkml:brushProperty name="color" value="#E71224"/>
    </inkml:brush>
  </inkml:definitions>
  <inkml:trace contextRef="#ctx0" brushRef="#br0">323 94 5793 0 0,'0'0'21488'0'0,"0"-10"-20246"0"0,0-31-167 0 0,0 31-170 0 0,-8-6 1268 0 0,-5 7-2082 0 0,-4 4-91 0 0,-4 3 0 0 0,-3 2 0 0 0,-3 2 0 0 0,24-3 0 0 0,1 1 0 0 0,0 0 0 0 0,0 0 0 0 0,-1 1 0 0 0,1-1 0 0 0,0 0 0 0 0,0 1 0 0 0,0 0 0 0 0,-1-1 0 0 0,1 1 0 0 0,0 0 0 0 0,0 0 0 0 0,-3 2 0 0 0,-18 10 0 0 0,12-9 0 0 0,0 2 0 0 0,1-1 0 0 0,0 1 0 0 0,0 1 0 0 0,1 0 0 0 0,-1 0 0 0 0,2 1 0 0 0,-1 0 0 0 0,1 1 0 0 0,0-1 0 0 0,1 2 0 0 0,0-1 0 0 0,0 1 0 0 0,-6 13 0 0 0,7-10 0 0 0,-1 5 0 0 0,2 0 0 0 0,8 2 0 0 0,4-7 0 0 0,5-4 0 0 0,8-4 0 0 0,13-3 0 0 0,-22-7 0 0 0,-6 2 0 0 0,19-6 0 0 0,0-1 0 0 0,0-2 0 0 0,-1 0 0 0 0,36-25 0 0 0,25-16 0 0 0,-72 46 0 0 0,-4-1 0 0 0,0 1 0 0 0,-8 7 0 0 0,0 0 0 0 0,0-1 0 0 0,0 1 0 0 0,1 0 0 0 0,-1 0 0 0 0,0 0 0 0 0,0 0 0 0 0,0-1 0 0 0,0 1 0 0 0,0 0 0 0 0,0 0 0 0 0,0 0 0 0 0,1 0 0 0 0,-1 0 0 0 0,0 0 0 0 0,0-1 0 0 0,0 1 0 0 0,0 0 0 0 0,0 0 0 0 0,1 0 0 0 0,-1 0 0 0 0,0 0 0 0 0,0 0 0 0 0,0 0 0 0 0,0 0 0 0 0,1 0 0 0 0,-1 0 0 0 0,0 0 0 0 0,0 0 0 0 0,0 0 0 0 0,1 0 0 0 0,-1 0 0 0 0,0 0 0 0 0,0 0 0 0 0,0 0 0 0 0,0 0 0 0 0,1 0 0 0 0,-1 0 0 0 0,0 0 0 0 0,0 0 0 0 0,0 0 0 0 0,0 0 0 0 0,1 0 0 0 0,-1 1 0 0 0,0-1 0 0 0,0 0 0 0 0,0 0 0 0 0,0 0 0 0 0,0 0 0 0 0,0 0 0 0 0,1 0 0 0 0,-1 1 0 0 0,0-1 0 0 0,0 0 0 0 0,0 0 0 0 0,0 0 0 0 0,4 28 0 0 0,-4 98 0 0 0,1-24 0 0 0,2-53 0 0 0,-2-23 0 0 0,1 1 0 0 0,2-1 0 0 0,8 35 0 0 0,-2-33 43 0 0,0-2-3584 0 0,-6-4-5223 0 0,3 6-6802 0 0</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4.834"/>
    </inkml:context>
    <inkml:brush xml:id="br0">
      <inkml:brushProperty name="width" value="0.035" units="cm"/>
      <inkml:brushProperty name="height" value="0.035" units="cm"/>
      <inkml:brushProperty name="color" value="#E71224"/>
    </inkml:brush>
  </inkml:definitions>
  <inkml:trace contextRef="#ctx0" brushRef="#br0">15 151 10349 0 0,'-4'0'3056'0'0,"-7"-4"805"0"0,12-3 4016 0 0,10-2 524 0 0,-2 2-7048 0 0,-3 3-4172 0 0,7-4 2776 0 0,1-1-1 0 0,0 2 1 0 0,0 0 0 0 0,18-6 0 0 0,11-5-3536 0 0,-40 16 2856 0 0,1 1 0 0 0,0 0-1 0 0,0-1 1 0 0,0 2 0 0 0,0-1 0 0 0,0 0-1 0 0,0 1 1 0 0,6 0 0 0 0,-7 0 396 0 0,0 0 1 0 0,0 0 0 0 0,0 0 0 0 0,0 0 0 0 0,0-1 0 0 0,0 1 0 0 0,0-1-1 0 0,0 0 1 0 0,0 0 0 0 0,0 0 0 0 0,-1 0 0 0 0,1 0 0 0 0,0-1-1 0 0,-1 1 1 0 0,1-1 0 0 0,-1 0 0 0 0,4-3 0 0 0,-3 3-92 0 0,23-22-9688 0 0,-18 19 6979 0 0</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5.414"/>
    </inkml:context>
    <inkml:brush xml:id="br0">
      <inkml:brushProperty name="width" value="0.035" units="cm"/>
      <inkml:brushProperty name="height" value="0.035" units="cm"/>
      <inkml:brushProperty name="color" value="#E71224"/>
    </inkml:brush>
  </inkml:definitions>
  <inkml:trace contextRef="#ctx0" brushRef="#br0">21 11 6725 0 0,'1'-2'22922'0'0,"-4"28"-18479"0"0,-6 25-7738 0 0,6-34 5267 0 0,1-8-1972 0 0,0 14 0 0 0,0 1 0 0 0,3 45 0 0 0,-1-54 0 0 0,3-2 0 0 0,3-2 0 0 0,1-4 0 0 0,4-3 0 0 0,-10-3 0 0 0,1-1 0 0 0,-1 1 0 0 0,0-1 0 0 0,1 0 0 0 0,-1 1 0 0 0,1-1 0 0 0,-1 0 0 0 0,0 0 0 0 0,1 0 0 0 0,-1 0 0 0 0,1 0 0 0 0,-1 0 0 0 0,1 0 0 0 0,-1 0 0 0 0,0-1 0 0 0,1 1 0 0 0,-1 0 0 0 0,0-1 0 0 0,1 0 0 0 0,-1 1 0 0 0,0-1 0 0 0,1 0 0 0 0,-1 1 0 0 0,2-3 0 0 0,0 1 0 0 0,16-10-3 0 0,0 0 0 0 0,-1-1 0 0 0,-1-1 0 0 0,0-1 1 0 0,0-1-1 0 0,-2 0 0 0 0,14-19 0 0 0,19-16-619 0 0,-23 20 313 0 0,-17 20 547 0 0,0 0 1 0 0,1 0-1 0 0,14-12 1 0 0,-29 31-239 0 0,0 0 0 0 0,0 1 0 0 0,1-1 0 0 0,-1 1 0 0 0,2 0 0 0 0,0 1 0 0 0,0-1 0 0 0,0 1 0 0 0,1-1 0 0 0,1 1 0 0 0,0 0 0 0 0,0 0 0 0 0,1 0 0 0 0,0 1 0 0 0,0-1 0 0 0,1 0 0 0 0,1 0 0 0 0,2 14 0 0 0,1-10 0 0 0,-4-13-16 0 0,1 0 1 0 0,-1 0-1 0 0,0 0 0 0 0,1 0 1 0 0,-1 0-1 0 0,1-1 0 0 0,-1 1 1 0 0,1 0-1 0 0,-1 0 0 0 0,1-1 1 0 0,-1 1-1 0 0,1 0 1 0 0,0-1-1 0 0,-1 1 0 0 0,1 0 1 0 0,0-1-1 0 0,0 1 0 0 0,-1-1 1 0 0,1 1-1 0 0,0-1 0 0 0,0 0 1 0 0,0 1-1 0 0,0-1 0 0 0,0 0 1 0 0,-1 1-1 0 0,1-1 0 0 0,2 0 1 0 0,6 4-1638 0 0,-7-2 365 0 0,0 0 0 0 0,0 0 0 0 0,-1-1 0 0 0,1 1-1 0 0,0-1 1 0 0,0 0 0 0 0,0 0 0 0 0,1 1 0 0 0,-1-1 0 0 0,0-1 0 0 0,0 1 0 0 0,4 1-1 0 0,28 0-9163 0 0</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6.071"/>
    </inkml:context>
    <inkml:brush xml:id="br0">
      <inkml:brushProperty name="width" value="0.035" units="cm"/>
      <inkml:brushProperty name="height" value="0.035" units="cm"/>
      <inkml:brushProperty name="color" value="#E71224"/>
    </inkml:brush>
  </inkml:definitions>
  <inkml:trace contextRef="#ctx0" brushRef="#br0">296 25 5949 0 0,'0'0'6091'0'0,"-4"-19"4776"0"0,-20 15-9560 0 0,17 3-3 0 0,2 2-68 0 0,-14 4 40 0 0,0 1 0 0 0,0 0 0 0 0,-28 15 0 0 0,36-15-1211 0 0,0 1 0 0 0,0 0 0 0 0,1 0 0 0 0,0 1 0 0 0,1 0 0 0 0,0 1 0 0 0,0 0 0 0 0,1 0-1 0 0,0 1 1 0 0,0 0 0 0 0,1 1 0 0 0,1-1 0 0 0,-10 21 0 0 0,9-10-65 0 0,-1-4 0 0 0,5-3 0 0 0,12 2 0 0 0,8-6 0 0 0,-3-8 0 0 0,-1-1 0 0 0,0 0 0 0 0,19-2 0 0 0,-15-4-112 0 0,-1 0 1 0 0,0-1-1 0 0,0-1 0 0 0,-1-1 1 0 0,0 0-1 0 0,0-1 0 0 0,-1 0 0 0 0,19-16 1 0 0,-18 14-531 0 0,-12 8 630 0 0,20-16 70 0 0,-11 20 436 0 0,-5 19 613 0 0,-6 1-1107 0 0,-1 0 0 0 0,0-2 0 0 0,0-3 0 0 0,1 0 0 0 0,5 11 0 0 0,-1-23 0 0 0,-3-2 0 0 0,4 3 0 0 0,18 0-3768 0 0,-21-6 2756 0 0,0 0-1 0 0,-1 0 1 0 0,1 1 0 0 0,0-2 0 0 0,0 1 0 0 0,0 0 0 0 0,-1-1-1 0 0,1 1 1 0 0,0-1 0 0 0,2-2 0 0 0,21-21-9850 0 0,-15 10 7578 0 0,-1-1 393 0 0</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6.613"/>
    </inkml:context>
    <inkml:brush xml:id="br0">
      <inkml:brushProperty name="width" value="0.035" units="cm"/>
      <inkml:brushProperty name="height" value="0.035" units="cm"/>
      <inkml:brushProperty name="color" value="#E71224"/>
    </inkml:brush>
  </inkml:definitions>
  <inkml:trace contextRef="#ctx0" brushRef="#br0">87 1 4984 0 0,'0'0'14859'0'0,"-3"5"-13739"0"0,-14 32 1734 0 0,2 0 0 0 0,1 1-1 0 0,-8 43 1 0 0,14-52-2465 0 0,3-11-389 0 0,2-1 0 0 0,7 2 0 0 0,6-10-29 0 0,-8-8-150 0 0,2-6-924 0 0,11-13 229 0 0,-1-2 0 0 0,-1 0 0 0 0,20-39-1 0 0,17-27-875 0 0,-36 64 1868 0 0,-11 16 34 0 0,1 1 1 0 0,0-1 0 0 0,0 1-1 0 0,0 0 1 0 0,0 1 0 0 0,6-6-1 0 0,-9 9 608 0 0,3 6-571 0 0,-1 1-92 0 0,1 0 0 0 0,-1 1 0 0 0,-1 0-1 0 0,1-1 1 0 0,-1 1 0 0 0,0 0 0 0 0,-1 0 0 0 0,0 0 0 0 0,0 1 0 0 0,0 11-1 0 0,2 109-1366 0 0,-3-127 239 0 0,4 10-5639 0 0,4 8-9184 0 0</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6.963"/>
    </inkml:context>
    <inkml:brush xml:id="br0">
      <inkml:brushProperty name="width" value="0.035" units="cm"/>
      <inkml:brushProperty name="height" value="0.035" units="cm"/>
      <inkml:brushProperty name="color" value="#E71224"/>
    </inkml:brush>
  </inkml:definitions>
  <inkml:trace contextRef="#ctx0" brushRef="#br0">197 1 7349 0 0,'0'0'4782'0'0,"-7"4"-2596"0"0,-2 2-1352 0 0,1 2-1 0 0,0-1 0 0 0,1 1 1 0 0,-1 0-1 0 0,2 0 0 0 0,-1 1 1 0 0,1 0-1 0 0,0 0 0 0 0,1 1 1 0 0,0 0-1 0 0,-4 12 1 0 0,-11 28 872 0 0,3 1 1 0 0,2 0-1 0 0,2 2 1 0 0,-8 73-1 0 0,4-26-1874 0 0,14-49-4172 0 0,3-47 2761 0 0,6 3-3823 0 0</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7.313"/>
    </inkml:context>
    <inkml:brush xml:id="br0">
      <inkml:brushProperty name="width" value="0.035" units="cm"/>
      <inkml:brushProperty name="height" value="0.035" units="cm"/>
      <inkml:brushProperty name="color" value="#E71224"/>
    </inkml:brush>
  </inkml:definitions>
  <inkml:trace contextRef="#ctx0" brushRef="#br0">0 36 5312 0 0,'0'0'5988'0'0,"3"-2"-4329"0"0,-1 0-1253 0 0,1 0 0 0 0,-1 0 0 0 0,1 0-1 0 0,0 0 1 0 0,0 1 0 0 0,-1-1 0 0 0,1 1 0 0 0,0 0 0 0 0,0 0-1 0 0,0 0 1 0 0,0 0 0 0 0,1 0 0 0 0,-1 1 0 0 0,5-1 0 0 0,-4 1-420 0 0,0 1 1 0 0,0-1 0 0 0,-1 1 0 0 0,1-1 0 0 0,0 1 0 0 0,0 0-1 0 0,-1 1 1 0 0,1-1 0 0 0,-1 1 0 0 0,4 1 0 0 0,-6-2-22 0 0,-1-1 1 0 0,0 0-1 0 0,1 0 1 0 0,-1 1 0 0 0,0-1-1 0 0,1 0 1 0 0,-1 0-1 0 0,0 0 1 0 0,1 0 0 0 0,-1 1-1 0 0,1-1 1 0 0,-1 0-1 0 0,1 0 1 0 0,-1 0 0 0 0,0 0-1 0 0,1 0 1 0 0,-1 0-1 0 0,1 0 1 0 0,-1 0-1 0 0,1 0 1 0 0,-1 0 0 0 0,0 0-1 0 0,1-1 1 0 0,-1 1-1 0 0,1 0 1 0 0,-1 0 0 0 0,0 0-1 0 0,1 0 1 0 0,-1-1-1 0 0,1 1 1 0 0,-1 0 0 0 0,0 0-1 0 0,1-1 1 0 0,-1 1-1 0 0,0-1 1 0 0,35-14-3100 0 0,16 6-6841 0 0,-36 8 6997 0 0</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7.645"/>
    </inkml:context>
    <inkml:brush xml:id="br0">
      <inkml:brushProperty name="width" value="0.035" units="cm"/>
      <inkml:brushProperty name="height" value="0.035" units="cm"/>
      <inkml:brushProperty name="color" value="#E71224"/>
    </inkml:brush>
  </inkml:definitions>
  <inkml:trace contextRef="#ctx0" brushRef="#br0">65 256 4728 0 0,'4'7'3620'0'0,"-3"-2"1334"0"0,-7 72 8529 0 0,-19 39-8403 0 0,13-67-5201 0 0,12-48-90 0 0,0 0 1 0 0,0 0-1 0 0,-1-1 0 0 0,1 1 0 0 0,-1 0 0 0 0,1-1 0 0 0,0 1 1 0 0,-1 0-1 0 0,1-1 0 0 0,-1 1 0 0 0,0 0 0 0 0,1-1 0 0 0,-1 1 1 0 0,1-1-1 0 0,-1 1 0 0 0,0-1 0 0 0,0 1 0 0 0,1-1 0 0 0,-1 0 1 0 0,0 1-1 0 0,0-1 0 0 0,1 0 0 0 0,-1 0 0 0 0,0 1 0 0 0,0-1 1 0 0,0 0-1 0 0,1 0 0 0 0,-1 0 0 0 0,-1 0 0 0 0,-1 0-406 0 0,-1 7-6024 0 0</inkml:trace>
  <inkml:trace contextRef="#ctx0" brushRef="#br0" timeOffset="1">260 53 8017 0 0,'0'0'9145'0'0,"4"-17"151"0"0,-4 0-8572 0 0,0 0-1212 0 0,-14 16-16069 0 0</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7.990"/>
    </inkml:context>
    <inkml:brush xml:id="br0">
      <inkml:brushProperty name="width" value="0.035" units="cm"/>
      <inkml:brushProperty name="height" value="0.035" units="cm"/>
      <inkml:brushProperty name="color" value="#E71224"/>
    </inkml:brush>
  </inkml:definitions>
  <inkml:trace contextRef="#ctx0" brushRef="#br0">41 2 7249 0 0,'1'-1'3124'0'0,"12"1"5748"0"0,-12 9-7423 0 0,0 0 0 0 0,-1 0 1 0 0,0 1-1 0 0,-2 14 0 0 0,-11 47 2228 0 0,1 1-1268 0 0,-17 256-2219 0 0,30-321-2352 0 0,7 4 4104 0 0,-2-6-8137 0 0</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8.323"/>
    </inkml:context>
    <inkml:brush xml:id="br0">
      <inkml:brushProperty name="width" value="0.035" units="cm"/>
      <inkml:brushProperty name="height" value="0.035" units="cm"/>
      <inkml:brushProperty name="color" value="#E71224"/>
    </inkml:brush>
  </inkml:definitions>
  <inkml:trace contextRef="#ctx0" brushRef="#br0">1 6 6705 0 0,'0'0'19829'0'0,"11"-1"-19228"0"0,1 0-536 0 0,3-1-411 0 0,1 1 1 0 0,-1 1-1 0 0,17 1 1 0 0,18 2-5103 0 0,17-5-11008 0 0,-36 0 13470 0 0</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9.161"/>
    </inkml:context>
    <inkml:brush xml:id="br0">
      <inkml:brushProperty name="width" value="0.035" units="cm"/>
      <inkml:brushProperty name="height" value="0.035" units="cm"/>
      <inkml:brushProperty name="color" value="#E71224"/>
    </inkml:brush>
  </inkml:definitions>
  <inkml:trace contextRef="#ctx0" brushRef="#br0">172 362 7861 0 0,'1'0'407'0'0,"-1"-1"1"0"0,0 0 0 0 0,1 0-1 0 0,-1 0 1 0 0,0 0-1 0 0,0 0 1 0 0,0 1 0 0 0,0-1-1 0 0,0 0 1 0 0,0 0-1 0 0,0 0 1 0 0,0 0 0 0 0,0 0-1 0 0,0 0 1 0 0,0 0-1 0 0,0 1 1 0 0,-1-1 0 0 0,1 0-1 0 0,0 0 1 0 0,-1 0-1 0 0,1 0 1 0 0,0 1 0 0 0,-1-1-1 0 0,1 0 1 0 0,-1 0 0 0 0,0 1-1 0 0,1-1 1 0 0,-1 0-1 0 0,1 1 1 0 0,-1-1 0 0 0,-1 0-1 0 0,0 0 13 0 0,0 1-1 0 0,0-1 1 0 0,0 1-1 0 0,-1 0 1 0 0,1 0-1 0 0,0 0 1 0 0,0 0-1 0 0,0 0 1 0 0,0 0-1 0 0,0 0 1 0 0,0 1-1 0 0,0-1 1 0 0,-3 2 0 0 0,-1 0 80 0 0,0 0 0 0 0,1 0 0 0 0,-1 0 0 0 0,1 1 0 0 0,0 0 0 0 0,-1 0 0 0 0,1 1 0 0 0,1-1 0 0 0,-1 1 0 0 0,-6 7 0 0 0,-2 3-26 0 0,10-11-473 0 0,1 0 0 0 0,-1 0 1 0 0,0 1-1 0 0,1-1 0 0 0,0 1 0 0 0,-1-1 1 0 0,1 1-1 0 0,1 0 0 0 0,-1 0 0 0 0,0 0 1 0 0,0 5-1 0 0,-2-3-1 0 0,-12 41 0 0 0,12-29 0 0 0,0-1 0 0 0,4 0 0 0 0,8-3 0 0 0,7-10 0 0 0,8-11 0 0 0,-14 3-51 0 0,0-1 0 0 0,-1-1-1 0 0,0 0 1 0 0,0 0 0 0 0,0-1 0 0 0,0 0 0 0 0,-1 0-1 0 0,9-13 1 0 0,15-12-1816 0 0,-26 27 1518 0 0,11-11-1083 0 0,-8 13 5434 0 0,-13 34-3897 0 0,2-8-103 0 0,2-4-2 0 0,2 0 0 0 0,2 1 0 0 0,1 0 0 0 0,1-8 0 0 0,6-1 0 0 0,1 1 0 0 0,3-4 0 0 0,8-5 0 0 0,15-5 0 0 0,-26-3 0 0 0,-5 0 0 0 0,10-2-38 0 0,-1-1 0 0 0,-1-1-1 0 0,1-1 1 0 0,-1 0 0 0 0,-1-1 0 0 0,0 0 0 0 0,13-14 0 0 0,80-97-3462 0 0,-100 114 3115 0 0,84-119-3457 0 0,-18 24 1346 0 0,-69 98 2408 0 0,1 0 1 0 0,-2-1 0 0 0,1 1-1 0 0,-1-1 1 0 0,1 0 0 0 0,-1 0 0 0 0,-1 0-1 0 0,1 0 1 0 0,-1 0 0 0 0,-1-1-1 0 0,1 1 1 0 0,-1-1 0 0 0,0 1-1 0 0,0-1 1 0 0,-1 1 0 0 0,0-1-1 0 0,0 0 1 0 0,0 1 0 0 0,-1-1 0 0 0,-2-8-1 0 0,2 13 366 0 0,1 2-237 0 0,0-1 0 0 0,-1 1 0 0 0,1 0 0 0 0,0-1 0 0 0,-1 1 0 0 0,1 0 0 0 0,0-1 0 0 0,-1 1-1 0 0,1 0 1 0 0,0 0 0 0 0,-1-1 0 0 0,1 1 0 0 0,-1 0 0 0 0,1 0 0 0 0,0 0 0 0 0,-1-1 0 0 0,1 1 0 0 0,-1 0 0 0 0,1 0-1 0 0,-1 0 1 0 0,1 0 0 0 0,-1 0 0 0 0,1 0 0 0 0,0 0 0 0 0,-1 0 0 0 0,1 0 0 0 0,-1 0 0 0 0,1 0 0 0 0,-1 1 0 0 0,1-1-1 0 0,-1 0 1 0 0,1 0 0 0 0,0 0 0 0 0,-1 0 0 0 0,1 1 0 0 0,-1-1 0 0 0,1 0 0 0 0,0 0 0 0 0,-1 1 0 0 0,1-1 0 0 0,0 0-1 0 0,-1 1 1 0 0,1-1 0 0 0,-1 1 0 0 0,-23 14 1437 0 0,22-14-1626 0 0,-5 7 598 0 0,1 1 0 0 0,0-1 1 0 0,0 1-1 0 0,0 0 1 0 0,1 1-1 0 0,1-1 1 0 0,-1 1-1 0 0,2 0 1 0 0,-1 0-1 0 0,-3 19 1 0 0,4-19-147 0 0,-37 159 3120 0 0,19-56-5625 0 0,20-108 1783 0 0,1 1 0 0 0,-1 0 0 0 0,1-1 0 0 0,0 1 0 0 0,0-1 0 0 0,2 10 0 0 0,3 6-6421 0 0,0-11-1847 0 0</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9.547"/>
    </inkml:context>
    <inkml:brush xml:id="br0">
      <inkml:brushProperty name="width" value="0.035" units="cm"/>
      <inkml:brushProperty name="height" value="0.035" units="cm"/>
      <inkml:brushProperty name="color" value="#E71224"/>
    </inkml:brush>
  </inkml:definitions>
  <inkml:trace contextRef="#ctx0" brushRef="#br0">20 0 6417 0 0,'0'0'12961'0'0,"-3"2"-11510"0"0,-10 5-207 0 0,10-5 985 0 0,6 1-1352 0 0,8 4-897 0 0,0 0 1 0 0,1 0-1 0 0,-1-1 1 0 0,1-1-1 0 0,0 0 1 0 0,0-1-1 0 0,22 6 1 0 0,102 12-5603 0 0,-40-8 3006 0 0,-74-10 2138 0 0,-10-2 898 0 0,-1 0-1 0 0,0 0 1 0 0,-1 1 0 0 0,17 7-1 0 0,-24-8-139 0 0,1-1-1 0 0,-1 1 0 0 0,-1 0 1 0 0,1 0-1 0 0,0 0 0 0 0,0 1 1 0 0,-1-1-1 0 0,1 1 0 0 0,-1-1 0 0 0,0 1 1 0 0,0 0-1 0 0,0 0 0 0 0,0 0 1 0 0,0 0-1 0 0,-1 0 0 0 0,1 0 1 0 0,-1 1-1 0 0,0-1 0 0 0,1 4 1 0 0,1 7 865 0 0,0 0 1 0 0,-1 0 0 0 0,-1 0 0 0 0,-1 23-1 0 0,-6 23-979 0 0,9-33-5651 0 0,0-20-1843 0 0</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09.968"/>
    </inkml:context>
    <inkml:brush xml:id="br0">
      <inkml:brushProperty name="width" value="0.035" units="cm"/>
      <inkml:brushProperty name="height" value="0.035" units="cm"/>
      <inkml:brushProperty name="color" value="#E71224"/>
    </inkml:brush>
  </inkml:definitions>
  <inkml:trace contextRef="#ctx0" brushRef="#br0">56 24 7833 0 0,'0'0'3240'0'0,"-13"-15"9750"0"0,4 7-9612 0 0,3 8-8316 0 0,2 8 5414 0 0,-2 5-5247 0 0,-6 11-6492 0 0,8-12 7958 0 0,2-2 461 0 0</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10.504"/>
    </inkml:context>
    <inkml:brush xml:id="br0">
      <inkml:brushProperty name="width" value="0.035" units="cm"/>
      <inkml:brushProperty name="height" value="0.035" units="cm"/>
      <inkml:brushProperty name="color" value="#E71224"/>
    </inkml:brush>
  </inkml:definitions>
  <inkml:trace contextRef="#ctx0" brushRef="#br0">5 55 6921 0 0,'-4'9'4089'0'0,"4"-4"-635"0"0,0-5-3374 0 0,30 122 10639 0 0,-23-96-8363 0 0,2-1 0 0 0,21 44 1 0 0,-19-31-1922 0 0,-3-21-168 0 0,2-19-3612 0 0,-4-3 3002 0 0,0-1 0 0 0,-1 0 0 0 0,1 0 0 0 0,-1 0 0 0 0,0 0 0 0 0,-1-1 0 0 0,1 0 0 0 0,-1 0 0 0 0,-1 0 0 0 0,1 0 0 0 0,-1-1 0 0 0,-1 1 0 0 0,3-10 0 0 0,41-119-2732 0 0,-44 127 3425 0 0,1 0-1 0 0,-1 1 1 0 0,2-1 0 0 0,-1 1 0 0 0,2 0-1 0 0,6-10 3970 0 0,-8 21-3779 0 0,29 28 1730 0 0,-29-26-2302 0 0,0-1 1 0 0,1 0-1 0 0,-1 0 0 0 0,1 0 0 0 0,0-1 0 0 0,0 1 1 0 0,0-1-1 0 0,1 0 0 0 0,-1 0 0 0 0,1-1 0 0 0,0 1 1 0 0,0-1-1 0 0,0 0 0 0 0,0 0 0 0 0,0-1 0 0 0,0 1 1 0 0,0-1-1 0 0,0 0 0 0 0,1-1 0 0 0,8 1 0 0 0,-8-1-253 0 0,0-1-1 0 0,0 0 0 0 0,-1 0 1 0 0,1 0-1 0 0,0-1 1 0 0,0 0-1 0 0,-1 0 0 0 0,1 0 1 0 0,-1-1-1 0 0,0 0 0 0 0,7-4 1 0 0,1-3-699 0 0,0 0 1 0 0,23-24 0 0 0,-34 32 991 0 0,0-1 0 0 0,0 1 1 0 0,0-1-1 0 0,0 0 0 0 0,-1 1 0 0 0,1-1 0 0 0,-1 0 0 0 0,0 0 0 0 0,0 0 1 0 0,0 0-1 0 0,0 0 0 0 0,0-1 0 0 0,-1 1 0 0 0,1-5 0 0 0,-1 6 936 0 0,-14-13 1090 0 0,10 14-1694 0 0,0 1 0 0 0,0 0 0 0 0,1 1 0 0 0,-1-1-1 0 0,0 1 1 0 0,0-1 0 0 0,0 1 0 0 0,1 0 0 0 0,-1 1-1 0 0,0-1 1 0 0,1 1 0 0 0,-1-1 0 0 0,1 1-1 0 0,-5 3 1 0 0,2 0-202 0 0,-1 0-1 0 0,1 1 1 0 0,1-1 0 0 0,-1 1-1 0 0,1 0 1 0 0,-8 13 0 0 0,6-9-174 0 0,2 0 1 0 0,-1 0 0 0 0,2 0 0 0 0,-1 1-1 0 0,1 0 1 0 0,1 0 0 0 0,0 0 0 0 0,0 0-1 0 0,1 1 1 0 0,0 12 0 0 0,2-19 164 0 0,0 0 1 0 0,0-1-1 0 0,1 1 0 0 0,-1-1 1 0 0,1 1-1 0 0,0-1 0 0 0,1 1 0 0 0,-1-1 1 0 0,1 1-1 0 0,0-1 0 0 0,0 0 1 0 0,0 0-1 0 0,3 4 0 0 0,-2-4-819 0 0,0-1-1 0 0,0 0 0 0 0,1 0 0 0 0,-1 0 0 0 0,1 0 0 0 0,-1 0 0 0 0,1-1 1 0 0,0 0-1 0 0,0 0 0 0 0,0 0 0 0 0,7 3 0 0 0,-1-3-1257 0 0,0 0 0 0 0,0 0-1 0 0,0-1 1 0 0,0 0 0 0 0,0-1-1 0 0,0 0 1 0 0,0 0 0 0 0,0-1 0 0 0,0 0-1 0 0,0-1 1 0 0,12-4 0 0 0,6-2-788 0 0</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14.115"/>
    </inkml:context>
    <inkml:brush xml:id="br0">
      <inkml:brushProperty name="width" value="0.035" units="cm"/>
      <inkml:brushProperty name="height" value="0.035" units="cm"/>
      <inkml:brushProperty name="color" value="#E71224"/>
    </inkml:brush>
  </inkml:definitions>
  <inkml:trace contextRef="#ctx0" brushRef="#br0">263 77 6317 0 0,'0'-1'2845'0'0,"2"-7"-2295"0"0,-2 1 7760 0 0,0-9-6646 0 0,0 12 1281 0 0,0-10-854 0 0,-2 7 2272 0 0,1 5-4193 0 0,0 1 1 0 0,0-1-1 0 0,0 1 0 0 0,0 0 0 0 0,-1-1 0 0 0,1 1 0 0 0,0 0 0 0 0,-1 0 1 0 0,1 0-1 0 0,-1 0 0 0 0,1 0 0 0 0,-1 0 0 0 0,0 0 0 0 0,1 0 0 0 0,-3 0 1 0 0,1 0 331 0 0,-2 1-135 0 0,-4 1-362 0 0,-1-1-1 0 0,0 2 1 0 0,0-1-1 0 0,1 1 1 0 0,-1 1-1 0 0,1 0 1 0 0,-1 0 0 0 0,1 0-1 0 0,0 2 1 0 0,1-1-1 0 0,-1 1 1 0 0,1 0 0 0 0,0 1-1 0 0,0-1 1 0 0,0 2-1 0 0,1-1 1 0 0,0 1-1 0 0,-7 9 1 0 0,10-12-2 0 0,-2 3-3 0 0,-1 0 0 0 0,1 0 0 0 0,0 1 0 0 0,1 0 0 0 0,0 1 0 0 0,-7 13 0 0 0,7-4 0 0 0,2 0 0 0 0,4 1 0 0 0,4-4 0 0 0,5-3 0 0 0,3-3 0 0 0,4-2 0 0 0,3-5 0 0 0,2-4 0 0 0,-13 0 0 0 0,0 1 0 0 0,0-2 0 0 0,0 1 0 0 0,0-1 0 0 0,0-1 0 0 0,0 0 0 0 0,-1 0 0 0 0,0 0 0 0 0,0-1 0 0 0,0 0 0 0 0,14-13 0 0 0,-21 17 0 0 0,7-7-154 0 0,0-1 0 0 0,0 1 0 0 0,-1-1 1 0 0,11-19-1 0 0,12-15-1209 0 0,-29 42 1281 0 0,-4 40 1543 0 0,2-20-1338 0 0,1 0 0 0 0,1 1 0 0 0,1-1-1 0 0,1 0 1 0 0,5 21 0 0 0,2 14-107 0 0,9 49-1131 0 0,-8-59-4029 0 0,-4-15-2214 0 0,-1-2-4256 0 0</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14.445"/>
    </inkml:context>
    <inkml:brush xml:id="br0">
      <inkml:brushProperty name="width" value="0.035" units="cm"/>
      <inkml:brushProperty name="height" value="0.035" units="cm"/>
      <inkml:brushProperty name="color" value="#E71224"/>
    </inkml:brush>
  </inkml:definitions>
  <inkml:trace contextRef="#ctx0" brushRef="#br0">1 154 6133 0 0,'0'0'9281'0'0,"5"-4"-7447"0"0,8-5-626 0 0,0 1-1 0 0,1 1 1 0 0,0 0 0 0 0,23-8 0 0 0,70-18-1760 0 0,-60 19-1677 0 0,-19 0-850 0 0,1-17-8863 0 0,-28 30 11459 0 0,7-10-2607 0 0</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14.977"/>
    </inkml:context>
    <inkml:brush xml:id="br0">
      <inkml:brushProperty name="width" value="0.035" units="cm"/>
      <inkml:brushProperty name="height" value="0.035" units="cm"/>
      <inkml:brushProperty name="color" value="#E71224"/>
    </inkml:brush>
  </inkml:definitions>
  <inkml:trace contextRef="#ctx0" brushRef="#br0">39 0 4760 0 0,'0'0'12816'0'0,"-1"9"-11616"0"0,-12 61 2632 0 0,5-34-857 0 0,2 0 0 0 0,-3 52-1 0 0,8-83-2665 0 0,1-3-272 0 0,0 0 0 0 0,0 0 0 0 0,0-1 0 0 0,0 1 0 0 0,0 0 0 0 0,0 0 0 0 0,1-1 0 0 0,-1 1 0 0 0,0 0 0 0 0,1 0 0 0 0,-1-1 0 0 0,1 1 0 0 0,0 0 0 0 0,0-1 0 0 0,-1 1 1 0 0,1-1-1 0 0,0 1 0 0 0,0-1 0 0 0,1 1 0 0 0,-1-1 0 0 0,0 0 0 0 0,0 0 0 0 0,1 1 0 0 0,1 0 0 0 0,10 4-37 0 0,2-4-36 0 0,-10-2-102 0 0,1 0 0 0 0,-1-1 0 0 0,1 0 0 0 0,0 0 0 0 0,-1 0 0 0 0,0 0 0 0 0,1-1 0 0 0,-1 0 0 0 0,0 0 0 0 0,0-1 0 0 0,0 1 0 0 0,0-1 0 0 0,0 0 0 0 0,8-7 0 0 0,6-7-1135 0 0,35-37 0 0 0,-29 27 337 0 0,26-34-735 0 0,-42 47 1515 0 0,2 1 0 0 0,0 0 0 0 0,18-17 0 0 0,-32 41 3498 0 0,-39 133-614 0 0,30-92-6394 0 0,12-50 2150 0 0,0 2-152 0 0,1 15-1647 0 0,3-4-3609 0 0,23-1-6913 0 0</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15.586"/>
    </inkml:context>
    <inkml:brush xml:id="br0">
      <inkml:brushProperty name="width" value="0.035" units="cm"/>
      <inkml:brushProperty name="height" value="0.035" units="cm"/>
      <inkml:brushProperty name="color" value="#E71224"/>
    </inkml:brush>
  </inkml:definitions>
  <inkml:trace contextRef="#ctx0" brushRef="#br0">225 16 4092 0 0,'0'0'1399'0'0,"-4"-12"667"0"0,0 9 2006 0 0,-4 3-3143 0 0,1 0-1 0 0,0 1 1 0 0,-1 0 0 0 0,1 1-1 0 0,0 0 1 0 0,0 0 0 0 0,0 0-1 0 0,0 1 1 0 0,0 0 0 0 0,1 0-1 0 0,-1 1 1 0 0,1 0 0 0 0,-11 8 0 0 0,5-4 92 0 0,1 2 1 0 0,-1-1 0 0 0,2 2 0 0 0,-1-1 0 0 0,1 2 0 0 0,-8 12 0 0 0,15-19-499 0 0,-5 9-137 0 0,1 4-312 0 0,2-1-74 0 0,4 1 0 0 0,5 2 0 0 0,2-5 0 0 0,4-4 0 0 0,3-3 0 0 0,-10-6-125 0 0,1-1 0 0 0,0 0 0 0 0,0 0 0 0 0,-1 0 0 0 0,1 0 0 0 0,0-1 0 0 0,0 0 0 0 0,0 1 0 0 0,0-1 0 0 0,-1-1 0 0 0,1 1 0 0 0,0-1 0 0 0,0 1 0 0 0,0-1 0 0 0,-1 0 1 0 0,1 0-1 0 0,0-1 0 0 0,-1 1 0 0 0,5-3 0 0 0,-5 3 68 0 0,11-7-648 0 0,-1 0-1 0 0,0-1 0 0 0,0 0 0 0 0,-1 0 0 0 0,0-2 0 0 0,-1 1 1 0 0,0-2-1 0 0,11-14 0 0 0,17-18 6113 0 0,-56 54-3649 0 0,-40 61-15 0 0,48-57-1743 0 0,3 0 0 0 0,2 12-2220 0 0,13-17-825 0 0,10-10 396 0 0,-15 2 673 0 0,1-3-734 0 0,4-3 162 0 0,0 0 1 0 0,0 0 0 0 0,0-1 0 0 0,0 0-1 0 0,12-12 1 0 0,-6 2-496 0 0</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16.128"/>
    </inkml:context>
    <inkml:brush xml:id="br0">
      <inkml:brushProperty name="width" value="0.035" units="cm"/>
      <inkml:brushProperty name="height" value="0.035" units="cm"/>
      <inkml:brushProperty name="color" value="#E71224"/>
    </inkml:brush>
  </inkml:definitions>
  <inkml:trace contextRef="#ctx0" brushRef="#br0">65 1 4144 0 0,'0'0'5467'0'0,"-1"5"-3777"0"0,-27 120 8209 0 0,-4 74-986 0 0,30-179-8190 0 0,0 0 1 0 0,2 33-1 0 0,0-47-1016 0 0,1-1 1 0 0,-1 1 0 0 0,1-1-1 0 0,0 1 1 0 0,0-1-1 0 0,1 1 1 0 0,-1-1 0 0 0,1 0-1 0 0,1 0 1 0 0,-1 0-1 0 0,1 0 1 0 0,-1 0 0 0 0,6 6-1 0 0,-6-9-655 0 0,0 0-1 0 0,0 0 1 0 0,1-1-1 0 0,-1 1 1 0 0,0-1-1 0 0,1 1 1 0 0,-1-1 0 0 0,1 0-1 0 0,-1 0 1 0 0,1 0-1 0 0,0 0 1 0 0,-1-1-1 0 0,1 1 1 0 0,0-1-1 0 0,0 1 1 0 0,-1-1-1 0 0,1 0 1 0 0,0 0-1 0 0,3-1 1 0 0,14-3-3531 0 0,-6-2 1394 0 0</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16.454"/>
    </inkml:context>
    <inkml:brush xml:id="br0">
      <inkml:brushProperty name="width" value="0.035" units="cm"/>
      <inkml:brushProperty name="height" value="0.035" units="cm"/>
      <inkml:brushProperty name="color" value="#E71224"/>
    </inkml:brush>
  </inkml:definitions>
  <inkml:trace contextRef="#ctx0" brushRef="#br0">95 0 6193 0 0,'0'0'5493'0'0,"-4"5"-3821"0"0,-5 7-348 0 0,1-1 0 0 0,1 2 0 0 0,0-1 1 0 0,1 1-1 0 0,0-1 0 0 0,-7 25 0 0 0,-19 87 3870 0 0,32-124-5333 0 0,-1 1 0 0 0,1 0-1 0 0,0 0 1 0 0,-1 0 0 0 0,1 0 0 0 0,0 0-1 0 0,0 0 1 0 0,0 0 0 0 0,0 0 0 0 0,0 0-1 0 0,0 0 1 0 0,0-1 0 0 0,0 1-1 0 0,1 0 1 0 0,-1 0 0 0 0,0 0 0 0 0,0 0-1 0 0,1 0 1 0 0,-1 0 0 0 0,1-1 0 0 0,-1 1-1 0 0,0 0 1 0 0,1 0 0 0 0,0 0 0 0 0,-1-1-1 0 0,1 1 1 0 0,-1 0 0 0 0,1-1-1 0 0,0 1 1 0 0,0-1 0 0 0,-1 1 0 0 0,1 0-1 0 0,0-1 1 0 0,0 0 0 0 0,0 1 0 0 0,-1-1-1 0 0,1 1 1 0 0,0-1 0 0 0,0 0 0 0 0,0 0-1 0 0,2 1 1 0 0,-1-1-2210 0 0,11-2-7016 0 0,6-6 4599 0 0,-15 7 3832 0 0,8-9-2080 0 0</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16.831"/>
    </inkml:context>
    <inkml:brush xml:id="br0">
      <inkml:brushProperty name="width" value="0.035" units="cm"/>
      <inkml:brushProperty name="height" value="0.035" units="cm"/>
      <inkml:brushProperty name="color" value="#E71224"/>
    </inkml:brush>
  </inkml:definitions>
  <inkml:trace contextRef="#ctx0" brushRef="#br0">46 48 8417 0 0,'0'0'2842'0'0,"-10"-33"11121"0"0,7 27-13585 0 0,2 5-602 0 0,-3-2-697 0 0,-1-1 276 0 0,-10 14-8328 0 0,8-7-23 0 0</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17.158"/>
    </inkml:context>
    <inkml:brush xml:id="br0">
      <inkml:brushProperty name="width" value="0.035" units="cm"/>
      <inkml:brushProperty name="height" value="0.035" units="cm"/>
      <inkml:brushProperty name="color" value="#E71224"/>
    </inkml:brush>
  </inkml:definitions>
  <inkml:trace contextRef="#ctx0" brushRef="#br0">281 0 5937 0 0,'-46'138'12046'0'0,"-4"75"-4185"0"0,33-131-5281 0 0,3-15-1493 0 0,7-27-5030 0 0,6-37 2414 0 0,1 6-1969 0 0</inkml:trace>
  <inkml:trace contextRef="#ctx0" brushRef="#br0" timeOffset="1">0 233 6573 0 0,'0'0'13700'0'0,"8"1"-13260"0"0,71 5-1508 0 0,7-8-8006 0 0,-58 1 3959 0 0,-6 0 2031 0 0</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17.655"/>
    </inkml:context>
    <inkml:brush xml:id="br0">
      <inkml:brushProperty name="width" value="0.035" units="cm"/>
      <inkml:brushProperty name="height" value="0.035" units="cm"/>
      <inkml:brushProperty name="color" value="#E71224"/>
    </inkml:brush>
  </inkml:definitions>
  <inkml:trace contextRef="#ctx0" brushRef="#br0">241 99 3788 0 0,'0'0'3257'0'0,"-1"-1"-2705"0"0,0 0 0 0 0,-1 0 0 0 0,1 1-1 0 0,0-1 1 0 0,0 0 0 0 0,-1 0 0 0 0,1 1-1 0 0,-1-1 1 0 0,1 1 0 0 0,-1-1 0 0 0,1 1 0 0 0,-1-1-1 0 0,1 1 1 0 0,-1 0 0 0 0,1 0 0 0 0,-1 0-1 0 0,1 0 1 0 0,-3 0 0 0 0,-13 7 660 0 0,0 0 0 0 0,1 1 0 0 0,1 1 1 0 0,-1 0-1 0 0,2 1 0 0 0,-1 1 0 0 0,1 0 0 0 0,1 1 1 0 0,-23 27-1 0 0,32-36-912 0 0,-15 25 1501 0 0,8-7-817 0 0,6-6-953 0 0,16 2-50 0 0,-9-16-82 0 0,0 0 1 0 0,0 0 0 0 0,1-1-1 0 0,-1 1 1 0 0,0 0 0 0 0,0-1-1 0 0,0 0 1 0 0,1 0 0 0 0,-1 0-1 0 0,0 0 1 0 0,0 0 0 0 0,0 0 0 0 0,1 0-1 0 0,-1-1 1 0 0,0 1 0 0 0,0-1-1 0 0,0 1 1 0 0,0-1 0 0 0,0 0-1 0 0,3-1 1 0 0,42-25-3128 0 0,-43 25 3007 0 0,139-97 1210 0 0,-145 107-295 0 0,-26 85 3198 0 0,25-75-3892 0 0,3 2 0 0 0,2-1 0 0 0,4-6 0 0 0,15-6 0 0 0,17-4-95 0 0,-29-7-23 0 0,-2 1-48 0 0,5-2-784 0 0,1 1 1 0 0,-1-1 0 0 0,0-1 0 0 0,0 0 0 0 0,-1-1-1 0 0,1 0 1 0 0,-1-1 0 0 0,-1 0 0 0 0,0-1-1 0 0,0 0 1 0 0,-1 0 0 0 0,0-1 0 0 0,12-17-1 0 0,7-13-4124 0 0,-2-2 0 0 0,27-56 0 0 0,-34 57 2158 0 0</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18.015"/>
    </inkml:context>
    <inkml:brush xml:id="br0">
      <inkml:brushProperty name="width" value="0.035" units="cm"/>
      <inkml:brushProperty name="height" value="0.035" units="cm"/>
      <inkml:brushProperty name="color" value="#E71224"/>
    </inkml:brush>
  </inkml:definitions>
  <inkml:trace contextRef="#ctx0" brushRef="#br0">263 1 4044 0 0,'-1'2'13547'0'0,"-15"21"-12586"0"0,-1 14 1238 0 0,1 0-1 0 0,-16 58 1 0 0,-2 4-255 0 0,0-9-734 0 0,-25 60-865 0 0,11-57-8667 0 0,42-70-7053 0 0</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18.345"/>
    </inkml:context>
    <inkml:brush xml:id="br0">
      <inkml:brushProperty name="width" value="0.035" units="cm"/>
      <inkml:brushProperty name="height" value="0.035" units="cm"/>
      <inkml:brushProperty name="color" value="#E71224"/>
    </inkml:brush>
  </inkml:definitions>
  <inkml:trace contextRef="#ctx0" brushRef="#br0">2 21 5404 0 0,'-1'-2'2997'0'0,"1"-15"5203"0"0,20 16-6933 0 0,-15 1-143 0 0,0 0-144 0 0,16 1-256 0 0,0 2 1 0 0,0 0 0 0 0,-1 1-1 0 0,1 1 1 0 0,-1 1-1 0 0,26 10 1 0 0,-37-11-597 0 0,0-1 0 0 0,-1 1 0 0 0,1 0 0 0 0,-1 1 0 0 0,0 0 0 0 0,0 1 0 0 0,0-1 0 0 0,-1 1 0 0 0,0 1 0 0 0,-1-1 0 0 0,0 1 0 0 0,0 1 0 0 0,0-1 0 0 0,-1 1 0 0 0,7 17 0 0 0,-7-14 48 0 0,-1 0-1 0 0,-1 0 0 0 0,3 20 0 0 0,-3 12-2849 0 0,-3-41 1538 0 0,-10 4-8935 0 0</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18.697"/>
    </inkml:context>
    <inkml:brush xml:id="br0">
      <inkml:brushProperty name="width" value="0.035" units="cm"/>
      <inkml:brushProperty name="height" value="0.035" units="cm"/>
      <inkml:brushProperty name="color" value="#E71224"/>
    </inkml:brush>
  </inkml:definitions>
  <inkml:trace contextRef="#ctx0" brushRef="#br0">59 35 9213 0 0,'-20'-30'16587'0'0,"19"29"-16721"0"0,-4-3-6146 0 0,5 4 6064 0 0,-1 0 1 0 0,1 0-1 0 0,0 0 1 0 0,-1 0-1 0 0,1 0 1 0 0,0 0-1 0 0,-1 0 1 0 0,1 1-1 0 0,0-1 0 0 0,0 0 1 0 0,-1 0-1 0 0,1 0 1 0 0,0 0-1 0 0,-1 0 1 0 0,1 0-1 0 0,0 1 1 0 0,0-1-1 0 0,-1 0 0 0 0,1 0 1 0 0,0 0-1 0 0,0 1 1 0 0,0-1-1 0 0,-1 0 1 0 0,1 0-1 0 0,0 1 0 0 0,0-1 1 0 0,0 0-1 0 0,0 0 1 0 0,-1 1-1 0 0,-10 8-6774 0 0,6-4 5213 0 0,-4 4-1211 0 0</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6:19.095"/>
    </inkml:context>
    <inkml:brush xml:id="br0">
      <inkml:brushProperty name="width" value="0.035" units="cm"/>
      <inkml:brushProperty name="height" value="0.035" units="cm"/>
      <inkml:brushProperty name="color" value="#E71224"/>
    </inkml:brush>
  </inkml:definitions>
  <inkml:trace contextRef="#ctx0" brushRef="#br0">1 48 5392 0 0,'2'56'7560'0'0,"7"22"-660"0"0,-2-16-1142 0 0,-6-58-5346 0 0,0 0 0 0 0,1 0 0 0 0,-1 0 0 0 0,1 0 0 0 0,0 0 0 0 0,0 0 0 0 0,0-1 0 0 0,0 1 0 0 0,1 0 1 0 0,-1-1-1 0 0,1 0 0 0 0,0 0 0 0 0,3 3 0 0 0,-3-4-399 0 0,21-10-834 0 0,0-15-645 0 0,-2-1-1 0 0,-1-1 0 0 0,-1-1 0 0 0,0 0 0 0 0,16-34 0 0 0,-20 35 649 0 0,13-14 6838 0 0,-27 44-5444 0 0,6 15 266 0 0,-4-9 29 0 0,0 0-1 0 0,1 0 1 0 0,0 0-1 0 0,13 18 1 0 0,-17-27-918 0 0,1 1-1 0 0,0-2 1 0 0,-1 1 0 0 0,1 0 0 0 0,0 0-1 0 0,0-1 1 0 0,0 1 0 0 0,0-1 0 0 0,0 1-1 0 0,0-1 1 0 0,1 0 0 0 0,-1 0 0 0 0,0 0-1 0 0,1 0 1 0 0,-1 0 0 0 0,1-1-1 0 0,-1 1 1 0 0,1-1 0 0 0,-1 1 0 0 0,1-1-1 0 0,4 0 1 0 0,1-1-485 0 0,-1 0 0 0 0,0 0 1 0 0,1-1-1 0 0,13-4 0 0 0,-12 3 39 0 0,7-4-369 0 0,1 0 0 0 0,-1-2 0 0 0,0 0 0 0 0,0 0 0 0 0,-1-2-1 0 0,0 0 1 0 0,-1 0 0 0 0,-1-1 0 0 0,1-1 0 0 0,10-15 0 0 0,-23 28 904 0 0,0-1-1 0 0,0 0 1 0 0,0 1 0 0 0,0-1 0 0 0,-1 0-1 0 0,1 0 1 0 0,0 0 0 0 0,-1 1 0 0 0,1-1-1 0 0,-1 0 1 0 0,1 0 0 0 0,-1 0 0 0 0,1 0-1 0 0,-1 0 1 0 0,1 0 0 0 0,-1 0 0 0 0,0 0-1 0 0,0 0 1 0 0,0 0 0 0 0,1 0 0 0 0,-1 0-1 0 0,0 0 1 0 0,0-2 0 0 0,-1 2 160 0 0,0 1 1 0 0,0-1-1 0 0,0 1 0 0 0,0 0 1 0 0,0 0-1 0 0,0-1 0 0 0,0 1 1 0 0,0 0-1 0 0,0 0 0 0 0,0 0 1 0 0,0 0-1 0 0,0 0 0 0 0,1 0 1 0 0,-1 0-1 0 0,0 0 0 0 0,0 1 1 0 0,0-1-1 0 0,0 0 0 0 0,-1 1 1 0 0,-32 10 3974 0 0,21-5-4472 0 0,-9 11 2242 0 0,13-12-1712 0 0,-1 1 0 0 0,1 1 0 0 0,1 0 0 0 0,-1 0 1 0 0,1 1-1 0 0,1 0 0 0 0,-1 0 0 0 0,1 1 0 0 0,1 0 0 0 0,0 0 0 0 0,-9 16 0 0 0,12-8-235 0 0,3 36 1796 0 0,12-16-9050 0 0,-10-35 5940 0 0,0 1 0 0 0,0 0 0 0 0,0 0 1 0 0,0-1-1 0 0,1 0 0 0 0,-1 1 0 0 0,1-1 0 0 0,-1 0 0 0 0,1 0 0 0 0,0 0 0 0 0,0 0 0 0 0,0-1 0 0 0,0 1 1 0 0,6 1-1 0 0,-2-2-1935 0 0,17 2 309 0 0</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7:05.249"/>
    </inkml:context>
    <inkml:brush xml:id="br0">
      <inkml:brushProperty name="width" value="0.035" units="cm"/>
      <inkml:brushProperty name="height" value="0.035" units="cm"/>
      <inkml:brushProperty name="color" value="#004F8B"/>
    </inkml:brush>
  </inkml:definitions>
  <inkml:trace contextRef="#ctx0" brushRef="#br0">372 200 4092 0 0,'0'0'24955'0'0,"4"-5"-23963"0"0,-4 3-674 0 0,1 1-186 0 0,-1 0 1 0 0,1-1-1 0 0,-1 1 1 0 0,1-1 0 0 0,0 1-1 0 0,-1 0 1 0 0,1-1 0 0 0,0 1-1 0 0,0 0 1 0 0,0 0 0 0 0,0 0-1 0 0,0 0 1 0 0,0 0 0 0 0,0 0-1 0 0,1 0 1 0 0,-1 0 0 0 0,2-1-1 0 0,13 0-109 0 0,11 10-23 0 0,-4-2 0 0 0,-13 1 0 0 0,4 5 0 0 0,5 3 83 0 0,-14-11-277 0 0,0 0 1 0 0,0 0-1 0 0,0 0 1 0 0,-1 1-1 0 0,1 0 0 0 0,-1-1 1 0 0,0 1-1 0 0,-1 1 0 0 0,1-1 1 0 0,3 9-1 0 0,-6-12 169 0 0,0 1-1 0 0,-1-1 1 0 0,1 0 0 0 0,-1 1-1 0 0,1-1 1 0 0,-1 1-1 0 0,0-1 1 0 0,0 1 0 0 0,0-1-1 0 0,-1 0 1 0 0,1 1-1 0 0,-1-1 1 0 0,1 1 0 0 0,-1-1-1 0 0,0 0 1 0 0,0 1-1 0 0,0-1 1 0 0,0 0 0 0 0,0 0-1 0 0,0 0 1 0 0,-3 4-1 0 0,-30 31 175 0 0,23-29-101 0 0,-1 1 0 0 0,0-2 0 0 0,0 0 0 0 0,-1 0 0 0 0,0-2 0 0 0,0 1 1 0 0,0-1-1 0 0,-1-1 0 0 0,1-1 0 0 0,-1 0 0 0 0,-26 3 0 0 0,33-7-132 0 0,1 1 0 0 0,0-1 1 0 0,0 0-1 0 0,0 0 0 0 0,0-1 0 0 0,0 1 1 0 0,0-2-1 0 0,0 1 0 0 0,1 0 0 0 0,-1-1 1 0 0,1 0-1 0 0,-1 0 0 0 0,1-1 0 0 0,-8-7 1 0 0,12 10-91 0 0,-33-35-1412 0 0,33 34 1394 0 0,-1-11-1065 0 0,2 14 1264 0 0,0-1 0 0 0,1 0 0 0 0,-1 0 0 0 0,0 1 0 0 0,0-1 0 0 0,0 0 0 0 0,0 0 0 0 0,0 1 0 0 0,0-1 1 0 0,0 0-1 0 0,0 0 0 0 0,0 1 0 0 0,0-1 0 0 0,0 0 0 0 0,0 1 0 0 0,0-1 0 0 0,-1 0 0 0 0,1 0 0 0 0,0 1 0 0 0,0-1 0 0 0,0 0 1 0 0,0 0-1 0 0,0 0 0 0 0,0 1 0 0 0,-1-1 0 0 0,1 0 0 0 0,0 0 0 0 0,0 0 0 0 0,0 1 0 0 0,-1-1 0 0 0,1 0 0 0 0,0 0 0 0 0,0 0 1 0 0,-1 0-1 0 0,1 1 0 0 0,0-1 0 0 0,0 0 0 0 0,-1 0 0 0 0,1 0 0 0 0,0 0 0 0 0,0 0 0 0 0,-1 0 0 0 0,1 0 0 0 0,0 0 0 0 0,0 0 1 0 0,-1 0-1 0 0,1 0 0 0 0,0 0 0 0 0,0 0 0 0 0,-1 0 0 0 0,1 0 0 0 0,0 0 0 0 0,-1 0 0 0 0,1 0 0 0 0,0 0 0 0 0,0-1 0 0 0,0 1 0 0 0,-1 0 1 0 0,1 0-1 0 0,0 0 0 0 0,0 0 0 0 0,-1-1 0 0 0,1 1 0 0 0,0 0 0 0 0,0 0 0 0 0,0 0 0 0 0,0-1 0 0 0,-1 1 0 0 0,1 0 0 0 0,-10 21 347 0 0,9-20-274 0 0,-26 36 760 0 0,20-30-623 0 0,0-1 0 0 0,-1 0 0 0 0,1 0 1 0 0,-1-1-1 0 0,-13 7 0 0 0,18-11-56 0 0,-18 9 2733 0 0,10-11-2707 0 0,-5-17-156 0 0,9 0-31 0 0,2 0 0 0 0,2 1 0 0 0,0-1 0 0 0,1 0 0 0 0,1 0 0 0 0,1-25 0 0 0,0 26 0 0 0,-5-79 0 0 0,0 31 0 0 0,3 44 0 0 0,1 2 0 0 0,-1-1 0 0 0,-1 4 0 0 0,3 2 0 0 0,0 2-93 0 0,0 9-619 0 0,24-10-28200 0 0,-21 11 25982 0 0</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7:05.910"/>
    </inkml:context>
    <inkml:brush xml:id="br0">
      <inkml:brushProperty name="width" value="0.035" units="cm"/>
      <inkml:brushProperty name="height" value="0.035" units="cm"/>
      <inkml:brushProperty name="color" value="#004F8B"/>
    </inkml:brush>
  </inkml:definitions>
  <inkml:trace contextRef="#ctx0" brushRef="#br0">36 0 7229 0 0,'0'0'11208'0'0,"-12"5"-2943"0"0,-2 1-8576 0 0,4-2-6399 0 0</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7:06.253"/>
    </inkml:context>
    <inkml:brush xml:id="br0">
      <inkml:brushProperty name="width" value="0.035" units="cm"/>
      <inkml:brushProperty name="height" value="0.035" units="cm"/>
      <inkml:brushProperty name="color" value="#004F8B"/>
    </inkml:brush>
  </inkml:definitions>
  <inkml:trace contextRef="#ctx0" brushRef="#br0">1 12 8621 0 0,'0'0'19371'0'0,"0"-8"-17292"0"0,0 4-4016 0 0</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7:06.628"/>
    </inkml:context>
    <inkml:brush xml:id="br0">
      <inkml:brushProperty name="width" value="0.035" units="cm"/>
      <inkml:brushProperty name="height" value="0.035" units="cm"/>
      <inkml:brushProperty name="color" value="#004F8B"/>
    </inkml:brush>
  </inkml:definitions>
  <inkml:trace contextRef="#ctx0" brushRef="#br0">19 34 9765 0 0,'0'0'2718'0'0,"-15"-22"7339"0"0,14 18-10811 0 0,-1 0 2963 0 0,1 1-4228 0 0</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7:06.971"/>
    </inkml:context>
    <inkml:brush xml:id="br0">
      <inkml:brushProperty name="width" value="0.035" units="cm"/>
      <inkml:brushProperty name="height" value="0.035" units="cm"/>
      <inkml:brushProperty name="color" value="#004F8B"/>
    </inkml:brush>
  </inkml:definitions>
  <inkml:trace contextRef="#ctx0" brushRef="#br0">405 4 5557 0 0,'-7'-3'26906'0'0,"-2"3"-24674"0"0,-15 2-6676 0 0,19-1 6815 0 0,-15 5-2352 0 0,-1 1 1 0 0,1 1 0 0 0,1 1-1 0 0,-1 1 1 0 0,2 0 0 0 0,-20 15 0 0 0,-13 6-13 0 0,27-18 75 0 0,-42 33 0 0 0,27-7-4917 0 0,26-17-1231 0 0,4 0-3356 0 0,8-13 4669 0 0,1-3 3439 0 0,1-2 243 0 0,-1-1-1963 0 0</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7:08.710"/>
    </inkml:context>
    <inkml:brush xml:id="br0">
      <inkml:brushProperty name="width" value="0.035" units="cm"/>
      <inkml:brushProperty name="height" value="0.035" units="cm"/>
      <inkml:brushProperty name="color" value="#004F8B"/>
    </inkml:brush>
  </inkml:definitions>
  <inkml:trace contextRef="#ctx0" brushRef="#br0">648 58 3716 0 0,'0'0'1396'0'0,"-7"2"-83"0"0,1-1-1235 0 0,-19 4 1900 0 0,-4 4 4259 0 0,27-8-3795 0 0,-1 1-1966 0 0,1-1 1 0 0,-1 1 0 0 0,0-1-1 0 0,0 0 1 0 0,0 0 0 0 0,0 0 0 0 0,0 0-1 0 0,0 0 1 0 0,-4-1 0 0 0,6 0-510 0 0,-1-1-53 0 0,1 1-1 0 0,-1-1 1 0 0,0 0 0 0 0,0 0 0 0 0,1 0 0 0 0,-1 0 0 0 0,0 0-1 0 0,1 0 1 0 0,-1 0 0 0 0,1-1 0 0 0,-1 1 0 0 0,1-1 0 0 0,0 1 0 0 0,0-1-1 0 0,0 1 1 0 0,0-1 0 0 0,0 0 0 0 0,0 1 0 0 0,0-1 0 0 0,-1-2 0 0 0,12-36-2076 0 0,-9 39 2142 0 0,16-15 755 0 0,54 33-523 0 0,-69-17-136 0 0,20 15 938 0 0,-22-11-871 0 0,0 1 0 0 0,0-1-1 0 0,-1 0 1 0 0,0 0-1 0 0,0 1 1 0 0,0-1 0 0 0,0 0-1 0 0,0 0 1 0 0,-1 0-1 0 0,0 0 1 0 0,0 0-1 0 0,0-1 1 0 0,0 1 0 0 0,0 0-1 0 0,-4 3 1 0 0,-47 55 2035 0 0,44-53-1820 0 0,-1-1 0 0 0,-1 0 0 0 0,1 0-1 0 0,-1-1 1 0 0,0 0 0 0 0,-1-1 0 0 0,0-1-1 0 0,0 0 1 0 0,-23 7 0 0 0,32-11-73 0 0,-10 0 61 0 0,10-1-292 0 0,0 1-1 0 0,0-1 1 0 0,0 0 0 0 0,0 1-1 0 0,0-1 1 0 0,0-1-1 0 0,0 1 1 0 0,0 0 0 0 0,-3-1-1 0 0,3-1-51 0 0,-1 0 0 0 0,1 0 0 0 0,0 0 0 0 0,0 0 0 0 0,0 0 0 0 0,0 0 0 0 0,1-1 0 0 0,-1 0 0 0 0,1 1 0 0 0,-1-1 0 0 0,1 0-1 0 0,0 0 1 0 0,0 0 0 0 0,0-1 0 0 0,1 1 0 0 0,-2-4 0 0 0,-1-3-67 0 0,0 0-1 0 0,1 0 1 0 0,0-1-1 0 0,1 1 1 0 0,-1-15-1 0 0,-13-42-132 0 0,16 65 210 0 0,0 0 0 0 0,0 0 0 0 0,0 0 0 0 0,0 0 0 0 0,-1 1 0 0 0,1-1 0 0 0,0 0 0 0 0,-1 0 1 0 0,0 0-1 0 0,0 0 0 0 0,1 0 0 0 0,-1 0 0 0 0,0 1 0 0 0,0-1 0 0 0,-1 0 0 0 0,1 1 0 0 0,0-1 0 0 0,0 1 1 0 0,-1-1-1 0 0,1 1 0 0 0,-1 0 0 0 0,1 0 0 0 0,-1-1 0 0 0,0 1 0 0 0,1 0 0 0 0,-1 0 0 0 0,0 1 1 0 0,0-1-1 0 0,0 0 0 0 0,0 0 0 0 0,0 1 0 0 0,1 0 0 0 0,-1-1 0 0 0,0 1 0 0 0,-4 0 0 0 0,0-1 134 0 0,-1 1 0 0 0,1 0-1 0 0,-1 1 1 0 0,1 0 0 0 0,0 0-1 0 0,-1 0 1 0 0,1 1-1 0 0,0 0 1 0 0,-9 4 0 0 0,-12 6 198 0 0,10-5-20 0 0,0 2 0 0 0,0 0 0 0 0,1 1 0 0 0,1 0 0 0 0,-20 17 0 0 0,22-17-324 0 0,2 0 0 0 0,2-1 0 0 0,4 1 0 0 0,6-9 0 0 0,0 0 0 0 0,-1-1 0 0 0,1 1 0 0 0,0 0 0 0 0,0 0 0 0 0,-1-1 0 0 0,1 1 0 0 0,0-1 0 0 0,0 1 0 0 0,0 0 0 0 0,0-1 0 0 0,0 0 0 0 0,0 1 0 0 0,0-1 0 0 0,0 0 0 0 0,0 1 0 0 0,0-1 0 0 0,0 0 0 0 0,1 0 0 0 0,34-4 0 0 0,-8-3-980 0 0,0-2 1 0 0,45-19-1 0 0,-33 8-5364 0 0,-2-2-6150 0 0,-32 18 7802 0 0,-3-2 3466 0 0,-2 4 200 0 0</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7:09.081"/>
    </inkml:context>
    <inkml:brush xml:id="br0">
      <inkml:brushProperty name="width" value="0.035" units="cm"/>
      <inkml:brushProperty name="height" value="0.035" units="cm"/>
      <inkml:brushProperty name="color" value="#004F8B"/>
    </inkml:brush>
  </inkml:definitions>
  <inkml:trace contextRef="#ctx0" brushRef="#br0">1 56 8417 0 0,'0'0'23818'0'0,"7"-1"-23360"0"0,10-1 800 0 0,28-3-1854 0 0,3-2-4120 0 0,-13 1-3884 0 0,1-1-1 0 0,35-13 0 0 0,-54 12 5812 0 0</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7:09.409"/>
    </inkml:context>
    <inkml:brush xml:id="br0">
      <inkml:brushProperty name="width" value="0.035" units="cm"/>
      <inkml:brushProperty name="height" value="0.035" units="cm"/>
      <inkml:brushProperty name="color" value="#004F8B"/>
    </inkml:brush>
  </inkml:definitions>
  <inkml:trace contextRef="#ctx0" brushRef="#br0">80 25 9521 0 0,'-7'-8'6028'0'0,"-5"-4"-731"0"0,1 7-8091 0 0,8 6 1625 0 0,0 0 0 0 0,0-1 0 0 0,1 1 0 0 0,-1 1 0 0 0,0-1 0 0 0,1 0 0 0 0,-1 1 0 0 0,1-1 0 0 0,-1 1 0 0 0,1 0 0 0 0,0 0 0 0 0,-4 3 0 0 0,-7 7-1618 0 0</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04.594"/>
    </inkml:context>
    <inkml:brush xml:id="br0">
      <inkml:brushProperty name="width" value="0.035" units="cm"/>
      <inkml:brushProperty name="height" value="0.035" units="cm"/>
      <inkml:brushProperty name="color" value="#004F8B"/>
    </inkml:brush>
  </inkml:definitions>
  <inkml:trace contextRef="#ctx0" brushRef="#br0">587 24 5813 0 0,'0'0'2204'0'0,"10"-23"22457"0"0,-60 33-24566 0 0,43-5-104 0 0,3 0 12 0 0,-56 49-3 0 0,21-16 0 0 0,24-23 0 0 0,7 0 0 0 0,-2 5 0 0 0,6-7 0 0 0,3-12 0 0 0,1 0 0 0 0,0 0 0 0 0,-1 0 0 0 0,1 0 0 0 0,0 0 0 0 0,0-1 0 0 0,0 1 0 0 0,-1 0 0 0 0,1 0 0 0 0,0 0 0 0 0,1 0 0 0 0,-1 0 0 0 0,0 0 0 0 0,0 0 0 0 0,0 0 0 0 0,0 0 0 0 0,1 0 0 0 0,-1 0 0 0 0,0-1 0 0 0,1 1 0 0 0,-1 0 0 0 0,1 0 0 0 0,0 1 0 0 0,1 0 0 0 0,-2 1 2 0 0,1 0 0 0 0,-1 0 0 0 0,1-1-1 0 0,0 1 1 0 0,0 0 0 0 0,0-1 0 0 0,0 1 0 0 0,1 0 0 0 0,-1-1 0 0 0,1 0-1 0 0,-1 1 1 0 0,1-1 0 0 0,0 0 0 0 0,0 0 0 0 0,0 0 0 0 0,0 0 0 0 0,0 0-1 0 0,5 3 1 0 0,1-3-39 0 0,-1 1-1 0 0,1-1 1 0 0,0-1 0 0 0,0 1-1 0 0,0-1 1 0 0,9 0-1 0 0,13 2-366 0 0,-4 3-328 0 0,-26-6 731 0 0,1 0-1 0 0,-1 0 1 0 0,0 0-1 0 0,0 0 1 0 0,0 0-1 0 0,1 0 1 0 0,-1 0-1 0 0,0 0 1 0 0,0 1-1 0 0,0-1 1 0 0,0 0-1 0 0,1 0 1 0 0,-1 0 0 0 0,0 0-1 0 0,0 1 1 0 0,0-1-1 0 0,0 0 1 0 0,0 0-1 0 0,0 0 1 0 0,1 0-1 0 0,-1 1 1 0 0,0-1-1 0 0,0 0 1 0 0,0 0-1 0 0,0 1 1 0 0,0-1-1 0 0,0 0 1 0 0,0 0 0 0 0,0 0-1 0 0,0 1 1 0 0,0-1-1 0 0,0 0 1 0 0,0 0-1 0 0,0 0 1 0 0,0 1-1 0 0,0-1 1 0 0,0 0-1 0 0,0 0 1 0 0,0 0-1 0 0,-1 1 1 0 0,1-1-1 0 0,0 0 1 0 0,0 0 0 0 0,0 0-1 0 0,0 1 1 0 0,0-1-1 0 0,-37 21 722 0 0,6-5-511 0 0,-137 90 294 0 0,137-88-658 0 0,25-15-73 0 0,2 0 74 0 0,3-2-44 0 0,0-1-228 0 0,-1 1 256 0 0,1-1 0 0 0,0 1 1 0 0,0-1-1 0 0,0 0 0 0 0,0 1 0 0 0,0-1 1 0 0,-1 0-1 0 0,1 0 0 0 0,0 0 0 0 0,0 0 1 0 0,0 0-1 0 0,-1 0 0 0 0,1 0 1 0 0,0 0-1 0 0,0-1 0 0 0,0 1 0 0 0,-1 0 1 0 0,1-1-1 0 0,0 1 0 0 0,0-1 0 0 0,0 1 1 0 0,0-1-1 0 0,0 1 0 0 0,0-1 0 0 0,0 0 1 0 0,0 0-1 0 0,0 0 0 0 0,0 1 1 0 0,0-2-1 0 0,0-7-281 0 0,0 1 1 0 0,1 0 0 0 0,0-1-1 0 0,1 1 1 0 0,0 0 0 0 0,4-16-1 0 0,-3 13 325 0 0,-2 9 50 0 0,4-18-183 0 0,-3 7 813 0 0,-5 11 1848 0 0,-6 11-1901 0 0,0 1 0 0 0,1 0 0 0 0,0 1 1 0 0,1 0-1 0 0,-14 24 0 0 0,-4 6 1172 0 0,6-14-658 0 0,-22 15 201 0 0,40-38-1216 0 0,-27 14 0 0 0,-9-6-4478 0 0,35-12 2818 0 0,-13-11-9335 0 0,8 5 1110 0 0</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05.016"/>
    </inkml:context>
    <inkml:brush xml:id="br0">
      <inkml:brushProperty name="width" value="0.035" units="cm"/>
      <inkml:brushProperty name="height" value="0.035" units="cm"/>
      <inkml:brushProperty name="color" value="#004F8B"/>
    </inkml:brush>
  </inkml:definitions>
  <inkml:trace contextRef="#ctx0" brushRef="#br0">141 2 5733 0 0,'-2'-2'10935'0'0,"1"8"-4622"0"0,2 19-3143 0 0,3 15-5527 0 0,0-17 4108 0 0,-2-17-1568 0 0,-1 0 1 0 0,-1-1-1 0 0,1 1 0 0 0,-1 0 1 0 0,0 0-1 0 0,0 0 0 0 0,-1 0 0 0 0,1 0 1 0 0,-1 0-1 0 0,-1 0 0 0 0,1 0 1 0 0,-1-1-1 0 0,0 1 0 0 0,0-1 1 0 0,-1 1-1 0 0,0-1 0 0 0,0 0 1 0 0,0 0-1 0 0,0 0 0 0 0,-6 6 0 0 0,2-4-202 0 0,1 0-1 0 0,-1 0 0 0 0,0-1 0 0 0,-1 0 1 0 0,1 0-1 0 0,-15 7 0 0 0,-28 7-5812 0 0,48-20 3323 0 0</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05.569"/>
    </inkml:context>
    <inkml:brush xml:id="br0">
      <inkml:brushProperty name="width" value="0.035" units="cm"/>
      <inkml:brushProperty name="height" value="0.035" units="cm"/>
      <inkml:brushProperty name="color" value="#004F8B"/>
    </inkml:brush>
  </inkml:definitions>
  <inkml:trace contextRef="#ctx0" brushRef="#br0">0 42 7361 0 0,'3'-12'3432'0'0,"4"-18"18429"0"0,0 55-21902 0 0,-1 0 0 0 0,-1 0 0 0 0,-2 0-1 0 0,0 0 1 0 0,-2 1 0 0 0,-1 33 0 0 0,-9 52-6758 0 0,2-56-360 0 0,0-1-3306 0 0,5-41 7267 0 0,-3 6 173 0 0</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07.075"/>
    </inkml:context>
    <inkml:brush xml:id="br0">
      <inkml:brushProperty name="width" value="0.035" units="cm"/>
      <inkml:brushProperty name="height" value="0.035" units="cm"/>
      <inkml:brushProperty name="color" value="#004F8B"/>
    </inkml:brush>
  </inkml:definitions>
  <inkml:trace contextRef="#ctx0" brushRef="#br0">672 30 4464 0 0,'6'-29'23087'0'0,"-2"63"-21498"0"0,19 68 0 0 0,-2-16-743 0 0,-17-66-729 0 0,-1 0 0 0 0,-1 1 0 0 0,-1 0 0 0 0,-1-1 0 0 0,-1 1-1 0 0,0 0 1 0 0,-7 29 0 0 0,6-46-166 0 0,1 1 1 0 0,-1-1-1 0 0,0 0 0 0 0,-1 0 0 0 0,1-1 0 0 0,-1 1 0 0 0,1 0 0 0 0,-1-1 1 0 0,0 0-1 0 0,0 1 0 0 0,-1-1 0 0 0,1 0 0 0 0,-1-1 0 0 0,1 1 0 0 0,-1-1 0 0 0,0 1 1 0 0,0-1-1 0 0,0 0 0 0 0,0-1 0 0 0,0 1 0 0 0,0-1 0 0 0,-1 0 0 0 0,-5 1 1 0 0,8-1-354 0 0,-35-11-1940 0 0,32 8 1891 0 0,-1-1 0 0 0,1 0 0 0 0,0 0-1 0 0,0 0 1 0 0,1 0 0 0 0,-1-1 0 0 0,-7-7 0 0 0,7 6 164 0 0,4 4 55 0 0,-19-32-1735 0 0,19 32 1966 0 0,0 1 1 0 0,0 0-1 0 0,0 0 1 0 0,0 0-1 0 0,0 1 1 0 0,0-1-1 0 0,0 0 1 0 0,0 0 0 0 0,0 0-1 0 0,0 1 1 0 0,0-1-1 0 0,0 0 1 0 0,0 1-1 0 0,0-1 1 0 0,1 1-1 0 0,-1-1 1 0 0,0 1-1 0 0,0 0 1 0 0,0-1-1 0 0,1 1 1 0 0,-1 0-1 0 0,0-1 1 0 0,0 2 0 0 0,-30 29 528 0 0,2-4 86 0 0,-39 22 454 0 0,54-40-896 0 0,-5 4 279 0 0,5-6-105 0 0,0-1-41 0 0,6-5-158 0 0,3-1-86 0 0,-11-1 282 0 0,15 1-334 0 0,0 0 0 0 0,0 0 1 0 0,0-1-1 0 0,0 1 0 0 0,0 0 0 0 0,0 0 1 0 0,0-1-1 0 0,1 1 0 0 0,-1-1 1 0 0,0 1-1 0 0,0-1 0 0 0,0 1 1 0 0,1-1-1 0 0,-1 1 0 0 0,0-1 0 0 0,1 0 1 0 0,-1 1-1 0 0,0-1 0 0 0,1 0 1 0 0,-1 0-1 0 0,1 0 0 0 0,-1 0 0 0 0,0-1 14 0 0,-1-3-46 0 0,1 1 0 0 0,-1-1 0 0 0,1 0 0 0 0,1 1 0 0 0,-1-1 0 0 0,0 0 0 0 0,1-7 0 0 0,3 5-572 0 0,-1 0 1 0 0,1 1-1 0 0,0-1 0 0 0,1 1 1 0 0,0 0-1 0 0,0 0 1 0 0,0 0-1 0 0,0 0 0 0 0,8-6 1 0 0,-11 11 332 0 0,1-1 160 0 0,-1 0-1 0 0,0 1 1 0 0,1-1-1 0 0,-1 1 1 0 0,1-1 0 0 0,0 1-1 0 0,-1 0 1 0 0,1 0-1 0 0,0 0 1 0 0,0 0-1 0 0,0 0 1 0 0,0 0-1 0 0,0 0 1 0 0,0 1 0 0 0,0-1-1 0 0,0 1 1 0 0,0-1-1 0 0,0 1 1 0 0,0 0-1 0 0,0 0 1 0 0,0 0-1 0 0,4 0 1 0 0,-4 1 131 0 0,-1-1-1 0 0,0 1 1 0 0,1 0-1 0 0,-1 0 1 0 0,0 0-1 0 0,0 0 1 0 0,1 0-1 0 0,-1 0 1 0 0,0 1-1 0 0,0-1 1 0 0,0 0 0 0 0,-1 0-1 0 0,1 1 1 0 0,0-1-1 0 0,0 0 1 0 0,-1 1-1 0 0,1-1 1 0 0,-1 1-1 0 0,1-1 1 0 0,-1 1-1 0 0,1 2 1 0 0,-1-2 106 0 0,-4 13 545 0 0,0-8-414 0 0,0 0 0 0 0,-1 0 1 0 0,1-1-1 0 0,-2 1 0 0 0,1-1 1 0 0,-1 0-1 0 0,1-1 0 0 0,-2 0 1 0 0,1 0-1 0 0,-12 7 1 0 0,-79 44 3341 0 0,79-47-2558 0 0,-26 18 2303 0 0,41-26-1748 0 0,3-2-1588 0 0,0 0 1 0 0,0 1-1 0 0,0-1 0 0 0,-1 1 0 0 0,1-1 0 0 0,0 1 0 0 0,0-1 0 0 0,-1 1 1 0 0,1-1-1 0 0,0 1 0 0 0,0-1 0 0 0,-1 1 0 0 0,1-1 0 0 0,-1 1 0 0 0,1-1 1 0 0,-1 1-1 0 0,1 0 0 0 0,0-1 0 0 0,-1 1 0 0 0,1 0 0 0 0,-1-1 0 0 0,1 1 1 0 0,-1 0-1 0 0,0-1 0 0 0,0 1 0 0 0,-14-14 273 0 0,-8-39-284 0 0,2-2 0 0 0,3 0 0 0 0,2-1 1 0 0,-16-106-1 0 0,29 131-528 0 0,3 0-3465 0 0,7-6-4283 0 0,-6 32 6176 0 0,2-1 1 0 0,-1 1-1 0 0,0 0 0 0 0,1 0 0 0 0,0 0 0 0 0,0 0 0 0 0,8-9 0 0 0,-1 4-807 0 0</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07.451"/>
    </inkml:context>
    <inkml:brush xml:id="br0">
      <inkml:brushProperty name="width" value="0.035" units="cm"/>
      <inkml:brushProperty name="height" value="0.035" units="cm"/>
      <inkml:brushProperty name="color" value="#004F8B"/>
    </inkml:brush>
  </inkml:definitions>
  <inkml:trace contextRef="#ctx0" brushRef="#br0">1 31 7277 0 0,'0'0'11889'0'0,"34"0"-9565"0"0,-7-6-2496 0 0,-16 4-504 0 0,10-1-1608 0 0,-10-1-2029 0 0,0 0 477 0 0,6-3-2801 0 0,-5 3 3801 0 0</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07.779"/>
    </inkml:context>
    <inkml:brush xml:id="br0">
      <inkml:brushProperty name="width" value="0.035" units="cm"/>
      <inkml:brushProperty name="height" value="0.035" units="cm"/>
      <inkml:brushProperty name="color" value="#004F8B"/>
    </inkml:brush>
  </inkml:definitions>
  <inkml:trace contextRef="#ctx0" brushRef="#br0">0 41 8005 0 0,'17'-17'8796'0'0,"-10"9"-1767"0"0,-4 6-8165 0 0,9-7 7143 0 0,-7 4-6515 0 0</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08.504"/>
    </inkml:context>
    <inkml:brush xml:id="br0">
      <inkml:brushProperty name="width" value="0.035" units="cm"/>
      <inkml:brushProperty name="height" value="0.035" units="cm"/>
      <inkml:brushProperty name="color" value="#004F8B"/>
    </inkml:brush>
  </inkml:definitions>
  <inkml:trace contextRef="#ctx0" brushRef="#br0">62 482 6561 0 0,'0'0'20339'0'0,"4"-6"-19744"0"0,14-26-157 0 0,-2 0 0 0 0,-1-1-1 0 0,-2 0 1 0 0,10-38 0 0 0,30-74-2412 0 0,0 31-762 0 0,-52 112 2522 0 0,12-4-552 0 0,-12 5 713 0 0,0 0 1 0 0,0 1-1 0 0,-1-1 0 0 0,1 1 0 0 0,0-1 1 0 0,0 0-1 0 0,0 1 0 0 0,0 0 1 0 0,0-1-1 0 0,0 1 0 0 0,0-1 1 0 0,0 1-1 0 0,0 0 0 0 0,0 0 1 0 0,0 0-1 0 0,0 0 0 0 0,0 0 1 0 0,0 0-1 0 0,0 0 0 0 0,0 0 1 0 0,0 0-1 0 0,0 0 0 0 0,0 0 0 0 0,0 0 1 0 0,0 1-1 0 0,2 0 0 0 0,1 0-33 0 0,0 1-1 0 0,1-1 1 0 0,-1 1-1 0 0,0 0 1 0 0,0 1-1 0 0,0-1 0 0 0,-1 1 1 0 0,1 0-1 0 0,-1 0 1 0 0,1 0-1 0 0,-1 0 1 0 0,0 0-1 0 0,0 1 1 0 0,0-1-1 0 0,-1 1 0 0 0,1 0 1 0 0,-1 0-1 0 0,0 0 1 0 0,0 0-1 0 0,0 0 1 0 0,-1 1-1 0 0,3 6 1 0 0,-4-9 83 0 0,-4 48 472 0 0,0-39-243 0 0,0 1 0 0 0,1 1 0 0 0,1-1 1 0 0,-2 19-1 0 0,4-29-165 0 0,-4 18 191 0 0,4-15-145 0 0,-1-1 0 0 0,0 0 1 0 0,0 1-1 0 0,0-1 0 0 0,-1 0 0 0 0,0 0 1 0 0,0 0-1 0 0,0 0 0 0 0,0 0 1 0 0,0-1-1 0 0,-1 1 0 0 0,0-1 0 0 0,0 1 1 0 0,-4 3-1 0 0,1-2 173 0 0,0 0-1 0 0,-1-1 1 0 0,0 0 0 0 0,0 0-1 0 0,0 0 1 0 0,0-1-1 0 0,-14 4 1 0 0,8-3 9 0 0,-98 30 2398 0 0,39-16-4178 0 0,70-18 1063 0 0,1 0 0 0 0,-1 1 1 0 0,0-1-1 0 0,0 0 0 0 0,0 0 0 0 0,0-1 1 0 0,0 1-1 0 0,0 0 0 0 0,1-1 0 0 0,-1 1 1 0 0,0-1-1 0 0,0 1 0 0 0,1-1 0 0 0,-1 0 0 0 0,0 0 1 0 0,1 1-1 0 0,-1-1 0 0 0,0-1 0 0 0,1 1 1 0 0,-1 0-1 0 0,1 0 0 0 0,0 0 0 0 0,-1-1 1 0 0,1 1-1 0 0,0-1 0 0 0,0 1 0 0 0,0-1 1 0 0,0 0-1 0 0,0 1 0 0 0,-1-4 0 0 0,2 3-130 0 0,-1 1 0 0 0,1-1 0 0 0,0 1 0 0 0,0-1 0 0 0,0 1 0 0 0,0-1 0 0 0,0 1 0 0 0,0-1 0 0 0,0 1 0 0 0,0-1 0 0 0,0 1 0 0 0,1-1 0 0 0,-1 1 0 0 0,1-1 0 0 0,0-2 0 0 0,6-8-2567 0 0</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08.847"/>
    </inkml:context>
    <inkml:brush xml:id="br0">
      <inkml:brushProperty name="width" value="0.035" units="cm"/>
      <inkml:brushProperty name="height" value="0.035" units="cm"/>
      <inkml:brushProperty name="color" value="#004F8B"/>
    </inkml:brush>
  </inkml:definitions>
  <inkml:trace contextRef="#ctx0" brushRef="#br0">0 105 3580 0 0,'6'-35'8201'0'0,"-4"26"-8689"0"0,7-36 14515 0 0,-7 29-7188 0 0,-3 25-6327 0 0,-1 6-176 0 0,1 0 0 0 0,1 0 0 0 0,1 20 0 0 0,14 51-3689 0 0,11 2-5802 0 0,7-6-6908 0 0,-23-62 12971 0 0</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38.535"/>
    </inkml:context>
    <inkml:brush xml:id="br0">
      <inkml:brushProperty name="width" value="0.035" units="cm"/>
      <inkml:brushProperty name="height" value="0.035" units="cm"/>
      <inkml:brushProperty name="color" value="#004F8B"/>
    </inkml:brush>
  </inkml:definitions>
  <inkml:trace contextRef="#ctx0" brushRef="#br0">1 23 6685 0 0,'5'-23'25789'0'0,"-5"32"-25513"0"0,-2 109-268 0 0,24 199 1 0 0,-4-278-2643 0 0,-3 27-19473 0 0</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38.987"/>
    </inkml:context>
    <inkml:brush xml:id="br0">
      <inkml:brushProperty name="width" value="0.035" units="cm"/>
      <inkml:brushProperty name="height" value="0.035" units="cm"/>
      <inkml:brushProperty name="color" value="#004F8B"/>
    </inkml:brush>
  </inkml:definitions>
  <inkml:trace contextRef="#ctx0" brushRef="#br0">454 6 6389 0 0,'2'-5'16561'0'0,"-5"15"-15726"0"0,-30 121 5808 0 0,-10 7-4341 0 0,33-108-2297 0 0,-2-1-1 0 0,-1-1 1 0 0,-1 0 0 0 0,-1-1-1 0 0,-2 0 1 0 0,0-1-1 0 0,-24 25 1 0 0,33-42-36 0 0,-1 0-1 0 0,-1 0 1 0 0,0-1-1 0 0,0 0 1 0 0,0-1-1 0 0,-1 0 1 0 0,0 0-1 0 0,-1-2 1 0 0,1 1-1 0 0,-1-1 1 0 0,-13 3-1 0 0,-9-2-5295 0 0,-1-6-5351 0 0,29-1 6147 0 0,-5-5 1987 0 0,7 1-1733 0 0,-5-6 1149 0 0</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39.347"/>
    </inkml:context>
    <inkml:brush xml:id="br0">
      <inkml:brushProperty name="width" value="0.035" units="cm"/>
      <inkml:brushProperty name="height" value="0.035" units="cm"/>
      <inkml:brushProperty name="color" value="#004F8B"/>
    </inkml:brush>
  </inkml:definitions>
  <inkml:trace contextRef="#ctx0" brushRef="#br0">1 12 7209 0 0,'0'0'4403'0'0,"10"-9"-1214"0"0,-3 6 2377 0 0,-5 3-5258 0 0,0 0-1 0 0,0 1 0 0 0,0-1 1 0 0,0 0-1 0 0,0 1 1 0 0,0-1-1 0 0,0 1 1 0 0,0-1-1 0 0,0 1 0 0 0,0 0 1 0 0,0 0-1 0 0,0 0 1 0 0,-1 0-1 0 0,1 0 1 0 0,0 0-1 0 0,0 0 0 0 0,-1 1 1 0 0,1-1-1 0 0,0 2 1 0 0,3 3 228 0 0,-1-1 1 0 0,0 0 0 0 0,-1 1-1 0 0,1 0 1 0 0,-1 0-1 0 0,2 6 1 0 0,2 7-262 0 0,0 0 0 0 0,-2 1 0 0 0,4 27 0 0 0,-5-5-2617 0 0,0 2-4503 0 0,0-21-315 0 0,3-1-3591 0 0,-2-11 7745 0 0</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39.929"/>
    </inkml:context>
    <inkml:brush xml:id="br0">
      <inkml:brushProperty name="width" value="0.035" units="cm"/>
      <inkml:brushProperty name="height" value="0.035" units="cm"/>
      <inkml:brushProperty name="color" value="#004F8B"/>
    </inkml:brush>
  </inkml:definitions>
  <inkml:trace contextRef="#ctx0" brushRef="#br0">0 6 5457 0 0,'13'-5'19124'0'0,"-17"22"-9850"0"0,1-8-8436 0 0,2-6-3714 0 0,-2 5 3375 0 0,3-5-136 0 0,0 10-279 0 0,1-1-80 0 0,4-3-4 0 0,-2-6-131 0 0,0-1 1 0 0,0 1-1 0 0,0-1 0 0 0,1 1 1 0 0,-1-1-1 0 0,1 0 1 0 0,-1-1-1 0 0,1 1 0 0 0,-1 0 1 0 0,1-1-1 0 0,0 0 0 0 0,0 0 1 0 0,0 0-1 0 0,0 0 0 0 0,0-1 1 0 0,0 0-1 0 0,0 1 0 0 0,0-1 1 0 0,0-1-1 0 0,0 1 1 0 0,0-1-1 0 0,5 0 0 0 0,-8 0 92 0 0,16-2-512 0 0,1-1-1 0 0,-1 0 1 0 0,27-12 0 0 0,-42 15 1605 0 0,6-5 2016 0 0,-68 40-2519 0 0,18-8-3053 0 0,22 0-3147 0 0,9-11 1707 0 0,4-7 821 0 0,0 0 1 0 0,0 1-1 0 0,0-1 1 0 0,-5 12-1 0 0,4-5 76 0 0</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41.133"/>
    </inkml:context>
    <inkml:brush xml:id="br0">
      <inkml:brushProperty name="width" value="0.035" units="cm"/>
      <inkml:brushProperty name="height" value="0.035" units="cm"/>
      <inkml:brushProperty name="color" value="#004F8B"/>
    </inkml:brush>
  </inkml:definitions>
  <inkml:trace contextRef="#ctx0" brushRef="#br0">718 19 5929 0 0,'1'-2'3810'0'0,"-2"-14"13271"0"0,-5 16-16691 0 0,-1 0 0 0 0,1 0 0 0 0,0 1 0 0 0,0 0 0 0 0,0 0 0 0 0,-1 1 1 0 0,1-1-1 0 0,1 1 0 0 0,-1 1 0 0 0,0-1 0 0 0,0 1 0 0 0,1 0 0 0 0,0 0 0 0 0,-7 5 0 0 0,-5 5-370 0 0,1 0-1 0 0,0 1 0 0 0,1 0 0 0 0,-16 21 0 0 0,25-30-19 0 0,-17 35 0 0 0,21-38 0 0 0,-6 14 0 0 0,3-2 0 0 0,6 2 0 0 0,8 0 0 0 0,-4-13-62 0 0,0 0 1 0 0,0 0-1 0 0,0 0 0 0 0,0-1 1 0 0,0 0-1 0 0,0 0 0 0 0,0-1 1 0 0,1 1-1 0 0,-1-1 1 0 0,1 0-1 0 0,-1 0 0 0 0,9-1 1 0 0,39-1-2688 0 0,9-1 3009 0 0,-69 6 12 0 0,-18 9 480 0 0,0 0 1 0 0,-1-2 0 0 0,-37 11 0 0 0,32-8-745 0 0,14-11-10 0 0,-17 4 3 0 0,11-3-1 0 0,3 0 0 0 0,0-1 0 0 0,1 1 0 0 0,2-2 0 0 0,-23-3-87 0 0,30-10-910 0 0,8 7 798 0 0,0 1-149 0 0,-1-6-489 0 0,1 4 570 0 0,0 1 1 0 0,1-1 0 0 0,-1 1 0 0 0,1-1 0 0 0,0 0 0 0 0,0 0 0 0 0,0-9 0 0 0,7-20-822 0 0,-3 8 620 0 0,7-36 6256 0 0,-14 68-5483 0 0,-59 99-245 0 0,50-87-60 0 0,0 0 0 0 0,-2-1 0 0 0,0 0 0 0 0,0-1 0 0 0,-2-1 0 0 0,0-1 0 0 0,-26 18 0 0 0,23-21 0 0 0,1-4 0 0 0,1-2 0 0 0,0-6-178 0 0,7-5-880 0 0,4-15-6967 0 0,6-18-8046 0 0,2 31 13816 0 0</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41.507"/>
    </inkml:context>
    <inkml:brush xml:id="br0">
      <inkml:brushProperty name="width" value="0.035" units="cm"/>
      <inkml:brushProperty name="height" value="0.035" units="cm"/>
      <inkml:brushProperty name="color" value="#004F8B"/>
    </inkml:brush>
  </inkml:definitions>
  <inkml:trace contextRef="#ctx0" brushRef="#br0">1 27 7913 0 0,'0'0'6202'0'0,"8"-26"12405"0"0,0 43-18525 0 0,-1 1-1 0 0,-1 0 1 0 0,-1 1 0 0 0,0-1-1 0 0,-2 1 1 0 0,0 0-1 0 0,1 27 1 0 0,-7 67-1852 0 0,-6-40-3954 0 0,-6 9-15279 0 0</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41.927"/>
    </inkml:context>
    <inkml:brush xml:id="br0">
      <inkml:brushProperty name="width" value="0.035" units="cm"/>
      <inkml:brushProperty name="height" value="0.035" units="cm"/>
      <inkml:brushProperty name="color" value="#004F8B"/>
    </inkml:brush>
  </inkml:definitions>
  <inkml:trace contextRef="#ctx0" brushRef="#br0">227 2 7913 0 0,'-9'-1'24051'0'0,"10"57"-23248"0"0,6 1-803 0 0,-5-35 0 0 0,-1-17 0 0 0,-1-1 0 0 0,0 0 0 0 0,0 1 0 0 0,0-1 0 0 0,0 0 0 0 0,0 0 0 0 0,-1 1 0 0 0,0-1 0 0 0,0 0 0 0 0,0 0 0 0 0,-1 0 0 0 0,1 0 0 0 0,-4 6 0 0 0,1-2 0 0 0,-1 0 0 0 0,0 0 0 0 0,-1 0 0 0 0,1 0 0 0 0,-1 0 0 0 0,-1-1 0 0 0,0 0 0 0 0,0 0 0 0 0,0-1 0 0 0,-1 0 0 0 0,1 0 0 0 0,-1-1 0 0 0,-1 0 0 0 0,-17 8 0 0 0,-19 12 0 0 0,28-16 0 0 0,1-4 0 0 0,5-5-133 0 0,1-3-3563 0 0,11-9-10718 0 0,10-1 1473 0 0,-6 8 15001 0 0,-1 1-5031 0 0</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42.621"/>
    </inkml:context>
    <inkml:brush xml:id="br0">
      <inkml:brushProperty name="width" value="0.035" units="cm"/>
      <inkml:brushProperty name="height" value="0.035" units="cm"/>
      <inkml:brushProperty name="color" value="#004F8B"/>
    </inkml:brush>
  </inkml:definitions>
  <inkml:trace contextRef="#ctx0" brushRef="#br0">82 0 9285 0 0,'-1'4'23017'0'0,"0"1"-21302"0"0,-2 15-4914 0 0,1-9 4997 0 0,-12 104-1958 0 0,2-20 1325 0 0,1-33-4503 0 0,-2-12-4271 0 0,-5 0-6070 0 0,12-39 10199 0 0</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43"/>
    </inkml:context>
    <inkml:brush xml:id="br0">
      <inkml:brushProperty name="width" value="0.035" units="cm"/>
      <inkml:brushProperty name="height" value="0.035" units="cm"/>
      <inkml:brushProperty name="color" value="#004F8B"/>
    </inkml:brush>
  </inkml:definitions>
  <inkml:trace contextRef="#ctx0" brushRef="#br0">535 0 8209 0 0,'0'0'11579'0'0,"-5"5"-10003"0"0,-9 11-187 0 0,2 0 0 0 0,0 1-1 0 0,1 1 1 0 0,1 0 0 0 0,1 0 0 0 0,-12 32 0 0 0,-29 52 292 0 0,-1-13-1681 0 0,-58 90 0 0 0,92-156 0 0 0,0 0 0 0 0,-1-1 0 0 0,-2-1 0 0 0,0-1 0 0 0,-28 21 0 0 0,7-18-2934 0 0,40-23 1196 0 0,-15-2-3578 0 0,9 0-954 0 0,4 0 4807 0 0,-6-6-1783 0 0,3-4-3492 0 0,-1-9 3640 0 0</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43.371"/>
    </inkml:context>
    <inkml:brush xml:id="br0">
      <inkml:brushProperty name="width" value="0.035" units="cm"/>
      <inkml:brushProperty name="height" value="0.035" units="cm"/>
      <inkml:brushProperty name="color" value="#004F8B"/>
    </inkml:brush>
  </inkml:definitions>
  <inkml:trace contextRef="#ctx0" brushRef="#br0">0 19 5701 0 0,'18'-17'6502'0'0,"-6"16"2678"0"0,-5 4-8697 0 0,0 1-1 0 0,0 0 1 0 0,0 0 0 0 0,-1 1-1 0 0,1 0 1 0 0,-1 0-1 0 0,0 1 1 0 0,-1 0-1 0 0,1-1 1 0 0,-1 2 0 0 0,-1-1-1 0 0,1 1 1 0 0,-1 0-1 0 0,0 0 1 0 0,0 0-1 0 0,-1 0 1 0 0,4 12 0 0 0,17 63-4354 0 0,-16-41-2851 0 0,-1-4-4232 0 0,-5-31 7552 0 0,5 13 325 0 0</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43.762"/>
    </inkml:context>
    <inkml:brush xml:id="br0">
      <inkml:brushProperty name="width" value="0.035" units="cm"/>
      <inkml:brushProperty name="height" value="0.035" units="cm"/>
      <inkml:brushProperty name="color" value="#004F8B"/>
    </inkml:brush>
  </inkml:definitions>
  <inkml:trace contextRef="#ctx0" brushRef="#br0">144 0 6757 0 0,'0'0'11685'0'0,"-3"6"-9712"0"0,-14 17 542 0 0,-22 33 7277 0 0,34-43-9747 0 0,5 3-45 0 0,7-6 0 0 0,-4-8-18 0 0,1 0-1 0 0,-1 0 1 0 0,0 0 0 0 0,1-1-1 0 0,0 1 1 0 0,-1-1 0 0 0,1 0-1 0 0,0 0 1 0 0,0 0 0 0 0,0-1 0 0 0,0 1-1 0 0,0-1 1 0 0,-1 0 0 0 0,1 0-1 0 0,5-1 1 0 0,-2 1-540 0 0,67 5-934 0 0,-71-5 2438 0 0,3 1-422 0 0,-6-1-508 0 0,0 0 1 0 0,0 0 0 0 0,0 0-1 0 0,0 0 1 0 0,0 0 0 0 0,0 0 0 0 0,0 0-1 0 0,0 0 1 0 0,-1 0 0 0 0,1 0-1 0 0,0 0 1 0 0,0 0 0 0 0,0 0-1 0 0,0 0 1 0 0,0 0 0 0 0,0 0-1 0 0,0 0 1 0 0,0 0 0 0 0,0 1-1 0 0,0-1 1 0 0,0 0 0 0 0,0 0-1 0 0,0 0 1 0 0,-1 0 0 0 0,1 0-1 0 0,0 0 1 0 0,0 0 0 0 0,0 0-1 0 0,0 0 1 0 0,0 1 0 0 0,0-1-1 0 0,0 0 1 0 0,0 0 0 0 0,0 0 0 0 0,0 0-1 0 0,0 0 1 0 0,0 0 0 0 0,0 0-1 0 0,0 1 1 0 0,0-1 0 0 0,0 0-1 0 0,0 0 1 0 0,0 0 0 0 0,1 0-1 0 0,-1 0 1 0 0,0 0 0 0 0,0 0-1 0 0,0 0 1 0 0,0 1 0 0 0,-61 31 895 0 0,5 9-5306 0 0,6 9-4700 0 0,5 8-4094 0 0,31-39 9964 0 0,1 2 240 0 0</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44.421"/>
    </inkml:context>
    <inkml:brush xml:id="br0">
      <inkml:brushProperty name="width" value="0.035" units="cm"/>
      <inkml:brushProperty name="height" value="0.035" units="cm"/>
      <inkml:brushProperty name="color" value="#004F8B"/>
    </inkml:brush>
  </inkml:definitions>
  <inkml:trace contextRef="#ctx0" brushRef="#br0">418 80 5857 0 0,'0'0'5577'0'0,"-11"15"479"0"0,-15-7-2292 0 0,-37 7 3575 0 0,59-14-6825 0 0,1 0-465 0 0,0 0 1 0 0,0-1-1 0 0,0 1 1 0 0,-1-1-1 0 0,1 0 1 0 0,0 0-1 0 0,-1 0 1 0 0,1 0-1 0 0,0 0 1 0 0,0-1-1 0 0,0 0 1 0 0,-1 1-1 0 0,1-1 1 0 0,-5-3-1 0 0,6 4-320 0 0,-9-10-1698 0 0,11 7 1796 0 0,0 0 1 0 0,0 0-1 0 0,0 0 1 0 0,1 0 0 0 0,-1 0-1 0 0,1 0 1 0 0,0 0-1 0 0,0 0 1 0 0,0 0 0 0 0,0 0-1 0 0,0 0 1 0 0,1 1-1 0 0,-1-1 1 0 0,1 0 0 0 0,0 1-1 0 0,0-1 1 0 0,0 1-1 0 0,0 0 1 0 0,0 0 0 0 0,0-1-1 0 0,1 1 1 0 0,-1 1-1 0 0,1-1 1 0 0,-1 0 0 0 0,1 1-1 0 0,0-1 1 0 0,4-1-1 0 0,6-3 73 0 0,0 0-1 0 0,1 0 0 0 0,-1 2 1 0 0,26-7-1 0 0,-38 11 1256 0 0,0 0-1111 0 0,0 0 0 0 0,0 0-1 0 0,-1 0 1 0 0,1 0-1 0 0,0 0 1 0 0,0 0-1 0 0,-1 0 1 0 0,1 0-1 0 0,0 0 1 0 0,0 1 0 0 0,-1-1-1 0 0,1 0 1 0 0,0 0-1 0 0,-1 1 1 0 0,1-1-1 0 0,0 0 1 0 0,-1 1-1 0 0,1-1 1 0 0,0 1-1 0 0,-1-1 1 0 0,1 1 0 0 0,-1-1-1 0 0,1 1 1 0 0,-1-1-1 0 0,1 1 1 0 0,-1 0-1 0 0,0-1 1 0 0,1 1-1 0 0,-1 0 1 0 0,0-1 0 0 0,1 1-1 0 0,-1 0 1 0 0,0-1-1 0 0,0 1 1 0 0,1 0-1 0 0,-1 0 1 0 0,0-1-1 0 0,0 1 1 0 0,0 1-1 0 0,-8 33 2506 0 0,5-26-2337 0 0,-2 6 274 0 0,0-1 1 0 0,-1 1-1 0 0,0-1 1 0 0,-11 16-1 0 0,9-19-796 0 0,0 0 0 0 0,0 0 0 0 0,-1-1 0 0 0,-18 17 0 0 0,16-19-613 0 0,1 0-1 0 0,-2 0 1 0 0,1-1 0 0 0,0 0-1 0 0,-14 4 1 0 0,11-5-985 0 0,0-1 1 0 0,-1-1-1 0 0,1 0 0 0 0,-26 3 0 0 0,-49-4-8755 0 0,57-3 7759 0 0</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45.580"/>
    </inkml:context>
    <inkml:brush xml:id="br0">
      <inkml:brushProperty name="width" value="0.035" units="cm"/>
      <inkml:brushProperty name="height" value="0.035" units="cm"/>
      <inkml:brushProperty name="color" value="#004F8B"/>
    </inkml:brush>
  </inkml:definitions>
  <inkml:trace contextRef="#ctx0" brushRef="#br0">847 26 7165 0 0,'0'0'2489'0'0,"8"-26"17625"0"0,0 46-19029 0 0,8 17 512 0 0,5 18-1280 0 0,10 28-317 0 0,-16-48 0 0 0,-2 1 0 0 0,11 45 0 0 0,-20-67 0 0 0,2 7 0 0 0,-4 1 0 0 0,-2 1 0 0 0,0-1 0 0 0,0-19 0 0 0,0 0 0 0 0,0 0 0 0 0,0 0 0 0 0,-1 0 0 0 0,1 0 0 0 0,-1 0 0 0 0,1 0 0 0 0,-1 0 0 0 0,0 0 0 0 0,0 0 0 0 0,-1 0 0 0 0,1-1 0 0 0,0 1 0 0 0,-3 2 0 0 0,-2 3 0 0 0,5-4 0 0 0,0-1 0 0 0,-1 0 0 0 0,1 0 0 0 0,-1 0 0 0 0,0-1 0 0 0,0 1 0 0 0,0 0 0 0 0,0-1 0 0 0,0 1 0 0 0,-1-1 0 0 0,1 0 0 0 0,-1 0 0 0 0,0 0 0 0 0,1 0 0 0 0,-5 2 0 0 0,-15 10 0 0 0,21-13 0 0 0,-7 5 0 0 0,-1-1 0 0 0,1-1 0 0 0,-1 1 0 0 0,0-1 0 0 0,0-1 0 0 0,-1 0 0 0 0,1 0 0 0 0,-1-1 0 0 0,1 0 0 0 0,-1 0 0 0 0,0-1 0 0 0,-17 0 0 0 0,24-1-62 0 0,1 0 0 0 0,-1 0 0 0 0,0 0 0 0 0,1 0 0 0 0,-1 0 1 0 0,0 0-1 0 0,0-1 0 0 0,1 1 0 0 0,-1-1 0 0 0,1 0 0 0 0,-1 0 0 0 0,1 0 0 0 0,-1 0 0 0 0,1 0 0 0 0,-1 0 0 0 0,1-1 1 0 0,0 1-1 0 0,0-1 0 0 0,0 0 0 0 0,0 1 0 0 0,0-1 0 0 0,0 0 0 0 0,0 0 0 0 0,-1-3 0 0 0,-4-4-408 0 0,-7-14-561 0 0,8 7 525 0 0,2 4 146 0 0,1 3 79 0 0,3 8 303 0 0,0 0 0 0 0,0 0 0 0 0,-1 0 1 0 0,1-1-1 0 0,0 1 0 0 0,-1 0 0 0 0,1 0 0 0 0,-1 0 0 0 0,1 0 0 0 0,-1 0 0 0 0,0 0 0 0 0,1 0 0 0 0,-1 0 0 0 0,0 0 0 0 0,0 0 0 0 0,0 0 0 0 0,0 0 0 0 0,0 1 0 0 0,0-1 0 0 0,0 0 1 0 0,0 1-1 0 0,-2-2 0 0 0,1 3 129 0 0,-1 0 1 0 0,1 1 0 0 0,0-1 0 0 0,-1 0 0 0 0,1 1-1 0 0,0-1 1 0 0,0 1 0 0 0,0 0 0 0 0,0 0 0 0 0,-3 3-1 0 0,-2 3 185 0 0,-23 29 1200 0 0,10-8-1462 0 0,-34 37-1 0 0,45-55-73 0 0,-1 0 0 0 0,-1 0 0 0 0,10-10 0 0 0,1-1 0 0 0,0 0 0 0 0,-1 1 0 0 0,1-1 0 0 0,-1 0 0 0 0,1 0 0 0 0,-1 1 0 0 0,1-1 0 0 0,-1 0 0 0 0,1 0 0 0 0,-1 0 0 0 0,1 0 0 0 0,-1 1 0 0 0,1-1 0 0 0,-1 0 0 0 0,1 0 0 0 0,-1 0 0 0 0,1 0 0 0 0,-1 0 0 0 0,1 0 0 0 0,-1 0 0 0 0,1 0 0 0 0,-1 0 0 0 0,1-1 0 0 0,-1 1 0 0 0,1 0 0 0 0,-2-1 0 0 0,-15-18 0 0 0,-21-50 0 0 0,34 59 0 0 0,0 1 0 0 0,-1 0 0 0 0,0 0 0 0 0,0 0 0 0 0,-1 1 0 0 0,-1-1 0 0 0,1 1 0 0 0,-1 1 0 0 0,-13-11 0 0 0,9 11 0 0 0,0 0 0 0 0,-1 1 0 0 0,0 0 0 0 0,-1 1 0 0 0,1 0 0 0 0,-25-5 0 0 0,9 2 0 0 0,19 6 0 0 0,-22 2 0 0 0,-7-2 0 0 0,35 2 0 0 0,-49 13 0 0 0,29-9 0 0 0,4 3 0 0 0,2 0 0 0 0,3 1 0 0 0,4 3 0 0 0,4 5 0 0 0,5 2 0 0 0,12-2 0 0 0,5-8 0 0 0,2-5 0 0 0,-15-2 0 0 0,-1-1 0 0 0,1 0 0 0 0,-1 1 0 0 0,1-1 0 0 0,-1 0 0 0 0,1 0 0 0 0,-1 0 0 0 0,1 0 0 0 0,0-1 0 0 0,-1 1 0 0 0,1-1 0 0 0,-1 1 0 0 0,0-1 0 0 0,1 0 0 0 0,3-2 0 0 0,1-1 0 0 0,9-1-259 0 0,0-2-1 0 0,0 0 1 0 0,-1-1-1 0 0,0-1 1 0 0,0 0-1 0 0,-1-1 1 0 0,17-14-1 0 0,29-32-6003 0 0,-9-2-5358 0 0,-20 17 4392 0 0,-17 22 4043 0 0</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45.939"/>
    </inkml:context>
    <inkml:brush xml:id="br0">
      <inkml:brushProperty name="width" value="0.035" units="cm"/>
      <inkml:brushProperty name="height" value="0.035" units="cm"/>
      <inkml:brushProperty name="color" value="#004F8B"/>
    </inkml:brush>
  </inkml:definitions>
  <inkml:trace contextRef="#ctx0" brushRef="#br0">0 16 7321 0 0,'0'0'21733'0'0,"9"-3"-21177"0"0,37-5-369 0 0,13 3-4720 0 0,-19 7-2442 0 0,-3 3-4093 0 0,-29-4 7875 0 0,19 2 257 0 0</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46.359"/>
    </inkml:context>
    <inkml:brush xml:id="br0">
      <inkml:brushProperty name="width" value="0.035" units="cm"/>
      <inkml:brushProperty name="height" value="0.035" units="cm"/>
      <inkml:brushProperty name="color" value="#004F8B"/>
    </inkml:brush>
  </inkml:definitions>
  <inkml:trace contextRef="#ctx0" brushRef="#br0">7 0 11753 0 0,'-7'10'20901'0'0,"27"-7"-20872"0"0,0 0-1 0 0,0 0 0 0 0,25-2 0 0 0,-3 0-2695 0 0,32-1-19542 0 0,-70-1 18892 0 0</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8:59.437"/>
    </inkml:context>
    <inkml:brush xml:id="br0">
      <inkml:brushProperty name="width" value="0.035" units="cm"/>
      <inkml:brushProperty name="height" value="0.035" units="cm"/>
      <inkml:brushProperty name="color" value="#004F8B"/>
    </inkml:brush>
  </inkml:definitions>
  <inkml:trace contextRef="#ctx0" brushRef="#br0">1 0 3264 0 0,'0'0'23442'0'0,"6"4"-22970"0"0,8 3-120 0 0,2 0 0 0 0,-1 0 0 0 0,1-2 0 0 0,0 0 0 0 0,0 0 0 0 0,27 3 0 0 0,115 7 722 0 0,-75-9-626 0 0,674 55 1297 0 0,50 5-1887 0 0,-56-33 142 0 0,-304-34 0 0 0,14 0 0 0 0,-395 0-2355 0 0,122 1 7276 0 0,-107 2-7021 0 0,-10 1-6745 0 0,0 1-9582 0 0</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9:01.072"/>
    </inkml:context>
    <inkml:brush xml:id="br0">
      <inkml:brushProperty name="width" value="0.035" units="cm"/>
      <inkml:brushProperty name="height" value="0.035" units="cm"/>
      <inkml:brushProperty name="color" value="#004F8B"/>
    </inkml:brush>
  </inkml:definitions>
  <inkml:trace contextRef="#ctx0" brushRef="#br0">0 59 2580 0 0,'0'0'2684'0'0,"2"-5"-1812"0"0,1-4-1140 0 0,13-19 10922 0 0,3 20-6917 0 0,85 0 2209 0 0,63 12-2648 0 0,-29 1-1709 0 0,207 16-367 0 0,-91-2-862 0 0,-105-7-367 0 0,99 1 79 0 0,-194-11-44 0 0,12-2-30 0 0,72-1-30 0 0,255 8 66 0 0,56 11-34 0 0,-381-14-2 0 0,198 22-180 0 0,19 2 26 0 0,-211-24 153 0 0,-1-3 83 0 0,87 3-197 0 0,-47 4-926 0 0,202 17 2979 0 0,-214-11-5591 0 0,-1 4-5061 0 0,-94-18 2919 0 0,5-1 2539 0 0</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9:57.269"/>
    </inkml:context>
    <inkml:brush xml:id="br0">
      <inkml:brushProperty name="width" value="0.035" units="cm"/>
      <inkml:brushProperty name="height" value="0.035" units="cm"/>
      <inkml:brushProperty name="color" value="#004F8B"/>
    </inkml:brush>
  </inkml:definitions>
  <inkml:trace contextRef="#ctx0" brushRef="#br0">285 22 4812 0 0,'5'-13'27518'0'0,"-5"13"-27510"0"0,0 0 0 0 0,0-1 0 0 0,0 1 0 0 0,1 0 0 0 0,-1 0 0 0 0,0 0 0 0 0,0-1 0 0 0,0 1-1 0 0,0 0 1 0 0,0 0 0 0 0,0-1 0 0 0,0 1 0 0 0,0 0 0 0 0,0 0 0 0 0,0-1 0 0 0,0 1 0 0 0,0 0 0 0 0,0 0 0 0 0,0-1-1 0 0,0 1 1 0 0,0 0 0 0 0,0 0 0 0 0,-1-1 0 0 0,1 1 0 0 0,0 0 0 0 0,0 0 0 0 0,0 0 0 0 0,0-1 0 0 0,0 1 0 0 0,0 0-1 0 0,-1 0 1 0 0,1 0 0 0 0,0 0 0 0 0,0-1 0 0 0,0 1 0 0 0,-1 0 0 0 0,1 0 0 0 0,0 0 0 0 0,0 0 0 0 0,0 0 0 0 0,-1 0-1 0 0,1-1 1 0 0,0 1 0 0 0,0 0 0 0 0,-1 0 0 0 0,1 0 0 0 0,0 0 0 0 0,0 0 0 0 0,-1 0 0 0 0,-18 29 33 0 0,17-26-41 0 0,2 1 0 0 0,-1 0 0 0 0,0 0 0 0 0,1 0 0 0 0,-1 0 0 0 0,1 0 0 0 0,0 0 0 0 0,1 0 0 0 0,-1 0 0 0 0,1-1 0 0 0,1 8 0 0 0,-2-9 0 0 0,24 119 0 0 0,-4-57 0 0 0,-8-34 0 0 0,11 52 0 0 0,-22-72 0 0 0,-1 2 0 0 0,-1 1 0 0 0,-3 0 0 0 0,1-8 0 0 0,0-1 0 0 0,0 0 0 0 0,-1 0 0 0 0,1 0 0 0 0,-1 0 0 0 0,0 0 0 0 0,0-1 0 0 0,0 1 0 0 0,0-1 0 0 0,0 0 0 0 0,-1-1 0 0 0,0 1 0 0 0,-8 3 0 0 0,-55 13 0 0 0,58-17 0 0 0,-42 7 0 0 0,46-7 0 0 0,0 1 0 0 0,-33-6 0 0 0,22 0 0 0 0,1-2 0 0 0,0-1 681 0 0,5 0-3423 0 0,-9-13-15014 0 0,19 18 16222 0 0,-1-1 264 0 0,0-1-233 0 0,-2-1-2730 0 0,-2-2 1171 0 0</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9:58.327"/>
    </inkml:context>
    <inkml:brush xml:id="br0">
      <inkml:brushProperty name="width" value="0.035" units="cm"/>
      <inkml:brushProperty name="height" value="0.035" units="cm"/>
      <inkml:brushProperty name="color" value="#004F8B"/>
    </inkml:brush>
  </inkml:definitions>
  <inkml:trace contextRef="#ctx0" brushRef="#br0">528 17 5885 0 0,'0'0'9948'0'0,"-1"-3"-7851"0"0,2-11 8407 0 0,7 17-10448 0 0,4 0 22 0 0,-1 2 1 0 0,0-1-1 0 0,16 10 0 0 0,-24-12-89 0 0,1 0 0 0 0,-1 1 0 0 0,1-1 1 0 0,-1 1-1 0 0,0 0 0 0 0,0 0 0 0 0,0 0 0 0 0,0 0 1 0 0,-1 1-1 0 0,0-1 0 0 0,1 1 0 0 0,-1-1 0 0 0,0 1 1 0 0,-1 0-1 0 0,1 0 0 0 0,1 4 0 0 0,9 58 123 0 0,-11-61-61 0 0,-1-1-1 0 0,0 1 1 0 0,0 0 0 0 0,0 0 0 0 0,0 0 0 0 0,-1-1 0 0 0,0 1 0 0 0,0 0 0 0 0,0-1 0 0 0,-1 1 0 0 0,1 0-1 0 0,-1-1 1 0 0,0 0 0 0 0,0 1 0 0 0,-1-1 0 0 0,1 0 0 0 0,-1 0 0 0 0,0-1 0 0 0,0 1 0 0 0,0 0 0 0 0,-1-1-1 0 0,1 0 1 0 0,-1 0 0 0 0,0 0 0 0 0,0 0 0 0 0,0 0 0 0 0,0-1 0 0 0,0 0 0 0 0,-1 0 0 0 0,1 0 0 0 0,-6 1-1 0 0,-4 2 59 0 0,0 0-1 0 0,0-2 0 0 0,0 1 1 0 0,-1-2-1 0 0,1 0 0 0 0,-1-1 1 0 0,1 0-1 0 0,-24-3 0 0 0,33 1-118 0 0,1 0 1 0 0,-1 0-1 0 0,1 0 0 0 0,0-1 1 0 0,0 0-1 0 0,0 1 0 0 0,0-2 1 0 0,0 1-1 0 0,0 0 0 0 0,1-1 0 0 0,-1 0 1 0 0,1 1-1 0 0,0-1 0 0 0,-1-1 1 0 0,1 1-1 0 0,1 0 0 0 0,-5-6 0 0 0,-3-8-140 0 0,0 0-1 0 0,-14-32 1 0 0,-2-4 691 0 0,15 27 117 0 0,-2-12 178 0 0,13 37-833 0 0,0 1-3 0 0,0 0 1 0 0,0 0-1 0 0,-1 0 0 0 0,1 0 1 0 0,0-1-1 0 0,0 1 0 0 0,0 0 0 0 0,0 0 1 0 0,0 0-1 0 0,-1 0 0 0 0,1 0 1 0 0,0 0-1 0 0,0 0 0 0 0,0-1 1 0 0,0 1-1 0 0,0 0 0 0 0,0 0 1 0 0,-1 0-1 0 0,1 0 0 0 0,0 0 1 0 0,0-1-1 0 0,0 1 0 0 0,0 0 0 0 0,0 0 1 0 0,0 0-1 0 0,0 0 0 0 0,0-1 1 0 0,0 1-1 0 0,0 0 0 0 0,0 0 1 0 0,0 0-1 0 0,0-1 0 0 0,0 1 1 0 0,0 0-1 0 0,0 0 0 0 0,0 0 1 0 0,0 0-1 0 0,0-1 0 0 0,0 1 1 0 0,0 0-1 0 0,0 0 0 0 0,0 0 0 0 0,1 0 1 0 0,-1 0-1 0 0,0-1 0 0 0,0 1 1 0 0,0 0-1 0 0,0 0 0 0 0,0 0 1 0 0,0 0-1 0 0,1 0 0 0 0,-1 0 1 0 0,0-1-1 0 0,0 1 0 0 0,0 0 1 0 0,0 0-1 0 0,0 0 0 0 0,1 0 0 0 0,-1 0 1 0 0,0 0-1 0 0,0 0 0 0 0,0 0 1 0 0,0 0-1 0 0,1 0 0 0 0,-1 0 1 0 0,0 0-1 0 0,26 20 0 0 0,-19-9 0 0 0,-1 0 0 0 0,-1 1 0 0 0,8 23 0 0 0,-5-11 0 0 0,-1 2 0 0 0,-1-1 0 0 0,-1 0 0 0 0,2 47 0 0 0,-4-44 0 0 0,0-1 0 0 0,13 43 0 0 0,4 17 0 0 0,-9-31 0 0 0,-8-36 0 0 0,-4-1 0 0 0,-6-1 0 0 0,6-15 0 0 0,-1 1 0 0 0,1-2 0 0 0,-1 1 0 0 0,0 0 0 0 0,0 0 0 0 0,0 0 0 0 0,0-1 0 0 0,-1 1 0 0 0,1-1 0 0 0,-1 0 0 0 0,1 0 0 0 0,-1 0 0 0 0,0 0 0 0 0,0 0 0 0 0,0 0 0 0 0,0-1 0 0 0,0 0 0 0 0,0 1 0 0 0,0-1 0 0 0,0 0 0 0 0,-6 1 0 0 0,2-1 0 0 0,-42 11 0 0 0,32-11 0 0 0,4 1 0 0 0,0-1 0 0 0,-1 0 0 0 0,1-1 0 0 0,0-1 0 0 0,0 0 0 0 0,0 0 0 0 0,0-2 0 0 0,0 1 0 0 0,0-2 0 0 0,0 0 0 0 0,-18-8 0 0 0,25 9-151 0 0,1 0 1 0 0,-1 0-1 0 0,0 0 1 0 0,1-1-1 0 0,-1 0 0 0 0,-8-9 1 0 0,9 8-689 0 0,1 0 1 0 0,1 0 0 0 0,-1 0 0 0 0,1 0-1 0 0,0 0 1 0 0,0-1 0 0 0,0 0-1 0 0,1 0 1 0 0,0 1 0 0 0,-3-12 0 0 0,3 4-1287 0 0,1-1 1 0 0,0 0-1 0 0,0 1 1 0 0,2-1-1 0 0,0 0 1 0 0,0 0-1 0 0,1 1 0 0 0,5-17 1 0 0,3-4-839 0 0</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9:58.677"/>
    </inkml:context>
    <inkml:brush xml:id="br0">
      <inkml:brushProperty name="width" value="0.035" units="cm"/>
      <inkml:brushProperty name="height" value="0.035" units="cm"/>
      <inkml:brushProperty name="color" value="#004F8B"/>
    </inkml:brush>
  </inkml:definitions>
  <inkml:trace contextRef="#ctx0" brushRef="#br0">318 0 8201 0 0,'0'0'8975'0'0,"-5"5"-6369"0"0,-85 85 7435 0 0,-46 48-7097 0 0,95-85-2687 0 0,20-16-4097 0 0,7-5-3803 0 0,4 2-5487 0 0,10-27 9765 0 0,4 9 231 0 0</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49:59.911"/>
    </inkml:context>
    <inkml:brush xml:id="br0">
      <inkml:brushProperty name="width" value="0.035" units="cm"/>
      <inkml:brushProperty name="height" value="0.035" units="cm"/>
      <inkml:brushProperty name="color" value="#004F8B"/>
    </inkml:brush>
  </inkml:definitions>
  <inkml:trace contextRef="#ctx0" brushRef="#br0">720 20 6141 0 0,'1'-1'442'0'0,"-1"1"1"0"0,1 0-1 0 0,-1-1 1 0 0,1 1-1 0 0,-1-1 1 0 0,1 1 0 0 0,-1-1-1 0 0,0 1 1 0 0,1-1-1 0 0,-1 1 1 0 0,0-1 0 0 0,1 0-1 0 0,-1 1 1 0 0,0-1-1 0 0,0 1 1 0 0,1-1-1 0 0,-1 0 1 0 0,0 1 0 0 0,0-1-1 0 0,0 0 1 0 0,0 1-1 0 0,0-1 1 0 0,0 0 0 0 0,0 1-1 0 0,0-1 1 0 0,0 0-1 0 0,0 1 1 0 0,0-1-1 0 0,-1 0 1 0 0,1 1 0 0 0,0-2-1 0 0,-9 6 8469 0 0,0 0-6097 0 0,-1 2-5456 0 0,0-1 3346 0 0,0 1 0 0 0,1 1 1 0 0,-1-1-1 0 0,-15 16 0 0 0,5 0-912 0 0,-34 46 0 0 0,34-40 484 0 0,12-16-276 0 0,2 6 0 0 0,3 1 0 0 0,10 2 0 0 0,-6-20 0 0 0,-1 1 0 0 0,1 0 0 0 0,0 0 0 0 0,0-1 0 0 0,0 1 0 0 0,0 0 0 0 0,0-1 0 0 0,0 1 0 0 0,1-1 0 0 0,-1 1 0 0 0,0-1 0 0 0,1 0 0 0 0,-1 0 0 0 0,1 0 0 0 0,0 1 0 0 0,-1-1 0 0 0,1-1 0 0 0,0 1 0 0 0,0 0 0 0 0,-1 0 0 0 0,1-1 0 0 0,0 1 0 0 0,0-1 0 0 0,0 1 0 0 0,0-1 0 0 0,2 0 0 0 0,4 1 0 0 0,83 13-4897 0 0,-53-10 3473 0 0,-36-4 1328 0 0,7 2 2174 0 0,-9-2-1968 0 0,-151 41 3774 0 0,-25 18-3539 0 0,156-53-345 0 0,2 0 0 0 0,1-3 0 0 0,-3-4 0 0 0,1-8 0 0 0,18 8-126 0 0,0-1-1 0 0,0 1 1 0 0,-1-1-1 0 0,1 0 1 0 0,0 0-1 0 0,1 0 1 0 0,-1 1 0 0 0,0-1-1 0 0,0 0 1 0 0,1 0-1 0 0,-1 0 1 0 0,1 0-1 0 0,0 0 1 0 0,0 0-1 0 0,0 0 1 0 0,-1-1 0 0 0,2 1-1 0 0,-1 0 1 0 0,0 0-1 0 0,0 0 1 0 0,1 0-1 0 0,-1 0 1 0 0,1 0 0 0 0,1-3-1 0 0,0-7-587 0 0,19-95-1399 0 0,-21 105 2481 0 0,0 2-337 0 0,0-1 0 0 0,0 1 0 0 0,0 0 0 0 0,1 0-1 0 0,-1 0 1 0 0,0 0 0 0 0,0 0 0 0 0,0-1 0 0 0,0 1 0 0 0,0 0-1 0 0,0 0 1 0 0,0 0 0 0 0,0 0 0 0 0,1-1 0 0 0,-1 1 0 0 0,0 0 0 0 0,0 0-1 0 0,0 0 1 0 0,0-1 0 0 0,0 1 0 0 0,0 0 0 0 0,0 0 0 0 0,0 0 0 0 0,0 0-1 0 0,0-1 1 0 0,0 1 0 0 0,0 0 0 0 0,0 0 0 0 0,0 0 0 0 0,-1-1-1 0 0,1 1 1 0 0,0 0 0 0 0,0 0 0 0 0,0 0 0 0 0,0 0 0 0 0,0-1 0 0 0,0 1-1 0 0,0 0 1 0 0,-1 0 0 0 0,1 0 0 0 0,0 0 0 0 0,0 0 0 0 0,0 0-1 0 0,0-1 1 0 0,0 1 0 0 0,-1 0 0 0 0,1 0 0 0 0,0 0 0 0 0,0 0 0 0 0,0 0-1 0 0,0 0 1 0 0,-1 0 0 0 0,1 0 0 0 0,0 0 0 0 0,0 0 0 0 0,0 0 0 0 0,-1 0-1 0 0,1 0 1 0 0,0 0 0 0 0,0 0 0 0 0,0 0 0 0 0,-1 0 0 0 0,1 0-1 0 0,0 0 1 0 0,0 0 0 0 0,0 0 0 0 0,-90 75 1649 0 0,-16 13-383 0 0,94-80-2732 0 0,-2 1 1 0 0,1-2-1 0 0,-24 11 1 0 0,10-15-14815 0 0,16-5 10068 0 0</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00.343"/>
    </inkml:context>
    <inkml:brush xml:id="br0">
      <inkml:brushProperty name="width" value="0.035" units="cm"/>
      <inkml:brushProperty name="height" value="0.035" units="cm"/>
      <inkml:brushProperty name="color" value="#004F8B"/>
    </inkml:brush>
  </inkml:definitions>
  <inkml:trace contextRef="#ctx0" brushRef="#br0">146 5 6133 0 0,'-6'-4'16968'0'0,"5"11"-16565"0"0,0 0-1 0 0,1 0 1 0 0,0 0-1 0 0,0 1 1 0 0,1-1-1 0 0,0 0 0 0 0,0 0 1 0 0,1 0-1 0 0,0 0 1 0 0,0 0-1 0 0,0 0 0 0 0,1-1 1 0 0,5 10-1 0 0,4 0 156 0 0,43 71 838 0 0,-55-85-1333 0 0,1-1 1 0 0,-1 0 0 0 0,0 1-1 0 0,0-1 1 0 0,0 0-1 0 0,0 1 1 0 0,0-1 0 0 0,-1 0-1 0 0,1 0 1 0 0,0 1-1 0 0,-1-1 1 0 0,1 0 0 0 0,-1 0-1 0 0,1 1 1 0 0,-1-1-1 0 0,1 0 1 0 0,-1 0 0 0 0,0 0-1 0 0,0 0 1 0 0,1 0-1 0 0,-1 0 1 0 0,0 0 0 0 0,0 0-1 0 0,0 0 1 0 0,0 0 0 0 0,-1 0-1 0 0,-32 23 298 0 0,-42 13-361 0 0,14-11 0 0 0,36-16-1648 0 0,10-12-9122 0 0</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00.847"/>
    </inkml:context>
    <inkml:brush xml:id="br0">
      <inkml:brushProperty name="width" value="0.035" units="cm"/>
      <inkml:brushProperty name="height" value="0.035" units="cm"/>
      <inkml:brushProperty name="color" value="#004F8B"/>
    </inkml:brush>
  </inkml:definitions>
  <inkml:trace contextRef="#ctx0" brushRef="#br0">9 1 6757 0 0,'0'0'16112'0'0,"-1"9"-14505"0"0,-6 144 5679 0 0,8-82-7254 0 0,1 7-7554 0 0,1-40-497 0 0,-1-2-3546 0 0,1-22 8553 0 0</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01.322"/>
    </inkml:context>
    <inkml:brush xml:id="br0">
      <inkml:brushProperty name="width" value="0.035" units="cm"/>
      <inkml:brushProperty name="height" value="0.035" units="cm"/>
      <inkml:brushProperty name="color" value="#004F8B"/>
    </inkml:brush>
  </inkml:definitions>
  <inkml:trace contextRef="#ctx0" brushRef="#br0">154 1 7801 0 0,'0'0'2377'0'0,"-4"-1"-109"0"0,0 1-1661 0 0,1 0 0 0 0,0 1-1 0 0,0-1 1 0 0,0 1 0 0 0,0-1-1 0 0,0 1 1 0 0,0 0-1 0 0,0 0 1 0 0,0 0 0 0 0,0 1-1 0 0,0-1 1 0 0,0 1 0 0 0,1-1-1 0 0,-1 1 1 0 0,0 0-1 0 0,1 0 1 0 0,0 0 0 0 0,-1 0-1 0 0,1 1 1 0 0,0-1-1 0 0,0 0 1 0 0,0 1 0 0 0,1 0-1 0 0,-1-1 1 0 0,-2 7 0 0 0,4-8 1101 0 0,6 7-1229 0 0,-6-7-474 0 0,0 0-1 0 0,0 0 0 0 0,1 0 0 0 0,-1 0 1 0 0,1 0-1 0 0,-1 0 0 0 0,1 0 0 0 0,-1-1 1 0 0,1 1-1 0 0,-1 0 0 0 0,1 0 0 0 0,0 0 1 0 0,-1-1-1 0 0,1 1 0 0 0,0 0 0 0 0,0-1 1 0 0,0 1-1 0 0,-1-1 0 0 0,1 1 0 0 0,0-1 1 0 0,0 1-1 0 0,1-1 0 0 0,16 3-613 0 0,1-2 0 0 0,-1 0 0 0 0,0-1 1 0 0,0-1-1 0 0,1 0 0 0 0,32-8 0 0 0,16-6 2627 0 0,-80 19-1830 0 0,-1 1 0 0 0,0 1 0 0 0,1 0 1 0 0,0 1-1 0 0,-15 10 0 0 0,-61 47-3242 0 0,80-57 2387 0 0,-32 31-3759 0 0,26-22 897 0 0,1 0-1 0 0,0 1 0 0 0,2 1 0 0 0,-15 26 1 0 0,14-20 539 0 0</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01.959"/>
    </inkml:context>
    <inkml:brush xml:id="br0">
      <inkml:brushProperty name="width" value="0.035" units="cm"/>
      <inkml:brushProperty name="height" value="0.035" units="cm"/>
      <inkml:brushProperty name="color" value="#004F8B"/>
    </inkml:brush>
  </inkml:definitions>
  <inkml:trace contextRef="#ctx0" brushRef="#br0">276 43 6581 0 0,'0'1'8152'0'0,"-11"14"4722"0"0,-33 6-7769 0 0,30-16-5050 0 0,-4-1-55 0 0,-17 0-278 0 0,25-12-1656 0 0,9 6 1706 0 0,0 0-574 0 0,-2-7-486 0 0,3 3-1929 0 0,1 3 3007 0 0,0-1-1 0 0,0 1 0 0 0,0-1 1 0 0,0 1-1 0 0,0 0 0 0 0,1 0 1 0 0,0 0-1 0 0,-1 0 0 0 0,1 0 1 0 0,0 0-1 0 0,1 0 0 0 0,-1 1 1 0 0,0-1-1 0 0,1 1 0 0 0,-1 0 1 0 0,1-1-1 0 0,0 1 0 0 0,0 0 1 0 0,0 1-1 0 0,0-1 0 0 0,0 0 1 0 0,0 1-1 0 0,1 0 0 0 0,-1 0 1 0 0,0 0-1 0 0,1 0 0 0 0,-1 0 1 0 0,0 1-1 0 0,1-1 0 0 0,-1 1 1 0 0,7 0-1 0 0,-8 0 205 0 0,46 6 824 0 0,-17 7 1722 0 0,-30-10-2379 0 0,0 0 1 0 0,-1 0 0 0 0,1 0 0 0 0,-1 0 0 0 0,1 1 0 0 0,-1-1-1 0 0,0 0 1 0 0,0 0 0 0 0,0 0 0 0 0,-1 1 0 0 0,1-1-1 0 0,-1 0 1 0 0,0 0 0 0 0,0 0 0 0 0,0 0 0 0 0,0 0 0 0 0,0 0-1 0 0,-1 0 1 0 0,1 0 0 0 0,-1-1 0 0 0,0 1 0 0 0,0-1-1 0 0,0 1 1 0 0,0-1 0 0 0,-5 5 0 0 0,-9 10-6 0 0,-1-1 1 0 0,-26 20-1 0 0,31-26-127 0 0,-17 14-2705 0 0,-45 27 0 0 0,36-31-3572 0 0,-1-5-4722 0 0,26-13 7992 0 0</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02.885"/>
    </inkml:context>
    <inkml:brush xml:id="br0">
      <inkml:brushProperty name="width" value="0.035" units="cm"/>
      <inkml:brushProperty name="height" value="0.035" units="cm"/>
      <inkml:brushProperty name="color" value="#004F8B"/>
    </inkml:brush>
  </inkml:definitions>
  <inkml:trace contextRef="#ctx0" brushRef="#br0">461 16 4368 0 0,'9'-15'13702'0'0,"-9"26"-1131"0"0,0 5-8961 0 0,0 2-6067 0 0,1-11 2739 0 0,0-1-206 0 0,-1-1 1 0 0,2 0 0 0 0,-1 0 0 0 0,1 1 0 0 0,-1-1 0 0 0,1 0-1 0 0,1-1 1 0 0,3 7 0 0 0,29 67-77 0 0,1 1 0 0 0,-32-74 0 0 0,5 35 0 0 0,-7-21 0 0 0,-3-2 0 0 0,2-15 0 0 0,-1-1 0 0 0,0 1 0 0 0,0-1 0 0 0,0 1 0 0 0,0 0 0 0 0,-1-1 0 0 0,1 1 0 0 0,0-1 0 0 0,-1 1 0 0 0,1 0 0 0 0,-1-1 0 0 0,1 1 0 0 0,-1-1 0 0 0,0 0 0 0 0,0 1 0 0 0,0-1 0 0 0,0 1 0 0 0,0-1 0 0 0,0 0 0 0 0,-2 2 0 0 0,-1 1 0 0 0,-2 5 0 0 0,0-1 0 0 0,0 0 0 0 0,-1 0 0 0 0,0 0 0 0 0,0-1 0 0 0,-1 0 0 0 0,0-1 0 0 0,0 0 0 0 0,-1 0 0 0 0,-15 8 0 0 0,-62 43 0 0 0,73-45 0 0 0,-2-2 0 0 0,5-1 0 0 0,0 1 0 0 0,2-2-12 0 0,6-6-59 0 0,16 6-429 0 0,-12-6 425 0 0,-1-1 0 0 0,1 0 0 0 0,-1 1 0 0 0,1-1 1 0 0,0 0-1 0 0,0 0 0 0 0,0 0 0 0 0,0 0 0 0 0,0-1 0 0 0,-1 1 0 0 0,1 0 0 0 0,3 0 0 0 0,122 18-5090 0 0,-124-19 5078 0 0,12 16-123 0 0,-14-15 240 0 0,-1 1-1 0 0,1 0 1 0 0,-1 0-1 0 0,1 0 1 0 0,-1 0-1 0 0,0 0 0 0 0,1 0 1 0 0,-1 0-1 0 0,0 0 1 0 0,0 0-1 0 0,-1 0 1 0 0,1 0-1 0 0,0-1 1 0 0,-1 1-1 0 0,1 0 1 0 0,-1 0-1 0 0,1 0 0 0 0,-1 0 1 0 0,0 0-1 0 0,0-1 1 0 0,0 1-1 0 0,0 0 1 0 0,-2 2-1 0 0,-10 10 464 0 0,1-1 0 0 0,-2-1 0 0 0,1 0 0 0 0,-2-1 1 0 0,0 0-1 0 0,0-2 0 0 0,0 1 0 0 0,-24 9 0 0 0,23-12 212 0 0,7-2-588 0 0,0-1 0 0 0,-1-1 0 0 0,1 0-1 0 0,-1 0 1 0 0,0-1 0 0 0,0 0 0 0 0,0 0 0 0 0,0-1 0 0 0,-13-1 0 0 0,13 2-117 0 0,-38-4 0 0 0,40 1 14 0 0,-1 0 0 0 0,1 0 0 0 0,-1-1 0 0 0,1 0 0 0 0,0-1 0 0 0,0 0 0 0 0,0 0 0 0 0,1-1-1 0 0,-1 0 1 0 0,1 0 0 0 0,0-1 0 0 0,0 0 0 0 0,0 0 0 0 0,-9-9 0 0 0,12 10-122 0 0,1-1 0 0 0,-1 1 0 0 0,1-1 0 0 0,0 0 0 0 0,0 0 0 0 0,1 0 0 0 0,-1-1 0 0 0,1 1 0 0 0,0-1 0 0 0,0 1-1 0 0,1-1 1 0 0,0 1 0 0 0,0-1 0 0 0,0 0 0 0 0,1 0 0 0 0,0 1 0 0 0,0-1 0 0 0,0 0 0 0 0,1 0 0 0 0,0 0 0 0 0,0 1 0 0 0,0-1 0 0 0,2-5 0 0 0,24-49-7697 0 0,-19 48 3934 0 0,0 0 1 0 0,1 1-1 0 0,0 0 1 0 0,20-18-1 0 0,-15 16 922 0 0</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03.303"/>
    </inkml:context>
    <inkml:brush xml:id="br0">
      <inkml:brushProperty name="width" value="0.035" units="cm"/>
      <inkml:brushProperty name="height" value="0.035" units="cm"/>
      <inkml:brushProperty name="color" value="#004F8B"/>
    </inkml:brush>
  </inkml:definitions>
  <inkml:trace contextRef="#ctx0" brushRef="#br0">0 69 9081 0 0,'0'2'12505'0'0,"5"11"-10828"0"0,1-12 2136 0 0,78-15-520 0 0,-20-5-6031 0 0,-14-2-4483 0 0,-7-3-5892 0 0,-32 18 9814 0 0</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05.155"/>
    </inkml:context>
    <inkml:brush xml:id="br0">
      <inkml:brushProperty name="width" value="0.035" units="cm"/>
      <inkml:brushProperty name="height" value="0.035" units="cm"/>
      <inkml:brushProperty name="color" value="#004F8B"/>
    </inkml:brush>
  </inkml:definitions>
  <inkml:trace contextRef="#ctx0" brushRef="#br0">841 11 7585 0 0,'6'-10'17841'0'0,"-25"19"-15796"0"0,1 1 0 0 0,-33 22 1 0 0,31-16-1805 0 0,1 1 0 0 0,0 1 0 0 0,1 1 0 0 0,-30 40 0 0 0,39-47-241 0 0,4 3 0 0 0,0 3 0 0 0,7 3 0 0 0,9-5 0 0 0,-10-14 0 0 0,0-1 0 0 0,0 0-1 0 0,0 1 1 0 0,1-1 0 0 0,-1 0 0 0 0,0 1-1 0 0,1-1 1 0 0,-1 0 0 0 0,1 0 0 0 0,-1 0-1 0 0,1-1 1 0 0,-1 1 0 0 0,1 0 0 0 0,0 0-1 0 0,0-1 1 0 0,-1 1 0 0 0,1-1 0 0 0,0 0-1 0 0,0 1 1 0 0,1-1 0 0 0,4 1-115 0 0,8 2-1931 0 0,1-1 1 0 0,28 1-1 0 0,-35-2 2031 0 0,-5-1-66 0 0,10 6 261 0 0,-14-6-125 0 0,1 0 1 0 0,-1 0 0 0 0,0 0 0 0 0,0 0-1 0 0,1 0 1 0 0,-1 0 0 0 0,0 0 0 0 0,1 0 0 0 0,-1 0-1 0 0,0 0 1 0 0,0 0 0 0 0,1 0 0 0 0,-1 0-1 0 0,0 0 1 0 0,0 0 0 0 0,1 1 0 0 0,-1-1-1 0 0,0 0 1 0 0,0 0 0 0 0,0 0 0 0 0,1 0-1 0 0,-1 1 1 0 0,0-1 0 0 0,0 0 0 0 0,0 0 0 0 0,1 1-1 0 0,-1-1 1 0 0,0 0 0 0 0,0 0 0 0 0,0 1-1 0 0,0-1 1 0 0,0 0 0 0 0,0 0 0 0 0,0 1-1 0 0,0-1 1 0 0,1 0 0 0 0,-1 0 0 0 0,0 1 0 0 0,0-1-1 0 0,0 0 1 0 0,0 0 0 0 0,0 1 0 0 0,0-1-1 0 0,-1 0 1 0 0,1 1 0 0 0,0-1 0 0 0,0 0-1 0 0,0 0 1 0 0,0 1 0 0 0,0-1 0 0 0,0 0-1 0 0,0 0 1 0 0,0 1 0 0 0,-1-1 0 0 0,1 0 0 0 0,0 0-1 0 0,0 1 1 0 0,-60 33 924 0 0,-1-3-1 0 0,-115 42 1 0 0,155-66-980 0 0,2 1 0 0 0,1-1 0 0 0,1-4 0 0 0,-3-3 0 0 0,2-9 0 0 0,6-7 0 0 0,9 8-258 0 0,0 0 0 0 0,1 0 1 0 0,0 0-1 0 0,1 0 0 0 0,0 0 0 0 0,0-1 0 0 0,0 1 0 0 0,2-11 1 0 0,-1 15 187 0 0,0 1-170 0 0,-6-59-619 0 0,9 53 606 0 0,-11 10 775 0 0,-16 22 2698 0 0,23-21-3220 0 0,-17 21 0 0 0,-2-1 0 0 0,0 0 0 0 0,-1-2 0 0 0,-1 0 0 0 0,0-2 0 0 0,-2 0 0 0 0,0-2 0 0 0,-51 26 0 0 0,53-35-3128 0 0,20-6 2516 0 0,1-1-1 0 0,0 0 1 0 0,-1 0-1 0 0,1 0 1 0 0,0 0-1 0 0,0 0 0 0 0,-1-1 1 0 0,1 1-1 0 0,0 0 1 0 0,0 0-1 0 0,-1-1 1 0 0,1 1-1 0 0,0-1 1 0 0,0 1-1 0 0,-2-2 1 0 0,-8-13-9649 0 0,7 6 6316 0 0,3 6 728 0 0</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05.531"/>
    </inkml:context>
    <inkml:brush xml:id="br0">
      <inkml:brushProperty name="width" value="0.035" units="cm"/>
      <inkml:brushProperty name="height" value="0.035" units="cm"/>
      <inkml:brushProperty name="color" value="#004F8B"/>
    </inkml:brush>
  </inkml:definitions>
  <inkml:trace contextRef="#ctx0" brushRef="#br0">225 12 7625 0 0,'-4'-12'23854'0'0,"9"21"-23667"0"0,0 1-62 0 0,2 41 851 0 0,-5-32-976 0 0,-2 1 0 0 0,-2 1 0 0 0,1-15 0 0 0,0 0 0 0 0,0 0 0 0 0,0 0 0 0 0,0 0 0 0 0,-1-1 0 0 0,0 1 0 0 0,-1 0 0 0 0,1-1 0 0 0,-1 1 0 0 0,0-1 0 0 0,0 0 0 0 0,-1 0 0 0 0,1 0 0 0 0,-1 0 0 0 0,0-1 0 0 0,-1 1 0 0 0,1-1 0 0 0,-1 0 0 0 0,1 0 0 0 0,-1-1 0 0 0,-11 6 0 0 0,-1 3 0 0 0,10-7 0 0 0,-33 25 0 0 0,1-12 0 0 0,35-16-224 0 0,-4 1 467 0 0,-5-2-5280 0 0,3-4 574 0 0,-7-13-12976 0 0,13 10 14539 0 0,3 3-19 0 0</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06.051"/>
    </inkml:context>
    <inkml:brush xml:id="br0">
      <inkml:brushProperty name="width" value="0.035" units="cm"/>
      <inkml:brushProperty name="height" value="0.035" units="cm"/>
      <inkml:brushProperty name="color" value="#004F8B"/>
    </inkml:brush>
  </inkml:definitions>
  <inkml:trace contextRef="#ctx0" brushRef="#br0">37 24 10197 0 0,'5'-23'14812'0'0,"-8"40"-7536"0"0,-2 14-6907 0 0,-23 220-256 0 0,23-196-2701 0 0,4-40-563 0 0,1 0 0 0 0,0 0 0 0 0,2-1 0 0 0,-1 1 0 0 0,2 0 0 0 0,0-1 0 0 0,5 16-1 0 0,-1-15 114 0 0</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06.541"/>
    </inkml:context>
    <inkml:brush xml:id="br0">
      <inkml:brushProperty name="width" value="0.035" units="cm"/>
      <inkml:brushProperty name="height" value="0.035" units="cm"/>
      <inkml:brushProperty name="color" value="#004F8B"/>
    </inkml:brush>
  </inkml:definitions>
  <inkml:trace contextRef="#ctx0" brushRef="#br0">155 0 7013 0 0,'0'0'7574'0'0,"-6"3"-5470"0"0,2-1-2175 0 0,-14 8 2719 0 0,-11 11 8245 0 0,38-13-10729 0 0,-9-7-188 0 0,1 0 1 0 0,-1-1-1 0 0,1 1 0 0 0,0 0 0 0 0,-1 0 1 0 0,1 0-1 0 0,-1-1 0 0 0,1 1 1 0 0,0 0-1 0 0,0-1 0 0 0,-1 1 0 0 0,1 0 1 0 0,0-1-1 0 0,0 1 0 0 0,0-1 0 0 0,0 1 1 0 0,0-1-1 0 0,0 0 0 0 0,0 1 1 0 0,0-1-1 0 0,-1 0 0 0 0,3 0 0 0 0,19 1-1214 0 0,1-2-1 0 0,36-5 1 0 0,-18 1 1382 0 0,-1 3 3402 0 0,-42 2-3488 0 0,-1 1 0 0 0,0-1 1 0 0,1 1-1 0 0,-1 0 0 0 0,0 0 0 0 0,1 0 1 0 0,-1 0-1 0 0,1 0 0 0 0,0 0 0 0 0,-1 1 0 0 0,-3 2 1 0 0,-2 1 54 0 0,-9 4 27 0 0,1 0 0 0 0,0 0 0 0 0,-19 16-1 0 0,18-11-2070 0 0,1 1-1 0 0,-20 22 0 0 0,15-11-3258 0 0,2 0-1 0 0,0 2 0 0 0,-24 49 1 0 0,29-48 2106 0 0</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07.198"/>
    </inkml:context>
    <inkml:brush xml:id="br0">
      <inkml:brushProperty name="width" value="0.035" units="cm"/>
      <inkml:brushProperty name="height" value="0.035" units="cm"/>
      <inkml:brushProperty name="color" value="#004F8B"/>
    </inkml:brush>
  </inkml:definitions>
  <inkml:trace contextRef="#ctx0" brushRef="#br0">335 6 5364 0 0,'0'0'24779'0'0,"-2"4"-24111"0"0,2 2-528 0 0,0-5-112 0 0,0-1 1 0 0,0 0-1 0 0,0 1 0 0 0,0-1 0 0 0,0 1 1 0 0,0-1-1 0 0,0 0 0 0 0,0 1 1 0 0,0-1-1 0 0,0 1 0 0 0,0-1 0 0 0,0 0 1 0 0,0 1-1 0 0,0-1 0 0 0,0 0 0 0 0,-1 1 1 0 0,1-1-1 0 0,0 1 0 0 0,0-1 1 0 0,-1 0-1 0 0,1 0 0 0 0,0 1 0 0 0,0-1 1 0 0,-1 0-1 0 0,1 1 0 0 0,0-1 1 0 0,-1 0-1 0 0,1 0 0 0 0,0 1 0 0 0,-1-1 1 0 0,0 0-1 0 0,-48 22 883 0 0,31-16-911 0 0,0 1 0 0 0,0-1 0 0 0,2-1 0 0 0,-14 0-1325 0 0,21-8-1021 0 0,-1 0 483 0 0,10 2 1776 0 0,0 1 0 0 0,-1 0 0 0 0,1-1 0 0 0,-1 1 0 0 0,1 0 0 0 0,0-1 1 0 0,0 1-1 0 0,-1-1 0 0 0,1 1 0 0 0,0-1 0 0 0,0 1 0 0 0,-1-1 0 0 0,1 1 0 0 0,0-1 0 0 0,0 1 0 0 0,0-1 0 0 0,0 1 0 0 0,0-1 0 0 0,0 1 0 0 0,0-1 0 0 0,0 1 0 0 0,0-1 0 0 0,0 1 0 0 0,0-1 0 0 0,0 1 0 0 0,0-1 0 0 0,0 1 1 0 0,1-1-1 0 0,-1 1 0 0 0,0 0 0 0 0,0-1 0 0 0,0 1 0 0 0,1-1 0 0 0,-1 0 0 0 0,9-21-2550 0 0,-9 20 2870 0 0,2 0-530 0 0,29-18-1153 0 0,29 12 1544 0 0,-56 8 199 0 0,14 2 1867 0 0,-17 1-1933 0 0,1 1 0 0 0,-1-1-1 0 0,1 0 1 0 0,-1 0 0 0 0,0 1 0 0 0,0-1-1 0 0,-1 0 1 0 0,1 1 0 0 0,-1-1 0 0 0,1 1-1 0 0,-1-1 1 0 0,0 1 0 0 0,-1-1 0 0 0,1 1 0 0 0,0-1-1 0 0,-1 0 1 0 0,0 1 0 0 0,0-1 0 0 0,-2 5-1 0 0,-26 68 1169 0 0,28-74-1330 0 0,-7 14-390 0 0,0 0 0 0 0,-1-1-1 0 0,0 0 1 0 0,-18 22 0 0 0,18-28-740 0 0,0 1 0 0 0,-1-2 0 0 0,-17 14 1 0 0,-27 8-6121 0 0,-10-11-4538 0 0,44-16 8743 0 0</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08.165"/>
    </inkml:context>
    <inkml:brush xml:id="br0">
      <inkml:brushProperty name="width" value="0.035" units="cm"/>
      <inkml:brushProperty name="height" value="0.035" units="cm"/>
      <inkml:brushProperty name="color" value="#004F8B"/>
    </inkml:brush>
  </inkml:definitions>
  <inkml:trace contextRef="#ctx0" brushRef="#br0">379 22 5280 0 0,'0'0'3471'0'0,"10"-22"17644"0"0,-11 35-21089 0 0,0-2 179 0 0,0 1 1 0 0,0-1-1 0 0,1 1 0 0 0,1-1 1 0 0,0 1-1 0 0,0-1 0 0 0,2 1 1 0 0,-1-1-1 0 0,1 0 1 0 0,1 0-1 0 0,0 0 0 0 0,0 0 1 0 0,7 11-1 0 0,18 39-205 0 0,-21-45 0 0 0,-3 0 0 0 0,0-1 0 0 0,-2-2-7 0 0,-2-10 5 0 0,-1 0 0 0 0,0 0 0 0 0,0 0 0 0 0,0 0 0 0 0,0 0 1 0 0,-1 0-1 0 0,1 0 0 0 0,-1 0 0 0 0,0 0 0 0 0,1 0 0 0 0,-1 0 1 0 0,-1 0-1 0 0,1-1 0 0 0,0 1 0 0 0,-1 0 0 0 0,-2 3 1 0 0,-33 35 39 0 0,-82 50-38 0 0,107-82 0 0 0,2 1 0 0 0,0 3 0 0 0,3-4-24 0 0,6-7-103 0 0,0 0-1186 0 0,1-1 1260 0 0,0 0 0 0 0,0 0-1 0 0,0 0 1 0 0,0 0 0 0 0,0 0 0 0 0,1 0-1 0 0,-1 0 1 0 0,0 0 0 0 0,0 0 0 0 0,1 0-1 0 0,-1 0 1 0 0,1 0 0 0 0,-1 0 0 0 0,0 0 0 0 0,1 0-1 0 0,0 0 1 0 0,-1-1 0 0 0,1 1 0 0 0,-1 0-1 0 0,1 0 1 0 0,0-1 0 0 0,0 1 0 0 0,0 0-1 0 0,-1-1 1 0 0,1 1 0 0 0,0-1 0 0 0,0 1-1 0 0,0-1 1 0 0,0 1 0 0 0,0-1 0 0 0,0 0-1 0 0,0 1 1 0 0,0-1 0 0 0,2 0 0 0 0,47 7-3090 0 0,-31-5 2261 0 0,-3 0 207 0 0,-14-2 623 0 0,1 0 0 0 0,0 0 0 0 0,0 1-1 0 0,0-1 1 0 0,-1 1 0 0 0,1-1 0 0 0,0 1 0 0 0,0 0 0 0 0,-1 0 0 0 0,1 0-1 0 0,-1 0 1 0 0,1 1 0 0 0,-1-1 0 0 0,1 1 0 0 0,-1 0 0 0 0,0-1 0 0 0,3 4 0 0 0,-4-3 155 0 0,0-2-91 0 0,-1 1 0 0 0,1 0 0 0 0,-1-1 0 0 0,0 1 0 0 0,1-1 0 0 0,-1 1 0 0 0,0 0 0 0 0,0-1 0 0 0,1 1 0 0 0,-1 0 0 0 0,0-1 0 0 0,0 1 0 0 0,0 0 0 0 0,0-1 0 0 0,0 1 0 0 0,0 0 0 0 0,0-1 0 0 0,0 1 0 0 0,0 0 0 0 0,0-1 0 0 0,-1 1 0 0 0,1 0 0 0 0,0-1 0 0 0,0 1 0 0 0,-1 0 0 0 0,1-1 0 0 0,0 1 0 0 0,-1-1 0 0 0,1 1 0 0 0,0 0 0 0 0,-1 0 0 0 0,-10 23 363 0 0,5-16-40 0 0,-1 0 0 0 0,1-1 0 0 0,-1 0 0 0 0,-1 0 0 0 0,1-1 1 0 0,-1 0-1 0 0,0 0 0 0 0,-1-1 0 0 0,1 0 0 0 0,-18 7 0 0 0,3-2 769 0 0,-1-1 0 0 0,0-2 1 0 0,-27 5-1 0 0,33-9-1104 0 0,-7-2 0 0 0,-3-2 0 0 0,-7-3 0 0 0,28-1 0 0 0,2 1 0 0 0,0 1 15 0 0,1 0 0 0 0,-1 0 1 0 0,1-1-1 0 0,0 0 0 0 0,-1 1 0 0 0,2-1 0 0 0,-1-1 1 0 0,0 1-1 0 0,1-1 0 0 0,0 1 0 0 0,0-1 0 0 0,0 0 0 0 0,1 0 1 0 0,-1 0-1 0 0,1 0 0 0 0,1-1 0 0 0,-1 1 0 0 0,1 0 1 0 0,0-1-1 0 0,0 0 0 0 0,0 1 0 0 0,1-1 0 0 0,0 1 1 0 0,0-1-1 0 0,0 0 0 0 0,2-9 0 0 0,0 2-1183 0 0,0-1 0 0 0,1 0-1 0 0,0 1 1 0 0,7-16 0 0 0,6-7-6559 0 0,2 7-4458 0 0,-14 24 8869 0 0,9-8 280 0 0</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08.493"/>
    </inkml:context>
    <inkml:brush xml:id="br0">
      <inkml:brushProperty name="width" value="0.035" units="cm"/>
      <inkml:brushProperty name="height" value="0.035" units="cm"/>
      <inkml:brushProperty name="color" value="#004F8B"/>
    </inkml:brush>
  </inkml:definitions>
  <inkml:trace contextRef="#ctx0" brushRef="#br0">26 36 9389 0 0,'-9'11'8954'0'0,"-8"13"4318"0"0,19-21-12301 0 0,-1-3-967 0 0,0 1 1 0 0,-1 0 0 0 0,1 0-1 0 0,-1 0 1 0 0,1 0-1 0 0,0-1 1 0 0,0 1 0 0 0,0 0-1 0 0,-1-1 1 0 0,1 1 0 0 0,0-1-1 0 0,0 1 1 0 0,0-1-1 0 0,0 1 1 0 0,0-1 0 0 0,0 1-1 0 0,0-1 1 0 0,0 0 0 0 0,0 0-1 0 0,0 1 1 0 0,0-1-1 0 0,0 0 1 0 0,0 0 0 0 0,0 0-1 0 0,0 0 1 0 0,0 0 0 0 0,0-1-1 0 0,0 1 1 0 0,0 0-1 0 0,0 0 1 0 0,2-1 0 0 0,-1 0-5 0 0,22-2-4200 0 0,0-1-1 0 0,0-1 1 0 0,-1-1-1 0 0,0-1 0 0 0,40-18 1 0 0,-10 4-395 0 0,-22 10 1759 0 0</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10.287"/>
    </inkml:context>
    <inkml:brush xml:id="br0">
      <inkml:brushProperty name="width" value="0.035" units="cm"/>
      <inkml:brushProperty name="height" value="0.035" units="cm"/>
      <inkml:brushProperty name="color" value="#004F8B"/>
    </inkml:brush>
  </inkml:definitions>
  <inkml:trace contextRef="#ctx0" brushRef="#br0">24 22 7485 0 0,'16'-21'25053'0'0,"-12"42"-24979"0"0,-1 1-1 0 0,-1 0 0 0 0,-1-1 0 0 0,-1 1 1 0 0,0 0-1 0 0,-6 32 0 0 0,-34 135-3367 0 0,36-150-11244 0 0,7-16 3515 0 0,-3-19 8035 0 0</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10.614"/>
    </inkml:context>
    <inkml:brush xml:id="br0">
      <inkml:brushProperty name="width" value="0.035" units="cm"/>
      <inkml:brushProperty name="height" value="0.035" units="cm"/>
      <inkml:brushProperty name="color" value="#004F8B"/>
    </inkml:brush>
  </inkml:definitions>
  <inkml:trace contextRef="#ctx0" brushRef="#br0">447 43 6409 0 0,'4'-25'17976'0'0,"-7"23"-17544"0"0,1 0 0 0 0,0 0 0 0 0,-1 1 0 0 0,0-1 0 0 0,1 1 0 0 0,-1 0 0 0 0,0-1 0 0 0,1 1 0 0 0,-1 1 0 0 0,0-1 0 0 0,0 0 0 0 0,0 1 0 0 0,0-1 0 0 0,-5 1 0 0 0,-2 0-34 0 0,0 0 0 0 0,0 1 0 0 0,0 1-1 0 0,-12 2 1 0 0,-9 5-441 0 0,-55 23-1 0 0,62-22-9 0 0,0 2 0 0 0,0 1 1 0 0,-33 25-1 0 0,45-29-2080 0 0,0 1 1 0 0,-20 23-1 0 0,11-4-5084 0 0,5 3-3609 0 0,13-21 7442 0 0</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11.411"/>
    </inkml:context>
    <inkml:brush xml:id="br0">
      <inkml:brushProperty name="width" value="0.035" units="cm"/>
      <inkml:brushProperty name="height" value="0.035" units="cm"/>
      <inkml:brushProperty name="color" value="#004F8B"/>
    </inkml:brush>
  </inkml:definitions>
  <inkml:trace contextRef="#ctx0" brushRef="#br0">510 114 7085 0 0,'-1'-2'3139'0'0,"-3"-11"-1370"0"0,3 8 2373 0 0,-4-46 4971 0 0,5 48-8089 0 0,-1-10 476 0 0,0 6 3143 0 0,5-6-4341 0 0,18 7-252 0 0,22 6-50 0 0,-35 3 0 0 0,-2 1 0 0 0,47 7-1183 0 0,0 2 0 0 0,95 37-1 0 0,-147-49 1116 0 0,-1-1 88 0 0,-1 0 1 0 0,1 0-1 0 0,-1-1 0 0 0,1 1 0 0 0,0 0 0 0 0,-1 0 0 0 0,1 0 0 0 0,-1 0 1 0 0,1 0-1 0 0,0 0 0 0 0,-1 0 0 0 0,1 1 0 0 0,-1-1 0 0 0,1 0 0 0 0,0 0 1 0 0,-1 0-1 0 0,1 0 0 0 0,-1 1 0 0 0,1-1 0 0 0,-1 0 0 0 0,1 1 0 0 0,-1-1 1 0 0,1 0-1 0 0,-1 1 0 0 0,1-1 0 0 0,-1 1 0 0 0,0-1 0 0 0,1 1 0 0 0,-1-1 1 0 0,1 1-1 0 0,-1-1 0 0 0,0 1 0 0 0,0-1 0 0 0,1 1 0 0 0,-1-1 0 0 0,0 1 1 0 0,0-1-1 0 0,0 1 0 0 0,1 0 0 0 0,-1-1 0 0 0,0 1 0 0 0,0-1 0 0 0,0 1 0 0 0,0 0 1 0 0,0-1-1 0 0,0 1 0 0 0,0-1 0 0 0,-1 1 0 0 0,1 0 0 0 0,0-1 0 0 0,0 1 1 0 0,0-1-1 0 0,-1 1 0 0 0,1-1 0 0 0,0 1 0 0 0,0-1 0 0 0,-1 1 0 0 0,0 0 1 0 0,-20 31 848 0 0,11-24-703 0 0,0 0 0 0 0,0-1 0 0 0,-1 0 0 0 0,0 0 0 0 0,-1-1 1 0 0,-22 8-1 0 0,-79 21 296 0 0,76-25-527 0 0,-8 3 65 0 0,2 1 0 0 0,0 2 0 0 0,1 2 0 0 0,1 2 0 0 0,0 2 0 0 0,2 2 0 0 0,-66 51 0 0 0,98-69 0 0 0,-7 4 0 0 0,-1 1 0 0 0,0-2 0 0 0,0 0 0 0 0,-22 9 0 0 0,7-8 44 0 0,13-12-3518 0 0,6-6 2244 0 0,-1-4-3361 0 0,10 10 3451 0 0,0-1 0 0 0,1 0 0 0 0,-1 0 0 0 0,1 1-1 0 0,-1-1 1 0 0,1 0 0 0 0,0-1 0 0 0,0 1 0 0 0,1 0-1 0 0,-1 0 1 0 0,0 0 0 0 0,1 0 0 0 0,0-1 0 0 0,0 1-1 0 0,0 0 1 0 0,0 0 0 0 0,1-7 0 0 0,6-27-1761 0 0</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11.753"/>
    </inkml:context>
    <inkml:brush xml:id="br0">
      <inkml:brushProperty name="width" value="0.035" units="cm"/>
      <inkml:brushProperty name="height" value="0.035" units="cm"/>
      <inkml:brushProperty name="color" value="#004F8B"/>
    </inkml:brush>
  </inkml:definitions>
  <inkml:trace contextRef="#ctx0" brushRef="#br0">3 20 11457 0 0,'0'0'10749'0'0,"-2"-20"-8505"0"0</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12.579"/>
    </inkml:context>
    <inkml:brush xml:id="br0">
      <inkml:brushProperty name="width" value="0.035" units="cm"/>
      <inkml:brushProperty name="height" value="0.035" units="cm"/>
      <inkml:brushProperty name="color" value="#004F8B"/>
    </inkml:brush>
  </inkml:definitions>
  <inkml:trace contextRef="#ctx0" brushRef="#br0">358 12 7229 0 0,'-9'-12'22482'0'0,"7"15"-22402"0"0,0 0 152 0 0,-1 1 0 0 0,1 0 0 0 0,0-1 0 0 0,0 1 0 0 0,1 0 1 0 0,-1 0-1 0 0,1 0 0 0 0,0 0 0 0 0,-1 4 0 0 0,0-3-108 0 0,4 26 407 0 0,41 85-619 0 0,-43-114 90 0 0,0 1 0 0 0,0-1 1 0 0,0 1-1 0 0,0 0 0 0 0,-1-1 0 0 0,1 1 1 0 0,-1-1-1 0 0,0 1 0 0 0,1-1 0 0 0,-1 1 1 0 0,0-1-1 0 0,-1 1 0 0 0,1-1 0 0 0,0 0 0 0 0,-1 1 1 0 0,1-1-1 0 0,-1 0 0 0 0,1 0 0 0 0,-1 0 1 0 0,0 0-1 0 0,0-1 0 0 0,0 1 0 0 0,-4 2 0 0 0,-3 2 3 0 0,0 0 0 0 0,0-1 0 0 0,0 0 0 0 0,-1 0 0 0 0,0-1 0 0 0,-12 4 0 0 0,7-5-26 0 0,-1 1 0 0 0,0-2 0 0 0,0 0 0 0 0,-23-1 0 0 0,3-3-2534 0 0,3-3-3745 0 0,-48-30-13461 0 0,68 28 16747 0 0</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13.557"/>
    </inkml:context>
    <inkml:brush xml:id="br0">
      <inkml:brushProperty name="width" value="0.035" units="cm"/>
      <inkml:brushProperty name="height" value="0.035" units="cm"/>
      <inkml:brushProperty name="color" value="#004F8B"/>
    </inkml:brush>
  </inkml:definitions>
  <inkml:trace contextRef="#ctx0" brushRef="#br0">824 26 6153 0 0,'0'0'4493'0'0,"3"-15"-173"0"0,2 6-166 0 0,3 7 4675 0 0,24 17-8018 0 0,108 54-1130 0 0,-137-67 290 0 0,-1-1-1 0 0,1 1 1 0 0,-1 0-1 0 0,1 0 1 0 0,-1 0-1 0 0,0 0 1 0 0,0 1-1 0 0,0-1 1 0 0,0 1 0 0 0,-1-1-1 0 0,1 1 1 0 0,-1-1-1 0 0,1 1 1 0 0,-1 0-1 0 0,0 0 1 0 0,0 0-1 0 0,0-1 1 0 0,0 1-1 0 0,-1 0 1 0 0,1 0-1 0 0,-1 0 1 0 0,0 1-1 0 0,0 4 1 0 0,0-5 6 0 0,-14 38 248 0 0,7-28 3 0 0,0-1-1 0 0,-1-1 1 0 0,0 1-1 0 0,-1-1 1 0 0,0 0 0 0 0,-1-1-1 0 0,0 0 1 0 0,-1-1-1 0 0,0 0 1 0 0,0 0 0 0 0,-20 10-1 0 0,-21 9 811 0 0,-86 34-1 0 0,135-60-1012 0 0,-16 4-25 0 0,-3-2 0 0 0,-1-3 0 0 0,-4-6 0 0 0,8-4 0 0 0,13 5 0 0 0,5 3 0 0 0,-1 1 0 0 0,1-1 0 0 0,0 1 0 0 0,-1-1 0 0 0,1 0 0 0 0,0 1 0 0 0,0-1 0 0 0,0 0 0 0 0,0 0 0 0 0,0 0 0 0 0,0 0 0 0 0,0 0 0 0 0,0 0 0 0 0,0 0 0 0 0,0-1 0 0 0,1 1 0 0 0,-2-2 0 0 0,-6-15 0 0 0,0 0 0 0 0,0-2 0 0 0,3 1 0 0 0,-1 1 0 0 0,-1 1 0 0 0,-9-29-16 0 0,15 43-19 0 0,-10-16 84 0 0,6 7-47 0 0,-4-1-2 0 0,-10 7 0 0 0,-8 12 0 0 0,8 1 0 0 0,3 1 0 0 0,0 3 0 0 0,6-4 0 0 0,0 1 0 0 0,0 0 0 0 0,1 0 0 0 0,1 1 0 0 0,-1 0 0 0 0,1 1 0 0 0,1 0 0 0 0,0 0 0 0 0,0 0 0 0 0,1 1 0 0 0,0 0 0 0 0,-4 12 0 0 0,-3 6 0 0 0,0-1 0 0 0,-26 54 0 0 0,34-73 0 0 0,0-1 0 0 0,0 0 0 0 0,-1 1 0 0 0,0-2 0 0 0,-1 1 0 0 0,-14 13 0 0 0,-20 9 0 0 0,20-16 0 0 0,15-11 0 0 0,-12 3 0 0 0,0 0 0 0 0,-5-5 0 0 0,21-2-89 0 0,1 1 0 0 0,-1-1 1 0 0,0 1-1 0 0,0-1 0 0 0,0 0 0 0 0,0 0 0 0 0,0 1 0 0 0,1-1 1 0 0,-1-1-1 0 0,0 1 0 0 0,1 0 0 0 0,-1 0 0 0 0,1-1 0 0 0,-1 1 1 0 0,1 0-1 0 0,0-1 0 0 0,0 0 0 0 0,-1 1 0 0 0,0-3 1 0 0,-1-9-4288 0 0,5-3-3783 0 0,1 9 6843 0 0,17-31-12533 0 0,-18 35 10906 0 0</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13.905"/>
    </inkml:context>
    <inkml:brush xml:id="br0">
      <inkml:brushProperty name="width" value="0.035" units="cm"/>
      <inkml:brushProperty name="height" value="0.035" units="cm"/>
      <inkml:brushProperty name="color" value="#004F8B"/>
    </inkml:brush>
  </inkml:definitions>
  <inkml:trace contextRef="#ctx0" brushRef="#br0">6 9 11181 0 0,'0'0'8653'0'0,"-5"9"-3025"0"0,36-26-26046 0 0</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14.253"/>
    </inkml:context>
    <inkml:brush xml:id="br0">
      <inkml:brushProperty name="width" value="0.035" units="cm"/>
      <inkml:brushProperty name="height" value="0.035" units="cm"/>
      <inkml:brushProperty name="color" value="#004F8B"/>
    </inkml:brush>
  </inkml:definitions>
  <inkml:trace contextRef="#ctx0" brushRef="#br0">472 0 7565 0 0,'0'0'15044'0'0,"-9"2"-13027"0"0,-16 5-768 0 0,2 1 0 0 0,-1 1 0 0 0,1 1 0 0 0,1 1 0 0 0,-24 15 0 0 0,-112 82-492 0 0,142-96-867 0 0,-21 17 863 0 0,3 7-4530 0 0,4 3-4764 0 0,9 1-5003 0 0,20-34 10219 0 0,-2 11 280 0 0</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14.615"/>
    </inkml:context>
    <inkml:brush xml:id="br0">
      <inkml:brushProperty name="width" value="0.035" units="cm"/>
      <inkml:brushProperty name="height" value="0.035" units="cm"/>
      <inkml:brushProperty name="color" value="#004F8B"/>
    </inkml:brush>
  </inkml:definitions>
  <inkml:trace contextRef="#ctx0" brushRef="#br0">4 9 8905 0 0,'-4'7'14381'0'0,"11"-1"-6233"0"0,7-2-4813 0 0,6-1-3396 0 0,39 0-6105 0 0,-42-4 6491 0 0,18-2-5297 0 0,-22 1 1070 0 0,-1 0 0 0 0,1-1 1 0 0,-1 0-1 0 0,19-8 0 0 0,-17 4 864 0 0</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15.184"/>
    </inkml:context>
    <inkml:brush xml:id="br0">
      <inkml:brushProperty name="width" value="0.035" units="cm"/>
      <inkml:brushProperty name="height" value="0.035" units="cm"/>
      <inkml:brushProperty name="color" value="#004F8B"/>
    </inkml:brush>
  </inkml:definitions>
  <inkml:trace contextRef="#ctx0" brushRef="#br0">138 0 7709 0 0,'0'0'15481'0'0,"-9"4"-13699"0"0,4-2-1584 0 0,-2 1 363 0 0,0 1-1 0 0,0-1 1 0 0,0 1-1 0 0,0 1 1 0 0,1-1-1 0 0,-1 1 0 0 0,1 0 1 0 0,0 1-1 0 0,-8 9 1 0 0,-21 39 1431 0 0,31-49-1992 0 0,3-4 0 0 0,0 0 0 0 0,0 1 0 0 0,0-1 0 0 0,0 1 0 0 0,0-1 0 0 0,0 1 0 0 0,0-1 0 0 0,1 1 0 0 0,-1-1 0 0 0,1 1 0 0 0,-1-1 0 0 0,1 1 0 0 0,0 0 0 0 0,-1-1 0 0 0,1 1 0 0 0,0 0 0 0 0,0-1 0 0 0,0 1 0 0 0,1 0 0 0 0,-1-1 0 0 0,0 1 0 0 0,0 0 0 0 0,1-1 0 0 0,0 3 0 0 0,-1-2 0 0 0,0-1 0 0 0,0 0 0 0 0,0 0 0 0 0,0 0 0 0 0,0 0 0 0 0,0 0 0 0 0,0 0 0 0 0,1 0 0 0 0,-1 0 0 0 0,0 0 0 0 0,1 0 0 0 0,-1 0 0 0 0,0 0 0 0 0,1 0 0 0 0,-1-1 0 0 0,1 1 0 0 0,0 0 0 0 0,-1 0 0 0 0,1 0 0 0 0,-1-1 0 0 0,1 1 0 0 0,0 0 0 0 0,0-1 0 0 0,1 2 0 0 0,12 7 0 0 0,9-3 0 0 0,16-3 0 0 0,-28-7 0 0 0,-4 1 0 0 0,2 0 0 0 0,1 1 0 0 0,-2-2 0 0 0,1 1 0 0 0,0-1 0 0 0,0 0 0 0 0,-1-1 0 0 0,12-8 0 0 0,51-53 0 0 0,-55 50 0 0 0,-4 2 0 0 0,-10-3 0 0 0,-11 6 0 0 0,7 10-552 0 0,-1 1-1 0 0,1-1 1 0 0,0 1-1 0 0,0-1 1 0 0,-1 1-1 0 0,1 0 1 0 0,0-1-1 0 0,-1 1 1 0 0,1 0 0 0 0,0 1-1 0 0,-1-1 1 0 0,1 0-1 0 0,0 1 1 0 0,-1-1-1 0 0,1 1 1 0 0,0 0-1 0 0,0 0 1 0 0,0 0-1 0 0,0 0 1 0 0,-3 1 0 0 0,3 0-1010 0 0,-1 0 0 0 0,1-1 0 0 0,-1 1 1 0 0,1 0-1 0 0,0 0 0 0 0,0 1 0 0 0,0-1 1 0 0,0 0-1 0 0,0 1 0 0 0,-3 4 0 0 0,-1 7-1452 0 0</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25.070"/>
    </inkml:context>
    <inkml:brush xml:id="br0">
      <inkml:brushProperty name="width" value="0.035" units="cm"/>
      <inkml:brushProperty name="height" value="0.035" units="cm"/>
      <inkml:brushProperty name="color" value="#004F8B"/>
    </inkml:brush>
  </inkml:definitions>
  <inkml:trace contextRef="#ctx0" brushRef="#br0">48 0 1696 0 0,'-13'7'964'0'0,"5"-2"-256"0"0,-3 3 244 0 0,6 0-136 0 0,-2 4-415 0 0,3-3-401 0 0</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27.267"/>
    </inkml:context>
    <inkml:brush xml:id="br0">
      <inkml:brushProperty name="width" value="0.035" units="cm"/>
      <inkml:brushProperty name="height" value="0.035" units="cm"/>
      <inkml:brushProperty name="color" value="#004F8B"/>
    </inkml:brush>
  </inkml:definitions>
  <inkml:trace contextRef="#ctx0" brushRef="#br0">237 26 5160 0 0,'0'0'18582'0'0,"-3"-4"-17658"0"0,2 3-609 0 0,-1 0-103 0 0,1 0 0 0 0,0 0 0 0 0,-1-1 1 0 0,1 1-1 0 0,0 0 0 0 0,0-1 0 0 0,0 1 1 0 0,0-1-1 0 0,0 1 0 0 0,0-1 0 0 0,1 0 1 0 0,-2-2-1 0 0,-3 5 926 0 0,-10 3-198 0 0,1 0-1 0 0,0 0 1 0 0,-14 7-1 0 0,19-6-929 0 0,0 0 0 0 0,0 0 1 0 0,0 1-1 0 0,0 0 0 0 0,1 0 0 0 0,0 1 0 0 0,1 0 0 0 0,-1 1 0 0 0,1 0 0 0 0,1 0 0 0 0,-1 0 0 0 0,-4 10 0 0 0,3-5-10 0 0,4 1 0 0 0,7-1 0 0 0,4-5 0 0 0,4-2 0 0 0,2-2 0 0 0,4-4 0 0 0,-11-1 0 0 0,-1 0 0 0 0,1 1 0 0 0,-1-2 0 0 0,1 1 0 0 0,-1-1 0 0 0,0 1 0 0 0,0-2 0 0 0,8-3 0 0 0,41-39 0 0 0,-54 45 0 0 0,8-9 0 0 0,-1 0 0 0 0,-5 1 0 0 0,-16-4 0 0 0,-2 8 0 0 0,-3 6 0 0 0,13-2 0 0 0,0 0 0 0 0,0 1 0 0 0,1 0 0 0 0,-1 1 0 0 0,0-1 0 0 0,1 1 0 0 0,-1 0 0 0 0,1 0 0 0 0,-1 1 0 0 0,1-1 0 0 0,0 1 0 0 0,0 1 0 0 0,1-1 0 0 0,-1 0 0 0 0,0 1 0 0 0,1 0 0 0 0,-7 8 0 0 0,-8 6 0 0 0,6-1 0 0 0,10-7 0 0 0,8 4 0 0 0,7-8 0 0 0,4-4 0 0 0,0-2 0 0 0,-9 0 0 0 0,-1-1 0 0 0,1 0 0 0 0,-1 0 0 0 0,0 0 0 0 0,1-1 0 0 0,-1 0 0 0 0,0-1 0 0 0,0 1 0 0 0,0-1 0 0 0,10-7 0 0 0,-6 4 0 0 0,-1 1 0 0 0,5-4 0 0 0,11-28 0 0 0,-23 36 0 0 0,-1 0 0 0 0,-1 1 0 0 0,1-1 0 0 0,-1 1 0 0 0,1-1 0 0 0,0 1 0 0 0,-1-1 0 0 0,1 0 0 0 0,-1 1 0 0 0,0-1 0 0 0,1 0 0 0 0,-1 1 0 0 0,1-1 0 0 0,-1 0 0 0 0,0 0 0 0 0,0 1 0 0 0,1-1 0 0 0,-1 0 0 0 0,0 0 0 0 0,0 1 0 0 0,0-1 0 0 0,0 0 0 0 0,0 0 0 0 0,0 0 0 0 0,0 1 0 0 0,0-3 0 0 0,-5-13 0 0 0,-6 7 0 0 0,-4 5 0 0 0,-3 4 0 0 0,13 1 0 0 0,0-1 0 0 0,1 1 0 0 0,-1-1 0 0 0,1 1 0 0 0,-1 1 0 0 0,1-1 0 0 0,0 1 0 0 0,-1 0 0 0 0,1-1 0 0 0,0 2 0 0 0,0-1 0 0 0,0 1 0 0 0,0-1 0 0 0,-6 7 0 0 0,3-3 0 0 0,-9 5 0 0 0,11-8 0 0 0,0 1 0 0 0,0 0 0 0 0,0 0 0 0 0,1 1 0 0 0,-1-1 0 0 0,1 1 0 0 0,0 0 0 0 0,0 0 0 0 0,1 1 0 0 0,-1-1 0 0 0,1 1 0 0 0,-3 8 0 0 0,1 0 0 0 0,8-2 0 0 0,-2-11 0 0 0,-1 0 0 0 0,0 0 0 0 0,0 0 0 0 0,1 0 0 0 0,-1-1 0 0 0,0 1 0 0 0,1 0 0 0 0,-1 0 0 0 0,1-1 0 0 0,-1 1 0 0 0,1 0 0 0 0,-1 0 0 0 0,1-1 0 0 0,0 1 0 0 0,-1-1 0 0 0,1 1 0 0 0,0-1 0 0 0,0 1 0 0 0,-1-1 0 0 0,1 1 0 0 0,0-1 0 0 0,0 1 0 0 0,0-1 0 0 0,-1 0 0 0 0,1 0 0 0 0,0 1 0 0 0,0-1 0 0 0,0 0 0 0 0,0 0 0 0 0,0 0 0 0 0,0 0 0 0 0,1 0 0 0 0,-1 0 0 0 0,46 5 0 0 0,-39-5 0 0 0,0-1 0 0 0,0 1 0 0 0,0-1 0 0 0,0-1 0 0 0,-1 0 0 0 0,1 0 0 0 0,-1 0 0 0 0,1-1 0 0 0,-1 0 0 0 0,0 0 0 0 0,0-1 0 0 0,0 0 0 0 0,0 0 0 0 0,-1-1 0 0 0,0 0 0 0 0,10-10 0 0 0,-15 15 0 0 0,7-8 0 0 0,-6-4 0 0 0,-14-4 0 0 0,-2 10 0 0 0,-2 6 0 0 0,12 0 0 0 0,0 0 0 0 0,0 0 0 0 0,0 0 0 0 0,0 1 0 0 0,0 0 0 0 0,0 0 0 0 0,0 0 0 0 0,0 0 0 0 0,0 0 0 0 0,1 1 0 0 0,-1 0 0 0 0,1-1 0 0 0,-1 1 0 0 0,1 1 0 0 0,-4 2 0 0 0,-3 1 0 0 0,6-3 0 0 0,0 0 0 0 0,0 0 0 0 0,0 0 0 0 0,1 0 0 0 0,-1 0 0 0 0,1 1 0 0 0,-1 0 0 0 0,1 0 0 0 0,1-1 0 0 0,-5 8 0 0 0,2 0 0 0 0,5 3 0 0 0,6-3 0 0 0,5-4 0 0 0,4-4 0 0 0,-13-3 0 0 0,1 1 0 0 0,-1-1 0 0 0,0 1 0 0 0,0-1 0 0 0,1 0 0 0 0,-1 0 0 0 0,0 0 0 0 0,0 0 0 0 0,1 0 0 0 0,-1-1 0 0 0,0 1 0 0 0,0-1 0 0 0,0 0 0 0 0,0 1 0 0 0,1-1 0 0 0,2-2 0 0 0,3-1 0 0 0,-2 2 0 0 0,0-1 0 0 0,-1 1 0 0 0,0-1 0 0 0,0 0 0 0 0,1 0 0 0 0,-2-1 0 0 0,1 1 0 0 0,0-1 0 0 0,-1 0 0 0 0,0 0 0 0 0,0-1 0 0 0,0 1 0 0 0,0-1 0 0 0,-1 0 0 0 0,1 0 0 0 0,2-8 0 0 0,1 3 0 0 0,-1 1 0 0 0,-2-4 0 0 0,-6 2 0 0 0,-14 3 0 0 0,-4 7 0 0 0,14 2 0 0 0,0-1 0 0 0,-1 1 0 0 0,1 1 0 0 0,0-1 0 0 0,0 1 0 0 0,0 0 0 0 0,0 1 0 0 0,1-1 0 0 0,-1 1 0 0 0,0 0 0 0 0,1 1 0 0 0,-8 6 0 0 0,-1 0 0 0 0,2-2 0 0 0,0 0 0 0 0,1 1 0 0 0,0 1 0 0 0,0 0 0 0 0,1 0 0 0 0,-11 16 0 0 0,12-14 0 0 0,3-1 0 0 0,6-1 0 0 0,14-2 0 0 0,-13-8 0 0 0,0 1 0 0 0,0 0 0 0 0,1-1 0 0 0,-1 1 0 0 0,1 0 0 0 0,-1-1 0 0 0,0 0 0 0 0,1 1 0 0 0,-1-1 0 0 0,1 0 0 0 0,-1 0 0 0 0,1 0 0 0 0,-1 0 0 0 0,1 0 0 0 0,-1 0 0 0 0,1 0 0 0 0,-1 0 0 0 0,1-1 0 0 0,-1 1 0 0 0,1 0 0 0 0,-1-1 0 0 0,1 1 0 0 0,0-2 0 0 0,2 0 0 0 0,12-3 0 0 0,-1 0 0 0 0,-1-1 0 0 0,1-1 0 0 0,-1 0 0 0 0,0-1 0 0 0,-1 0 0 0 0,1-1 0 0 0,-2-1 0 0 0,1 0 0 0 0,-2-1 0 0 0,13-13 0 0 0,-17 16 0 0 0,-2-5 0 0 0,-8-2 0 0 0,-12 7 0 0 0,-1 4 0 0 0,-2 3 0 0 0,2 2 0 0 0,3 1-3196 0 0,-1 3 5241 0 0</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29.444"/>
    </inkml:context>
    <inkml:brush xml:id="br0">
      <inkml:brushProperty name="width" value="0.035" units="cm"/>
      <inkml:brushProperty name="height" value="0.035" units="cm"/>
      <inkml:brushProperty name="color" value="#004F8B"/>
    </inkml:brush>
  </inkml:definitions>
  <inkml:trace contextRef="#ctx0" brushRef="#br0">190 50 4112 0 0,'0'0'3075'0'0,"4"-10"-776"0"0,-2 5 3845 0 0,1-5-3561 0 0,-8 1 6602 0 0,0 2-5037 0 0,3-1-4772 0 0,-5 10 1205 0 0,5-1-471 0 0,-10 3-33 0 0,1 0 0 0 0,-1 2 0 0 0,1-1 0 0 0,0 1 0 0 0,0 1 0 0 0,1 0-1 0 0,0 0 1 0 0,0 1 0 0 0,0 0 0 0 0,1 1 0 0 0,1 0 0 0 0,-1 0 0 0 0,1 1 0 0 0,-9 15 0 0 0,10-12-77 0 0,4 5 0 0 0,11 0 0 0 0,4-9 0 0 0,5-3 0 0 0,10-6 0 0 0,14-5 0 0 0,-29-2 0 0 0,-1 0 0 0 0,-7 6 0 0 0,2-1 0 0 0,0-1 0 0 0,0 0 0 0 0,0 0 0 0 0,0 0 0 0 0,-1-1 0 0 0,1 1 0 0 0,-1-1 0 0 0,0-1 0 0 0,0 1 0 0 0,0-1 0 0 0,-1 0 0 0 0,6-7 0 0 0,-10 11 0 0 0,1 1 0 0 0,-1-1 0 0 0,1 1 0 0 0,-1-1 0 0 0,0 0 0 0 0,1 1 0 0 0,-1-1 0 0 0,0 1 0 0 0,0-1 0 0 0,1 0 0 0 0,-1 1 0 0 0,0-1 0 0 0,0 0 0 0 0,0 1 0 0 0,0-1 0 0 0,0 0 0 0 0,0 1 0 0 0,0-1 0 0 0,0 0 0 0 0,0 1 0 0 0,0-2 0 0 0,-1 1 0 0 0,1-1 0 0 0,-1 1 0 0 0,0-1 0 0 0,1 1 0 0 0,-1 0 0 0 0,0-1 0 0 0,0 1 0 0 0,0 0 0 0 0,0 0 0 0 0,0 0 0 0 0,-1 0 0 0 0,1 0 0 0 0,0 0 0 0 0,-2-1 0 0 0,2 1 0 0 0,-1 1 0 0 0,0-1 0 0 0,1 0 0 0 0,-1 1 0 0 0,0-1 0 0 0,0 1 0 0 0,0 0 0 0 0,0 0 0 0 0,1 0 0 0 0,-1 0 0 0 0,0 0 0 0 0,0 0 0 0 0,-2 0 0 0 0,-28 8 0 0 0,23-5 0 0 0,-1 0 0 0 0,1 1 0 0 0,0 0 0 0 0,0 0 0 0 0,0 0 0 0 0,0 1 0 0 0,1 1 0 0 0,-1-1 0 0 0,2 2 0 0 0,-1-1 0 0 0,-10 12 0 0 0,4-5 0 0 0,4-2 0 0 0,3 1 0 0 0,9 4 0 0 0,13-7 0 0 0,6-8 0 0 0,-16 0 0 0 0,1-1 0 0 0,-1 0 0 0 0,1-1 0 0 0,-1 1 0 0 0,1-1 0 0 0,-1-1 0 0 0,0 1 0 0 0,1 0 0 0 0,-1-1 0 0 0,0 0 0 0 0,8-5 0 0 0,0 0 0 0 0,10-3 0 0 0,-19 8 0 0 0,27-25 0 0 0,-20 17 0 0 0,-11 10 0 0 0,0 0 0 0 0,1-1 0 0 0,-1 1 0 0 0,0 0 0 0 0,0 0 0 0 0,0 0 0 0 0,1 0 0 0 0,-1-1 0 0 0,0 1 0 0 0,0 0 0 0 0,0 0 0 0 0,0-1 0 0 0,1 1 0 0 0,-1 0 0 0 0,0 0 0 0 0,0-1 0 0 0,0 1 0 0 0,0 0 0 0 0,0-1 0 0 0,0 1 0 0 0,0 0 0 0 0,0 0 0 0 0,0-1 0 0 0,0 1 0 0 0,0 0 0 0 0,0-1 0 0 0,0 1 0 0 0,0 0 0 0 0,0-1 0 0 0,0 1 0 0 0,0 0 0 0 0,0 0 0 0 0,0-1 0 0 0,0 1 0 0 0,0 0 0 0 0,-1 0 0 0 0,1-1 0 0 0,0 1 0 0 0,0 0 0 0 0,0 0 0 0 0,-1-1 0 0 0,1 1 0 0 0,-29-4 0 0 0,-1 14 0 0 0,21-9 0 0 0,-27 26 0 0 0,20-14 0 0 0,3-1 0 0 0,2-1 0 0 0,1 0 0 0 0,5 1 0 0 0,4 6 0 0 0,13 0 0 0 0,6-11 0 0 0,6-8 0 0 0,18-8 0 0 0,-31 1 0 0 0,-2 1 0 0 0,74-67 0 0 0,-71 63 0 0 0,-12 11 0 0 0,0 0 0 0 0,0 0 0 0 0,0-1 0 0 0,0 1 0 0 0,1 0 0 0 0,-1 0 0 0 0,0-1 0 0 0,0 1 0 0 0,0 0 0 0 0,0 0 0 0 0,0-1 0 0 0,0 1 0 0 0,0 0 0 0 0,0-1 0 0 0,0 1 0 0 0,0 0 0 0 0,0 0 0 0 0,0-1 0 0 0,0 1 0 0 0,0 0 0 0 0,0 0 0 0 0,0-1 0 0 0,0 1 0 0 0,0 0 0 0 0,0-1 0 0 0,0 1 0 0 0,0 0 0 0 0,0 0 0 0 0,0-1 0 0 0,-1 1 0 0 0,1 0 0 0 0,0 0 0 0 0,0 0 0 0 0,0-1 0 0 0,0 1 0 0 0,-1 0 0 0 0,1 0 0 0 0,0 0 0 0 0,0-1 0 0 0,-1 1 0 0 0,1 0 0 0 0,0 0 0 0 0,0 0 0 0 0,0 0 0 0 0,-1 0 0 0 0,1 0 0 0 0,0-1 0 0 0,-1 1 0 0 0,1 0 0 0 0,0 0 0 0 0,0 0 0 0 0,-1 0 0 0 0,-36 4 0 0 0,33-4 0 0 0,-45 17 0 0 0,-40 39 0 0 0,89-56 0 0 0,-1 0 0 0 0,1 0 0 0 0,0 0 0 0 0,-1 0 0 0 0,1 1 0 0 0,0-1 0 0 0,-1 0 0 0 0,1 0 0 0 0,0 1 0 0 0,0-1 0 0 0,-1 0 0 0 0,1 0 0 0 0,0 1 0 0 0,0-1 0 0 0,-1 0 0 0 0,1 1 0 0 0,0-1 0 0 0,0 0 0 0 0,0 1 0 0 0,0-1 0 0 0,-1 0 0 0 0,1 1 0 0 0,0-1 0 0 0,0 1 0 0 0,0-1 0 0 0,0 0 0 0 0,0 1 0 0 0,0-1 0 0 0,0 0 0 0 0,0 1 0 0 0,0 0 0 0 0,16 14 0 0 0,7-10 0 0 0,-15-5 0 0 0,0 1 0 0 0,1-2 0 0 0,-1 1 0 0 0,0-1 0 0 0,0 0 0 0 0,1 0 0 0 0,-1-1 0 0 0,0 0 0 0 0,-1-1 0 0 0,1 0 0 0 0,0 0 0 0 0,-1 0 0 0 0,1-1 0 0 0,-1 0 0 0 0,10-8 0 0 0,-17 12 0 0 0,24-20 0 0 0,-21 15 0 0 0,1-8 0 0 0,-7-7 0 0 0,-13 6 0 0 0,-7 7 0 0 0,-3 7-456 0 0,13 1-2348 0 0,-2 3-9093 0 0,3-2 9703 0 0,3 10-8892 0 0</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35.610"/>
    </inkml:context>
    <inkml:brush xml:id="br0">
      <inkml:brushProperty name="width" value="0.035" units="cm"/>
      <inkml:brushProperty name="height" value="0.035" units="cm"/>
      <inkml:brushProperty name="color" value="#004F8B"/>
    </inkml:brush>
  </inkml:definitions>
  <inkml:trace contextRef="#ctx0" brushRef="#br0">1036 121 3604 0 0,'0'0'10317'0'0,"5"0"-9131"0"0,5 1-787 0 0,11-2 14484 0 0,-44-21-15253 0 0,17 17-54 0 0,7-1-170 0 0,-1 1-1 0 0,1-1 1 0 0,0 1-1 0 0,0 0 1 0 0,1 0-1 0 0,0-1 1 0 0,0 1-1 0 0,3-7 1 0 0,-4 11 159 0 0,25-26-1975 0 0,-23 25 2431 0 0,1 0 0 0 0,0 1 0 0 0,-1 0 0 0 0,1 0 0 0 0,0 0 0 0 0,0 0 0 0 0,0 0 1 0 0,-1 1-1 0 0,1 0 0 0 0,0 0 0 0 0,0 0 0 0 0,0 0 0 0 0,0 0 0 0 0,0 1 0 0 0,0 0 0 0 0,-1 0 0 0 0,1 0 0 0 0,0 0 0 0 0,6 3 0 0 0,-8-2 428 0 0,1 8 272 0 0,-2-9-678 0 0,-1-1 1 0 0,1 1-1 0 0,-1 0 1 0 0,1-1-1 0 0,-1 1 1 0 0,0 0-1 0 0,1 0 1 0 0,-1 0 0 0 0,0-1-1 0 0,0 1 1 0 0,0 0-1 0 0,0 0 1 0 0,0 0-1 0 0,0 0 1 0 0,0-1-1 0 0,0 1 1 0 0,0 0-1 0 0,0 0 1 0 0,0 0-1 0 0,0 0 1 0 0,0-1-1 0 0,-1 1 1 0 0,1 0-1 0 0,0 0 1 0 0,-1 0 0 0 0,1-1-1 0 0,-1 1 1 0 0,1 0-1 0 0,-1-1 1 0 0,0 2-1 0 0,-11 12 386 0 0,-1 0 0 0 0,-1-1-1 0 0,0-1 1 0 0,-1 0-1 0 0,0-1 1 0 0,-1-1 0 0 0,0 0-1 0 0,-1-1 1 0 0,-23 9 0 0 0,2 1 322 0 0,-8 2 363 0 0,27-13-504 0 0,0 1-1 0 0,-24 16 1 0 0,40-23-481 0 0,3-2-129 0 0,0 0-1 0 0,-1 0 0 0 0,1 0 1 0 0,0 0-1 0 0,0 0 1 0 0,-1 0-1 0 0,1 0 0 0 0,0 0 1 0 0,-1 0-1 0 0,1 0 1 0 0,0 0-1 0 0,-1 0 0 0 0,1 0 1 0 0,0 0-1 0 0,0 0 1 0 0,-1 0-1 0 0,1 0 0 0 0,0 1 1 0 0,-1-1-1 0 0,1 0 1 0 0,0 0-1 0 0,0 0 0 0 0,-1 0 1 0 0,1 1-1 0 0,0-1 1 0 0,0 0-1 0 0,0 0 0 0 0,-1 1 1 0 0,1-1-1 0 0,0 0 0 0 0,0 0 1 0 0,0 1-1 0 0,0-1 1 0 0,0 0-1 0 0,0 1 0 0 0,-1-1 1 0 0,1 0-1 0 0,0 0 1 0 0,0 1-1 0 0,0-1 0 0 0,0 0 1 0 0,0 1-1 0 0,0-1 1 0 0,0 0-1 0 0,0 1 0 0 0,0-1 1 0 0,0 0-1 0 0,0 0 1 0 0,1 1-1 0 0,-1-1 0 0 0,0 0 1 0 0,0 1-1 0 0,0-1 1 0 0,0 0-1 0 0,0 0 0 0 0,0 1 1 0 0,1-1-1 0 0,-1 0 0 0 0,0 1 1 0 0,1 0-12 0 0,0 0 0 0 0,0 0 0 0 0,0 1 0 0 0,0-1 0 0 0,0 0-1 0 0,0 0 1 0 0,0 0 0 0 0,1-1 0 0 0,-1 1 0 0 0,0 0 0 0 0,0 0 0 0 0,1 0 0 0 0,-1-1 0 0 0,1 1 0 0 0,0 0 0 0 0,250 67-1244 0 0,-185-50 1419 0 0,-64-18 796 0 0,-10 4-836 0 0,-19 8 27 0 0,0-1 1 0 0,-1-1-1 0 0,-40 9 0 0 0,31-10-164 0 0,1 2-1 0 0,-39 18 0 0 0,55-22 15 0 0,-27 16 0 0 0,34-14 0 0 0,0 1 0 0 0,1 1 0 0 0,0 0 0 0 0,-13 18 0 0 0,15-17 0 0 0,5 0 0 0 0,4 0 0 0 0,2-9-49 0 0,-1-1 0 0 0,0 1 0 0 0,0-1 1 0 0,1 1-1 0 0,0-1 0 0 0,-1 0 0 0 0,1 0 0 0 0,0 0 0 0 0,0 1 0 0 0,0-2 1 0 0,0 1-1 0 0,0 0 0 0 0,1 0 0 0 0,-1-1 0 0 0,1 1 0 0 0,-1-1 0 0 0,1 0 0 0 0,-1 0 1 0 0,1 0-1 0 0,3 1 0 0 0,14 2-2156 0 0,0-2 1 0 0,29 1-1 0 0,-47-3 1590 0 0,2 0 79 0 0,28-5-414 0 0,-30 4 911 0 0,-2 1 68 0 0,0 0 1 0 0,1 0 0 0 0,-1 0-1 0 0,0 0 1 0 0,0 0 0 0 0,0 0-1 0 0,0 0 1 0 0,1 0-1 0 0,-1 0 1 0 0,0 0 0 0 0,0 0-1 0 0,0 0 1 0 0,1 0 0 0 0,-1 0-1 0 0,0 0 1 0 0,0 0-1 0 0,0 0 1 0 0,0 0 0 0 0,1 0-1 0 0,-1 0 1 0 0,0 0 0 0 0,0 0-1 0 0,0 0 1 0 0,0 0-1 0 0,1-1 1 0 0,-1 1 0 0 0,0 0-1 0 0,0 0 1 0 0,0 0 0 0 0,0 0-1 0 0,0 0 1 0 0,0 0-1 0 0,1-1 1 0 0,-1 1 0 0 0,0 0-1 0 0,0 0 1 0 0,0 0 0 0 0,0 0-1 0 0,0-1 1 0 0,0 1 0 0 0,0 0-1 0 0,0 0 1 0 0,0 0-1 0 0,0 0 1 0 0,0-1 0 0 0,0 1-1 0 0,0 0 1 0 0,0 0 0 0 0,0 0-1 0 0,0-1 1 0 0,0 1-1 0 0,0 0 1 0 0,0 0 0 0 0,0 0-1 0 0,0 0 1 0 0,0-1 0 0 0,0 1-1 0 0,0 0 1 0 0,0 0-1 0 0,0 0 1 0 0,-1 0 0 0 0,1 0-1 0 0,0-1 1 0 0,0 1 0 0 0,0 0-1 0 0,-6-4 191 0 0,0 0-1 0 0,0 0 1 0 0,-1 1 0 0 0,1 0-1 0 0,-1 0 1 0 0,0 1-1 0 0,1 0 1 0 0,-1 0-1 0 0,0 0 1 0 0,-1 1 0 0 0,1 0-1 0 0,0 0 1 0 0,-11 1-1 0 0,-22 1 1412 0 0,-48 5-1 0 0,53-2-867 0 0,12-2-346 0 0,-129 16-107 0 0,86-10-310 0 0,42-4 0 0 0,0-1 0 0 0,1-1 0 0 0,3-1 0 0 0,-2 1 0 0 0,3-3 0 0 0,7-3 0 0 0,12 4-12 0 0,-1 0 1 0 0,0 0-1 0 0,1 0 1 0 0,-1-1-1 0 0,0 1 1 0 0,1 0-1 0 0,-1 0 1 0 0,1 0-1 0 0,-1-1 1 0 0,0 1-1 0 0,1 0 0 0 0,-1-1 1 0 0,1 1-1 0 0,-1-1 1 0 0,1 1-1 0 0,-1 0 1 0 0,1-1-1 0 0,-1 1 1 0 0,1-1-1 0 0,-1 1 1 0 0,1-1-1 0 0,0 0 0 0 0,-1 1 1 0 0,1-1-1 0 0,0 1 1 0 0,-1-1-1 0 0,1 0 1 0 0,0 1-1 0 0,0-1 1 0 0,0 0-1 0 0,0 1 1 0 0,0-1-1 0 0,-1-1 0 0 0,2 1-79 0 0,-2-1-439 0 0,10-29-2785 0 0,-4 24 3017 0 0,-1 1 0 0 0,1-1 0 0 0,0 1 0 0 0,1 0 0 0 0,-1 1 0 0 0,1-1 0 0 0,0 1 0 0 0,0 0 0 0 0,1 1 0 0 0,12-7 0 0 0,-18 10 402 0 0,4-1 236 0 0,0 1 0 0 0,0-1 0 0 0,0 1 1 0 0,0 0-1 0 0,-1 0 0 0 0,2 0 1 0 0,6 1-1 0 0,-2 2-59 0 0,0 0 0 0 0,-1 1 0 0 0,1 0 1 0 0,-1 1-1 0 0,0 0 0 0 0,0 0 0 0 0,0 1 0 0 0,0 0 1 0 0,-1 1-1 0 0,0 0 0 0 0,9 8 0 0 0,-15-11-174 0 0,0-1-1 0 0,0 0 1 0 0,-1 1 0 0 0,1-1-1 0 0,-1 1 1 0 0,1 0 0 0 0,-1-1-1 0 0,0 1 1 0 0,0 0-1 0 0,0 0 1 0 0,-1 0 0 0 0,1 5-1 0 0,0 9-85 0 0,-2-6-21 0 0,0 0 0 0 0,-1 0 0 0 0,0 0 0 0 0,-1-1 0 0 0,0 1 0 0 0,0-1 0 0 0,-1 0 0 0 0,-1 0 0 0 0,-6 11 0 0 0,5-9 0 0 0,-28 48 0 0 0,29-53 0 0 0,-1-1 0 0 0,1 0 0 0 0,-1 0 0 0 0,0 0 0 0 0,-1-1 0 0 0,1 0 0 0 0,-1-1 0 0 0,0 1 0 0 0,0-1 0 0 0,-1 0 0 0 0,-12 4 0 0 0,2-3 0 0 0,-1 0 0 0 0,0-1 0 0 0,-21 2 0 0 0,19-3-74 0 0,0-1 0 0 0,0-1 0 0 0,-35-3 0 0 0,10-8-4324 0 0,2-10-7816 0 0,42 19 11471 0 0,-11-9-4344 0 0,8 2-350 0 0,-2-6 2337 0 0</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35.971"/>
    </inkml:context>
    <inkml:brush xml:id="br0">
      <inkml:brushProperty name="width" value="0.035" units="cm"/>
      <inkml:brushProperty name="height" value="0.035" units="cm"/>
      <inkml:brushProperty name="color" value="#004F8B"/>
    </inkml:brush>
  </inkml:definitions>
  <inkml:trace contextRef="#ctx0" brushRef="#br0">0 14 10393 0 0,'0'0'15481'0'0,"26"-3"-14345"0"0,-10 1-1792 0 0,-3 0-3204 0 0,8 2-5293 0 0,1-6-1376 0 0</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37.036"/>
    </inkml:context>
    <inkml:brush xml:id="br0">
      <inkml:brushProperty name="width" value="0.035" units="cm"/>
      <inkml:brushProperty name="height" value="0.035" units="cm"/>
      <inkml:brushProperty name="color" value="#004F8B"/>
    </inkml:brush>
  </inkml:definitions>
  <inkml:trace contextRef="#ctx0" brushRef="#br0">784 0 6981 0 0,'0'0'22064'0'0,"-8"3"-20876"0"0,-4 0-740 0 0,-3 2-102 0 0,-25 23 1394 0 0,26-16-1740 0 0,0 1 0 0 0,2 1 0 0 0,2 0 0 0 0,2-1 0 0 0,3-1 0 0 0,3 1 0 0 0,3-1 0 0 0,3 0 0 0 0,-3-9-186 0 0,0 0 1 0 0,1-1-1 0 0,-1 1 0 0 0,1-1 1 0 0,-1 0-1 0 0,1 1 1 0 0,0-1-1 0 0,0 0 0 0 0,0 0 1 0 0,0 0-1 0 0,0-1 0 0 0,0 1 1 0 0,1 0-1 0 0,-1-1 1 0 0,1 1-1 0 0,-1-1 0 0 0,1 0 1 0 0,0 0-1 0 0,-1 0 0 0 0,1 0 1 0 0,0 0-1 0 0,4 0 1 0 0,12 5-1309 0 0,-14-4 1084 0 0,0 1-1 0 0,1-2 1 0 0,-1 1-1 0 0,1 0 1 0 0,0-1-1 0 0,5 0 1 0 0,11 4 27 0 0,-20-5 699 0 0,-2 0-276 0 0,0 0-1 0 0,0 0 1 0 0,1 0-1 0 0,-1 0 1 0 0,0 0-1 0 0,0-1 1 0 0,1 1-1 0 0,-1 0 1 0 0,0 0-1 0 0,1 0 0 0 0,-1 0 1 0 0,0 0-1 0 0,0 0 1 0 0,1 0-1 0 0,-1 0 1 0 0,0 0-1 0 0,0 0 1 0 0,1 0-1 0 0,-1 0 1 0 0,0 1-1 0 0,0-1 1 0 0,1 0-1 0 0,-1 0 1 0 0,0 0-1 0 0,0 0 1 0 0,1 0-1 0 0,-1 0 1 0 0,0 1-1 0 0,0-1 1 0 0,0 0-1 0 0,1 0 1 0 0,-1 0-1 0 0,0 1 1 0 0,0-1-1 0 0,0 0 0 0 0,0 0 1 0 0,1 0-1 0 0,-1 1 1 0 0,0-1-1 0 0,0 0 1 0 0,0 0-1 0 0,0 1 1 0 0,0-1-1 0 0,0 0 1 0 0,0 0-1 0 0,0 1 1 0 0,-13 10 603 0 0,-2-1 0 0 0,1 0 0 0 0,-1-1 1 0 0,-1 0-1 0 0,0-1 0 0 0,-20 6 1 0 0,-32 18 1399 0 0,60-27-1835 0 0,1 0-197 0 0,0-1-1 0 0,-1 0 0 0 0,1-1 1 0 0,-1 0-1 0 0,0 0 0 0 0,0 0 0 0 0,0-1 1 0 0,-12 2-1 0 0,7-2-10 0 0,-4-4 0 0 0,0-6 0 0 0,13 5 0 0 0,0-1 0 0 0,1 1 0 0 0,-1-1 0 0 0,1 0 0 0 0,0 0 0 0 0,0 0 0 0 0,1-1 0 0 0,-1 1 0 0 0,1-1 0 0 0,0 1 0 0 0,0-1 0 0 0,0 0 0 0 0,-1-6 0 0 0,1 4 0 0 0,-3-7 0 0 0,3 7 0 0 0,0 1 0 0 0,0 0 0 0 0,0 0 0 0 0,-1 0 0 0 0,0 1 0 0 0,0-1 0 0 0,0 1 0 0 0,-1-1 0 0 0,0 1 0 0 0,0 0 0 0 0,0 1 0 0 0,-1-1 0 0 0,1 1 0 0 0,-1 0 0 0 0,-8-6 0 0 0,10 9 0 0 0,-3-3 0 0 0,0 1 0 0 0,-1 0 0 0 0,1 0 0 0 0,-1 1 0 0 0,0-1 0 0 0,0 2 0 0 0,0-1 0 0 0,0 1 0 0 0,-12-1 0 0 0,-3 3 0 0 0,0 1 0 0 0,0 1 0 0 0,0 1 0 0 0,1 1 0 0 0,-1 0 0 0 0,1 2 0 0 0,0 1 0 0 0,-34 17 0 0 0,50-22 0 0 0,0 0 0 0 0,0 0 0 0 0,0 0 0 0 0,0 1 0 0 0,1 0 0 0 0,-6 4 0 0 0,4 1 0 0 0,5-9 0 0 0,1 1 0 0 0,-1-1 0 0 0,1 1 0 0 0,0 0 0 0 0,0-1 0 0 0,-1 1 0 0 0,1-1 0 0 0,0 1 0 0 0,0 0 0 0 0,0-1 0 0 0,-1 1 0 0 0,1 0 0 0 0,0-1 0 0 0,0 1 0 0 0,0 0 0 0 0,0-1 0 0 0,0 1 0 0 0,1 0 0 0 0,-1-1 0 0 0,0 1 0 0 0,0 0 0 0 0,0-1 0 0 0,0 1 0 0 0,1 0 0 0 0,-1-1 0 0 0,0 1 0 0 0,1-1 0 0 0,-1 1 0 0 0,0-1 0 0 0,1 1 0 0 0,-1-1 0 0 0,1 1 0 0 0,-1-1 0 0 0,1 1 0 0 0,-1-1 0 0 0,1 1 0 0 0,-1-1 0 0 0,1 0 0 0 0,0 1 0 0 0,0-1 0 0 0,13 5 0 0 0,41-4-1499 0 0,-35-3 1988 0 0,0 0 1 0 0,-1-2 0 0 0,1 0 0 0 0,-1-2 0 0 0,19-7-1 0 0,-20 6-1333 0 0,-2-1-1 0 0,1 0 0 0 0,22-16 1 0 0,-1-7-5879 0 0,-7-4-4883 0 0,-17 8 4359 0 0,-9 13 4083 0 0</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37.394"/>
    </inkml:context>
    <inkml:brush xml:id="br0">
      <inkml:brushProperty name="width" value="0.035" units="cm"/>
      <inkml:brushProperty name="height" value="0.035" units="cm"/>
      <inkml:brushProperty name="color" value="#004F8B"/>
    </inkml:brush>
  </inkml:definitions>
  <inkml:trace contextRef="#ctx0" brushRef="#br0">9 6 7881 0 0,'-2'-1'7568'0'0,"-4"-3"-1427"0"0,13 4 1856 0 0,60 1-7829 0 0,26 2-8570 0 0,-10-4-9234 0 0,-65-1 14683 0 0</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37.724"/>
    </inkml:context>
    <inkml:brush xml:id="br0">
      <inkml:brushProperty name="width" value="0.035" units="cm"/>
      <inkml:brushProperty name="height" value="0.035" units="cm"/>
      <inkml:brushProperty name="color" value="#004F8B"/>
    </inkml:brush>
  </inkml:definitions>
  <inkml:trace contextRef="#ctx0" brushRef="#br0">32 19 7013 0 0,'5'-5'865'0'0,"10"-9"15159"0"0,-14 21-14705 0 0,5 56 2493 0 0,-2 86 1 0 0,-10-2-6412 0 0,6-139 1592 0 0,-2-1 1 0 0,1 1 0 0 0,-1 0-1 0 0,0-1 1 0 0,-4 10-1 0 0,2-6-2318 0 0,-1 0 0 0 0,-1-1-1 0 0,0 0 1 0 0,0 0 0 0 0,-10 12-1 0 0</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38.071"/>
    </inkml:context>
    <inkml:brush xml:id="br0">
      <inkml:brushProperty name="width" value="0.035" units="cm"/>
      <inkml:brushProperty name="height" value="0.035" units="cm"/>
      <inkml:brushProperty name="color" value="#004F8B"/>
    </inkml:brush>
  </inkml:definitions>
  <inkml:trace contextRef="#ctx0" brushRef="#br0">568 0 6501 0 0,'0'0'10183'0'0,"-4"7"-8948"0"0,-20 33 1521 0 0,2 1 0 0 0,-25 65 0 0 0,-21 40 1529 0 0,48-110-3647 0 0,-2-2 1 0 0,-1 0-1 0 0,-32 34 0 0 0,33-44-1080 0 0,-1-1 0 0 0,-1-1-1 0 0,-1-1 1 0 0,-39 25 0 0 0,58-41-654 0 0,-1-2 1 0 0,1 1-1 0 0,-1-1 1 0 0,0 0 0 0 0,0-1-1 0 0,0 1 1 0 0,0-2 0 0 0,-1 1-1 0 0,-10 1 1 0 0,16-3-1000 0 0,-2-2-1154 0 0,-5 0 1852 0 0,-15-15-7943 0 0,18 8 6337 0 0</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38.433"/>
    </inkml:context>
    <inkml:brush xml:id="br0">
      <inkml:brushProperty name="width" value="0.035" units="cm"/>
      <inkml:brushProperty name="height" value="0.035" units="cm"/>
      <inkml:brushProperty name="color" value="#004F8B"/>
    </inkml:brush>
  </inkml:definitions>
  <inkml:trace contextRef="#ctx0" brushRef="#br0">0 4 4624 0 0,'5'-4'8224'0'0,"1"5"-3428"0"0,8 11-2086 0 0,1 11-3491 0 0,-9-10 3255 0 0,4 29 56 0 0,6 45 0 0 0,-10 0-6023 0 0,-8-51-1675 0 0,1 10-7821 0 0,1-23 9876 0 0</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38.815"/>
    </inkml:context>
    <inkml:brush xml:id="br0">
      <inkml:brushProperty name="width" value="0.035" units="cm"/>
      <inkml:brushProperty name="height" value="0.035" units="cm"/>
      <inkml:brushProperty name="color" value="#004F8B"/>
    </inkml:brush>
  </inkml:definitions>
  <inkml:trace contextRef="#ctx0" brushRef="#br0">61 0 8181 0 0,'0'0'14200'0'0,"-5"4"-12648"0"0,1-2-1092 0 0,1 0 1 0 0,-1 1-1 0 0,1 0 1 0 0,0 0-1 0 0,0 0 1 0 0,0 0-1 0 0,-4 5 1 0 0,3 0 397 0 0,0 0 0 0 0,0 0 1 0 0,1 0-1 0 0,0 1 1 0 0,-3 13-1 0 0,4-11-858 0 0,6 6 0 0 0,11 5 0 0 0,-8-20 0 0 0,-5-2 0 0 0,3 1 0 0 0,0 1 0 0 0,0-1 0 0 0,0 0 0 0 0,1-1 0 0 0,-1 1 0 0 0,0-1 0 0 0,1 0 0 0 0,-1 0 0 0 0,0 0 0 0 0,0-1 0 0 0,10-2 0 0 0,5 0 0 0 0,0-2 0 0 0,0 0 0 0 0,-1-1 0 0 0,31-14 0 0 0,-39 16 0 0 0,-70 37 57 0 0,0 16-8133 0 0,34-25 1028 0 0,1 2 1 0 0,-30 41-1 0 0,41-44 4067 0 0</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39.947"/>
    </inkml:context>
    <inkml:brush xml:id="br0">
      <inkml:brushProperty name="width" value="0.035" units="cm"/>
      <inkml:brushProperty name="height" value="0.035" units="cm"/>
      <inkml:brushProperty name="color" value="#004F8B"/>
    </inkml:brush>
  </inkml:definitions>
  <inkml:trace contextRef="#ctx0" brushRef="#br0">934 0 7657 0 0,'0'0'12968'0'0,"-10"3"-11138"0"0,-31 13 27 0 0,30-11-471 0 0,1 1 0 0 0,-1 0 1 0 0,1 0-1 0 0,-17 16 1 0 0,24-20-1091 0 0,-7 7-92 0 0,0 1 1 0 0,0 1-1 0 0,1-1 1 0 0,0 1-1 0 0,-12 21 1 0 0,13-14-205 0 0,3 0 0 0 0,4 2 0 0 0,5 3 0 0 0,3-6 0 0 0,-6-14-109 0 0,1 0 0 0 0,0 0 0 0 0,0 0 0 0 0,0 0 0 0 0,0 0 0 0 0,1 0 0 0 0,-1-1 0 0 0,1 1 0 0 0,-1-1 0 0 0,1 0 0 0 0,0 0 0 0 0,0 0 0 0 0,0 0 0 0 0,1 0 0 0 0,-1 0 0 0 0,0-1 0 0 0,0 0-1 0 0,1 1 1 0 0,6 0 0 0 0,-4-1-322 0 0,1 1 8 0 0,0-1 1 0 0,1 0-1 0 0,-1 0 1 0 0,1-1 0 0 0,-1 0-1 0 0,0 0 1 0 0,1-1-1 0 0,-1 0 1 0 0,0 0-1 0 0,1-1 1 0 0,-1 1-1 0 0,10-6 1 0 0,-15 7 367 0 0,5-3-223 0 0,-4 2 735 0 0,-6 4 2439 0 0,-32 20-2135 0 0,-4 3 104 0 0,-1-2-1 0 0,-1-1 1 0 0,0-3-1 0 0,-47 17 1 0 0,69-31-865 0 0,0 0 0 0 0,-1-4 0 0 0,-2-2 0 0 0,-3-6 0 0 0,21 0 0 0 0,4 4 0 0 0,-4-3-181 0 0,1 0 0 0 0,0 0 0 0 0,0 0 0 0 0,1 0 0 0 0,0 0 0 0 0,-1-1 0 0 0,2 1 0 0 0,-1-1 0 0 0,1 1 0 0 0,0-1 0 0 0,0 0 0 0 0,0 1 0 0 0,1-1 0 0 0,0 0 0 0 0,1-11 0 0 0,-3-18-595 0 0,0-36 70 0 0,2 69 845 0 0,2-7-295 0 0,-3 9 217 0 0,1 0-1 0 0,0 0 1 0 0,0 1 0 0 0,0-1-1 0 0,0 0 1 0 0,0 0 0 0 0,0 0 0 0 0,0 0-1 0 0,0 0 1 0 0,0 0 0 0 0,-1 0 0 0 0,1 0-1 0 0,0 0 1 0 0,0 0 0 0 0,0 0-1 0 0,0 1 1 0 0,0-1 0 0 0,0 0 0 0 0,-1 0-1 0 0,1 0 1 0 0,0 0 0 0 0,0 0 0 0 0,0 0-1 0 0,0 0 1 0 0,0 0 0 0 0,0 0-1 0 0,-1 0 1 0 0,1 0 0 0 0,0 0 0 0 0,0 0-1 0 0,0 0 1 0 0,0 0 0 0 0,0-1 0 0 0,0 1-1 0 0,-1 0 1 0 0,1 0 0 0 0,0 0-1 0 0,0 0 1 0 0,0 0 0 0 0,0 0 0 0 0,0 0-1 0 0,0 0 1 0 0,0 0 0 0 0,0 0 0 0 0,-1-1-1 0 0,1 1 1 0 0,0 0 0 0 0,0 0-1 0 0,0 0 1 0 0,0 0 0 0 0,0 0 0 0 0,0 0-1 0 0,0 0 1 0 0,0-1 0 0 0,0 1 0 0 0,0 0-1 0 0,0 0 1 0 0,0 0 0 0 0,0 0 0 0 0,0-1-1 0 0,-37 40 511 0 0,-3 5-511 0 0,-91 74 0 0 0,114-103-60 0 0,10-8 0 0 0,0-1 0 0 0,0 0 0 0 0,0 0 0 0 0,-1 0 0 0 0,0-1 0 0 0,0 0 0 0 0,0-1 0 0 0,-9 4 0 0 0,-2-2 0 0 0,-16 0 0 0 0,26-9 0 0 0,3 1 0 0 0,1 1-511 0 0,0 0 1 0 0,-1 0-1 0 0,1 0 0 0 0,0-1 0 0 0,0 0 1 0 0,0 0-1 0 0,0 0 0 0 0,-6-4 1 0 0,-19-18-5517 0 0,10-1-1802 0 0,7-4-3279 0 0,7 7 8165 0 0</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0.307"/>
    </inkml:context>
    <inkml:brush xml:id="br0">
      <inkml:brushProperty name="width" value="0.035" units="cm"/>
      <inkml:brushProperty name="height" value="0.035" units="cm"/>
      <inkml:brushProperty name="color" value="#004F8B"/>
    </inkml:brush>
  </inkml:definitions>
  <inkml:trace contextRef="#ctx0" brushRef="#br0">27 23 9113 0 0,'9'-22'22897'0'0,"-22"166"-21918"0"0,9-81-4144 0 0,1-34-1114 0 0,-9 57-18220 0 0,9-73 19677 0 0</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0.675"/>
    </inkml:context>
    <inkml:brush xml:id="br0">
      <inkml:brushProperty name="width" value="0.035" units="cm"/>
      <inkml:brushProperty name="height" value="0.035" units="cm"/>
      <inkml:brushProperty name="color" value="#004F8B"/>
    </inkml:brush>
  </inkml:definitions>
  <inkml:trace contextRef="#ctx0" brushRef="#br0">158 0 8253 0 0,'-1'5'19133'0'0,"15"15"-13737"0"0,21 31-7420 0 0,-23-28 4033 0 0,-2-3-2009 0 0,-8-10 0 0 0,-1 7 0 0 0,-1 2 0 0 0,0-14 0 0 0,-1-1 0 0 0,0 1 0 0 0,0 0 0 0 0,0 0 0 0 0,-1 0 0 0 0,0-1 0 0 0,0 1 0 0 0,0 0 0 0 0,0-1 0 0 0,-1 0 0 0 0,1 0 0 0 0,-1 1 0 0 0,0-2 0 0 0,0 1 0 0 0,-1 0 0 0 0,1-1 0 0 0,-1 1 0 0 0,0-1 0 0 0,0 0 0 0 0,0 0 0 0 0,0 0 0 0 0,0-1 0 0 0,-7 3 0 0 0,0 1 0 0 0,-27 17-115 0 0,-71 30-1 0 0,107-52-1751 0 0</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1.622"/>
    </inkml:context>
    <inkml:brush xml:id="br0">
      <inkml:brushProperty name="width" value="0.035" units="cm"/>
      <inkml:brushProperty name="height" value="0.035" units="cm"/>
      <inkml:brushProperty name="color" value="#004F8B"/>
    </inkml:brush>
  </inkml:definitions>
  <inkml:trace contextRef="#ctx0" brushRef="#br0">99 0 8957 0 0,'0'0'18006'0'0,"-3"9"-16565"0"0,-8 34 320 0 0,3 0 0 0 0,-5 61 0 0 0,0 0-3474 0 0,-9-4-8060 0 0,-1-37-6613 0 0,17-52 13199 0 0</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1.998"/>
    </inkml:context>
    <inkml:brush xml:id="br0">
      <inkml:brushProperty name="width" value="0.035" units="cm"/>
      <inkml:brushProperty name="height" value="0.035" units="cm"/>
      <inkml:brushProperty name="color" value="#004F8B"/>
    </inkml:brush>
  </inkml:definitions>
  <inkml:trace contextRef="#ctx0" brushRef="#br0">844 0 6653 0 0,'0'0'6086'0'0,"-5"4"-4323"0"0,-8 9-535 0 0,1 0 1 0 0,1 1-1 0 0,0 1 1 0 0,1 0-1 0 0,0 0 0 0 0,1 1 1 0 0,-10 26-1 0 0,-13 18 824 0 0,9-20-1254 0 0,-1-1 1 0 0,-2-1-1 0 0,-1-1 0 0 0,-3-2 0 0 0,0-1 1 0 0,-2-1-1 0 0,-52 41 0 0 0,65-60-1484 0 0,-160 111 2437 0 0,82-75-5230 0 0,48-30-2044 0 0,-3-6-3551 0 0,46-12 4590 0 0,-7-3 1935 0 0,6-3-1697 0 0,-6-3 1169 0 0</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2.343"/>
    </inkml:context>
    <inkml:brush xml:id="br0">
      <inkml:brushProperty name="width" value="0.035" units="cm"/>
      <inkml:brushProperty name="height" value="0.035" units="cm"/>
      <inkml:brushProperty name="color" value="#004F8B"/>
    </inkml:brush>
  </inkml:definitions>
  <inkml:trace contextRef="#ctx0" brushRef="#br0">1 1 5825 0 0,'0'0'7051'0'0,"2"6"-4948"0"0,3 14 79 0 0,0 0 0 0 0,-1 0 0 0 0,2 38 0 0 0,-1 30 270 0 0,-4-50-3043 0 0,-1 4-1685 0 0,0-3-2926 0 0,5 4-7710 0 0,-1-22 9778 0 0</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2.695"/>
    </inkml:context>
    <inkml:brush xml:id="br0">
      <inkml:brushProperty name="width" value="0.035" units="cm"/>
      <inkml:brushProperty name="height" value="0.035" units="cm"/>
      <inkml:brushProperty name="color" value="#004F8B"/>
    </inkml:brush>
  </inkml:definitions>
  <inkml:trace contextRef="#ctx0" brushRef="#br0">133 0 6509 0 0,'-6'1'2472'0'0,"-15"0"-153"0"0,15-1 1653 0 0,-20 28 5558 0 0,25-27-9466 0 0,1 1 0 0 0,0-1 0 0 0,0 1 0 0 0,0 0 0 0 0,0-1 0 0 0,0 1 0 0 0,0 0 0 0 0,1-1-1 0 0,-1 1 1 0 0,0-1 0 0 0,1 1 0 0 0,-1 0 0 0 0,1-1 0 0 0,0 1 0 0 0,-1-1 0 0 0,1 0 0 0 0,0 1 0 0 0,0-1-1 0 0,0 1 1 0 0,0-1 0 0 0,0 0 0 0 0,0 0 0 0 0,0 0 0 0 0,1 0 0 0 0,-1 0 0 0 0,0 0 0 0 0,1 0 0 0 0,-1 0-1 0 0,1 0 1 0 0,-1 0 0 0 0,1-1 0 0 0,1 1 0 0 0,11 4-398 0 0,0 0 0 0 0,1-2 0 0 0,0 0 0 0 0,0 0 0 0 0,0-1 0 0 0,0-1 0 0 0,0-1 0 0 0,29-2 0 0 0,-4 1 1139 0 0,-37 1 1155 0 0,-10 2-1942 0 0,-24 8-1916 0 0,-44 21-1 0 0,-85 56-16076 0 0,128-68 14871 0 0</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3.240"/>
    </inkml:context>
    <inkml:brush xml:id="br0">
      <inkml:brushProperty name="width" value="0.035" units="cm"/>
      <inkml:brushProperty name="height" value="0.035" units="cm"/>
      <inkml:brushProperty name="color" value="#004F8B"/>
    </inkml:brush>
  </inkml:definitions>
  <inkml:trace contextRef="#ctx0" brushRef="#br0">359 65 5180 0 0,'0'0'17498'0'0,"-19"12"-14490"0"0,-2-6-1720 0 0,-20 5 726 0 0,8-8-5018 0 0,33-3 2858 0 0,-1 0 0 0 0,0 0-1 0 0,0 0 1 0 0,1 0-1 0 0,-1 0 1 0 0,0 0 0 0 0,1-1-1 0 0,-1 1 1 0 0,0 0 0 0 0,1-1-1 0 0,-1 1 1 0 0,0 0-1 0 0,1-1 1 0 0,-1 1 0 0 0,1-1-1 0 0,-1 1 1 0 0,0-1-1 0 0,1 1 1 0 0,-1-1 0 0 0,1 1-1 0 0,0-1 1 0 0,-1 1 0 0 0,1-1-1 0 0,-1 0 1 0 0,1 1-1 0 0,0-1 1 0 0,0 0 0 0 0,-1 1-1 0 0,1-1 1 0 0,0 0 0 0 0,0 1-1 0 0,0-1 1 0 0,0 0-1 0 0,0 0 1 0 0,0 1 0 0 0,0-1-1 0 0,0 0 1 0 0,0 1-1 0 0,0-1 1 0 0,0 0 0 0 0,0 0-1 0 0,1 0 1 0 0,9-36-3540 0 0,-7 29 2732 0 0,-3 6 862 0 0,1 1 0 0 0,0-1-1 0 0,0 1 1 0 0,0-1 0 0 0,0 1 0 0 0,0-1-1 0 0,1 1 1 0 0,-1 0 0 0 0,0-1 0 0 0,1 1-1 0 0,-1 0 1 0 0,1 0 0 0 0,-1 0 0 0 0,1 0-1 0 0,-1 1 1 0 0,1-1 0 0 0,0 0 0 0 0,-1 1-1 0 0,1-1 1 0 0,0 1 0 0 0,0-1 0 0 0,-1 1-1 0 0,3-1 1 0 0,36-2-291 0 0,-39 3 342 0 0,16 0-75 0 0,-11-1 320 0 0,0 1 0 0 0,-1-1 0 0 0,1 1 0 0 0,0 0 0 0 0,-1 0-1 0 0,1 1 1 0 0,0 0 0 0 0,-1 0 0 0 0,1 0 0 0 0,0 1 0 0 0,-1 0-1 0 0,0 0 1 0 0,1 0 0 0 0,-1 1 0 0 0,0-1 0 0 0,8 8-1 0 0,-12-9-101 0 0,-1 0 0 0 0,1 0 0 0 0,-1 0 0 0 0,0 0 0 0 0,1 0 0 0 0,-1 1 0 0 0,0-1 0 0 0,0 0 0 0 0,0 0 0 0 0,0 1 0 0 0,0-1 0 0 0,0 0 0 0 0,0 0 0 0 0,0 0 0 0 0,-1 1 0 0 0,1-1 0 0 0,0 0 0 0 0,-1 0 0 0 0,1 0 0 0 0,-1 0 0 0 0,0 2 0 0 0,-16 27 2352 0 0,0-7-1672 0 0,0-1 0 0 0,-2 0 0 0 0,-1-1-1 0 0,-1-1 1 0 0,-33 25 0 0 0,-39 21-2288 0 0,0-11-4926 0 0,27-26-4865 0 0,47-22 8134 0 0</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4.354"/>
    </inkml:context>
    <inkml:brush xml:id="br0">
      <inkml:brushProperty name="width" value="0.035" units="cm"/>
      <inkml:brushProperty name="height" value="0.035" units="cm"/>
      <inkml:brushProperty name="color" value="#004F8B"/>
    </inkml:brush>
  </inkml:definitions>
  <inkml:trace contextRef="#ctx0" brushRef="#br0">1024 4 4380 0 0,'-3'-4'18698'0'0,"-6"18"-15071"0"0,-2 15-5048 0 0,6-8 4995 0 0,0 34-1411 0 0,-14 196-417 0 0,18-228-1746 0 0,-2 0 0 0 0,-1-1 0 0 0,-7 25 0 0 0,10-44 0 0 0,-2 6 0 0 0,-1-1 0 0 0,0 1 0 0 0,0-1 0 0 0,-1 0 0 0 0,0 0 0 0 0,0-1 0 0 0,-1 1 0 0 0,-10 9 0 0 0,11-10 0 0 0,-9 8 0 0 0,-48 25 0 0 0,40-30 0 0 0,20-9-44 0 0,0 0 1 0 0,0 0-1 0 0,0-1 0 0 0,-1 1 1 0 0,1-1-1 0 0,0 1 1 0 0,0-1-1 0 0,-1 0 0 0 0,1 0 1 0 0,0 0-1 0 0,-1 0 0 0 0,1-1 1 0 0,0 1-1 0 0,0 0 1 0 0,-1-1-1 0 0,1 0 0 0 0,0 1 1 0 0,0-1-1 0 0,0 0 0 0 0,0 0 1 0 0,0-1-1 0 0,0 1 0 0 0,0 0 1 0 0,0 0-1 0 0,0-1 1 0 0,1 1-1 0 0,-1-1 0 0 0,0 0 1 0 0,-1-2-1 0 0,-1-2-314 0 0,0 1 0 0 0,1-1 0 0 0,0-1 0 0 0,0 1 0 0 0,0 0 1 0 0,-2-12-1 0 0,4 12 46 0 0,0 0 1 0 0,0 0-1 0 0,1-1 1 0 0,0 1 0 0 0,1 0-1 0 0,1-12 1 0 0,0-5-414 0 0,-2 21 568 0 0,1 1 205 0 0,-1 0 0 0 0,0 0-1 0 0,0 0 1 0 0,0 0 0 0 0,0 0 0 0 0,0 0-1 0 0,0 0 1 0 0,0 1 0 0 0,0-1 0 0 0,0 0-1 0 0,0 0 1 0 0,0 0 0 0 0,-1 0 0 0 0,1 0-1 0 0,0 0 1 0 0,-1 0 0 0 0,1 0 0 0 0,-1 0-1 0 0,1 1 1 0 0,-1-1 0 0 0,1 0 0 0 0,-1 0-1 0 0,0 1 1 0 0,1-1 0 0 0,-2-1-1 0 0,-64 75 3213 0 0,-61 66-885 0 0,117-129-2375 0 0,-3 1 0 0 0,13-10 0 0 0,-1-1 0 0 0,1 0 0 0 0,0 1 0 0 0,-1-1 0 0 0,1 0 0 0 0,0 0 0 0 0,-1 1 0 0 0,1-1 0 0 0,-1 0 0 0 0,1 0 0 0 0,-1 1 0 0 0,1-1 0 0 0,0 0 0 0 0,-1 0 0 0 0,1 0 0 0 0,-1 0 0 0 0,1 0 0 0 0,-1 0 0 0 0,1 0 0 0 0,-1 0 0 0 0,1 0 0 0 0,-1 0 0 0 0,1 0 0 0 0,-1 0 0 0 0,1 0 0 0 0,0 0 0 0 0,-1 0 0 0 0,1 0 0 0 0,-1-1 0 0 0,0 1 0 0 0,-14-21 0 0 0,13 18 0 0 0,0 0 0 0 0,0 0 0 0 0,1 0 0 0 0,-1 0 0 0 0,1 0 0 0 0,0 0 0 0 0,0 0 0 0 0,0 0 0 0 0,0-1 0 0 0,1 1 0 0 0,-1 0 0 0 0,1-1 0 0 0,0-3 0 0 0,-1-8 0 0 0,-17-40 0 0 0,17 49 0 0 0,-1-1 0 0 0,0 1 0 0 0,-1 0 0 0 0,0 0 0 0 0,0 1 0 0 0,0-1 0 0 0,0 1 0 0 0,-1-1 0 0 0,0 1 0 0 0,0 0 0 0 0,0 0 0 0 0,-1 1 0 0 0,0-1 0 0 0,0 1 0 0 0,0 0 0 0 0,0 0 0 0 0,0 1 0 0 0,-1 0 0 0 0,0 0 0 0 0,0 0 0 0 0,-8-3 0 0 0,-13-6 0 0 0,25 11 0 0 0,0 0 0 0 0,0 0 0 0 0,0 1 0 0 0,0-1 0 0 0,0 0 0 0 0,0 1 0 0 0,0 0 0 0 0,0-1 0 0 0,0 1 0 0 0,0 0 0 0 0,0 0 0 0 0,0 0 0 0 0,-1 0 0 0 0,1 1 0 0 0,-3 0 0 0 0,-20 1 0 0 0,3 0 0 0 0,0 2 0 0 0,0 1 0 0 0,1 1 0 0 0,0 0 0 0 0,0 2 0 0 0,1 0 0 0 0,-1 1 0 0 0,-18 13 0 0 0,27-13 0 0 0,-1 4 0 0 0,13-12 0 0 0,-1-1 0 0 0,1 1 0 0 0,0-1 0 0 0,-1 1 0 0 0,1 0 0 0 0,0-1 0 0 0,0 1 0 0 0,-1 0 0 0 0,1-1 0 0 0,0 1 0 0 0,0 0 0 0 0,0-1 0 0 0,0 1 0 0 0,0 0 0 0 0,0 0 0 0 0,0-1 0 0 0,0 1 0 0 0,0 0 0 0 0,0-1 0 0 0,1 1 0 0 0,-1 1 0 0 0,12 18 0 0 0,5-13 0 0 0,0-6-8 0 0,0-1-1 0 0,0-1 1 0 0,0 0 0 0 0,0-1-1 0 0,-1-1 1 0 0,1 0 0 0 0,0-2-1 0 0,-1 0 1 0 0,0 0 0 0 0,0-2-1 0 0,20-10 1 0 0,-4 0-1628 0 0,37-27 0 0 0,19-24-7694 0 0,-54 39 1553 0 0,36-41-1 0 0,-51 48 4772 0 0</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4.697"/>
    </inkml:context>
    <inkml:brush xml:id="br0">
      <inkml:brushProperty name="width" value="0.035" units="cm"/>
      <inkml:brushProperty name="height" value="0.035" units="cm"/>
      <inkml:brushProperty name="color" value="#004F8B"/>
    </inkml:brush>
  </inkml:definitions>
  <inkml:trace contextRef="#ctx0" brushRef="#br0">17 1 9369 0 0,'-16'5'13105'0'0,"56"-2"-12993"0"0,-24-3-652 0 0,8 2-456 0 0,-3-4-568 0 0,3 4-2893 0 0,-3-2 393 0 0,0 0 420 0 0,1 3 367 0 0,-3-2 297 0 0</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5.057"/>
    </inkml:context>
    <inkml:brush xml:id="br0">
      <inkml:brushProperty name="width" value="0.035" units="cm"/>
      <inkml:brushProperty name="height" value="0.035" units="cm"/>
      <inkml:brushProperty name="color" value="#004F8B"/>
    </inkml:brush>
  </inkml:definitions>
  <inkml:trace contextRef="#ctx0" brushRef="#br0">9 51 11057 0 0,'-8'13'13005'0'0,"40"-9"-10293"0"0,5-6-2240 0 0,-15-1-820 0 0,6 1-852 0 0,4-6-684 0 0,-3 3-3048 0 0,6-1 467 0 0,-4-3 521 0 0,4-1 328 0 0,2-1 403 0 0,-2 0 293 0 0</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6.194"/>
    </inkml:context>
    <inkml:brush xml:id="br0">
      <inkml:brushProperty name="width" value="0.035" units="cm"/>
      <inkml:brushProperty name="height" value="0.035" units="cm"/>
      <inkml:brushProperty name="color" value="#004F8B"/>
    </inkml:brush>
  </inkml:definitions>
  <inkml:trace contextRef="#ctx0" brushRef="#br0">769 6 8837 0 0,'2'-6'14669'0'0,"-139"166"-6455"0"0,-78 88-7167 0 0,156-183-1047 0 0,-4-3 0 0 0,-83 64 0 0 0,115-106 1202 0 0,-6-6-4513 0 0,1-11-5281 0 0,33-4 7465 0 0,1 1 1 0 0,-1-1 0 0 0,1 0 0 0 0,-1 0-1 0 0,1 0 1 0 0,-1 0 0 0 0,1 0-1 0 0,0 0 1 0 0,0 0 0 0 0,-1-1 0 0 0,1 0-1 0 0,-2-1 1 0 0,1-2-2119 0 0,-8-16 274 0 0</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6.553"/>
    </inkml:context>
    <inkml:brush xml:id="br0">
      <inkml:brushProperty name="width" value="0.035" units="cm"/>
      <inkml:brushProperty name="height" value="0.035" units="cm"/>
      <inkml:brushProperty name="color" value="#004F8B"/>
    </inkml:brush>
  </inkml:definitions>
  <inkml:trace contextRef="#ctx0" brushRef="#br0">0 1 8693 0 0,'2'2'12300'0'0,"1"8"-4424"0"0,4 15-2495 0 0,1 8-5171 0 0,9 29-3708 0 0,-8-31 5303 0 0,12 25-805 0 0,6-3-4552 0 0,-16-35 48 0 0,1 0-1 0 0,1-1 0 0 0,0 0 0 0 0,1-1 0 0 0,1 0 1 0 0,22 17-1 0 0,-20-20 331 0 0</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7.350"/>
    </inkml:context>
    <inkml:brush xml:id="br0">
      <inkml:brushProperty name="width" value="0.035" units="cm"/>
      <inkml:brushProperty name="height" value="0.035" units="cm"/>
      <inkml:brushProperty name="color" value="#004F8B"/>
    </inkml:brush>
  </inkml:definitions>
  <inkml:trace contextRef="#ctx0" brushRef="#br0">856 515 5773 0 0,'0'0'8738'0'0,"-9"2"-6875"0"0,-41 17 1549 0 0,0 2 0 0 0,2 1 0 0 0,-83 54 0 0 0,60-35-1442 0 0,-25 20-1583 0 0,-96 78 1 0 0,158-108-388 0 0,34-31 0 0 0,0 0 0 0 0,0 0 0 0 0,-1 1 0 0 0,1-1 0 0 0,0 0 0 0 0,0 0 0 0 0,0 0 0 0 0,-1 0 0 0 0,1 0 0 0 0,0 0 0 0 0,0 0 0 0 0,0 0 0 0 0,0 0 0 0 0,-1 1 0 0 0,1-1 0 0 0,0 0 0 0 0,0 0 0 0 0,0 0 0 0 0,0 0 0 0 0,0 0 0 0 0,0 1 0 0 0,0-1 0 0 0,-1 0 0 0 0,1 0 0 0 0,0 0 0 0 0,0 1 0 0 0,0-1 0 0 0,0 0 0 0 0,0 0 0 0 0,0 0 0 0 0,0 1 0 0 0,0-1 0 0 0,0 0 0 0 0,0 0 0 0 0,0 0 0 0 0,0 1 0 0 0,0-1 0 0 0,0 0 0 0 0,0 0 0 0 0,0 0 0 0 0,0 1 0 0 0,0-1 0 0 0,0 0 0 0 0,1 0 0 0 0,-1 0 0 0 0,0 0 0 0 0,0 1 0 0 0,0-1 0 0 0,0 0 0 0 0,0 0 0 0 0,0 0 0 0 0,1 0 0 0 0,-1 0 0 0 0,0 1 0 0 0,0-1 0 0 0,0 0 0 0 0,0 0 0 0 0,1 0 0 0 0,-1 0 0 0 0,0 0 0 0 0,0 0 0 0 0,32-4 0 0 0,-21 0 0 0 0,1-2 0 0 0,-1 1 0 0 0,-1-1 0 0 0,1-1 0 0 0,-1 0 0 0 0,0 0 0 0 0,-1-1 0 0 0,1-1 0 0 0,14-17 0 0 0,5-9 0 0 0,30-47 0 0 0,-56 78 0 0 0,11-25 0 0 0,-7 8 0 0 0,-5 1 0 0 0,-5 3 0 0 0,-7 2 0 0 0,-6 5 0 0 0,-7 2 0 0 0,-16 1 0 0 0,28 9 0 0 0,3 0 0 0 0,-14 0 0 0 0,0 1 0 0 0,1 0 0 0 0,0 2 0 0 0,0 0 0 0 0,0 1 0 0 0,-24 11 0 0 0,43-16 0 0 0,-52 16 0 0 0,36-11 0 0 0,2 0 0 0 0,-1-3 0 0 0,-2-3 0 0 0,3-12 0 0 0,8-10 0 0 0,6-2 0 0 0,0-1 0 0 0,2 1 0 0 0,0 0 0 0 0,2 0 0 0 0,1 0 0 0 0,0 0 0 0 0,9-25 0 0 0,-4 4 0 0 0,44-251 0 0 0,-52 293 224 0 0,6-18-1066 0 0,2-2-4525 0 0,-7 21 4228 0 0,0 0-1 0 0,0 0 1 0 0,0 0-1 0 0,1 0 0 0 0,-1 0 1 0 0,1 0-1 0 0,-1 0 1 0 0,1 0-1 0 0,0 1 0 0 0,0-1 1 0 0,0 1-1 0 0,0-1 0 0 0,0 1 1 0 0,0 0-1 0 0,0 0 1 0 0,0 0-1 0 0,0 0 0 0 0,4-1 1 0 0,14-3-1955 0 0</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7.711"/>
    </inkml:context>
    <inkml:brush xml:id="br0">
      <inkml:brushProperty name="width" value="0.035" units="cm"/>
      <inkml:brushProperty name="height" value="0.035" units="cm"/>
      <inkml:brushProperty name="color" value="#004F8B"/>
    </inkml:brush>
  </inkml:definitions>
  <inkml:trace contextRef="#ctx0" brushRef="#br0">1 36 7873 0 0,'0'0'3400'0'0,"12"-11"2417"0"0,-1-1-1437 0 0,0 3-2936 0 0,-3 5-644 0 0</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8.623"/>
    </inkml:context>
    <inkml:brush xml:id="br0">
      <inkml:brushProperty name="width" value="0.035" units="cm"/>
      <inkml:brushProperty name="height" value="0.035" units="cm"/>
      <inkml:brushProperty name="color" value="#004F8B"/>
    </inkml:brush>
  </inkml:definitions>
  <inkml:trace contextRef="#ctx0" brushRef="#br0">1095 10 7761 0 0,'5'-9'21575'0'0,"25"115"-18144"0"0,-26-87-3431 0 0,-2 1 0 0 0,1 1 0 0 0,-4 1 0 0 0,0-1 0 0 0,-1 0 0 0 0,0-8 0 0 0,-4 5 0 0 0,-6-2 0 0 0,10-14 0 0 0,2 0 0 0 0,-1 0 0 0 0,0 0 0 0 0,0 0 0 0 0,0 0 0 0 0,0-1 0 0 0,0 1 0 0 0,0 0 0 0 0,-1-1 0 0 0,1 1 0 0 0,0-1 0 0 0,-1 0 0 0 0,1 1 0 0 0,-1-1 0 0 0,0 0 0 0 0,1 0 0 0 0,-1 0 0 0 0,0 0 0 0 0,0 0 0 0 0,-3 1 0 0 0,-19 8 0 0 0,19-6 0 0 0,-29 4 0 0 0,16-4 0 0 0,-3-1 0 0 0,-3-3 0 0 0,-9-6-3 0 0,30 2-20 0 0,1 1-16 0 0,-1 0-164 0 0,0 0 0 0 0,0-1 0 0 0,1 0 0 0 0,-1 1 0 0 0,1-1 1 0 0,0 0-1 0 0,0 0 0 0 0,0-1 0 0 0,0 1 0 0 0,1 0 0 0 0,-1-1 1 0 0,0-7-1 0 0,-3-77-1589 0 0,5 87 1684 0 0,-1 2 151 0 0,1-1-1 0 0,-1 1 1 0 0,0-1-1 0 0,0 1 0 0 0,0 0 1 0 0,1-1-1 0 0,-1 1 1 0 0,0 0-1 0 0,0 0 1 0 0,0 0-1 0 0,1 0 0 0 0,-1 0 1 0 0,0 0-1 0 0,0 0 1 0 0,0 0-1 0 0,0 0 1 0 0,0 0-1 0 0,1 0 0 0 0,-1 0 1 0 0,0 0-1 0 0,0 1 1 0 0,0-1-1 0 0,1 0 1 0 0,-1 1-1 0 0,-1 0 0 0 0,-31 20 1069 0 0,-32 41 841 0 0,53-50-1527 0 0,-5 6-414 0 0,-80 75-11 0 0,87-84 0 0 0,10-9 0 0 0,0 1 0 0 0,-1-1 0 0 0,1 0 0 0 0,-1 1 0 0 0,1-1 0 0 0,-1 0 0 0 0,1 1 0 0 0,-1-1 0 0 0,0 0 0 0 0,1 0 0 0 0,-1 0 0 0 0,1 1 0 0 0,-1-1 0 0 0,1 0 0 0 0,-1 0 0 0 0,0 0 0 0 0,1 0 0 0 0,-1 0 0 0 0,1 0 0 0 0,-1 0 0 0 0,0 0 0 0 0,1 0 0 0 0,-1 0 0 0 0,0-1 0 0 0,-23-17 0 0 0,-18-45 0 0 0,35 49 0 0 0,-2 1 0 0 0,0 0 0 0 0,-18-20 0 0 0,14 20 0 0 0,-1 2 0 0 0,0 0 0 0 0,-1 1 0 0 0,0 0 0 0 0,-1 1 0 0 0,0 1 0 0 0,0 0 0 0 0,0 1 0 0 0,-1 1 0 0 0,0 0 0 0 0,-1 2 0 0 0,1 0 0 0 0,-1 1 0 0 0,0 0 0 0 0,0 2 0 0 0,0 0 0 0 0,0 1 0 0 0,0 1 0 0 0,0 0 0 0 0,1 2 0 0 0,-1 0 0 0 0,0 1 0 0 0,1 0 0 0 0,0 2 0 0 0,-17 7 0 0 0,14-4 0 0 0,4 2 0 0 0,7 3 0 0 0,9-13 0 0 0,0 0 0 0 0,0-1 0 0 0,0 1 0 0 0,0 0 0 0 0,0 0 0 0 0,0-1 0 0 0,0 1 0 0 0,0 0 0 0 0,0 0 0 0 0,0-1 0 0 0,0 1 0 0 0,0 0 0 0 0,1 0 0 0 0,-1-1 0 0 0,0 1 0 0 0,1 0 0 0 0,-1-1 0 0 0,0 1 0 0 0,1 0 0 0 0,-1-1 0 0 0,1 1 0 0 0,0 0 0 0 0,4 3 0 0 0,0-1 0 0 0,0 1 0 0 0,1-1 0 0 0,0-1 0 0 0,-1 1 0 0 0,1-1 0 0 0,0 0 0 0 0,0 0 0 0 0,0-1 0 0 0,1 0 0 0 0,-1 0 0 0 0,0 0 0 0 0,10 0 0 0 0,89-3 0 0 0,-34-4 748 0 0,3-5-7703 0 0,-61 8 4683 0 0,-1 0 0 0 0,1-1 0 0 0,-1 0 0 0 0,0-1 0 0 0,0-1 0 0 0,0 0 0 0 0,-1 0 0 0 0,0-1 0 0 0,14-10 0 0 0,-8 0-660 0 0</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8.968"/>
    </inkml:context>
    <inkml:brush xml:id="br0">
      <inkml:brushProperty name="width" value="0.035" units="cm"/>
      <inkml:brushProperty name="height" value="0.035" units="cm"/>
      <inkml:brushProperty name="color" value="#004F8B"/>
    </inkml:brush>
  </inkml:definitions>
  <inkml:trace contextRef="#ctx0" brushRef="#br0">16 24 9233 0 0,'0'0'6028'0'0,"-3"0"-2639"0"0,-6 0-3469 0 0,5-1 1573 0 0,12 1 7519 0 0,107-4-8866 0 0,-31-2-4343 0 0,-12 1-3652 0 0,-2-1-5214 0 0,-50 4 10095 0 0</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9.357"/>
    </inkml:context>
    <inkml:brush xml:id="br0">
      <inkml:brushProperty name="width" value="0.035" units="cm"/>
      <inkml:brushProperty name="height" value="0.035" units="cm"/>
      <inkml:brushProperty name="color" value="#004F8B"/>
    </inkml:brush>
  </inkml:definitions>
  <inkml:trace contextRef="#ctx0" brushRef="#br0">0 17 10761 0 0,'0'0'9256'0'0,"2"3"-8238"0"0,0 0-1 0 0,0-1 1 0 0,0 1-1 0 0,0-1 1 0 0,1 0-1 0 0,-1 0 1 0 0,1 1-1 0 0,-1-2 1 0 0,5 4-1 0 0,70 6 1333 0 0,8-9-8117 0 0,-68-2 3439 0 0,0-2-1 0 0,0 0 1 0 0,0-1-1 0 0,-1-1 1 0 0,1 0-1 0 0,-1-1 1 0 0,0-1-1 0 0,15-7 1 0 0,-4-3-799 0 0</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49.753"/>
    </inkml:context>
    <inkml:brush xml:id="br0">
      <inkml:brushProperty name="width" value="0.035" units="cm"/>
      <inkml:brushProperty name="height" value="0.035" units="cm"/>
      <inkml:brushProperty name="color" value="#004F8B"/>
    </inkml:brush>
  </inkml:definitions>
  <inkml:trace contextRef="#ctx0" brushRef="#br0">149 1 5929 0 0,'0'0'21654'0'0,"-7"5"-20574"0"0,-22 15-42 0 0,17-9 295 0 0,10-4 205 0 0,0 7-1364 0 0,2-13-172 0 0,0 0-1 0 0,1 0 0 0 0,-1 0 0 0 0,0 0 0 0 0,1 0 1 0 0,-1 0-1 0 0,1 0 0 0 0,-1 0 0 0 0,1 0 1 0 0,0 0-1 0 0,-1 0 0 0 0,1 0 0 0 0,0-1 0 0 0,0 1 1 0 0,-1 0-1 0 0,3 1 0 0 0,19 3-1 0 0,-12-6-160 0 0,1 0 0 0 0,-1-1 0 0 0,1-1 0 0 0,-1 0-1 0 0,0 0 1 0 0,0-1 0 0 0,0 0 0 0 0,0 0 0 0 0,-1-1 0 0 0,1-1 0 0 0,-1 1 0 0 0,-1-2 0 0 0,1 1 0 0 0,13-14-1 0 0,-21 19 689 0 0,-11 4-415 0 0,-7 3-282 0 0,1 1 0 0 0,1 0 0 0 0,-1 1 0 0 0,-23 16 0 0 0,-29 32-4264 0 0,53-41 1517 0 0,1 0 0 0 0,0 0 0 0 0,2 2 0 0 0,0-1 0 0 0,0 2 0 0 0,-10 21 0 0 0,14-19-140 0 0</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0:58.683"/>
    </inkml:context>
    <inkml:brush xml:id="br0">
      <inkml:brushProperty name="width" value="0.1" units="cm"/>
      <inkml:brushProperty name="height" value="0.6" units="cm"/>
      <inkml:brushProperty name="color" value="#F6630D"/>
      <inkml:brushProperty name="inkEffects" value="pencil"/>
    </inkml:brush>
  </inkml:definitions>
  <inkml:trace contextRef="#ctx0" brushRef="#br0">0 4 2996 242917 71819,'4'-1'1108'0'0,"1"1"-32"0"0,0-1 61 0 0,-1 0-41 0 0,-2 1 40 0 0,0 0-32 0 0,-1 0 64 0 0,-1-1-60 0 0,0 1-24 0 0,0 0 72 0 0,0 1-28 0 0,0-1-64 0 0,-1 0 21 0 0,1 0-41 0 0,0 0-92 0 0,0 0 92 0 0,0 0-68 0 0,0 0-76 0 0,0 0 12 0 0,0 0-120 0 0,0 0 12 0 0,0 0-48 0 0,0 0-68 0 0,3 1-76 0 0,1 0 57 0 0,0 0-97 0 0,-1 0 52 0 0,-1 0-80 0 0,3 1-32 0 0,0 0 40 0 0,3 0-112 0 0,0 1 12 0 0,4 0-64 0 0,3 0 0 0 0,4-1-16 0 0,2 1-44 0 0,2-1-328 0 0,4 0 0 0 0,3 0 0-1102 615,3 1 0 1102-615,4 0 0 0 0,2 0 0 0 0,3 0 0 0 0,1 0 0 0 0,2 1 0 0 0,0 1 0 0 0,2-1 0 0 0,2 1 0-1983-321,3 1 0 1983 321,2 0 0 0 0,1-1 0 1983 321,1 2 0-1983-321,2 0 0 0 0,0-1 0 0 0,1 1 0 0 0,0-1 0 0 0,0 0 0 0 0,0 0 0 0 0,0 0 0 0 0,0-1 0 0 0,1 0 0 0 0,0 0 0 0 0,1-1 0 0 0,1 0 0 0 0,0-1 0 0 0,1 0 0 0 0,0 0 0 0 0,0-1 0 0 0,0 0 0 0 0,0 0 0 0 0,-1 0 0 0 0,-1 0 0 0 0,-2-1 0 0 0,-2 0 0 0 0,-3 0 0 0 0,-1 0 0 0 0,-2 1 0 0 0,-1-1 0 0 0,-3 0 0 0 0,-2 1 0 0 0,-2-1 0 0 0,-2 0 0 2051 301,-2 0 0-2051-301,-2 0 0 0 0,0 0 0 0 0,-1 0 0 0 0,-1 0 0 0 0,0 0 0 0 0,0 1 0 0 0,0-1 0 0 0,0 0 0 0 0,0 1 0 0 0,1 0 0 0 0,1 0 0 0 0,1 0 0 0 0,0 1 0 0 0,2 1 0-2051-301,1-1 0 2051 301,1 1 0 0 0,0 0 0 0 0,1 1 0 0 0,0-1 0 0 0,1 0 0 0 0,0 1 0 0 0,-2-1 0 0 0,-1 0 0 0 0,-1 0 0 0 0,1-1 0 0 0,-1 1 0 0 0,0-1 0 0 0,1 0 0 0 0,2 0 0 2051 301,0-1 0-2051-301,0 1 0 0 0,0 0 0 0 0,-1 0 0 0 0,-2-1 0 0 0,-1 1 0 0 0,-1 0 0 0 0,-2 0 0 0 0,0 0 0 0 0,15 2 0 0 0,14 2 0 0 0,10 1 0 0 0,0 0 0 0 0,1 0 0-2051-301,78 2 0 4102 602,106 4 0-2051-301,100 6 0 0 0,10-1 0 0 0,-49-2 0 0 0,-68-5 0 0 0,-68-4 0 0 0,-57-3 0 0 0,-41-1 0 0 0,-28-2 0 0 0,-7-1 0 0 0,11 2 0 0 0,9 1 0 0 0,16 1 0 0 0,30 2 0 0 0,4 1 0 0 0,-11-2 0 0 0,-17 0 0 0 0,-17-2 0 0 0,-6 0 0 0 0,-2 0 0 0 0,-2-1 0 0 0,-6 1 0 0 0,-8-1 0 0 0,-1 2 0 0 0,2-1 0 0 0,4 2 0 0 0,3 0 0 2119 279,25 3 0-2119-279,15 2 0 0 0,5 0 0-2119-279,30 6 0 997 901,6 2 0 1122-622,-11-1 0 0 0,-25 3 0 0 0,-20 18 0 0 0,-3 57 0 1122-622,23 83 0-1122 622,19 71 0 51205 914,6 64 0-48091-2129,8 52 0-1934 1824,-4 13 0-1180-609,-23-51 0 0 0,-29-76 0 0 0,-26-76 0 0 0,-23-62 0 0 0,-13-44 0-1180-609,-9-30 0 1180 609,-4-9 0 0 0,11 51 0-2051 301,9 60 0 3173 321,1 13 0-1122-622,-4-14 0 0 0,-6-24 0-54512 0,-5-24 0 54512 0,-4-22 0 0 0,-3-14 0 0 0,-2-10 0 0 0,-1-5 0 1122-622,1 8 0-1122 622,0 3 0 0 0,4 40 0-1122 622,4 63 0 1122-622,1 20 0 0 0,-2-14 0 0 0,-3-26 0 0 0,-2-30 0 0 0,-1-26 0 0 0,-3-19 0 0 0,1 32 0 0 0,-7 61 0 0 0,-13 40 0-1205 616,-15 11 0 1205-616,-12-17 0 0 0,-3-36 0 1205-616,-3-42 0-83-6,4-39 0-1122 622,0-29 0 0 0,6-21 0 0 0,9-14 0 2119 279,4-5 0-2119-279,-4 5 0 0 0,-1 3 0 0 0,3 1 0 0 0,3 1 0 0 0,4 0 0 0 0,1 1 0 0 0,0 3 0 0 0,-12 10 0 0 0,-4 5 0 0 0,1-1 0 0 0,2-2 0 0 0,3-2 0 0 0,3-1 0-1056 635,2-3 0 1056-635,0 0 0 0 0,1-1 0 0 0,-2 1 0 0 0,-1 1 0 0 0,1 0 0 0 0,-2 0 0 0 0,0 0 0 0 0,0 0 0 0 0,0 2 0 0 0,0-1 0 0 0,0 0 0 0 0,2-1 0-1139 630,0 1 0 1139-630,1-1 0 0 0,1 0 0 0 0,1 0 0 0 0,2 0 0 0 0,0-1 0 0 0,1 1 0 0 0,2 0 0 0 0,1-1 0 0 0,2 0 0 0 0,0-1 0 0 0,1 1 0 0 0,2-1 0 0 0,0 1 0 0 0,0 0 0 0 0,1 0 0 0 0,0 0 0 0 0,1-1 0 0 0,0 1 0 0 0,0 0 0 0 0,1 0 0 0 0,0 0 0 0 0,0-1 0 0 0,1 1 0 1139-630,1 0 0-1139 630,0-2 0 0 0,1 0 0 0 0,1 0 0 0 0,1-1 0 0 0,1 0 0 0 0,0-1 0 0 0,1 1 0 0 0,0 0 0 0 0,1 0 0 0 0,-1 1 0 0 0,1-1 0 0 0,0 1 0 0 0,0 0 0 0 0,0 0 0 0 0,0-1 0 0 0,1 1 0 0 0,1-1 0 0 0,0 0 0-2185-292,0 1 0 980 908,-1-1 0 1205-616,1-1 0 0 0,0 1 0 0 0,0-1 0 0 0,0 0 0 0 0,0 0 0 0 0,0 0 0 0 0,0-1 0 0 0,0 0 0 0 0,1 1 0 0 0,0-1 0 0 0,-1 0 0 0 0,1 0 0 0 0,-1 0 0 0 0,0-4 0 0 0,0 3 0 0 0,1 1 0 0 0,-1 1 0 2251 306,1-1 0-2251-306,0 1 0 0 0,0-1 0 0 0,1 0 0 0 0,-1-1 0 0 0,1 1 0 0 0,1-1 0 0 0,-1 0 0 0 0,2 1 0 0 0,0-1 0 0 0,1 1 0 0 0,1-1 0 0 0,0 1 0 0 0,0-1 0 0 0,1 1 0 0 0,0-1 0-1230 623,0 1 0 1230-623,-1 0 0 1230-623,0 1 0-1230 623,0 0 0 0 0,-1 1 0 0 0,-1 0 0 0 0,1 2 0 0 0,0-1 0 0 0,-1 2 0 0 0,-1-1 0 0 0,0 1 0 0 0,0 0 0 0 0,0-1 0 0 0,-1 0 0 0 0,-1 1 0 0 0,1-2 0 0 0,-1 1 0 0 0,-1-1 0 0 0,1-1 0 0 0,-1 0 0 0 0,1 0 0-1230 623,-2-1 0 1230-623,1-1 0 0 0,-1 1 0 0 0,0-1 0 0 0,0 0 0 0 0,0-2 0 0 0,0 2 0 0 0,0 2 0 0 0,-1 1 0 0 0,0 0 0-1333 616,-1 1 0 1333-616,0 1 0 0 0,-1 0 0 0 0,1 1 0 0 0,-1 0 0 0 0,0 1 0 0 0,0-1 0 0 0,-1 1 0 0 0,-1 0 0 0 0,1-1 0 0 0,-1 0 0-1448 608,0-1 0 1448-608,0 0 0 0 0,1 0 0 0 0,-2-2 0 0 0,1 0 0 0 0,1 0 0 0 0,-1-1 0 0 0,1 1 0 0 0,-1 0 0 0 0,1 0 0 0 0,-1 0 0 0 0,0 0 0 0 0,-1-1 0 0 0,1 1 0 0 0,0-1 0 1448-608,-1 0 0-1448 608,0 0 0 0 0,0 0 0 0 0,0 0 0 0 0,1 0 0 0 0,-1 0 0 0 0,0-1 0 0 0,0 0 0 0 0,0 0 0 0 0,1-1 0 0 0,-1-1 0 0 0,0 0 0 0 0,0 0 0 0 0,0 0 0 0 0,1-1 0 0 0,0 0 0 0 0,0-3 0 0 0,0 0 0 0 0,1-2 0 0 0,0 1 0 0 0,0 0 0 0 0,1-1 0 0 0,0 0 0 0 0,0-2 0 0 0,1 1 0 0 0,0-2 0 0 0,0-2 0 0 0,0 2 0 0 0,0-1 0 0 0,0-1 0 0 0,-1 2 0 0 0,1-1 0 0 0,0-1 0 0 0,0 1 0 0 0,0-1 0 0 0,1-1 0 0 0,0-1 0 0 0,0 1 0 0 0,0 0 0 0 0,0-1 0 0 0,1 0 0 0 0,0-2 0 0 0,0 0 0 0 0,0 0 0 0 0,-1 1 0 0 0,0 1 0 0 0,1 0 0 0 0,-1 0 0 0 0,1-2 0 0 0,0 0 0 0 0,0 0 0 0 0,-1-1 0 0 0,1 0 0 0 0,1 0 0 0 0,-1 0 0 0 0,0 0 0 0 0,0 0 0 0 0,0 0 0 0 0,0 0 0 0 0,0 0 0 0 0,0 0 0 0 0,0 0 0 0 0,0 0 0 0 0,-1 2 0 0 0,0 1 0 0 0,-1 1 0 0 0,2-2 0 0 0,-1 0 0 0 0,0 1 0 0 0,-1 1 0 0 0,1-1 0 0 0,0-1 0 0 0,0 0 0 0 0,1 1 0 0 0,-1 2 0 0 0,1-2 0 0 0,-1 0 0 0 0,1 3 0 0 0,0 0 0 0 0,0-1 0 0 0,0 2 0 0 0,0 1 0-1448 608,-1 2 0 1448-608,0 2 0 0 0,-1-2 0 0 0,0 1 0 0 0,-1 0 0 0 0,1 0 0 0 0,-1-1 0 0 0,1 1 0 0 0,0-1 0 0 0,-1 0 0 0 0,1 0 0 0 0,0 0 0 0 0,0-2 0-1577 599,1-2 0 1577-599,-1 2 0 0 0,0-1 0 0 0,1-1 0 0 0,0 0 0 0 0,-1-1 0 0 0,2-1 0 0 0,-1-1 0 0 0,0-1 0 0 0,1-2 0 0 0,0 1 0 0 0,0-2 0 0 0,0 1 0 0 0,3 1 0 0 0,1 1 0 0 0,-1 0 0 0 0,0-1 0 0 0,-1 0 0 0 0,-1 0 0 0 0,0-1 0 0 0,-1 1 0 0 0,0-1-1456 0 0,3-6-4205 0 0,1 0 561 0 0,0-4 511 0 0,0 1 453 0 0,-1-3 380 0 0,-1 2 487 0 0,-1-2 249 0 0,-1 2 1240 0 0</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2:55.721"/>
    </inkml:context>
    <inkml:brush xml:id="br0">
      <inkml:brushProperty name="width" value="0.035" units="cm"/>
      <inkml:brushProperty name="height" value="0.035" units="cm"/>
      <inkml:brushProperty name="color" value="#004F8B"/>
    </inkml:brush>
  </inkml:definitions>
  <inkml:trace contextRef="#ctx0" brushRef="#br0">1634 4615 6233 0 0,'0'0'18145'0'0,"-5"-1"-16959"0"0,-31-12 3197 0 0,34 11-3715 0 0,-13-12 1044 0 0,-167-100-1234 0 0,136 89-485 0 0,1-3-1 0 0,1-1 0 0 0,2-2 1 0 0,-40-39-1 0 0,-33-42 8 0 0,2 3 0 0 0,-152-191 0 0 0,-42-150 0 0 0,269 381 0 0 0,3-3 0 0 0,-37-108 0 0 0,-31-157 0 0 0,84 272 0 0 0,1-1 0 0 0,2-1 0 0 0,4 0 0 0 0,2-1 0 0 0,3 0 0 0 0,4 0 0 0 0,2-1 0 0 0,3 1 0 0 0,13-78 0 0 0,-6 87 0 0 0,4-1 0 0 0,1 1 0 0 0,45-110 0 0 0,-48 143 0 0 0,1 1 0 0 0,2 0 0 0 0,1 1 0 0 0,0 1 0 0 0,2 0 0 0 0,1 1 0 0 0,0 1 0 0 0,2 1 0 0 0,0 1 0 0 0,41-30 0 0 0,-3 12 0 0 0,2 2 0 0 0,2 3 0 0 0,83-30 0 0 0,202-55 0 0 0,-346 117 0 0 0,409-99 0 0 0,-281 72 0 0 0,612-146 0 0 0,-542 127 0 0 0,300-61 0 0 0,-220 69 0 0 0,27-4 0 0 0,-291 39 0 0 0,486-76 0 0 0,397-39 0 0 0,-189 53 0 0 0,-456 48 0 0 0,144-7 0 0 0,-56-12 0 0 0,-79 6 0 0 0,22 7 0 0 0,398-26 0 0 0,141 25 0 0 0,766 31 0 0 0,156 98 0 0 0,-272 82 0 0 0,-800-44 0 0 0,-478-88 0 0 0,-3 9 0 0 0,249 119 0 0 0,-268-90 0 0 0,225 159 0 0 0,-352-218 0 0 0,0 2 0 0 0,-3 2 0 0 0,-1 2 0 0 0,52 63 0 0 0,-33-26 0 0 0,89 151 0 0 0,-134-200 0 0 0,-2 1 0 0 0,-1 0 0 0 0,-1 1 0 0 0,-1 0 0 0 0,-2 0 0 0 0,7 44 0 0 0,-10-30 0 0 0,-2 1 0 0 0,-1 0 0 0 0,-8 86 0 0 0,-3-50 0 0 0,-3-2 0 0 0,-4 1 0 0 0,-3-2 0 0 0,-3 0 0 0 0,-4-2 0 0 0,-3 0 0 0 0,-4-2 0 0 0,-3-1 0 0 0,-86 133 0 0 0,-244 313 0 0 0,300-431 0 0 0,-4-3 0 0 0,-114 112 0 0 0,104-124 0 0 0,-139 98 0 0 0,-209 121 0 0 0,415-282 0 0 0,-86 52 0 0 0,86-54 0 0 0,1 2 0 0 0,-2-1 0 0 0,-2 0 0 0 0,2 0 0 0 0,1-1 0 0 0,-2 1 0 0 0,2-1 0 0 0,-1 0 0 0 0,2 1 0 0 0,-2 2 0 0 0,0-2 0 0 0,0 1 0 0 0,-1 0 0 0 0,2 0 0 0 0,0-1 0 0 0,1 1 0 0 0,-10 13-208 0 0,16-17 251 0 0,1 0 0 0 0,-2-1 0 0 0,1 0 0 0 0,0 0 0 0 0,-1 0 0 0 0,0-1 0 0 0,-7 5 1 0 0,-38 5-2554 0 0,48-13 1681 0 0,1-1-1 0 0,0 0 0 0 0,0 0 1 0 0,0 0-1 0 0,-1-1 1 0 0,1 1-1 0 0,0-1 1 0 0,0 1-1 0 0,0-1 1 0 0,0 1-1 0 0,-1-1 0 0 0,1 0 1 0 0,0 0-1 0 0,0 0 1 0 0,1 0-1 0 0,-1-1 1 0 0,-2-1-1 0 0,-29-28-7753 0 0,24 20 6783 0 0,-12-10-1327 0 0</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2:58.312"/>
    </inkml:context>
    <inkml:brush xml:id="br0">
      <inkml:brushProperty name="width" value="0.035" units="cm"/>
      <inkml:brushProperty name="height" value="0.035" units="cm"/>
      <inkml:brushProperty name="color" value="#004F8B"/>
    </inkml:brush>
  </inkml:definitions>
  <inkml:trace contextRef="#ctx0" brushRef="#br0">490 211 5148 0 0,'8'-4'1535'0'0,"15"-9"11906"0"0,-18 10-13176 0 0,-1 1 2328 0 0,4-5-641 0 0,-5 3 1541 0 0,-2 2-3266 0 0,0 0 0 0 0,0 1 0 0 0,-1-1 0 0 0,1 0 0 0 0,0 0-1 0 0,-1 0 1 0 0,1 0 0 0 0,-1 0 0 0 0,0 0 0 0 0,0 0 0 0 0,0 0 0 0 0,0 0-1 0 0,0 0 1 0 0,0 0 0 0 0,0 0 0 0 0,-1 0 0 0 0,1 0 0 0 0,-2-2 0 0 0,0-3-225 0 0,-1 1 0 0 0,0 0 0 0 0,0 0-1 0 0,-1 0 1 0 0,0 0 0 0 0,0 1 0 0 0,0-1 0 0 0,-1 1 0 0 0,1 0 0 0 0,-1 0 0 0 0,-1 1 0 0 0,1 0 0 0 0,-1 0 0 0 0,-6-4 0 0 0,-7-3-2 0 0,9 5 0 0 0,1 0 0 0 0,-1 1 0 0 0,-1 0 0 0 0,1 1 0 0 0,0 0 0 0 0,-1 1 0 0 0,0 0 0 0 0,0 0 0 0 0,0 2 0 0 0,-20-2 0 0 0,-9 1 0 0 0,31 5 0 0 0,2 1 0 0 0,-2-1 0 0 0,0 1 0 0 0,0 0 0 0 0,0 0 0 0 0,1 1 0 0 0,0 1 0 0 0,0-1 0 0 0,0 1 0 0 0,0 0 0 0 0,1 1 0 0 0,-8 8 0 0 0,-2 5 0 0 0,1 0 0 0 0,-21 33 0 0 0,23-30 0 0 0,0-1 0 0 0,2 2 0 0 0,1 0 0 0 0,0 0 0 0 0,2 1 0 0 0,-11 48 0 0 0,18-61 0 0 0,1 0 0 0 0,0 1 0 0 0,0-1 0 0 0,2 0 0 0 0,-1 0 0 0 0,2 0 0 0 0,-1 0 0 0 0,2 0 0 0 0,0 0 0 0 0,0 0 0 0 0,1 0 0 0 0,0-1 0 0 0,1 0 0 0 0,0 0 0 0 0,1 0 0 0 0,1-1 0 0 0,7 11 0 0 0,-6-11-30 0 0,1-1 1 0 0,0 0-1 0 0,0 0 1 0 0,1 0-1 0 0,0-2 0 0 0,0 1 1 0 0,1-1-1 0 0,0-1 1 0 0,0 0-1 0 0,1 0 0 0 0,0-1 1 0 0,0-1-1 0 0,0 0 0 0 0,0 0 1 0 0,1-2-1 0 0,-1 1 1 0 0,1-1-1 0 0,0-1 0 0 0,0-1 1 0 0,-1 1-1 0 0,1-2 1 0 0,0 0-1 0 0,0 0 0 0 0,-1-2 1 0 0,1 1-1 0 0,-1-2 0 0 0,1 1 1 0 0,13-7-1 0 0,-15 4-2029 0 0,13-17-14554 0 0,-18 14 12912 0 0,-4 6 203 0 0,-1-1 405 0 0,3-12 189 0 0</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2:59.210"/>
    </inkml:context>
    <inkml:brush xml:id="br0">
      <inkml:brushProperty name="width" value="0.035" units="cm"/>
      <inkml:brushProperty name="height" value="0.035" units="cm"/>
      <inkml:brushProperty name="color" value="#004F8B"/>
    </inkml:brush>
  </inkml:definitions>
  <inkml:trace contextRef="#ctx0" brushRef="#br0">269 19 6837 0 0,'0'0'7891'0'0,"-2"-16"3357"0"0,-7 15-10928 0 0,3 0 61 0 0,0 1 0 0 0,-1-1-1 0 0,1 1 1 0 0,-1 0 0 0 0,1 1-1 0 0,0 0 1 0 0,0 0-1 0 0,-1 0 1 0 0,1 1 0 0 0,0 0-1 0 0,0 0 1 0 0,0 0 0 0 0,1 1-1 0 0,-1 0 1 0 0,0 0-1 0 0,-6 5 1 0 0,-1 2-381 0 0,0 0 0 0 0,0 1 0 0 0,1 0 0 0 0,1 0 0 0 0,0 2 0 0 0,0-1 0 0 0,2 1 0 0 0,-1 1 0 0 0,2 0 0 0 0,-14 29 0 0 0,17-33 0 0 0,-2 10 0 0 0,5 5 0 0 0,1-4 0 0 0,8-1 0 0 0,-5-17 0 0 0,0-1 0 0 0,0 1 0 0 0,0 0 0 0 0,1 0 0 0 0,-1-1 0 0 0,1 1 0 0 0,-1-1 0 0 0,1 0 0 0 0,0 0 0 0 0,0 0 0 0 0,0 0 0 0 0,5 2 0 0 0,1-1 0 0 0,-1-1 0 0 0,1-1 0 0 0,-1 1 0 0 0,1-1 0 0 0,0-1 0 0 0,0 0 0 0 0,-1 0 0 0 0,1-1 0 0 0,0 0 0 0 0,-1 0 0 0 0,1-1 0 0 0,-1 0 0 0 0,1 0 0 0 0,-1-1 0 0 0,0 0 0 0 0,15-9 0 0 0,-17 10 0 0 0,36-18-1 0 0,-2-2 0 0 0,-1-1 0 0 0,0-2 0 0 0,-2-2 1 0 0,63-58-1 0 0,-88 72 6 0 0,-12 13-5 0 0,-1 0 0 0 0,1 0 0 0 0,0 0 0 0 0,0 0 0 0 0,0 0 0 0 0,-1 0 0 0 0,1 0 0 0 0,0 0 0 0 0,0 0 0 0 0,0 0 0 0 0,0 0 0 0 0,-1 0 0 0 0,1 0 0 0 0,0 0 0 0 0,0 0 0 0 0,0 0 0 0 0,0 0 0 0 0,-1 0 0 0 0,1 0 0 0 0,0 0 0 0 0,0 0 0 0 0,0-1 0 0 0,0 1 0 0 0,0 0 0 0 0,-1 0 0 0 0,1 0 0 0 0,0 0 0 0 0,0 0 0 0 0,0-1 0 0 0,0 1 0 0 0,0 0 0 0 0,0 0 0 0 0,0 0 0 0 0,0 0 0 0 0,0-1 0 0 0,0 1 0 0 0,-1 0 0 0 0,1 0 0 0 0,0 0 0 0 0,0 0 0 0 0,0-1 0 0 0,0 1 0 0 0,0 0 0 0 0,0 0 0 0 0,0 0 0 0 0,1-1 0 0 0,-1 1 0 0 0,0 0 0 0 0,0 0 0 0 0,0 0 0 0 0,0 0 0 0 0,0-1 0 0 0,0 1 0 0 0,0 0 0 0 0,0 0 0 0 0,0 0 0 0 0,0 0 0 0 0,0 0 0 0 0,1-1 0 0 0,-1 1 0 0 0,0 0 0 0 0,0 0 0 0 0,0 0 0 0 0,1 0 0 0 0,-37 16 0 0 0,33-13 0 0 0,0-1 0 0 0,0 1 0 0 0,0-1 0 0 0,0 1 0 0 0,1 0 0 0 0,-1 0 0 0 0,1 1 0 0 0,0-1 0 0 0,0 0 0 0 0,0 1 0 0 0,1-1 0 0 0,-1 1 0 0 0,1-1 0 0 0,0 1 0 0 0,-2 6 0 0 0,3-8 0 0 0,-5 18 0 0 0,4 1 0 0 0,1-2 0 0 0,0-15 110 0 0,1-1 0 0 0,-1 1 0 0 0,0-1 0 0 0,1 1 0 0 0,-1-1 0 0 0,1 0 1 0 0,0 1-1 0 0,3 5 0 0 0,-3-7-623 0 0,0 0 1 0 0,0 0-1 0 0,0-1 1 0 0,1 1-1 0 0,-1-1 0 0 0,0 1 1 0 0,1-1-1 0 0,-1 1 1 0 0,1-1-1 0 0,0 0 1 0 0,-1 0-1 0 0,1 0 1 0 0,0 0-1 0 0,-1 0 1 0 0,1 0-1 0 0,0 0 1 0 0,0-1-1 0 0,2 2 1 0 0,34-2-13481 0 0,-18-5 7419 0 0,-16 4 3641 0 0</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2:59.725"/>
    </inkml:context>
    <inkml:brush xml:id="br0">
      <inkml:brushProperty name="width" value="0.035" units="cm"/>
      <inkml:brushProperty name="height" value="0.035" units="cm"/>
      <inkml:brushProperty name="color" value="#004F8B"/>
    </inkml:brush>
  </inkml:definitions>
  <inkml:trace contextRef="#ctx0" brushRef="#br0">104 1 5641 0 0,'0'0'9395'0'0,"-4"7"-8150"0"0,-30 66 6738 0 0,-29 87 0 0 0,63-158-7643 0 0,-1 1-183 0 0,0-2-167 0 0,1-1 0 0 0,0 1 0 0 0,0-1 0 0 0,0 1 0 0 0,0 0 0 0 0,0-1 0 0 0,0 1 0 0 0,0 0 0 0 0,0-1 0 0 0,0 1-1 0 0,0 0 1 0 0,0-1 0 0 0,0 1 0 0 0,1-1 0 0 0,-1 1 0 0 0,0 0 0 0 0,0-1 0 0 0,1 1 0 0 0,-1-1 0 0 0,0 1 0 0 0,1-1 0 0 0,-1 1-1 0 0,1-1 1 0 0,-1 1 0 0 0,0-1 0 0 0,1 1 0 0 0,-1-1 0 0 0,1 1 0 0 0,-1-1 0 0 0,1 0 0 0 0,-1 1 0 0 0,1-1 0 0 0,0 0 0 0 0,-1 0 0 0 0,1 1-1 0 0,-1-1 1 0 0,1 0 0 0 0,0 0 0 0 0,-1 0 0 0 0,1 0 0 0 0,0 0 0 0 0,-1 0 0 0 0,1 0 0 0 0,0 0 0 0 0,-1 0 0 0 0,1 0 0 0 0,-1 0 0 0 0,1 0-1 0 0,0 0 1 0 0,-1 0 0 0 0,1-1 0 0 0,0 1 0 0 0,-1 0 0 0 0,1 0 0 0 0,-1-1 0 0 0,1 1 0 0 0,-1 0 0 0 0,1-1 0 0 0,161-166-4362 0 0,-140 142 4013 0 0,-16 17 551 0 0,1 1-1 0 0,0 0 1 0 0,0 0-1 0 0,1 1 0 0 0,-1-1 1 0 0,11-4-1 0 0,-16 10 1148 0 0,0 1-1290 0 0,0 1 0 0 0,-1 0 0 0 0,1-1-1 0 0,0 1 1 0 0,-1 0 0 0 0,1 0 0 0 0,0 1 0 0 0,-1-1-1 0 0,0 0 1 0 0,1 0 0 0 0,1 3 0 0 0,-2-3 0 0 0,0 1 24 0 0,1 1-1 0 0,-1 0 0 0 0,1 0 1 0 0,-1 0-1 0 0,0 0 0 0 0,-1 1 1 0 0,1-1-1 0 0,0 0 0 0 0,-1 0 1 0 0,0 0-1 0 0,1 1 0 0 0,-1-1 0 0 0,0 0 1 0 0,-2 5-1 0 0,2-5 48 0 0,0 17 42 0 0,-2-1-1 0 0,-1 1 0 0 0,0-1 1 0 0,-1 0-1 0 0,-7 19 1 0 0,-19 46-3645 0 0,22-63 1294 0 0,1-5-1413 0 0,-1 1-2906 0 0,3-2-7169 0 0</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3:00.070"/>
    </inkml:context>
    <inkml:brush xml:id="br0">
      <inkml:brushProperty name="width" value="0.035" units="cm"/>
      <inkml:brushProperty name="height" value="0.035" units="cm"/>
      <inkml:brushProperty name="color" value="#004F8B"/>
    </inkml:brush>
  </inkml:definitions>
  <inkml:trace contextRef="#ctx0" brushRef="#br0">251 0 7309 0 0,'0'0'8510'0'0,"-3"9"-6753"0"0,-93 231 10120 0 0,27-75-8563 0 0,21-54-4041 0 0,36-86-2093 0 0,-4-5-2868 0 0,9-14-1156 0 0</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3:00.411"/>
    </inkml:context>
    <inkml:brush xml:id="br0">
      <inkml:brushProperty name="width" value="0.035" units="cm"/>
      <inkml:brushProperty name="height" value="0.035" units="cm"/>
      <inkml:brushProperty name="color" value="#004F8B"/>
    </inkml:brush>
  </inkml:definitions>
  <inkml:trace contextRef="#ctx0" brushRef="#br0">0 15 10065 0 0,'0'0'18456'0'0,"6"-2"-17082"0"0,-1-3-937 0 0,3 1-146 0 0,33 0 1757 0 0,148 8-3716 0 0,-87 6-3956 0 0,-30-3-2533 0 0,4-1-4685 0 0,-58-5 9854 0 0</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3:00.740"/>
    </inkml:context>
    <inkml:brush xml:id="br0">
      <inkml:brushProperty name="width" value="0.035" units="cm"/>
      <inkml:brushProperty name="height" value="0.035" units="cm"/>
      <inkml:brushProperty name="color" value="#004F8B"/>
    </inkml:brush>
  </inkml:definitions>
  <inkml:trace contextRef="#ctx0" brushRef="#br0">160 0 3440 0 0,'0'0'6007'0'0,"4"1"-4402"0"0,14 3 8680 0 0,-22 2-8648 0 0,-47 65 5123 0 0,-16 24-3545 0 0,58-80-3251 0 0,0 0-1 0 0,1 1 1 0 0,0 0-1 0 0,-6 21 1 0 0,5-13 36 0 0,8-10 0 0 0,1 0 0 0 0,-1-12 0 0 0,1-1 0 0 0,0 1 0 0 0,-1 0 0 0 0,1-1 0 0 0,0 1 0 0 0,0 0 0 0 0,0 0 0 0 0,0-1 0 0 0,0 1 0 0 0,1 0 0 0 0,-1-1 0 0 0,0 1 0 0 0,1 0 0 0 0,-1-1 0 0 0,1 1 0 0 0,0-1 0 0 0,-1 1 0 0 0,2 1 0 0 0,1 0 0 0 0,-3-2 0 0 0,0 0 0 0 0,1 0 0 0 0,-1 0 0 0 0,0 0 0 0 0,1 0 0 0 0,-1 0 0 0 0,1 0 0 0 0,-1 0 0 0 0,1 0 0 0 0,0 0 0 0 0,-1 0 0 0 0,1-1 0 0 0,0 1 0 0 0,0 0 0 0 0,-1 0 0 0 0,1-1 0 0 0,0 1 0 0 0,0 0 0 0 0,0-1 0 0 0,0 1 0 0 0,0-1 0 0 0,0 1 0 0 0,0-1 0 0 0,0 0 0 0 0,0 1 0 0 0,2-1 0 0 0,-1 1 0 0 0,0 0 0 0 0,-1 0 0 0 0,1 0 0 0 0,0 0 0 0 0,0 0 0 0 0,0 0 0 0 0,-1 0 0 0 0,1-1 0 0 0,0 1 0 0 0,0 0 0 0 0,0-1 0 0 0,0 0 0 0 0,0 1 0 0 0,0-1 0 0 0,4 0 0 0 0,1 0 0 0 0,1 1 0 0 0,-1-1 0 0 0,1 1 0 0 0,0-1 0 0 0,-1 0 0 0 0,1-1 0 0 0,0 0 0 0 0,-1 0 0 0 0,1-1 0 0 0,-1 0 0 0 0,1 0 0 0 0,-1-1 0 0 0,0 1 0 0 0,0-2 0 0 0,0 1 0 0 0,0-1 0 0 0,-1 0 0 0 0,1 0 0 0 0,-1-1 0 0 0,0 0 0 0 0,7-7 0 0 0,-5 3 0 0 0,1 0 0 0 0,-2 0 0 0 0,1 0 0 0 0,-1-1 0 0 0,-1 0 0 0 0,0 0 0 0 0,5-12 0 0 0,-5 5 0 0 0,-3-7 0 0 0,-7-1 0 0 0,1 19-46 0 0,-1-1-1 0 0,1 0 1 0 0,-1 1 0 0 0,0-1 0 0 0,-1 1-1 0 0,0 0 1 0 0,0 1 0 0 0,-7-7 0 0 0,0 0-3650 0 0,2 3-3667 0 0,5 4 2424 0 0</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3:01.079"/>
    </inkml:context>
    <inkml:brush xml:id="br0">
      <inkml:brushProperty name="width" value="0.035" units="cm"/>
      <inkml:brushProperty name="height" value="0.035" units="cm"/>
      <inkml:brushProperty name="color" value="#004F8B"/>
    </inkml:brush>
  </inkml:definitions>
  <inkml:trace contextRef="#ctx0" brushRef="#br0">104 0 6849 0 0,'-35'111'12880'0'0,"1"-2"-6309"0"0,24-75-4881 0 0,5-20-894 0 0,1 1 0 0 0,1-1 1 0 0,0 1-1 0 0,1 0 0 0 0,0 16 0 0 0,-1-14-796 0 0,1-1 0 0 0,2-16 0 0 0,0 0 0 0 0,0 1 0 0 0,0-1 0 0 0,0 0 0 0 0,0 1 0 0 0,0-1 0 0 0,0 0 0 0 0,0 1 0 0 0,0-1 0 0 0,0 0 0 0 0,0 1 0 0 0,0-1 0 0 0,1 0 0 0 0,-1 1 0 0 0,0-1 0 0 0,0 0 0 0 0,0 1 0 0 0,0-1 0 0 0,1 0 0 0 0,-1 0 0 0 0,0 1 0 0 0,0-1 0 0 0,1 0 0 0 0,-1 0 0 0 0,0 1 0 0 0,1-1 0 0 0,-1 0 0 0 0,0 0 0 0 0,1 0 0 0 0,-1 0 0 0 0,0 1 0 0 0,1-1 0 0 0,-1 0 0 0 0,0 0 0 0 0,1 0 0 0 0,-1 0 0 0 0,0 0 0 0 0,1 0 0 0 0,-1 0 0 0 0,0 0 0 0 0,1 0 0 0 0,3-1 0 0 0,0-1 0 0 0,-1 0 0 0 0,1 0 0 0 0,-1 0 0 0 0,1 0 0 0 0,-1 0 0 0 0,0-1 0 0 0,0 0 0 0 0,0 1 0 0 0,5-7 0 0 0,36-45 0 0 0,-7 9 0 0 0,-7 12-22 0 0,3 3 0 0 0,0 0 0 0 0,2 2 0 0 0,1 2 0 0 0,1 1 0 0 0,1 2 0 0 0,69-30 0 0 0,-92 52-3126 0 0,-14 1 2534 0 0,-1 0-1 0 0,1 1 1 0 0,0-1 0 0 0,0 1-1 0 0,-1-1 1 0 0,1 1 0 0 0,0-1 0 0 0,-1 1-1 0 0,1 0 1 0 0,-1-1 0 0 0,1 1-1 0 0,-1 0 1 0 0,1-1 0 0 0,-1 1 0 0 0,1 0-1 0 0,-1 0 1 0 0,0-1 0 0 0,1 1-1 0 0,-1 1 1 0 0,3 17-10360 0 0,-3-10 10156 0 0,0-4-2255 0 0</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3:05.564"/>
    </inkml:context>
    <inkml:brush xml:id="br0">
      <inkml:brushProperty name="width" value="0.035" units="cm"/>
      <inkml:brushProperty name="height" value="0.035" units="cm"/>
      <inkml:brushProperty name="color" value="#004F8B"/>
    </inkml:brush>
  </inkml:definitions>
  <inkml:trace contextRef="#ctx0" brushRef="#br0">744 7 4984 0 0,'3'3'27713'0'0,"-44"-9"-27643"0"0,-23 3-70 0 0,17 6 0 0 0,-41 2 0 0 0,-107 1 0 0 0,173-6 0 0 0,-3 0 0 0 0,0 0 0 0 0,1 0 0 0 0,3 0 0 0 0,2 1 0 0 0,3 4 0 0 0,1 6 0 0 0,4 1 0 0 0,4-2 0 0 0,1 1 0 0 0,0 0 0 0 0,1 0 0 0 0,0 0 0 0 0,1 1 0 0 0,0-1 0 0 0,1 1 0 0 0,-3 20 0 0 0,-5 16 0 0 0,0-4 0 0 0,2 2 0 0 0,1-1 0 0 0,-1 77 0 0 0,4-60 0 0 0,5-44 0 0 0,0 2 0 0 0,-1-1 0 0 0,0-1 0 0 0,1 0 0 0 0,-1 2 0 0 0,-1-4 0 0 0,-2-22-457 0 0,-2-16-3979 0 0,-5-21-12856 0 0,9 34 12691 0 0,-1 3 3342 0 0,1 3 225 0 0,0 0-1938 0 0</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3:05.960"/>
    </inkml:context>
    <inkml:brush xml:id="br0">
      <inkml:brushProperty name="width" value="0.035" units="cm"/>
      <inkml:brushProperty name="height" value="0.035" units="cm"/>
      <inkml:brushProperty name="color" value="#004F8B"/>
    </inkml:brush>
  </inkml:definitions>
  <inkml:trace contextRef="#ctx0" brushRef="#br0">0 4 6993 0 0,'2'-2'1881'0'0,"-2"2"-1613"0"0,0 0 1 0 0,0 0 0 0 0,0 0 0 0 0,1 0-1 0 0,-1-1 1 0 0,0 1 0 0 0,0 0-1 0 0,1 0 1 0 0,-1 0 0 0 0,0 0 0 0 0,1 0-1 0 0,-1 0 1 0 0,0 0 0 0 0,0 0-1 0 0,1 0 1 0 0,-1 0 0 0 0,0 0 0 0 0,0 0-1 0 0,1 0 1 0 0,-1 0 0 0 0,0 0 0 0 0,1 0-1 0 0,-1 0 1 0 0,0 0 0 0 0,0 0-1 0 0,1 0 1 0 0,-1 1 0 0 0,0-1 0 0 0,0 0-1 0 0,1 0 1 0 0,-1 0 0 0 0,0 0-1 0 0,0 1 1 0 0,17 14 5694 0 0,20 35-2004 0 0,-17-24-1264 0 0,9 6-2179 0 0,1-2 0 0 0,1-1 0 0 0,56 39 0 0 0,12 8-440 0 0,-87-67-76 0 0,0 0-1440 0 0,5 8 4343 0 0,-9-9-5454 0 0,14-15-19713 0 0,-18 4 18481 0 0</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3:06.325"/>
    </inkml:context>
    <inkml:brush xml:id="br0">
      <inkml:brushProperty name="width" value="0.035" units="cm"/>
      <inkml:brushProperty name="height" value="0.035" units="cm"/>
      <inkml:brushProperty name="color" value="#004F8B"/>
    </inkml:brush>
  </inkml:definitions>
  <inkml:trace contextRef="#ctx0" brushRef="#br0">327 1 5004 0 0,'0'0'16231'0'0,"-4"5"-14472"0"0,-80 85 6049 0 0,-12-1-5676 0 0,-24 24-2758 0 0,105-95-3518 0 0,8-5-4476 0 0,25 2-6777 0 0,-15-12 12446 0 0</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3:08.722"/>
    </inkml:context>
    <inkml:brush xml:id="br0">
      <inkml:brushProperty name="width" value="0.035" units="cm"/>
      <inkml:brushProperty name="height" value="0.035" units="cm"/>
      <inkml:brushProperty name="color" value="#004F8B"/>
    </inkml:brush>
  </inkml:definitions>
  <inkml:trace contextRef="#ctx0" brushRef="#br0">0 34 4320 0 0,'0'0'5704'0'0,"7"0"-4803"0"0,60-6 4338 0 0,-64 6-4571 0 0,19 0 1653 0 0,403 4 7371 0 0,512-12-8399 0 0,111-15-225 0 0,-1 42-433 0 0,-1032-19-634 0 0,463 14-154 0 0,669 9 105 0 0,-389-4 212 0 0,-217-2-159 0 0,-118-3 97 0 0,159 2-869 0 0,-70 12 43 0 0,-455-24 719 0 0,103 13 414 0 0,-158-17-385 0 0,0 0 18 0 0,1 1-1 0 0,-1-1 1 0 0,1 1-1 0 0,-1 0 1 0 0,1 0-1 0 0,-1 0 1 0 0,0 0-1 0 0,1 0 1 0 0,-1 1-1 0 0,0-1 1 0 0,0 0-1 0 0,0 1 0 0 0,0 0 1 0 0,0 0-1 0 0,-1-1 1 0 0,4 5-1 0 0,-1 8 273 0 0,-2-2-136 0 0,1 0 0 0 0,-2 0 0 0 0,1 0 0 0 0,-1 13 0 0 0,1 28-176 0 0,2 0 0 0 0,2 0 0 0 0,3 0-1 0 0,25 81 1 0 0,-25-107-2 0 0,2-1 0 0 0,1 0 0 0 0,1 0 0 0 0,2-2 0 0 0,28 40 0 0 0,-36-55 0 0 0,4 5 0 0 0,16 13 0 0 0,-19-22 0 0 0,6-4-307 0 0,-11-1-1852 0 0,-1-8-4327 0 0,0 6 5344 0 0</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3:09.147"/>
    </inkml:context>
    <inkml:brush xml:id="br0">
      <inkml:brushProperty name="width" value="0.035" units="cm"/>
      <inkml:brushProperty name="height" value="0.035" units="cm"/>
      <inkml:brushProperty name="color" value="#004F8B"/>
    </inkml:brush>
  </inkml:definitions>
  <inkml:trace contextRef="#ctx0" brushRef="#br0">0 6 6953 0 0,'2'-1'3290'0'0,"10"-4"-2388"0"0,-3 6 6931 0 0,46 38 1432 0 0,-1 8-5307 0 0,-35-29-3845 0 0,1-1 1 0 0,0 0-1 0 0,1-2 0 0 0,45 26 0 0 0,-51-34-233 0 0,0-1-1 0 0,1-1 1 0 0,0 0 0 0 0,17 3-1 0 0,-13-6-4489 0 0,0-2-4455 0 0,-16 0 4722 0 0,0 0 122 0 0,13-5 1842 0 0,-10 1-1561 0 0,5-4 1069 0 0</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3:09.472"/>
    </inkml:context>
    <inkml:brush xml:id="br0">
      <inkml:brushProperty name="width" value="0.035" units="cm"/>
      <inkml:brushProperty name="height" value="0.035" units="cm"/>
      <inkml:brushProperty name="color" value="#004F8B"/>
    </inkml:brush>
  </inkml:definitions>
  <inkml:trace contextRef="#ctx0" brushRef="#br0">287 1 5280 0 0,'0'0'6103'0'0,"-5"2"-4254"0"0,-4 2-926 0 0,0 1 0 0 0,1 1 1 0 0,-1-1-1 0 0,1 1 0 0 0,1 1 0 0 0,-1 0 1 0 0,1 0-1 0 0,0 0 0 0 0,1 1 0 0 0,-11 15 1 0 0,-9 19 1339 0 0,-21 44 0 0 0,4-7-4463 0 0,19-45-4774 0 0,-7-2-7132 0 0,16-17 11128 0 0</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3:10.352"/>
    </inkml:context>
    <inkml:brush xml:id="br0">
      <inkml:brushProperty name="width" value="0.035" units="cm"/>
      <inkml:brushProperty name="height" value="0.035" units="cm"/>
      <inkml:brushProperty name="color" value="#004F8B"/>
    </inkml:brush>
  </inkml:definitions>
  <inkml:trace contextRef="#ctx0" brushRef="#br0">166 1 7789 0 0,'0'0'3101'0'0,"-9"3"-269"0"0,-65 33 4570 0 0,65-31-5886 0 0,0 0 0 0 0,0 1 1 0 0,0 0-1 0 0,1 1 1 0 0,0 0-1 0 0,-14 15 0 0 0,17-10-651 0 0,2 5-701 0 0,7 3-164 0 0,7-6 0 0 0,-8-10 0 0 0,21 7 0 0 0,-4-6 0 0 0,4-4 0 0 0,0-4 0 0 0,-1-4 0 0 0,-3-2 0 0 0,-5-2 0 0 0,-6-1 0 0 0,-8 11 0 0 0,-1 1 0 0 0,0-1 0 0 0,0 1 0 0 0,1-1 0 0 0,-1 1 0 0 0,0-1 0 0 0,0 1 0 0 0,0-1 0 0 0,0 1 0 0 0,0-1 0 0 0,0 1 0 0 0,0-1 0 0 0,0 1 0 0 0,0-1 0 0 0,0 1 0 0 0,0-1 0 0 0,0 0 0 0 0,0 1 0 0 0,0-1 0 0 0,0 1 0 0 0,0-1 0 0 0,-1 1 0 0 0,1 0 0 0 0,0-1 0 0 0,0 1 0 0 0,-1-1 0 0 0,1 0 0 0 0,-21-12 0 0 0,1 7 0 0 0,2 2 0 0 0,-2 1 0 0 0,-3 7 0 0 0,10 7 0 0 0,13 7 0 0 0,0-18 0 0 0,0 0 0 0 0,0 1 0 0 0,0-1 0 0 0,0 0 0 0 0,0 0 0 0 0,0 1 0 0 0,0-1 0 0 0,0 0 0 0 0,0 1 0 0 0,0-1 0 0 0,0 0 0 0 0,0 1 0 0 0,0-1 0 0 0,0 0 0 0 0,1 0 0 0 0,-1 1 0 0 0,0-1 0 0 0,0 0 0 0 0,0 0 0 0 0,0 1 0 0 0,0-1 0 0 0,1 0 0 0 0,-1 0 0 0 0,0 1 0 0 0,0-1 0 0 0,1 0 0 0 0,-1 0 0 0 0,0 0 0 0 0,0 0 0 0 0,1 1 0 0 0,-1-1 0 0 0,0 0 0 0 0,0 0 0 0 0,1 0 0 0 0,-1 0 0 0 0,0 0 0 0 0,1 0 0 0 0,-1 0 0 0 0,0 0 0 0 0,0 0 0 0 0,1 0 0 0 0,-1 0 0 0 0,1 0 0 0 0,-11-32 0 0 0,-23-16-132 0 0,31 46-809 0 0</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3:11.015"/>
    </inkml:context>
    <inkml:brush xml:id="br0">
      <inkml:brushProperty name="width" value="0.035" units="cm"/>
      <inkml:brushProperty name="height" value="0.035" units="cm"/>
      <inkml:brushProperty name="color" value="#004F8B"/>
    </inkml:brush>
  </inkml:definitions>
  <inkml:trace contextRef="#ctx0" brushRef="#br0">84 23 7361 0 0,'6'-4'20910'0'0,"-18"19"-20252"0"0,-45 55 3180 0 0,48-56-3838 0 0,2-2 0 0 0,3 2 0 0 0,4-13 0 0 0,1 0 0 0 0,-1-1 0 0 0,0 1 0 0 0,1-1 0 0 0,-1 1 0 0 0,0-1 0 0 0,1 1 0 0 0,-1-1 0 0 0,1 1 0 0 0,-1-1 0 0 0,1 1 0 0 0,-1-1 0 0 0,1 0 0 0 0,-1 1 0 0 0,1-1 0 0 0,0 0 0 0 0,-1 1 0 0 0,1-1 0 0 0,-1 0 0 0 0,1 0 0 0 0,0 0 0 0 0,-1 0 0 0 0,1 1 0 0 0,0-1 0 0 0,-1 0 0 0 0,1 0 0 0 0,0 0 0 0 0,-1 0 0 0 0,1 0 0 0 0,1-1 0 0 0,2 1 0 0 0,-2-1 0 0 0,1 0 0 0 0,-1 1 0 0 0,0-1 0 0 0,1 0 0 0 0,-1 0 0 0 0,0 0 0 0 0,1-1 0 0 0,-1 1 0 0 0,0-1 0 0 0,0 1 0 0 0,0-1 0 0 0,0 1 0 0 0,0-1 0 0 0,-1 0 0 0 0,1 0 0 0 0,0 0 0 0 0,1-3 0 0 0,10-8 0 0 0,-3-1 0 0 0,-1 2 0 0 0,-9 12 0 0 0,0 0 0 0 0,1-1 0 0 0,-1 1 0 0 0,0-1 0 0 0,0 1 0 0 0,1-1 0 0 0,-1 1 0 0 0,0 0 0 0 0,0-1 0 0 0,0 1 0 0 0,0-1 0 0 0,0 1 0 0 0,1-1 0 0 0,-1 1 0 0 0,0-1 0 0 0,0 1 0 0 0,0-1 0 0 0,0 1 0 0 0,-1-1 0 0 0,1 1 0 0 0,0-1 0 0 0,0 1 0 0 0,0-1 0 0 0,0 1 0 0 0,0-1 0 0 0,-1 0 0 0 0,-18-12 0 0 0,-5 11 0 0 0,0 10 0 0 0,17-4 0 0 0,10-3 0 0 0,36-10 0 0 0,-38 8 0 0 0,0 1 0 0 0,0 0 0 0 0,0-1 0 0 0,0 1 0 0 0,0-1 0 0 0,0 1 0 0 0,0-1 0 0 0,0 0 0 0 0,0 1 0 0 0,0-1 0 0 0,0 0 0 0 0,0 0 0 0 0,-1 0 0 0 0,1 1 0 0 0,0-1 0 0 0,0 0 0 0 0,-1 0 0 0 0,2-2 0 0 0,2-20-268 0 0,-4 22-305 0 0,1 0 0 0 0,-2-1 0 0 0,1 1 0 0 0,0 0 0 0 0,0 0 0 0 0,0 0 1 0 0,-1-1-1 0 0,1 1 0 0 0,0 0 0 0 0,-1 0 0 0 0,1 0 0 0 0,-1 0 0 0 0,1 0 0 0 0,-1 0 1 0 0,0 0-1 0 0,1 0 0 0 0,-1 0 0 0 0,0 0 0 0 0,-1-1 0 0 0</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3:11.832"/>
    </inkml:context>
    <inkml:brush xml:id="br0">
      <inkml:brushProperty name="width" value="0.035" units="cm"/>
      <inkml:brushProperty name="height" value="0.035" units="cm"/>
      <inkml:brushProperty name="color" value="#004F8B"/>
    </inkml:brush>
  </inkml:definitions>
  <inkml:trace contextRef="#ctx0" brushRef="#br0">55 22 4840 0 0,'2'-3'2161'0'0,"7"-15"15267"0"0,-13 24-16353 0 0,-2 5-703 0 0,-1 0 764 0 0,1 0 0 0 0,1 1 0 0 0,0 0 0 0 0,0 0 0 0 0,-2 13 0 0 0,3-10-1061 0 0,4 2-75 0 0,0-16 0 0 0,0-1 0 0 0,0 1 0 0 0,0-1 0 0 0,0 0 0 0 0,0 1 0 0 0,0-1 0 0 0,0 1 0 0 0,0-1 0 0 0,0 0 0 0 0,0 1 0 0 0,0-1 0 0 0,0 1 0 0 0,1-1 0 0 0,-1 0 0 0 0,0 1 0 0 0,0-1 0 0 0,0 1 0 0 0,1-1 0 0 0,-1 0 0 0 0,0 1 0 0 0,1-1 0 0 0,-1 0 0 0 0,0 0 0 0 0,1 1 0 0 0,-1-1 0 0 0,0 0 0 0 0,1 0 0 0 0,-1 1 0 0 0,0-1 0 0 0,1 0 0 0 0,-1 0 0 0 0,1 0 0 0 0,-1 0 0 0 0,0 0 0 0 0,1 0 0 0 0,-1 0 0 0 0,1 1 0 0 0,27-16 0 0 0,-15-3 0 0 0,-4 2 0 0 0,-5 2 0 0 0,-4 2 0 0 0,0 11 0 0 0,-1 0 0 0 0,1 1 0 0 0,-1-1 0 0 0,0 1 0 0 0,1-1 0 0 0,-1 1 0 0 0,0-1 0 0 0,1 1 0 0 0,-1-1 0 0 0,0 1 0 0 0,0 0 0 0 0,1 0 0 0 0,-1-1 0 0 0,0 1 0 0 0,0 0 0 0 0,0 0 0 0 0,0 0 0 0 0,1 0 0 0 0,-1 0 0 0 0,0 0 0 0 0,0 0 0 0 0,-1 0 0 0 0,-25 13 0 0 0,11 0 0 0 0,6-3 0 0 0,2 0-55 0 0,7-9-541 0 0,8-2-4502 0 0,13-6 1797 0 0,25-12-14592 0 0,-29 11 14689 0 0</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3:12.378"/>
    </inkml:context>
    <inkml:brush xml:id="br0">
      <inkml:brushProperty name="width" value="0.035" units="cm"/>
      <inkml:brushProperty name="height" value="0.035" units="cm"/>
      <inkml:brushProperty name="color" value="#004F8B"/>
    </inkml:brush>
  </inkml:definitions>
  <inkml:trace contextRef="#ctx0" brushRef="#br0">117 0 6225 0 0,'0'0'17587'0'0,"-6"5"-16281"0"0,-3 2-997 0 0,-22 18 2075 0 0,-2 14 2505 0 0,23-25-4822 0 0,9-1-67 0 0,18-1 0 0 0,10-15 0 0 0,-17 2 0 0 0,3-5 0 0 0,23-11 0 0 0,-20 9 0 0 0,-16 8 0 0 0,0 0 0 0 0,-1 0 0 0 0,1 0 0 0 0,0 0 0 0 0,0 0 0 0 0,0 0 0 0 0,0 0 0 0 0,0 0 0 0 0,0-1 0 0 0,-1 1 0 0 0,1 0 0 0 0,0 0 0 0 0,0 0 0 0 0,0 0 0 0 0,0 0 0 0 0,0 0 0 0 0,0-1 0 0 0,0 1 0 0 0,0 0 0 0 0,0 0 0 0 0,0 0 0 0 0,0 0 0 0 0,0 0 0 0 0,-1-1 0 0 0,1 1 0 0 0,0 0 0 0 0,0 0 0 0 0,0 0 0 0 0,0 0 0 0 0,0 0 0 0 0,0-1 0 0 0,1 1 0 0 0,-1 0 0 0 0,0 0 0 0 0,0 0 0 0 0,0 0 0 0 0,0 0 0 0 0,0-1 0 0 0,0 1 0 0 0,0 0 0 0 0,0 0 0 0 0,0 0 0 0 0,0 0 0 0 0,0 0 0 0 0,0 0 0 0 0,1-1 0 0 0,-1 1 0 0 0,0 0 0 0 0,0 0 0 0 0,0 0 0 0 0,0 0 0 0 0,0 0 0 0 0,0 0 0 0 0,1 0 0 0 0,-1 0 0 0 0,0 0 0 0 0,0 0 0 0 0,-39-1 0 0 0,11 7 0 0 0,12-1 0 0 0,0 1 0 0 0,4-2-209 0 0,12-9-1572 0 0,11-21-3062 0 0,-11 24 4244 0 0,0 1 0 0 0,0 0 0 0 0,1 0 0 0 0,-1-1 0 0 0,0 1 0 0 0,-1 0 0 0 0,1-1 0 0 0,0 1 0 0 0,0 0 0 0 0,0 0-1 0 0,-1 0 1 0 0,1-1 0 0 0,-1 1 0 0 0,1 0 0 0 0,-1 0 0 0 0,1 0 0 0 0,-1 0 0 0 0,0 0 0 0 0,1 0 0 0 0,-1 0 0 0 0,0 0 0 0 0,0 0-1 0 0,0 0 1 0 0,0 0 0 0 0,0 0 0 0 0,0 0 0 0 0,0 1 0 0 0,0-1 0 0 0,0 0 0 0 0,0 1 0 0 0,0-1 0 0 0,0 1 0 0 0,-1-1 0 0 0,-1 1-1 0 0,-20-2-2462 0 0</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6:58.910"/>
    </inkml:context>
    <inkml:brush xml:id="br0">
      <inkml:brushProperty name="width" value="0.035" units="cm"/>
      <inkml:brushProperty name="height" value="0.035" units="cm"/>
      <inkml:brushProperty name="color" value="#004F8B"/>
    </inkml:brush>
  </inkml:definitions>
  <inkml:trace contextRef="#ctx0" brushRef="#br0">170 37 4820 0 0,'21'-26'14093'0'0,"-17"15"-3610"0"0,-26 16-8458 0 0,-38 21-1650 0 0,49-18-67 0 0,1-2-213 0 0,1 1 0 0 0,0 0-1 0 0,1 1 1 0 0,-1 0 0 0 0,1 1-1 0 0,-11 15 1 0 0,12-14-95 0 0,10 0 0 0 0,17-1 0 0 0,-12-9 0 0 0,0 0 0 0 0,0 0 0 0 0,1-1 0 0 0,-1 0 0 0 0,0 0 0 0 0,0-1 0 0 0,0 0 0 0 0,0 0 0 0 0,8-4 0 0 0,70-35 0 0 0,-70 34 0 0 0,-7 1 0 0 0,-9 2 0 0 0,-9 2 0 0 0,-8 0 0 0 0,1 6 0 0 0,0 0 0 0 0,0 1 0 0 0,1 0 0 0 0,-1 1 0 0 0,1 1 0 0 0,1 0 0 0 0,-1 1 0 0 0,-25 19 0 0 0,33-23 0 0 0,2-1 0 0 0,1 0 0 0 0,-1-1 0 0 0,1 1 0 0 0,0 1 0 0 0,0-1 0 0 0,0 1 0 0 0,0-1 0 0 0,1 1 0 0 0,-1 0 0 0 0,-2 6 0 0 0,5-9 0 0 0,1-1 0 0 0,0 0 0 0 0,0 0 0 0 0,-1 0 0 0 0,1 0 0 0 0,0 0 0 0 0,0 1 0 0 0,0-1 0 0 0,0 0 0 0 0,0 0 0 0 0,0 0 0 0 0,-1 0 0 0 0,1 1 0 0 0,0-1 0 0 0,0 0 0 0 0,0 0 0 0 0,0 0 0 0 0,0 1 0 0 0,0-1 0 0 0,0 0 0 0 0,0 0 0 0 0,0 0 0 0 0,0 1 0 0 0,0-1 0 0 0,0 0 0 0 0,0 0 0 0 0,0 0 0 0 0,0 1 0 0 0,0-1 0 0 0,0 0 0 0 0,0 0 0 0 0,0 0 0 0 0,0 0 0 0 0,1 1 0 0 0,-1-1 0 0 0,0 0 0 0 0,0 0 0 0 0,0 0 0 0 0,0 0 0 0 0,0 1 0 0 0,0-1 0 0 0,1 0 0 0 0,-1 0 0 0 0,0 0 0 0 0,0 0 0 0 0,1 1 0 0 0,24 8 0 0 0,-1-9 0 0 0,-19-1 0 0 0,0 0 0 0 0,0 0 0 0 0,1 0 0 0 0,-1 0 0 0 0,0-1 0 0 0,0 0 0 0 0,-1 0 0 0 0,1-1 0 0 0,0 1 0 0 0,-1-1 0 0 0,1 0 0 0 0,-1 0 0 0 0,0-1 0 0 0,0 1 0 0 0,0-1 0 0 0,-1 0 0 0 0,1 0 0 0 0,-1 0 0 0 0,0 0 0 0 0,0-1 0 0 0,0 1 0 0 0,-1-1 0 0 0,3-5 0 0 0,-4 6 0 0 0,4-8 0 0 0,-4-5 0 0 0,-2-1 0 0 0,1 17-1 0 0,0 0 0 0 0,-1-1 0 0 0,1 1 0 0 0,0 0 0 0 0,0-1 0 0 0,-1 1-1 0 0,1 0 1 0 0,-1 0 0 0 0,1-1 0 0 0,-1 1 0 0 0,0 0 0 0 0,1 0 0 0 0,-1 0 0 0 0,0 0 0 0 0,0 0 0 0 0,0 0 0 0 0,-1-1 0 0 0,-5 1-135 0 0,6 0-178 0 0,0 0 0 0 0,-1 0 0 0 0,1 0 0 0 0,-1 1 0 0 0,1-1 0 0 0,-1 1 0 0 0,1-1 0 0 0,-1 1 0 0 0,1-1 0 0 0,-1 1 0 0 0,0 0 0 0 0,1 0-1 0 0,-1 0 1 0 0,1 0 0 0 0,-1 0 0 0 0,0 0 0 0 0,1 0 0 0 0,-1 1 0 0 0,1-1 0 0 0,-1 0 0 0 0,0 1 0 0 0,1 0 0 0 0,-1-1 0 0 0,1 1 0 0 0,0 0 0 0 0,-1-1 0 0 0,1 1 0 0 0,0 0 0 0 0,-1 0 0 0 0,1 0 0 0 0,0 0 0 0 0,0 1 0 0 0,0-1 0 0 0,-2 2 0 0 0,-5 14-11591 0 0,9-11 5295 0 0,8 14 3736 0 0</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00.101"/>
    </inkml:context>
    <inkml:brush xml:id="br0">
      <inkml:brushProperty name="width" value="0.035" units="cm"/>
      <inkml:brushProperty name="height" value="0.035" units="cm"/>
      <inkml:brushProperty name="color" value="#004F8B"/>
    </inkml:brush>
  </inkml:definitions>
  <inkml:trace contextRef="#ctx0" brushRef="#br0">290 1 4492 0 0,'0'0'2644'0'0,"-5"0"-1397"0"0,-2 1-629 0 0,-1 0 1 0 0,0 1-1 0 0,1 0 1 0 0,0 0-1 0 0,-1 0 0 0 0,1 1 1 0 0,0 1-1 0 0,0-1 1 0 0,-10 7-1 0 0,-62 46 5065 0 0,69-49-4886 0 0,6-3-247 0 0,-15 14 1361 0 0,14-12-1327 0 0,3-2-165 0 0,0 2 354 0 0,1-5-181 0 0,12-1-509 0 0,0 0 0 0 0,0-1 0 0 0,0-1 1 0 0,0 0-1 0 0,-1 0 0 0 0,1-1 0 0 0,-1-1 0 0 0,1 1 1 0 0,-1-2-1 0 0,-1 1 0 0 0,1-1 0 0 0,0-1 0 0 0,-1 0 1 0 0,10-9-1 0 0,-9 9-116 0 0,-9 6 24 0 0,1-1 1 0 0,-1 1 0 0 0,0-1 0 0 0,0 0-1 0 0,1 0 1 0 0,-1 1 0 0 0,0-1-1 0 0,0 0 1 0 0,0 0 0 0 0,1 0-1 0 0,-1 0 1 0 0,0 0 0 0 0,-1-1 0 0 0,1 1-1 0 0,0 0 1 0 0,0 0 0 0 0,0-1-1 0 0,-1 1 1 0 0,1 0 0 0 0,-1-1-1 0 0,1 1 1 0 0,0-2 0 0 0,-5 1-4 0 0,-16-3 2 0 0,10 5 52 0 0,0 1 0 0 0,0 0 1 0 0,1 0-1 0 0,-1 1 0 0 0,0 1 0 0 0,1-1 1 0 0,0 2-1 0 0,0-1 0 0 0,0 1 0 0 0,-10 7 1 0 0,-8 4 538 0 0,-48 38 1 0 0,72-50-485 0 0,-1 0 1 0 0,1 0-1 0 0,0 0 1 0 0,0 1-1 0 0,0-1 1 0 0,1 1-1 0 0,-1 0 0 0 0,1 0 1 0 0,0 0-1 0 0,0 0 1 0 0,0 0-1 0 0,1 1 1 0 0,-2 4-1 0 0,3-7 136 0 0,6 4-139 0 0,-6-6-87 0 0,0 1 0 0 0,0-1 0 0 0,0 1 0 0 0,0-1 0 0 0,1 1 0 0 0,-1-1 0 0 0,0 1 0 0 0,0-1 0 0 0,1 1 0 0 0,-1-1 0 0 0,0 0 0 0 0,1 1 0 0 0,-1-1 0 0 0,0 1 0 0 0,1-1 0 0 0,-1 0 0 0 0,1 1 0 0 0,-1-1 0 0 0,1 0 0 0 0,-1 0 0 0 0,1 1 0 0 0,-1-1 0 0 0,1 0 0 0 0,-1 0 0 0 0,2 1 0 0 0,9 0 45 0 0,0 1-1 0 0,1-1 1 0 0,-1-1 0 0 0,0 0-1 0 0,1-1 1 0 0,-1 0 0 0 0,1-1 0 0 0,-1 0-1 0 0,0 0 1 0 0,17-8 0 0 0,-18 7-127 0 0,-1 0 0 0 0,0-1 1 0 0,0-1-1 0 0,-1 1 0 0 0,1-1 1 0 0,-1-1-1 0 0,0 0 0 0 0,-1 0 1 0 0,1 0-1 0 0,-1-1 0 0 0,-1 0 0 0 0,1-1 1 0 0,5-8-1 0 0,-12 15 63 0 0,1 1 1 0 0,-1-1-1 0 0,0 1 0 0 0,0-1 1 0 0,0 0-1 0 0,0 1 1 0 0,0-1-1 0 0,0 0 0 0 0,0 1 1 0 0,0-1-1 0 0,0 0 0 0 0,-1 1 1 0 0,1-1-1 0 0,0 1 0 0 0,0-1 1 0 0,-1 0-1 0 0,1 1 0 0 0,0-1 1 0 0,0 1-1 0 0,-1-1 0 0 0,1 1 1 0 0,-1-1-1 0 0,1 1 1 0 0,-1-1-1 0 0,1 1 0 0 0,-1-1 1 0 0,1 1-1 0 0,-1 0 0 0 0,1-1 1 0 0,-1 1-1 0 0,1 0 0 0 0,-1-1 1 0 0,1 1-1 0 0,-1 0 0 0 0,0 0 1 0 0,1-1-1 0 0,-1 1 0 0 0,1 0 1 0 0,-1 0-1 0 0,0 0 1 0 0,1 0-1 0 0,-1 0 0 0 0,0 0 1 0 0,1 0-1 0 0,-1 0 0 0 0,0 0 1 0 0,1 0-1 0 0,-2 1 0 0 0,-13 3-24 0 0,7-2 70 0 0,-1 0 0 0 0,1 0 0 0 0,-1 1 0 0 0,1 0 0 0 0,0 0-1 0 0,0 1 1 0 0,0 0 0 0 0,1 1 0 0 0,-1 0 0 0 0,1 0 0 0 0,0 0-1 0 0,1 1 1 0 0,-1 0 0 0 0,1 1 0 0 0,-10 12 0 0 0,15-18-19 0 0,1-1 0 0 0,0 0 0 0 0,0 1 1 0 0,-1-1-1 0 0,1 0 0 0 0,0 1 0 0 0,0-1 0 0 0,0 1 1 0 0,-1-1-1 0 0,1 0 0 0 0,0 1 0 0 0,0-1 0 0 0,0 1 1 0 0,0-1-1 0 0,0 1 0 0 0,0-1 0 0 0,0 0 1 0 0,0 1-1 0 0,0-1 0 0 0,0 1 0 0 0,0-1 0 0 0,0 1 1 0 0,0-1-1 0 0,0 0 0 0 0,1 1 0 0 0,-1-1 0 0 0,0 1 1 0 0,0-1-1 0 0,0 0 0 0 0,1 1 0 0 0,-1-1 1 0 0,0 1-1 0 0,0-1 0 0 0,1 1 0 0 0,16 5 156 0 0,20-6-166 0 0,-26-3-402 0 0,0 0-1 0 0,0 0 1 0 0,0-1-1 0 0,-1-1 1 0 0,0 0-1 0 0,20-12 1 0 0,7-18-4144 0 0,-34 31 3289 0 0,0-1 1 0 0,0 1 0 0 0,-1 0 0 0 0,1-1-1 0 0,-1 1 1 0 0,0-1 0 0 0,2-8 0 0 0,-3 9-2861 0 0,-3-10 1782 0 0,-2 9-1581 0 0,-14-6 1072 0 0</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01.199"/>
    </inkml:context>
    <inkml:brush xml:id="br0">
      <inkml:brushProperty name="width" value="0.035" units="cm"/>
      <inkml:brushProperty name="height" value="0.035" units="cm"/>
      <inkml:brushProperty name="color" value="#004F8B"/>
    </inkml:brush>
  </inkml:definitions>
  <inkml:trace contextRef="#ctx0" brushRef="#br0">327 23 5877 0 0,'-2'-2'740'0'0,"0"1"1"0"0,0-1 0 0 0,0 0 0 0 0,0 0 0 0 0,0 1 0 0 0,0-1 0 0 0,0 1 0 0 0,-1-1 0 0 0,1 1 0 0 0,0 0 0 0 0,-1 0-1 0 0,1 0 1 0 0,-1 0 0 0 0,-4 0 0 0 0,2 0-139 0 0,0 1 0 0 0,0-1 0 0 0,0 2 0 0 0,0-1 0 0 0,0 0 0 0 0,0 1 0 0 0,-7 2 0 0 0,2-1 97 0 0,1 2 0 0 0,-1-1 0 0 0,1 1 0 0 0,0 1 0 0 0,1 0 0 0 0,-1 0 0 0 0,-12 10 0 0 0,9-6 632 0 0,-4 4 32 0 0,7-4-570 0 0,3 0-1 0 0,4-2-225 0 0,2-5-121 0 0,3-1-376 0 0,12 3-63 0 0,-13-3-7 0 0,-1 0 0 0 0,0-1 0 0 0,1 0 0 0 0,-1 1 0 0 0,1-1 0 0 0,-1 0 0 0 0,1 1 0 0 0,-1-1 0 0 0,1 0 0 0 0,-1 0 0 0 0,1 0 0 0 0,-1-1 0 0 0,1 1 0 0 0,-1 0 0 0 0,1 0 0 0 0,-1-1 0 0 0,1 1 0 0 0,-1-1 0 0 0,1 0 0 0 0,-1 1 0 0 0,3-2 0 0 0,-1-1 0 0 0,12-2-135 0 0,-1 0 0 0 0,0-1 0 0 0,15-8 0 0 0,-24 11 53 0 0,-1 1 0 0 0,1-1 0 0 0,0 0 0 0 0,-1 0-1 0 0,0-1 1 0 0,0 1 0 0 0,0-1 0 0 0,0 0 0 0 0,-1 0-1 0 0,1 0 1 0 0,4-9 0 0 0,-8 13 43 0 0,-5-1-44 0 0,-1 0 108 0 0,0 1-1 0 0,0 0 1 0 0,-1 0 0 0 0,1 1 0 0 0,0 0 0 0 0,0 0-1 0 0,0 0 1 0 0,-1 1 0 0 0,2 0 0 0 0,-1 0-1 0 0,0 0 1 0 0,0 1 0 0 0,-9 5 0 0 0,-14 11 222 0 0,-36 27 1 0 0,33-22-115 0 0,23-17-37 0 0,0 0 0 0 0,0 1 1 0 0,1 1-1 0 0,1-1 0 0 0,-1 1 0 0 0,-7 12 0 0 0,11-11-96 0 0,6 3 0 0 0,7-5 0 0 0,7-3 0 0 0,-12-4 0 0 0,-1 0 0 0 0,1 0 0 0 0,0-1 0 0 0,-1 1 0 0 0,1-1 0 0 0,0 0 0 0 0,-1 0 0 0 0,1 0 0 0 0,0-1 0 0 0,-1 1 0 0 0,1-1 0 0 0,0 0 0 0 0,-1 0 0 0 0,7-3 0 0 0,5-1 0 0 0,-1 1-99 0 0,1-1 0 0 0,-1-1-1 0 0,0 0 1 0 0,-1-1 0 0 0,1-1 0 0 0,-1 0 0 0 0,-1 0 0 0 0,0-1-1 0 0,0-1 1 0 0,0 0 0 0 0,-2-1 0 0 0,1 0 0 0 0,-1-1 0 0 0,-1 0-1 0 0,15-24 1 0 0,-21 34 75 0 0,-3-8-23 0 0,0-2 10 0 0,0 10 46 0 0,-1-3-2 0 0,-1 1-9 0 0,-3-2-14 0 0,-15 1-36 0 0,-2 11 9 0 0,18-5 77 0 0,0 1-1 0 0,0 0 1 0 0,0 0-1 0 0,0 0 1 0 0,1 0-1 0 0,-1 1 1 0 0,-4 4-1 0 0,-14 24-3369 0 0,20-28 2555 0 0,1 1 0 0 0,0 0-1 0 0,0 0 1 0 0,0-1 0 0 0,0 1-1 0 0,1 0 1 0 0,-1 0 0 0 0,1 0-1 0 0,0 0 1 0 0,0 0 0 0 0,1 0-1 0 0,0 5 1 0 0,0-5-229 0 0,0 0 0 0 0,1 0 0 0 0,-1-1 0 0 0,1 1 0 0 0,0 0 0 0 0,0-1 0 0 0,0 1 0 0 0,0-1 0 0 0,0 0 0 0 0,1 0 0 0 0,0 0 0 0 0,-1 0 0 0 0,5 3 0 0 0,5 4-1856 0 0</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02.472"/>
    </inkml:context>
    <inkml:brush xml:id="br0">
      <inkml:brushProperty name="width" value="0.035" units="cm"/>
      <inkml:brushProperty name="height" value="0.035" units="cm"/>
      <inkml:brushProperty name="color" value="#004F8B"/>
    </inkml:brush>
  </inkml:definitions>
  <inkml:trace contextRef="#ctx0" brushRef="#br0">467 98 3952 0 0,'1'-5'865'0'0,"0"-24"6311"0"0,-10 16-3926 0 0,-5 9-3258 0 0,-4 4 940 0 0,-1 1-1 0 0,1 1 0 0 0,0 0 0 0 0,-1 2 1 0 0,1 0-1 0 0,0 1 0 0 0,1 0 0 0 0,-24 11 1 0 0,16-5 73 0 0,1 1 0 0 0,0 1 0 0 0,0 1 1 0 0,2 2-1 0 0,-26 20 0 0 0,46-35-890 0 0,0 1 0 0 0,0 0 0 0 0,0 0 0 0 0,1 0 0 0 0,-1 0 0 0 0,0 0 0 0 0,1 1-1 0 0,-1-1 1 0 0,1 0 0 0 0,0 1 0 0 0,0-1 0 0 0,0 1 0 0 0,0-1 0 0 0,0 1 0 0 0,0 3 0 0 0,0-4 429 0 0,4 1-323 0 0,0-1-201 0 0,-1 0 0 0 0,0 0 0 0 0,1-1 0 0 0,-1 1 0 0 0,1 0 0 0 0,-1-1 0 0 0,1 0-1 0 0,0 0 1 0 0,0 0 0 0 0,-1 0 0 0 0,1 0 0 0 0,0-1 0 0 0,0 1 0 0 0,0-1 0 0 0,0 1 0 0 0,5-1-1 0 0,1-1-36 0 0,0 0-1 0 0,0 0 0 0 0,-1-1 0 0 0,1 0 1 0 0,13-6-1 0 0,-1 0-199 0 0,0-2 0 0 0,-1-1 0 0 0,37-25 0 0 0,-52 33 148 0 0,0 0 0 0 0,-1-1 1 0 0,1 0-1 0 0,-1 1 1 0 0,0-2-1 0 0,0 1 1 0 0,-1 0-1 0 0,1-1 1 0 0,-1 0-1 0 0,0 0 0 0 0,5-10 1 0 0,-7 12-72 0 0,-4-1-51 0 0,1 2 170 0 0,0 0 0 0 0,0 0 0 0 0,0 0 0 0 0,-1 1 0 0 0,1-1 0 0 0,0 0 1 0 0,-1 1-1 0 0,1 0 0 0 0,-1-1 0 0 0,0 1 0 0 0,1 0 0 0 0,-1 1 0 0 0,0-1 0 0 0,0 0 0 0 0,1 1 0 0 0,-1-1 0 0 0,0 1 0 0 0,-4 0 0 0 0,-2 0 9 0 0,1 1-1 0 0,-1 0 1 0 0,1 1-1 0 0,-1 0 1 0 0,1 0-1 0 0,-10 4 1 0 0,-12 8 137 0 0,0 0-1 0 0,-36 24 0 0 0,64-37-113 0 0,-11 7 102 0 0,0 1 1 0 0,1 1-1 0 0,0 0 1 0 0,0 0-1 0 0,1 1 1 0 0,-11 13 0 0 0,21-22-84 0 0,0-1 1 0 0,0 1 0 0 0,-1-1 0 0 0,1 1-1 0 0,0-1 1 0 0,0 1 0 0 0,0 0 0 0 0,1-1 0 0 0,-1 1-1 0 0,0 0 1 0 0,1 0 0 0 0,-1 0 0 0 0,1-1 0 0 0,-1 1-1 0 0,1 0 1 0 0,0 0 0 0 0,0 0 0 0 0,0 0-1 0 0,0 0 1 0 0,0 0 0 0 0,1 2 0 0 0,0-3-18 0 0,-1 0 0 0 0,1 0 0 0 0,0 1 0 0 0,0-1 1 0 0,0 0-1 0 0,0 0 0 0 0,1 0 0 0 0,-1 0 0 0 0,0-1 0 0 0,0 1 1 0 0,1 0-1 0 0,-1 0 0 0 0,0-1 0 0 0,1 1 0 0 0,-1 0 0 0 0,0-1 1 0 0,1 0-1 0 0,-1 1 0 0 0,1-1 0 0 0,1 0 0 0 0,6 1 1 0 0,0 0-1 0 0,0-1 1 0 0,0 0-1 0 0,0 0 1 0 0,-1-1 0 0 0,1-1-1 0 0,9-2 1 0 0,6-4-187 0 0,-1-2 1 0 0,-1-1 0 0 0,0-1 0 0 0,-1-1 0 0 0,0 0 0 0 0,0-2 0 0 0,-2 0-1 0 0,0-2 1 0 0,-1 0 0 0 0,0-1 0 0 0,-2 0 0 0 0,0-2 0 0 0,-1 0 0 0 0,17-29-1 0 0,-23 23 496 0 0,-7 12-3096 0 0,-18 22-11803 0 0,6 1 12798 0 0,0 0 0 0 0,1 1 0 0 0,0 1 0 0 0,-8 12 0 0 0,3-3-1133 0 0</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30.502"/>
    </inkml:context>
    <inkml:brush xml:id="br0">
      <inkml:brushProperty name="width" value="0.035" units="cm"/>
      <inkml:brushProperty name="height" value="0.035" units="cm"/>
      <inkml:brushProperty name="color" value="#004F8B"/>
    </inkml:brush>
  </inkml:definitions>
  <inkml:trace contextRef="#ctx0" brushRef="#br0">242 11 5681 0 0,'0'0'1912'0'0,"-6"-8"908"0"0,-1 6 1850 0 0,-3 2-3991 0 0,0 2 1 0 0,0-1-1 0 0,0 1 1 0 0,0 1-1 0 0,0 0 1 0 0,1 0-1 0 0,-1 1 1 0 0,1 0-1 0 0,0 1 1 0 0,-13 8-1 0 0,12-7-219 0 0,1 0 1 0 0,-1 1-1 0 0,1 0 1 0 0,0 0-1 0 0,1 1 1 0 0,0 0-1 0 0,0 1 0 0 0,0 0 1 0 0,-7 13-1 0 0,7 0 472 0 0,7-19-900 0 0,0 0 262 0 0,2 1-62 0 0,0-2-213 0 0,-1 0 1 0 0,1 1 0 0 0,0-1-1 0 0,-1 0 1 0 0,1 0-1 0 0,0 0 1 0 0,0 0 0 0 0,1 0-1 0 0,-1 0 1 0 0,0 0 0 0 0,1 0-1 0 0,-1-1 1 0 0,1 1 0 0 0,-1 0-1 0 0,1-1 1 0 0,0 1 0 0 0,0-1-1 0 0,0 0 1 0 0,0 1-1 0 0,0-1 1 0 0,0 0 0 0 0,0 0-1 0 0,0-1 1 0 0,0 1 0 0 0,3 1-1 0 0,3-1 22 0 0,0 0 0 0 0,0-1 1 0 0,0 1-1 0 0,0-2 0 0 0,0 1 0 0 0,0-1 0 0 0,0 0 0 0 0,0 0 0 0 0,8-4 0 0 0,-6 3-70 0 0,-1 0 0 0 0,0-1 0 0 0,0-1 0 0 0,0 1 0 0 0,0-1 0 0 0,-1-1 0 0 0,0 0 0 0 0,0 0 0 0 0,0-1 0 0 0,0 1 1 0 0,-1-2-1 0 0,0 1 0 0 0,9-11 0 0 0,-15 16 21 0 0,0 0 1 0 0,-1 0-1 0 0,1 0 0 0 0,0 0 1 0 0,-1 0-1 0 0,1 0 1 0 0,-1 0-1 0 0,1 0 1 0 0,-1-1-1 0 0,0 1 0 0 0,1 0 1 0 0,-1 0-1 0 0,0 0 1 0 0,0-1-1 0 0,0 1 1 0 0,0 0-1 0 0,0 0 1 0 0,0 0-1 0 0,0-1 0 0 0,0 1 1 0 0,0 0-1 0 0,-1 0 1 0 0,1 0-1 0 0,0-1 1 0 0,-1 1-1 0 0,1 0 0 0 0,-1 0 1 0 0,0 0-1 0 0,1 0 1 0 0,-1 0-1 0 0,0 0 1 0 0,1 0-1 0 0,-3-1 1 0 0,-24-17-94 0 0,21 18 142 0 0,0 0-1 0 0,0 1 0 0 0,0-1 0 0 0,0 1 1 0 0,-1 0-1 0 0,1 1 0 0 0,0-1 1 0 0,0 1-1 0 0,0 1 0 0 0,0-1 0 0 0,0 1 1 0 0,1 0-1 0 0,-1 0 0 0 0,0 1 0 0 0,1-1 1 0 0,-9 7-1 0 0,-64 44 1588 0 0,73-49-1478 0 0,1 0 1 0 0,-1 1 0 0 0,1 0 0 0 0,0 0 0 0 0,0 0 0 0 0,0 1 0 0 0,1-1 0 0 0,0 1 0 0 0,-5 11 0 0 0,7-12-34 0 0,2 8-98 0 0,9 2-19 0 0,9-5 0 0 0,5-8 0 0 0,17-6 0 0 0,-32-1 0 0 0,-3 0 0 0 0,3 1 0 0 0,3 0 0 0 0,0-1 0 0 0,-1 0 0 0 0,0-1 0 0 0,0-1 0 0 0,0 1 0 0 0,18-17 0 0 0,-29 23 0 0 0,0 0 0 0 0,0 0 0 0 0,0 0 0 0 0,0 0 0 0 0,0 0 0 0 0,-1 0 0 0 0,1 0 0 0 0,0 0 0 0 0,0 0 0 0 0,0 0 0 0 0,0 0 0 0 0,-1 0 0 0 0,1 0 0 0 0,0 0 0 0 0,0 0 0 0 0,0 0 0 0 0,0 0 0 0 0,0 0 0 0 0,-1 0 0 0 0,1 0 0 0 0,0 0 0 0 0,0 0 0 0 0,0-1 0 0 0,0 1 0 0 0,0 0 0 0 0,0 0 0 0 0,0 0 0 0 0,-1 0 0 0 0,1 0 0 0 0,0 0 0 0 0,0-1 0 0 0,0 1 0 0 0,0 0 0 0 0,0 0 0 0 0,0 0 0 0 0,0 0 0 0 0,0 0 0 0 0,0-1 0 0 0,0 1 0 0 0,0 0 0 0 0,0 0 0 0 0,0 0 0 0 0,0 0 0 0 0,0-1 0 0 0,0 1 0 0 0,0 0 0 0 0,0 0 0 0 0,0 0 0 0 0,0 0 0 0 0,0 0 0 0 0,0-1 0 0 0,-21 5 0 0 0,1 2 0 0 0,-1 0 0 0 0,1 1 0 0 0,0 0 0 0 0,1 2 0 0 0,-30 18 0 0 0,29-16 0 0 0,3-2 0 0 0,53-7 0 0 0,-15-8-104 0 0,1-1 1 0 0,-2-1-1 0 0,1-1 0 0 0,-1-1 1 0 0,0 0-1 0 0,-1-2 1 0 0,0 0-1 0 0,20-18 0 0 0,-22 18-32 0 0,-8 6-59 0 0,0 1-1 0 0,0-2 1 0 0,-1 1-1 0 0,0-1 1 0 0,0-1-1 0 0,-1 0 1 0 0,11-13-1 0 0,-18 19-363 0 0,-3 1-2472 0 0,-12-6 1541 0 0,11 6-155 0 0,-2 5-671 0 0,-23 18-1812 0 0,-21 25-7174 0 0,35-30 8175 0 0</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31.738"/>
    </inkml:context>
    <inkml:brush xml:id="br0">
      <inkml:brushProperty name="width" value="0.035" units="cm"/>
      <inkml:brushProperty name="height" value="0.035" units="cm"/>
      <inkml:brushProperty name="color" value="#004F8B"/>
    </inkml:brush>
  </inkml:definitions>
  <inkml:trace contextRef="#ctx0" brushRef="#br0">318 0 2700 0 0,'0'0'7775'0'0,"-5"5"-6778"0"0,-158 138 13726 0 0,161-141-14342 0 0,-2 7 132 0 0,3-4 807 0 0,1-4-1294 0 0,0 0 1 0 0,0 0-1 0 0,0 0 0 0 0,0 0 0 0 0,1 0 0 0 0,-1 0 0 0 0,0 0 0 0 0,1 0 1 0 0,-1 0-1 0 0,1 0 0 0 0,-1 0 0 0 0,1-1 0 0 0,0 1 0 0 0,-1 0 1 0 0,1 0-1 0 0,0-1 0 0 0,-1 1 0 0 0,1 0 0 0 0,0-1 0 0 0,0 1 0 0 0,0-1 1 0 0,-1 1-1 0 0,1-1 0 0 0,0 1 0 0 0,0-1 0 0 0,0 1 0 0 0,0-1 1 0 0,0 0-1 0 0,1 1 0 0 0,26 2 386 0 0,-28-3-414 0 0,3 0 247 0 0,3-2-125 0 0,49-18 206 0 0,-53 19-336 0 0,5-3 38 0 0,5-2 3 0 0,-5-1-40 0 0,-5 6 177 0 0,-13 4-64 0 0,-20 10 204 0 0,0 2 1 0 0,0 1 0 0 0,2 1-1 0 0,0 1 1 0 0,1 2-1 0 0,-31 28 1 0 0,54-47-309 0 0,-1 6 0 0 0,-12 24 0 0 0,12-14 0 0 0,7 1 0 0 0,14-4 0 0 0,-11-10 0 0 0,-3-3 0 0 0,1 0 0 0 0,0-1 0 0 0,-1 1 0 0 0,1 0 0 0 0,0 0 0 0 0,-1-1 0 0 0,1 1 0 0 0,0-1 0 0 0,-1 0 0 0 0,1 1 0 0 0,0-1 0 0 0,0 0 0 0 0,0 0 0 0 0,-1 0 0 0 0,1 0 0 0 0,0-1 0 0 0,0 1 0 0 0,-1 0 0 0 0,3-1 0 0 0,19-2 0 0 0,0-1 0 0 0,-1-1 0 0 0,0-1 0 0 0,0 0 0 0 0,0-2 0 0 0,-1-1 0 0 0,0 0 0 0 0,-1-2 0 0 0,0 0 0 0 0,0-1 0 0 0,26-22 0 0 0,-25 12 0 0 0,-11 6 0 0 0,-10 16 0 0 0,1-1 0 0 0,-1 1 0 0 0,0-1 0 0 0,0 1 0 0 0,0-1 0 0 0,0 0 0 0 0,0 1 0 0 0,1-1 0 0 0,-1 1 0 0 0,0-1 0 0 0,0 0 0 0 0,0 1 0 0 0,-1-1 0 0 0,1 1 0 0 0,0-1 0 0 0,0 0 0 0 0,0 1 0 0 0,0-1 0 0 0,-1 1 0 0 0,1-1 0 0 0,0 1 0 0 0,0-1 0 0 0,-1 1 0 0 0,1-1 0 0 0,-1 0 0 0 0,-22-15 0 0 0,-4 14 0 0 0,9 3 0 0 0,0 2 0 0 0,0 0 0 0 0,1 0 0 0 0,-1 2 0 0 0,1 0 0 0 0,0 1 0 0 0,0 1 0 0 0,1 0 0 0 0,0 2 0 0 0,-27 17 0 0 0,26-14 0 0 0,1 1 0 0 0,6-2 0 0 0,10-11 0 0 0,-1 1 0 0 0,1-1 0 0 0,0 0 0 0 0,0 0 0 0 0,0 0 0 0 0,0 1 0 0 0,-1-1 0 0 0,1 0 0 0 0,0 0 0 0 0,0 0 0 0 0,0 1 0 0 0,0-1 0 0 0,0 0 0 0 0,0 0 0 0 0,-1 0 0 0 0,1 1 0 0 0,0-1 0 0 0,0 0 0 0 0,0 0 0 0 0,0 1 0 0 0,0-1 0 0 0,0 0 0 0 0,0 0 0 0 0,0 1 0 0 0,0-1 0 0 0,0 0 0 0 0,0 0 0 0 0,0 1 0 0 0,0-1 0 0 0,1 0 0 0 0,-1 0 0 0 0,0 1 0 0 0,0-1 0 0 0,0 0 0 0 0,0 0 0 0 0,0 1 0 0 0,0-1 0 0 0,1 0 0 0 0,-1 0 0 0 0,0 0 0 0 0,0 1 0 0 0,1-1 0 0 0,22 8 0 0 0,-16-8 0 0 0,1 0 0 0 0,-1-1 0 0 0,0 0 0 0 0,0 0 0 0 0,-1-1 0 0 0,1 0 0 0 0,0 0 0 0 0,0-1 0 0 0,-1 1 0 0 0,0-2 0 0 0,1 1 0 0 0,7-6 0 0 0,7-5 0 0 0,40-34 0 0 0,-48 36 0 0 0,-8 8 0 0 0,1 0 0 0 0,-1-1 0 0 0,-1 0 0 0 0,1 0 0 0 0,-1 0 0 0 0,0-1 0 0 0,0 1 0 0 0,-1-1 0 0 0,1 0 0 0 0,2-9 0 0 0,-5 15 0 0 0,-1-1 0 0 0,1 0 0 0 0,-1 0 0 0 0,0 1 0 0 0,1-1 0 0 0,-1 0 0 0 0,0 0 0 0 0,1 0 0 0 0,-1 1 0 0 0,0-1 0 0 0,0 0 0 0 0,0 0 0 0 0,0 0 0 0 0,0 0 0 0 0,0 0 0 0 0,0 1 0 0 0,0-1 0 0 0,-1-2 0 0 0,1 2-4 0 0,-1 1 0 0 0,0-1 0 0 0,0 0 0 0 0,0 0 0 0 0,0 0 0 0 0,0 0-1 0 0,0 1 1 0 0,0-1 0 0 0,0 0 0 0 0,0 1 0 0 0,0-1 0 0 0,0 1 0 0 0,0-1 0 0 0,0 1 0 0 0,-2-1 0 0 0,-18 4-867 0 0,9 3-494 0 0,9-4 906 0 0,-10 6-2217 0 0,0 0 1 0 0,0 1-1 0 0,1 1 1 0 0,0 0 0 0 0,1 1-1 0 0,0 0 1 0 0,1 0-1 0 0,-10 15 1 0 0,8-7-489 0 0</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33.051"/>
    </inkml:context>
    <inkml:brush xml:id="br0">
      <inkml:brushProperty name="width" value="0.035" units="cm"/>
      <inkml:brushProperty name="height" value="0.035" units="cm"/>
      <inkml:brushProperty name="color" value="#004F8B"/>
    </inkml:brush>
  </inkml:definitions>
  <inkml:trace contextRef="#ctx0" brushRef="#br0">307 31 6161 0 0,'0'0'2182'0'0,"2"-14"1156"0"0,-4 7 2302 0 0,-1 6-5327 0 0,0-1 1 0 0,0 1-1 0 0,1 0 0 0 0,-1 0 1 0 0,0 0-1 0 0,0 1 0 0 0,0-1 1 0 0,-1 0-1 0 0,1 1 0 0 0,0 0 1 0 0,0 0-1 0 0,0 0 0 0 0,0 0 1 0 0,0 1-1 0 0,0-1 0 0 0,0 1 1 0 0,0-1-1 0 0,0 1 0 0 0,0 0 1 0 0,0 1-1 0 0,0-1 0 0 0,-4 2 1 0 0,-76 39 2925 0 0,74-37-2703 0 0,6-3-447 0 0,-14 7 640 0 0,0 1 0 0 0,0 1 1 0 0,1 1-1 0 0,1 0 0 0 0,-25 25 0 0 0,28-25-729 0 0,12-12 0 0 0,-1 1 0 0 0,1-1 0 0 0,0 0 0 0 0,-1 0 0 0 0,1 1 0 0 0,0-1 0 0 0,0 0 0 0 0,-1 1 0 0 0,1-1 0 0 0,0 0 0 0 0,0 1 0 0 0,0-1 0 0 0,-1 0 0 0 0,1 1 0 0 0,0-1 0 0 0,0 1 0 0 0,0-1 0 0 0,0 0 0 0 0,0 1 0 0 0,0-1 0 0 0,0 1 0 0 0,0-1 0 0 0,0 0 0 0 0,0 1 0 0 0,0-1 0 0 0,0 1 0 0 0,0-1 0 0 0,0 0 0 0 0,0 1 0 0 0,1 0 0 0 0,-1 0 0 0 0,1-1 0 0 0,0 1 0 0 0,0 0 0 0 0,0-1 0 0 0,-1 1 0 0 0,1-1 0 0 0,0 1 0 0 0,0-1 0 0 0,0 1 0 0 0,0-1 0 0 0,0 1 0 0 0,0-1 0 0 0,0 0 0 0 0,0 0 0 0 0,0 1 0 0 0,0-1 0 0 0,0 0 0 0 0,0 0 0 0 0,2 0 0 0 0,3-1 0 0 0,0 0 0 0 0,-1 0 0 0 0,1 0 0 0 0,0-1 0 0 0,-1 1 0 0 0,0-1 0 0 0,1-1 0 0 0,-1 1 0 0 0,5-4 0 0 0,71-48 0 0 0,-72 48 0 0 0,-7 4 0 0 0,1 0 0 0 0,-5 3 0 0 0,-28 15 0 0 0,24-13 0 0 0,-42 28 0 0 0,40-24 0 0 0,0 0 0 0 0,0 0 0 0 0,1 1 0 0 0,0 0 0 0 0,0 0 0 0 0,-9 16 0 0 0,7-9 0 0 0,2 2 0 0 0,1-1 0 0 0,2 1 0 0 0,6 1 0 0 0,7-3 0 0 0,5-7 0 0 0,6-5 0 0 0,-17-2 0 0 0,0-1 0 0 0,0 1 0 0 0,0-1 0 0 0,0 0 0 0 0,0 0 0 0 0,0 0 0 0 0,0 0 0 0 0,0 0 0 0 0,0-1 0 0 0,0 1 0 0 0,0-1 0 0 0,0 0 0 0 0,0 0 0 0 0,3-1 0 0 0,2-2 0 0 0,9-2 0 0 0,0-1 0 0 0,0 0 0 0 0,-1-1 0 0 0,0-1 0 0 0,-1 0 0 0 0,0-1 0 0 0,0-1 0 0 0,-1 0 0 0 0,-1-1 0 0 0,22-25 0 0 0,-26 25 0 0 0,0-4 0 0 0,-9 16 0 0 0,0 0 0 0 0,1-1 0 0 0,-1 1 0 0 0,0 0 0 0 0,0-1 0 0 0,0 1 0 0 0,1-1 0 0 0,-1 1 0 0 0,0-1 0 0 0,0 1 0 0 0,0 0 0 0 0,0-1 0 0 0,0 1 0 0 0,0-1 0 0 0,0 1 0 0 0,0-1 0 0 0,0 1 0 0 0,0-1 0 0 0,0 1 0 0 0,0 0 0 0 0,-1-1 0 0 0,1 1 0 0 0,0-1 0 0 0,0 1 0 0 0,0 0 0 0 0,0-1 0 0 0,-1 1 0 0 0,1-1 0 0 0,-1 0 0 0 0,-22-6 0 0 0,-12 11 0 0 0,21-1 0 0 0,-39 12 0 0 0,-37 32 0 0 0,72-37 0 0 0,5-2 0 0 0,1-1 0 0 0,8-3 0 0 0,7-4 0 0 0,48-27 0 0 0,-10 0 0 0 0,38-41-406 0 0,-35 16-5280 0 0,-76 66-14759 0 0,24-8 19437 0 0,-17 8-1994 0 0</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34.803"/>
    </inkml:context>
    <inkml:brush xml:id="br0">
      <inkml:brushProperty name="width" value="0.035" units="cm"/>
      <inkml:brushProperty name="height" value="0.035" units="cm"/>
      <inkml:brushProperty name="color" value="#004F8B"/>
    </inkml:brush>
  </inkml:definitions>
  <inkml:trace contextRef="#ctx0" brushRef="#br0">197 49 7013 0 0,'-15'-18'2475'0'0,"12"15"-153"0"0,-17 1 1983 0 0,13 3-544 0 0,-10 1-1919 0 0,1 1-1 0 0,-1 1 1 0 0,1 1-1 0 0,0 0 1 0 0,0 1 0 0 0,-17 9-1 0 0,45-15-1841 0 0,-8 0 0 0 0,-1 1 0 0 0,1-1 0 0 0,0 0 0 0 0,0 0 0 0 0,0-1 0 0 0,-1 1 0 0 0,1-1 0 0 0,0 0 0 0 0,-1 0 0 0 0,1 0 0 0 0,-1 0 0 0 0,6-3 0 0 0,1 1 0 0 0,54-32 0 0 0,-68 36 0 0 0,0 0 0 0 0,-1 0 0 0 0,1 1 0 0 0,0-1 0 0 0,0 1 0 0 0,0 0 0 0 0,0-1 0 0 0,0 2 0 0 0,0-1 0 0 0,-4 4 0 0 0,1-4 0 0 0,-34 24 0 0 0,27-15 0 0 0,0-1 0 0 0,1-1 0 0 0,3 0 0 0 0,5 4 0 0 0,6 5 0 0 0,6-1 0 0 0,4-5 0 0 0,4-3 0 0 0,3-1 0 0 0,2-4 0 0 0,0-3 0 0 0,-18-1 0 0 0,1 0 0 0 0,-1 1 0 0 0,0-1 0 0 0,1 0 0 0 0,-1 0 0 0 0,1 0 0 0 0,-1-1 0 0 0,0 1 0 0 0,0-1 0 0 0,1 1 0 0 0,-1-1 0 0 0,0 0 0 0 0,0 0 0 0 0,4-1 0 0 0,-1-2 0 0 0,-2 4 0 0 0,-1-1 0 0 0,1 1 0 0 0,0-1 0 0 0,-1 0 0 0 0,0 0 0 0 0,1 0 0 0 0,-1 0 0 0 0,0 0 0 0 0,1-1 0 0 0,-1 1 0 0 0,0-1 0 0 0,0 0 0 0 0,0 1 0 0 0,2-3 0 0 0,5-7 0 0 0,3 1 0 0 0,0-2 0 0 0,-11 12 0 0 0,-1-1 0 0 0,1 1 0 0 0,-1 0 0 0 0,0 0 0 0 0,1-1 0 0 0,-1 1 0 0 0,0 0 0 0 0,1-1 0 0 0,-1 1 0 0 0,0 0 0 0 0,0-1 0 0 0,1 1 0 0 0,-1-1 0 0 0,0 1 0 0 0,0 0 0 0 0,0-1 0 0 0,0 1 0 0 0,1-1 0 0 0,-1 1 0 0 0,0-1 0 0 0,0 1 0 0 0,0-1 0 0 0,0 1 0 0 0,0 0 0 0 0,0-1 0 0 0,0 1 0 0 0,0-1 0 0 0,0 1 0 0 0,-1-2 0 0 0,0 1 0 0 0,1 0 0 0 0,-1 1 0 0 0,0-1 0 0 0,0 0 0 0 0,0 0 0 0 0,-1 0 0 0 0,1 0 0 0 0,0 1 0 0 0,0-1 0 0 0,0 1 0 0 0,-1-1 0 0 0,1 1 0 0 0,0-1 0 0 0,0 1 0 0 0,-1 0 0 0 0,-1-1 0 0 0,-29 6 0 0 0,-7 4 0 0 0,38-9 0 0 0,-44 23 0 0 0,28-14 0 0 0,1 0 0 0 0,3 1 0 0 0,2 1 0 0 0,1-2 0 0 0,1 3 0 0 0,9-12 0 0 0,0 0 0 0 0,-1 0 0 0 0,1 1 0 0 0,0-1 0 0 0,0 0 0 0 0,0 0 0 0 0,0 1 0 0 0,-1-1 0 0 0,1 0 0 0 0,0 0 0 0 0,0 1 0 0 0,0-1 0 0 0,0 0 0 0 0,0 0 0 0 0,0 1 0 0 0,-1-1 0 0 0,1 0 0 0 0,0 1 0 0 0,0-1 0 0 0,0 0 0 0 0,0 1 0 0 0,0-1 0 0 0,0 0 0 0 0,0 1 0 0 0,0-1 0 0 0,1 0 0 0 0,-1 1 0 0 0,0-1 0 0 0,0 0 0 0 0,0 0 0 0 0,0 1 0 0 0,0-1 0 0 0,0 0 0 0 0,1 0 0 0 0,-1 1 0 0 0,0-1 0 0 0,0 0 0 0 0,0 0 0 0 0,1 1 0 0 0,-1-1 0 0 0,1 0 0 0 0,31 0 0 0 0,-18-3 0 0 0,-1-1 0 0 0,1 0 0 0 0,-1-1 0 0 0,0-1 0 0 0,0 0 0 0 0,21-14 0 0 0,70-57 0 0 0,-74 53 0 0 0,-20 17 0 0 0,-7 5 0 0 0,1-1 0 0 0,-1 1 0 0 0,0-1 0 0 0,0 0 0 0 0,0 0 0 0 0,0 0 0 0 0,-1 0 0 0 0,1-1 0 0 0,3-6 0 0 0,-6 10 0 0 0,1 0 0 0 0,-1-1 0 0 0,0 1 0 0 0,1-1 0 0 0,-1 1 0 0 0,0 0 0 0 0,0-1 0 0 0,1 1 0 0 0,-1-1 0 0 0,0 1 0 0 0,0-1 0 0 0,0 1 0 0 0,0-1 0 0 0,0 1 0 0 0,0-1 0 0 0,0 1 0 0 0,0-1 0 0 0,0 1 0 0 0,0-1 0 0 0,0 1 0 0 0,0-1 0 0 0,0 1 0 0 0,0-1 0 0 0,0 1 0 0 0,0-1 0 0 0,-1 0 0 0 0,0 0 0 0 0,0 0 0 0 0,0 1 0 0 0,0-1 0 0 0,0 0 0 0 0,0 0 0 0 0,0 1 0 0 0,-1-1 0 0 0,1 1 0 0 0,0-1 0 0 0,0 1 0 0 0,-1 0 0 0 0,1-1 0 0 0,0 1 0 0 0,-1 0 0 0 0,1 0 0 0 0,0 0 0 0 0,-3 0 0 0 0,-6 1 0 0 0,1 1 0 0 0,-1 0 0 0 0,0 0 0 0 0,1 1 0 0 0,0 1 0 0 0,-1-1 0 0 0,-12 8 0 0 0,-67 41 0 0 0,80-46 0 0 0,-5 3 0 0 0,-1 3 0 0 0,-1 0 0 0 0,5-2 0 0 0,1 2 0 0 0,7 4 0 0 0,5 2 0 0 0,6 1 0 0 0,3-4 0 0 0,-3-7 0 0 0,-8-7 0 0 0,1 0 0 0 0,-1 0 0 0 0,1 0 0 0 0,-1 0 0 0 0,1 0 0 0 0,0-1 0 0 0,-1 1 0 0 0,1 0 0 0 0,0-1 0 0 0,-1 1 0 0 0,1 0 0 0 0,0-1 0 0 0,0 1 0 0 0,0-1 0 0 0,0 1 0 0 0,0-1 0 0 0,-1 1 0 0 0,1-1 0 0 0,0 0 0 0 0,0 1 0 0 0,2-1 0 0 0,15 4 0 0 0,2 0 0 0 0,1-3 0 0 0,-15-2 0 0 0,0 1 0 0 0,1-1 0 0 0,-1 0 0 0 0,0-1 0 0 0,0 0 0 0 0,0 0 0 0 0,-1 0 0 0 0,1 0 0 0 0,0-1 0 0 0,-1 0 0 0 0,1 0 0 0 0,-1-1 0 0 0,0 1 0 0 0,0-1 0 0 0,-1 0 0 0 0,1 0 0 0 0,-1-1 0 0 0,7-8 0 0 0,-3 4 0 0 0,2-1 0 0 0,-5 6 0 0 0,-1 0 0 0 0,0-1 0 0 0,-1 0 0 0 0,1 1 0 0 0,-1-1 0 0 0,5-9 0 0 0,-1-4 0 0 0,-6 1 0 0 0,-13 2 0 0 0,-9 9 0 0 0,-6 7 0 0 0,12 2 119 0 0,1 0 0 0 0,0 1 0 0 0,-25 10 0 0 0,-6 13-1508 0 0,24-4-3124 0 0,20-21 3694 0 0,0 0-1 0 0,-1 0 1 0 0,1 0-1 0 0,1 0 1 0 0,-1 0-1 0 0,0 0 1 0 0,0 0-1 0 0,1 0 1 0 0,-1 0-1 0 0,1 0 1 0 0,0 1-1 0 0,0-1 1 0 0,0 0-1 0 0,0 0 1 0 0,0 0-1 0 0,1 5 1 0 0,-1-5 90 0 0,1 1 0 0 0,0-1 1 0 0,0 1-1 0 0,0-1 0 0 0,1 0 0 0 0,-1 0 0 0 0,0 0 1 0 0,1 0-1 0 0,-1 0 0 0 0,1 0 0 0 0,0 0 1 0 0,0 0-1 0 0,3 2 0 0 0,6 4-2110 0 0</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36.151"/>
    </inkml:context>
    <inkml:brush xml:id="br0">
      <inkml:brushProperty name="width" value="0.035" units="cm"/>
      <inkml:brushProperty name="height" value="0.035" units="cm"/>
      <inkml:brushProperty name="color" value="#004F8B"/>
    </inkml:brush>
  </inkml:definitions>
  <inkml:trace contextRef="#ctx0" brushRef="#br0">51 51 5148 0 0,'2'-4'1413'0'0,"0"0"0"0"0,-1 0 0 0 0,1-1 0 0 0,-1 1-1 0 0,0 0 1 0 0,0-1 0 0 0,0 1 0 0 0,-1-13 12413 0 0,-8 31-13577 0 0,0 0 0 0 0,0 0 0 0 0,1 0 0 0 0,1 1 0 0 0,1 0 0 0 0,0 0 0 0 0,1 1 0 0 0,0 0 0 0 0,-2 25 0 0 0,6-11-880 0 0,0 0-1 0 0,7 43 1 0 0,-1-18-7844 0 0,-3 2-10185 0 0,-3-39 15850 0 0</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37.489"/>
    </inkml:context>
    <inkml:brush xml:id="br0">
      <inkml:brushProperty name="width" value="0.035" units="cm"/>
      <inkml:brushProperty name="height" value="0.035" units="cm"/>
      <inkml:brushProperty name="color" value="#004F8B"/>
    </inkml:brush>
  </inkml:definitions>
  <inkml:trace contextRef="#ctx0" brushRef="#br0">947 80 5436 0 0,'7'-23'5859'0'0,"7"-20"2410"0"0,-13 40-6352 0 0,0-5-961 0 0,0 6 206 0 0,2 6 2519 0 0,8 35-1549 0 0,9 49 0 0 0,3 18-909 0 0,-20-99-1223 0 0,0 3 0 0 0,0 1 0 0 0,0-1 0 0 0,-1 0 0 0 0,-1 1 0 0 0,0 0 0 0 0,0 15 0 0 0,-1-6 0 0 0,-2-1 0 0 0,1-16 0 0 0,1 0 0 0 0,-1 0 0 0 0,0-1 0 0 0,0 1 0 0 0,0 0 0 0 0,0 0 0 0 0,0-1 0 0 0,-1 1 0 0 0,1-1 0 0 0,-1 0 0 0 0,0 1 0 0 0,0-1 0 0 0,1 0 0 0 0,-1 0 0 0 0,-1 0 0 0 0,1 0 0 0 0,0 0 0 0 0,-4 2 0 0 0,0 0 0 0 0,-2 2 0 0 0,-6 3 0 0 0,-12-3 0 0 0,0 2 0 0 0,15-6 0 0 0,-19-2 0 0 0,-66-2-1533 0 0,90 1 913 0 0,0 0 0 0 0,-1-1 0 0 0,1 0 0 0 0,0 0 1 0 0,0-1-1 0 0,-10-5 0 0 0,13 6 360 0 0,0 0 0 0 0,0 0 0 0 0,1-1 1 0 0,-1 1-1 0 0,1-1 0 0 0,-1 1 0 0 0,1-1 0 0 0,0 1 0 0 0,0-1 0 0 0,0 0 0 0 0,1 0 0 0 0,-1 0 0 0 0,1 0 0 0 0,-1-1 1 0 0,1 1-1 0 0,0 0 0 0 0,-1-7 0 0 0,-2-5-316 0 0,3 13 417 0 0,1-3-412 0 0,0 3 581 0 0,1 0 0 0 0,-1 0 0 0 0,0 0 1 0 0,0 0-1 0 0,0 0 0 0 0,0 0 0 0 0,0-1 0 0 0,-1 1 0 0 0,1 0 1 0 0,-1 0-1 0 0,1 0 0 0 0,-1 0 0 0 0,0 0 0 0 0,-1-3 0 0 0,-17 10 579 0 0,0 1-1 0 0,0 1 1 0 0,1 1-1 0 0,-28 16 1 0 0,-31 12 1895 0 0,-21 0-334 0 0,-116 26 0 0 0,211-61-2101 0 0,-21 0-139 0 0,22 0 12 0 0,0 0 0 0 0,0-1 0 0 0,0 0 0 0 0,0 1 0 0 0,-1-1 0 0 0,1 0 0 0 0,0 0 0 0 0,0 0 0 0 0,0 0 0 0 0,-1 0 1 0 0,1-1-1 0 0,0 1 0 0 0,0-1 0 0 0,0 1 0 0 0,0-1 0 0 0,0 0 0 0 0,0 0 0 0 0,0 0 0 0 0,0 0 0 0 0,0 0 0 0 0,0 0 0 0 0,0-1 0 0 0,1 1 1 0 0,-1-1-1 0 0,-1-1 0 0 0,1 1-254 0 0,2 1-325 0 0,0 0 608 0 0,-1 0 1 0 0,1 0 0 0 0,0 0 0 0 0,0 0 0 0 0,0 0-1 0 0,0 0 1 0 0,0 0 0 0 0,0 1 0 0 0,0-1-1 0 0,0 0 1 0 0,0 0 0 0 0,0 0 0 0 0,1 0 0 0 0,-1 0-1 0 0,0 0 1 0 0,1 0 0 0 0,-1 0 0 0 0,0 1-1 0 0,1-1 1 0 0,-1 0 0 0 0,1 0 0 0 0,-1 0 0 0 0,1 1-1 0 0,0-1 1 0 0,1-1 0 0 0,14-20-653 0 0,-6 15 462 0 0,-1 0 0 0 0,1 1-1 0 0,0 0 1 0 0,0 0 0 0 0,1 1 0 0 0,0 1 0 0 0,0-1-1 0 0,17-3 1 0 0,-25 7 212 0 0,-1 1-17 0 0,20-4-41 0 0,-20 3 72 0 0,2 2-13 0 0,1-2 14 0 0,3 1 2 0 0,21 13-54 0 0,-24-10 40 0 0,4 1 49 0 0,-1 0 1 0 0,-1 1-1 0 0,1 0 1 0 0,0 0-1 0 0,-1 0 0 0 0,0 1 1 0 0,-1 0-1 0 0,9 10 0 0 0,-12-12 80 0 0,0 0-1 0 0,-1 0 0 0 0,1 1 1 0 0,-1 0-1 0 0,0-1 0 0 0,0 1 1 0 0,0 0-1 0 0,-1 0 0 0 0,0 0 1 0 0,0 0-1 0 0,0 0 0 0 0,0 1 1 0 0,-1-1-1 0 0,0 0 0 0 0,0 0 1 0 0,-1 0-1 0 0,1 0 0 0 0,-1 0 1 0 0,0 1-1 0 0,0-1 0 0 0,-1 0 1 0 0,1-1-1 0 0,-1 1 0 0 0,0 0 1 0 0,-1 0-1 0 0,1-1 0 0 0,-1 1 1 0 0,0-1-1 0 0,0 0 0 0 0,0 0 0 0 0,-1 0 1 0 0,1 0-1 0 0,-8 5 0 0 0,-1 2 351 0 0,-1-2 0 0 0,0 1-1 0 0,0-2 1 0 0,-1 0 0 0 0,1 0-1 0 0,-2-1 1 0 0,1-1 0 0 0,-1 0-1 0 0,-22 4 1 0 0,27-8-777 0 0,0 0 0 0 0,0-1 0 0 0,0 0 0 0 0,0-1-1 0 0,0 0 1 0 0,-16-3 0 0 0,17 1-1048 0 0,1 0 0 0 0,-1 0 0 0 0,1-1-1 0 0,0 0 1 0 0,0-1 0 0 0,0 0 0 0 0,0 0-1 0 0,-9-6 1 0 0,-11-14-12866 0 0,18 11 11496 0 0</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37.835"/>
    </inkml:context>
    <inkml:brush xml:id="br0">
      <inkml:brushProperty name="width" value="0.035" units="cm"/>
      <inkml:brushProperty name="height" value="0.035" units="cm"/>
      <inkml:brushProperty name="color" value="#004F8B"/>
    </inkml:brush>
  </inkml:definitions>
  <inkml:trace contextRef="#ctx0" brushRef="#br0">40 41 10185 0 0,'0'0'6093'0'0,"-6"-1"-3318"0"0,-27-5 8520 0 0,44 4-10070 0 0,65-5-54 0 0,33 1-2225 0 0,-86 6-3313 0 0,-2-1-3894 0 0,-17 2 5066 0 0,11-4-755 0 0,-8-2-3807 0 0,6-6 4853 0 0</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38.428"/>
    </inkml:context>
    <inkml:brush xml:id="br0">
      <inkml:brushProperty name="width" value="0.035" units="cm"/>
      <inkml:brushProperty name="height" value="0.035" units="cm"/>
      <inkml:brushProperty name="color" value="#004F8B"/>
    </inkml:brush>
  </inkml:definitions>
  <inkml:trace contextRef="#ctx0" brushRef="#br0">290 49 6981 0 0,'11'-33'12272'0'0,"-10"32"-12089"0"0,0 0 1 0 0,-1 0-1 0 0,1 0 1 0 0,0 0-1 0 0,0 0 1 0 0,0 0-1 0 0,0 0 1 0 0,0 0-1 0 0,0 0 1 0 0,1 0-1 0 0,-1 1 1 0 0,0-1-1 0 0,0 0 1 0 0,1 1-1 0 0,-1-1 1 0 0,2 0-1 0 0,1 1 266 0 0,44-1 1095 0 0,-30 4-1522 0 0,0 0 0 0 0,1 2-1 0 0,-1 0 1 0 0,0 1 0 0 0,-1 1 0 0 0,22 11 0 0 0,26 9-858 0 0,-63-26 770 0 0,1 0-7 0 0,10 6 33 0 0,-13-7 56 0 0,0 0 0 0 0,0 0-1 0 0,0 0 1 0 0,1 0 0 0 0,-1 0-1 0 0,0 0 1 0 0,0 0 0 0 0,1 0-1 0 0,-1 0 1 0 0,0 0-1 0 0,0 0 1 0 0,1 0 0 0 0,-1 0-1 0 0,0 1 1 0 0,0-1 0 0 0,0 0-1 0 0,1 0 1 0 0,-1 0 0 0 0,0 0-1 0 0,0 0 1 0 0,0 1-1 0 0,0-1 1 0 0,0 0 0 0 0,1 0-1 0 0,-1 0 1 0 0,0 1 0 0 0,0-1-1 0 0,0 0 1 0 0,0 0-1 0 0,0 1 1 0 0,0-1 0 0 0,0 0-1 0 0,0 0 1 0 0,0 0 0 0 0,0 1-1 0 0,0-1 1 0 0,0 0 0 0 0,0 0-1 0 0,0 1 1 0 0,0-1-1 0 0,0 0 1 0 0,0 0 0 0 0,0 1-1 0 0,0-1 1 0 0,0 0 0 0 0,-15 5 325 0 0,-41-1-47 0 0,30-2 56 0 0,0 0 52 0 0,-1 2 0 0 0,1 0 0 0 0,0 2 0 0 0,1 1 0 0 0,-1 1 0 0 0,2 1 0 0 0,-1 1 0 0 0,-32 19 0 0 0,42-19-186 0 0,0 0 0 0 0,0 1 0 0 0,1 0 0 0 0,1 1 0 0 0,0 1 0 0 0,0 0 0 0 0,1 1 0 0 0,1 0-1 0 0,0 1 1 0 0,1 0 0 0 0,1 0 0 0 0,0 1 0 0 0,-7 20 0 0 0,1 5 51 0 0,2 1 0 0 0,2 0 0 0 0,-12 86 0 0 0,15-41-5742 0 0,6-1-8446 0 0,2-83 13253 0 0,1 17-3877 0 0,2-7-483 0 0,1 6 2136 0 0</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42.667"/>
    </inkml:context>
    <inkml:brush xml:id="br0">
      <inkml:brushProperty name="width" value="0.035" units="cm"/>
      <inkml:brushProperty name="height" value="0.035" units="cm"/>
      <inkml:brushProperty name="color" value="#004F8B"/>
    </inkml:brush>
  </inkml:definitions>
  <inkml:trace contextRef="#ctx0" brushRef="#br0">279 62 3440 0 0,'0'0'3606'0'0,"5"-13"-1751"0"0,-5 6 2990 0 0,0 5-4600 0 0,0 0 0 0 0,-1 0-1 0 0,1 0 1 0 0,-1 1 0 0 0,1-1 0 0 0,-1 0 0 0 0,0 0-1 0 0,0 0 1 0 0,0 1 0 0 0,0-1 0 0 0,0 0 0 0 0,0 1-1 0 0,0-1 1 0 0,0 1 0 0 0,-1-1 0 0 0,1 1 0 0 0,-1 0-1 0 0,1-1 1 0 0,-1 1 0 0 0,1 0 0 0 0,-1 0 0 0 0,0 0-1 0 0,-2-1 1 0 0,0 1 33 0 0,0 0 1 0 0,1 1-1 0 0,-1-1 0 0 0,0 1 1 0 0,0-1-1 0 0,0 1 0 0 0,0 1 0 0 0,0-1 1 0 0,0 0-1 0 0,0 1 0 0 0,-5 1 0 0 0,-4 3 365 0 0,0-1-1 0 0,0 2 1 0 0,0-1-1 0 0,0 2 0 0 0,1 0 1 0 0,-17 13-1 0 0,22-16-404 0 0,1 1 1 0 0,0 0-1 0 0,0 0 0 0 0,1 0 0 0 0,0 1 1 0 0,0 0-1 0 0,0 0 0 0 0,0 0 1 0 0,1 1-1 0 0,0 0 0 0 0,1 0 0 0 0,-1 0 1 0 0,-2 8-1 0 0,6-13 193 0 0,5 21 197 0 0,-3-22-580 0 0,0 0 1 0 0,0 0 0 0 0,0 0-1 0 0,0 0 1 0 0,0 0 0 0 0,0 0-1 0 0,1-1 1 0 0,-1 1 0 0 0,0-1-1 0 0,0 1 1 0 0,4-1 0 0 0,-3 0 45 0 0,2-1 9 0 0,5-1-90 0 0,0-1 1 0 0,-1-1-1 0 0,1 0 1 0 0,-1 0-1 0 0,0 0 0 0 0,0-1 1 0 0,-1-1-1 0 0,1 1 1 0 0,13-14-1 0 0,-2 0-13 0 0,-11 3 0 0 0,-3 3 0 0 0,-6-5 0 0 0,-1 17 0 0 0,0 0 0 0 0,1 0 0 0 0,-1 0 0 0 0,0 0 0 0 0,0 0 0 0 0,0 0 0 0 0,0 1 0 0 0,0-1 0 0 0,0 0 0 0 0,0 1 0 0 0,0-1 0 0 0,0 0 0 0 0,0 1 0 0 0,0 0 0 0 0,-3-1 0 0 0,-21 2 0 0 0,17-1 0 0 0,6 1 0 0 0,-1-1 0 0 0,1 1 0 0 0,-1-1 0 0 0,0 1 0 0 0,1 0 0 0 0,-1 0 0 0 0,1 0 0 0 0,0 1 0 0 0,-1-1 0 0 0,1 0 0 0 0,0 1 0 0 0,-4 3 0 0 0,-4-1 0 0 0,-16 12 0 0 0,14-4 0 0 0,1 1 0 0 0,-18 25 0 0 0,19-26 0 0 0,7 1 0 0 0,13 2 0 0 0,-9-15 0 0 0,1 1 0 0 0,-1-1 0 0 0,1 0 0 0 0,-1 1 0 0 0,1-1 0 0 0,-1 0 0 0 0,1 0 0 0 0,-1 0 0 0 0,1 0 0 0 0,-1 0 0 0 0,1-1 0 0 0,-1 1 0 0 0,1 0 0 0 0,1-1 0 0 0,2 0 0 0 0,3-1 0 0 0,-1 0 0 0 0,1 0 0 0 0,-1-1 0 0 0,1 0 0 0 0,6-4 0 0 0,2-4 0 0 0,0 0 0 0 0,-1 0 0 0 0,16-18 0 0 0,-21 17 0 0 0,-10 12 0 0 0,0 1 0 0 0,0-1 0 0 0,0 0 0 0 0,-1 0 0 0 0,1 0 0 0 0,0 0 0 0 0,0 0 0 0 0,0 0 0 0 0,-1 0 0 0 0,1 0 0 0 0,0 0 0 0 0,0 0 0 0 0,0 0 0 0 0,-1 0 0 0 0,1 0 0 0 0,0 0 0 0 0,0 0 0 0 0,0 0 0 0 0,-1 0 0 0 0,1 0 0 0 0,0-1 0 0 0,0 1 0 0 0,0 0 0 0 0,0 0 0 0 0,-1 0 0 0 0,1 0 0 0 0,0 0 0 0 0,0 0 0 0 0,0 0 0 0 0,0-1 0 0 0,0 1 0 0 0,-1 0 0 0 0,1 0 0 0 0,0 0 0 0 0,0 0 0 0 0,0-1 0 0 0,0 1 0 0 0,0 0 0 0 0,0 0 0 0 0,0 0 0 0 0,0 0 0 0 0,0-1 0 0 0,0 1 0 0 0,0 0 0 0 0,0 0 0 0 0,0 0 0 0 0,0-1 0 0 0,0 1 0 0 0,0 0 0 0 0,0 0 0 0 0,0 0 0 0 0,0-1 0 0 0,0 1 0 0 0,0 0 0 0 0,0 0 0 0 0,0 0 0 0 0,0-1 0 0 0,0 1 0 0 0,0 0 0 0 0,0 0 0 0 0,0 0 0 0 0,1 0 0 0 0,-1-1 0 0 0,0 1 0 0 0,0 0 0 0 0,0 0 0 0 0,-7 1 0 0 0,0 0 0 0 0,0 1 0 0 0,-1 0 0 0 0,1 0 0 0 0,1 0 0 0 0,-1 1 0 0 0,-7 4 0 0 0,-13 8 0 0 0,-42 33 0 0 0,54-36 0 0 0,4-1 0 0 0,3-1 0 0 0,8-9 0 0 0,0-1 0 0 0,0 0 0 0 0,-1 1 0 0 0,1-1 0 0 0,0 0 0 0 0,0 0 0 0 0,-1 1 0 0 0,1-1 0 0 0,0 1 0 0 0,0-1 0 0 0,0 0 0 0 0,0 1 0 0 0,-1-1 0 0 0,1 0 0 0 0,0 1 0 0 0,0-1 0 0 0,0 1 0 0 0,0-1 0 0 0,0 0 0 0 0,0 1 0 0 0,0-1 0 0 0,0 1 0 0 0,0-1 0 0 0,0 0 0 0 0,0 1 0 0 0,1-1 0 0 0,-1 1 0 0 0,0-1 0 0 0,0 0 0 0 0,1 1 0 0 0,0 0 0 0 0,0 0 0 0 0,1 0 0 0 0,-1 0 0 0 0,1-1 0 0 0,-1 1 0 0 0,1 0 0 0 0,-1-1 0 0 0,1 1 0 0 0,0-1 0 0 0,-1 0 0 0 0,1 0 0 0 0,0 1 0 0 0,1-1 0 0 0,30-6 0 0 0,-24 4 0 0 0,0-1 0 0 0,0 0 0 0 0,0-1 0 0 0,-1 0 0 0 0,0 0 0 0 0,1-1 0 0 0,-2 0 0 0 0,1 0 0 0 0,0-1 0 0 0,-1 0 0 0 0,0 0 0 0 0,-1 0 0 0 0,10-12 0 0 0,-5 2 0 0 0,-4 0 0 0 0,-15-2 0 0 0,-2 14-1808 0 0,-5 13-8319 0 0,11-5 8135 0 0,3-2 2844 0 0,-3 1-5249 0 0,4 14-2291 0 0</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44.876"/>
    </inkml:context>
    <inkml:brush xml:id="br0">
      <inkml:brushProperty name="width" value="0.035" units="cm"/>
      <inkml:brushProperty name="height" value="0.035" units="cm"/>
      <inkml:brushProperty name="color" value="#004F8B"/>
    </inkml:brush>
  </inkml:definitions>
  <inkml:trace contextRef="#ctx0" brushRef="#br0">17 0 7721 0 0,'1'11'16851'0'0,"0"14"-9997"0"0,4 56-7690 0 0,-4-52 3013 0 0,-7 165-2918 0 0,1-131-5759 0 0,-2 0-8682 0 0,6-52 10882 0 0,-2-3 3037 0 0,2-3 247 0 0,0 0-1861 0 0</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45.411"/>
    </inkml:context>
    <inkml:brush xml:id="br0">
      <inkml:brushProperty name="width" value="0.035" units="cm"/>
      <inkml:brushProperty name="height" value="0.035" units="cm"/>
      <inkml:brushProperty name="color" value="#004F8B"/>
    </inkml:brush>
  </inkml:definitions>
  <inkml:trace contextRef="#ctx0" brushRef="#br0">404 7 6029 0 0,'-5'-6'12444'0'0,"0"27"-10924"0"0,1 0 0 0 0,1 1 0 0 0,0-1 0 0 0,2 29 0 0 0,1-5-534 0 0,3 0 1 0 0,2 0-1 0 0,17 76 1 0 0,-21-117-958 0 0,0 0 1 0 0,0 0 0 0 0,0 0-1 0 0,0 1 1 0 0,-1-1 0 0 0,0 0-1 0 0,0 0 1 0 0,0 0-1 0 0,0 0 1 0 0,-1 0 0 0 0,0 1-1 0 0,1-1 1 0 0,-1 0 0 0 0,-1 0-1 0 0,1 0 1 0 0,-1-1 0 0 0,1 1-1 0 0,-1 0 1 0 0,0-1 0 0 0,-1 1-1 0 0,1-1 1 0 0,-1 1-1 0 0,1-1 1 0 0,-1 0 0 0 0,0 0-1 0 0,0 0 1 0 0,0-1 0 0 0,0 1-1 0 0,-1-1 1 0 0,1 1 0 0 0,-5 1-1 0 0,-10 5 268 0 0,-1-1 0 0 0,0 0 0 0 0,0-2 0 0 0,-1 0 0 0 0,-19 3 0 0 0,13-3-279 0 0,-55 10-127 0 0,58-12 864 0 0,-2-1-4916 0 0,16-2 514 0 0,1-1 1 0 0,-1 0 0 0 0,1 0 0 0 0,-1-1 0 0 0,0 0 0 0 0,-12-3 0 0 0,18 3 745 0 0</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46.479"/>
    </inkml:context>
    <inkml:brush xml:id="br0">
      <inkml:brushProperty name="width" value="0.035" units="cm"/>
      <inkml:brushProperty name="height" value="0.035" units="cm"/>
      <inkml:brushProperty name="color" value="#004F8B"/>
    </inkml:brush>
  </inkml:definitions>
  <inkml:trace contextRef="#ctx0" brushRef="#br0">383 443 4932 0 0,'-19'6'18283'0'0,"24"-13"-17736"0"0,55-82 1633 0 0,-18 22-3409 0 0,4 2 1 0 0,88-97 0 0 0,-122 149 953 0 0,-6 7 132 0 0,0 0 0 0 0,0 0 0 0 0,1 0 0 0 0,0 1 1 0 0,0 0-1 0 0,10-6 0 0 0,-15 10 77 0 0,38 12-351 0 0,-39-10 391 0 0,1 0 27 0 0,-1 0 0 0 0,0 0 0 0 0,0 0 0 0 0,0 0 0 0 0,-1 0 0 0 0,1 0 0 0 0,0 0 0 0 0,0 1 0 0 0,0-1 0 0 0,-1 0 0 0 0,1 1 0 0 0,-1-1 0 0 0,1 0 0 0 0,-1 1 0 0 0,0-1-1 0 0,1 1 1 0 0,-1-1 0 0 0,0 0 0 0 0,0 1 0 0 0,0-1 0 0 0,0 1 0 0 0,0 1 0 0 0,1 30 46 0 0,-11 35 86 0 0,10-66-123 0 0,-1 7-20 0 0,1-1 1 0 0,-1 0-1 0 0,0 0 0 0 0,-4 12 0 0 0,5-19-5 0 0,-1 4 36 0 0,-1-1-1 0 0,0 0 1 0 0,0 0-1 0 0,0 0 1 0 0,-1 0-1 0 0,1 0 0 0 0,-1 0 1 0 0,0 0-1 0 0,0-1 1 0 0,0 1-1 0 0,0-1 1 0 0,-1 0-1 0 0,0 0 1 0 0,1 0-1 0 0,-1-1 1 0 0,0 1-1 0 0,0-1 1 0 0,0 0-1 0 0,-9 3 1 0 0,-8 2 296 0 0,0-1 0 0 0,0 0 0 0 0,-22 2 0 0 0,13-3 154 0 0,-5 2 112 0 0,-337 57 3186 0 0,308-63-3484 0 0,60-1-310 0 0,-19-6-441 0 0,23 5 366 0 0,-1 0 0 0 0,0 0 0 0 0,0 0 0 0 0,1 0 0 0 0,-1-1 0 0 0,1 1-1 0 0,-1 0 1 0 0,1 0 0 0 0,-1 0 0 0 0,1 0 0 0 0,0-1 0 0 0,-1 1-1 0 0,1 0 1 0 0,0 0 0 0 0,0-1 0 0 0,0 1 0 0 0,0 0 0 0 0,0 0 0 0 0,0-1-1 0 0,0 1 1 0 0,1 0 0 0 0,-1 0 0 0 0,0 0 0 0 0,1-1 0 0 0,-1 1 0 0 0,1 0-1 0 0,-1 0 1 0 0,1 0 0 0 0,0 0 0 0 0,-1 0 0 0 0,1 0 0 0 0,0 0-1 0 0,0 0 1 0 0,0 0 0 0 0,1-1 0 0 0,45-40-2327 0 0,-21 19 1389 0 0,-24 21 990 0 0,0 0 0 0 0,0 1 0 0 0,0-1-1 0 0,0 0 1 0 0,0 1 0 0 0,0-1 0 0 0,0 1 0 0 0,1 0 0 0 0,-1-1 0 0 0,0 1 0 0 0,1 0 0 0 0,-1 1 0 0 0,1-1 0 0 0,-1 0 0 0 0,1 1 0 0 0,-1-1-1 0 0,1 1 1 0 0,4 0 0 0 0,50 6-78 0 0,-33-2 312 0 0,-22-4-115 0 0,0 0 0 0 0,0 1 0 0 0,-1-1-1 0 0,1 1 1 0 0,0-1 0 0 0,0 1 0 0 0,-1 0-1 0 0,1-1 1 0 0,-1 1 0 0 0,1 0 0 0 0,-1 0-1 0 0,1 0 1 0 0,-1 0 0 0 0,1 1 0 0 0,-1-1-1 0 0,0 0 1 0 0,0 0 0 0 0,0 1 0 0 0,0-1-1 0 0,0 1 1 0 0,0-1 0 0 0,0 1 0 0 0,0 0-1 0 0,0-1 1 0 0,-1 1 0 0 0,1 0 0 0 0,-1-1-1 0 0,1 1 1 0 0,-1 0 0 0 0,0 0 0 0 0,1-1-1 0 0,-1 1 1 0 0,0 4 0 0 0,0-4 278 0 0,-6 22 373 0 0,1-8-410 0 0,0-1 1 0 0,-2 0 0 0 0,0 0 0 0 0,0 0-1 0 0,-2-1 1 0 0,0 0 0 0 0,0-1 0 0 0,-12 13-1 0 0,-38 33-1140 0 0,-3-9-3719 0 0,42-38 1452 0 0,14-8 1151 0 0,0-1 1 0 0,0 0-1 0 0,0 0 1 0 0,-1-1-1 0 0,1 0 1 0 0,-13 3-1 0 0,3-4-940 0 0</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46.825"/>
    </inkml:context>
    <inkml:brush xml:id="br0">
      <inkml:brushProperty name="width" value="0.035" units="cm"/>
      <inkml:brushProperty name="height" value="0.035" units="cm"/>
      <inkml:brushProperty name="color" value="#004F8B"/>
    </inkml:brush>
  </inkml:definitions>
  <inkml:trace contextRef="#ctx0" brushRef="#br0">38 1 5509 0 0,'2'3'10373'0'0,"-2"8"-5041"0"0,-7 81-2383 0 0,-8-9-1141 0 0,5 0-3629 0 0,5-1-4946 0 0,3 1-6262 0 0,2-65 10043 0 0</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47.804"/>
    </inkml:context>
    <inkml:brush xml:id="br0">
      <inkml:brushProperty name="width" value="0.035" units="cm"/>
      <inkml:brushProperty name="height" value="0.035" units="cm"/>
      <inkml:brushProperty name="color" value="#004F8B"/>
    </inkml:brush>
  </inkml:definitions>
  <inkml:trace contextRef="#ctx0" brushRef="#br0">383 608 4996 0 0,'0'0'14753'0'0,"-5"-3"-14690"0"0,4 2-98 0 0,0-1 4 0 0,0 1 0 0 0,-1-1-1 0 0,1 1 1 0 0,0-1 0 0 0,-1 1-1 0 0,0 0 1 0 0,1 0 0 0 0,-1 0-1 0 0,0 0 1 0 0,1 0-1 0 0,-1 0 1 0 0,-3-1 0 0 0,5 1-106 0 0,0 0-1 0 0,0 0 1 0 0,0 0 0 0 0,0 0 0 0 0,0-1 0 0 0,0 1 0 0 0,0 0 0 0 0,1 0 0 0 0,-1 0-1 0 0,0 0 1 0 0,1 0 0 0 0,-1 0 0 0 0,0 0 0 0 0,1 0 0 0 0,0 0 0 0 0,-1 0-1 0 0,1 0 1 0 0,0 0 0 0 0,-1 0 0 0 0,1 0 0 0 0,0 0 0 0 0,0 0 0 0 0,0 1-1 0 0,0-1 1 0 0,1-1 0 0 0,16-5-651 0 0,-1 1 1 0 0,1 1-1 0 0,20-3 0 0 0,-35 7 730 0 0,38 4-38 0 0,-19-2 451 0 0,-20-1-234 0 0,1 1-37 0 0,-3-1-72 0 0,1 0 0 0 0,-1 0 0 0 0,0 0-1 0 0,0 0 1 0 0,0 0 0 0 0,1 0 0 0 0,-1 0-1 0 0,0 0 1 0 0,0 0 0 0 0,0 0-1 0 0,1 0 1 0 0,-1 0 0 0 0,0 0 0 0 0,0 0-1 0 0,0 0 1 0 0,0 1 0 0 0,1-1 0 0 0,-1 0-1 0 0,0 0 1 0 0,0 0 0 0 0,0 0-1 0 0,0 0 1 0 0,1 0 0 0 0,-1 0 0 0 0,0 1-1 0 0,0-1 1 0 0,0 0 0 0 0,0 0 0 0 0,0 0-1 0 0,0 0 1 0 0,0 1 0 0 0,0-1-1 0 0,1 0 1 0 0,-1 0 0 0 0,0 0 0 0 0,0 0-1 0 0,0 1 1 0 0,0-1 0 0 0,0 0 0 0 0,0 0-1 0 0,0 0 1 0 0,0 1 0 0 0,0-1-1 0 0,0 0 1 0 0,0 0 0 0 0,0 0 0 0 0,0 1-1 0 0,0-1 1 0 0,0 0 0 0 0,-1 0-1 0 0,1 0 1 0 0,0 1 0 0 0,0-1 0 0 0,0 0-1 0 0,0 0 1 0 0,0 0 0 0 0,0 0 0 0 0,-1 1-1 0 0,-7 8 171 0 0,-1-1 0 0 0,-1 0-1 0 0,1 0 1 0 0,-1-1 0 0 0,-1 0-1 0 0,1-1 1 0 0,-18 8 0 0 0,-92 35 2337 0 0,98-40-1941 0 0,-179 68 5178 0 0,174-64-4611 0 0,-1 0 297 0 0,11-9 4495 0 0,13-7-5768 0 0,-12-13-153 0 0,16 15-16 0 0,-1-1 0 0 0,1 1 0 0 0,0 0 0 0 0,-1 0 0 0 0,1-1 0 0 0,0 1 0 0 0,0 0 0 0 0,0-1 0 0 0,0 1 0 0 0,0-1 0 0 0,0 1 0 0 0,0 0 0 0 0,0-1 0 0 0,1-1 0 0 0,107-469 0 0 0,-97 413 855 0 0,10-42-8576 0 0,-5 53-996 0 0,5 5-3637 0 0,-13 30 9344 0 0</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48.154"/>
    </inkml:context>
    <inkml:brush xml:id="br0">
      <inkml:brushProperty name="width" value="0.035" units="cm"/>
      <inkml:brushProperty name="height" value="0.035" units="cm"/>
      <inkml:brushProperty name="color" value="#004F8B"/>
    </inkml:brush>
  </inkml:definitions>
  <inkml:trace contextRef="#ctx0" brushRef="#br0">0 11 7985 0 0,'0'0'4712'0'0,"8"-11"1429"0"0,-3 41-12518 0 0,-5-19 2629 0 0,-7 13-2673 0 0</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48.608"/>
    </inkml:context>
    <inkml:brush xml:id="br0">
      <inkml:brushProperty name="width" value="0.035" units="cm"/>
      <inkml:brushProperty name="height" value="0.035" units="cm"/>
      <inkml:brushProperty name="color" value="#004F8B"/>
    </inkml:brush>
  </inkml:definitions>
  <inkml:trace contextRef="#ctx0" brushRef="#br0">451 105 6021 0 0,'1'-6'15404'0'0,"-5"19"-15010"0"0,-15 62 1347 0 0,-4-2-1 0 0,-39 87 0 0 0,54-144-1580 0 0,-1 1 0 0 0,0-1-1 0 0,-2-1 1 0 0,-19 23 0 0 0,26-33 27 0 0,0-1 1 0 0,0 1-1 0 0,-1-1 1 0 0,0 0 0 0 0,0-1-1 0 0,0 1 1 0 0,0-1-1 0 0,-1 0 1 0 0,1 0 0 0 0,-1-1-1 0 0,0 1 1 0 0,0-1-1 0 0,0-1 1 0 0,0 1 0 0 0,0-1-1 0 0,0 0 1 0 0,0 0-1 0 0,-10 0 1 0 0,9-1-144 0 0,0-1 0 0 0,1 1 0 0 0,-1-1 0 0 0,0 0 0 0 0,0-1 0 0 0,1 0 0 0 0,-1 0 0 0 0,1 0 0 0 0,0-1 0 0 0,-1 0 0 0 0,1 0 0 0 0,0 0 0 0 0,1-1 0 0 0,-1 0 0 0 0,1 0 0 0 0,-1 0 0 0 0,1-1 0 0 0,0 0 0 0 0,1 0 0 0 0,-1 0 0 0 0,1-1 0 0 0,0 1 0 0 0,1-1 0 0 0,-1 0 0 0 0,1 0 0 0 0,0 0 0 0 0,1 0 0 0 0,-1-1 0 0 0,1 1 0 0 0,-1-10 0 0 0,0-3 18 0 0,1 0 0 0 0,0 0 0 0 0,2 0 0 0 0,0 0-1 0 0,1-1 1 0 0,1 1 0 0 0,1 0 0 0 0,10-34 0 0 0,-8 39-294 0 0,0 0 0 0 0,0 1-1 0 0,2 0 1 0 0,-1 0 0 0 0,2 1 0 0 0,14-20 0 0 0,-15 24-649 0 0,0 0 0 0 0,0 1 1 0 0,1 0-1 0 0,0 0 1 0 0,16-10-1 0 0,74-44-19939 0 0,-77 48 17713 0 0</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48.998"/>
    </inkml:context>
    <inkml:brush xml:id="br0">
      <inkml:brushProperty name="width" value="0.035" units="cm"/>
      <inkml:brushProperty name="height" value="0.035" units="cm"/>
      <inkml:brushProperty name="color" value="#004F8B"/>
    </inkml:brush>
  </inkml:definitions>
  <inkml:trace contextRef="#ctx0" brushRef="#br0">11 12 8069 0 0,'0'0'2096'0'0,"-10"-11"-36"0"0</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7:58.518"/>
    </inkml:context>
    <inkml:brush xml:id="br0">
      <inkml:brushProperty name="width" value="0.035" units="cm"/>
      <inkml:brushProperty name="height" value="0.035" units="cm"/>
      <inkml:brushProperty name="color" value="#004F8B"/>
    </inkml:brush>
  </inkml:definitions>
  <inkml:trace contextRef="#ctx0" brushRef="#br0">170 66 2372 0 0,'0'0'11765'0'0,"0"-5"-11281"0"0,0 4-439 0 0,0 1 1 0 0,0-1 0 0 0,0 1 0 0 0,0-1-1 0 0,0 0 1 0 0,0 1 0 0 0,0-1-1 0 0,0 1 1 0 0,0-1 0 0 0,0 0-1 0 0,0 1 1 0 0,0-1 0 0 0,0 1 0 0 0,-1-1-1 0 0,1 0 1 0 0,0 1 0 0 0,0-1-1 0 0,-1 1 1 0 0,1-1 0 0 0,0 1 0 0 0,-1-1-1 0 0,1 1 1 0 0,0-1 0 0 0,-1 1-1 0 0,1-1 1 0 0,-1 1 0 0 0,1 0 0 0 0,-1-1-1 0 0,1 1 1 0 0,-1 0 0 0 0,1-1-1 0 0,-1 1 1 0 0,1 0 0 0 0,-1 0-1 0 0,1-1 1 0 0,-1 1 0 0 0,0 0 0 0 0,1 0-1 0 0,-1 0 1 0 0,1 0 0 0 0,-1 0-1 0 0,-1 0 1 0 0,-3 2 293 0 0,0 0-1 0 0,0 1 0 0 0,0 0 1 0 0,0 0-1 0 0,0 0 1 0 0,-5 6-1 0 0,3-3 229 0 0,0 0-1 0 0,1 0 0 0 0,0 1 1 0 0,0 0-1 0 0,0 1 1 0 0,1-1-1 0 0,-7 16 1 0 0,10-21 766 0 0,3 0-1284 0 0,0-1-1 0 0,0 0 1 0 0,1 0-1 0 0,-1 0 1 0 0,0 1-1 0 0,0-1 1 0 0,1 0-1 0 0,-1 0 1 0 0,0-1-1 0 0,1 1 1 0 0,-1 0-1 0 0,1 0 1 0 0,-1-1 0 0 0,1 1-1 0 0,-1-1 1 0 0,1 1-1 0 0,0-1 1 0 0,-1 0-1 0 0,1 0 1 0 0,-1 1-1 0 0,1-1 1 0 0,0 0-1 0 0,-1 0 1 0 0,1-1-1 0 0,2 1 1 0 0,1-1 123 0 0,0-2-22 0 0,10-6-15 0 0,-1 0 0 0 0,-1-2-1 0 0,1 1 1 0 0,-2-2 0 0 0,19-20 0 0 0,-29 30-121 0 0,-1 1 1 0 0,1-1-1 0 0,-1 0 0 0 0,0 1 0 0 0,0-1 1 0 0,0 0-1 0 0,0 0 0 0 0,0 0 1 0 0,0 0-1 0 0,-1 0 0 0 0,1 0 0 0 0,0 0 1 0 0,-1 0-1 0 0,0 0 0 0 0,0-1 0 0 0,1 1 1 0 0,-1 0-1 0 0,0 0 0 0 0,-1 0 1 0 0,1 0-1 0 0,0 0 0 0 0,-1 0 0 0 0,1-1 1 0 0,-2-1-1 0 0,1 2 9 0 0,-1 1 0 0 0,0-1 0 0 0,1 1 0 0 0,-1 0 0 0 0,0-1 0 0 0,0 1 1 0 0,0 0-1 0 0,0 0 0 0 0,0 0 0 0 0,0 1 0 0 0,0-1 0 0 0,0 0 0 0 0,0 1 0 0 0,0 0 0 0 0,-1-1 1 0 0,1 1-1 0 0,0 0 0 0 0,0 0 0 0 0,0 0 0 0 0,0 0 0 0 0,-1 0 0 0 0,1 1 0 0 0,0-1 0 0 0,0 1 0 0 0,-4 1 1 0 0,-10 2 429 0 0,0 1 0 0 0,0 1 1 0 0,0 1-1 0 0,1 0 0 0 0,0 1 1 0 0,0 0-1 0 0,-25 21 1 0 0,32-19-79 0 0,5-3 167 0 0,1 7-494 0 0,13 3-44 0 0,7-8-4 0 0,2-5 0 0 0,3-2 0 0 0,3-2 0 0 0,0-3 0 0 0,-16 1 0 0 0,16-5 0 0 0,-8-4 0 0 0,-3 2 0 0 0,1-1 0 0 0,-16 10 0 0 0,0 0 0 0 0,0 0 0 0 0,1 0 0 0 0,-1 0 0 0 0,0 0 0 0 0,0 0 0 0 0,0 0 0 0 0,1 0 0 0 0,-1 0 0 0 0,0 0 0 0 0,0 0 0 0 0,0 0 0 0 0,0 0 0 0 0,1 0 0 0 0,-1 0 0 0 0,0 0 0 0 0,0 0 0 0 0,0-1 0 0 0,0 1 0 0 0,1 0 0 0 0,-1 0 0 0 0,0 0 0 0 0,0 0 0 0 0,0 0 0 0 0,0-1 0 0 0,0 1 0 0 0,0 0 0 0 0,0 0 0 0 0,0 0 0 0 0,1 0 0 0 0,-1-1 0 0 0,0 1 0 0 0,0 0 0 0 0,0 0 0 0 0,0 0 0 0 0,0-1 0 0 0,0 1 0 0 0,0 0 0 0 0,0 0 0 0 0,0 0 0 0 0,0-1 0 0 0,0 1 0 0 0,0 0 0 0 0,0 0 0 0 0,0 0 0 0 0,-1-1 0 0 0,1 1 0 0 0,0 0 0 0 0,0 0 0 0 0,0 0 0 0 0,0 0 0 0 0,0-1 0 0 0,0 1 0 0 0,0 0 0 0 0,0 0 0 0 0,-1 0 0 0 0,1 0 0 0 0,0 0 0 0 0,0 0 0 0 0,0-1 0 0 0,0 1 0 0 0,0 0 0 0 0,-1 0 0 0 0,1 0 0 0 0,0 0 0 0 0,0 0 0 0 0,0 0 0 0 0,-1 0 0 0 0,-34 1 0 0 0,11 7 0 0 0,15-3 0 0 0,-3 1 0 0 0,1 1 0 0 0,0 1 0 0 0,0 0 0 0 0,-18 18 0 0 0,17-17 0 0 0,12-9 0 0 0,0 1 0 0 0,-1-1 0 0 0,1 0 0 0 0,0 0 0 0 0,0 0 0 0 0,-1 1 0 0 0,1-1 0 0 0,0 0 0 0 0,0 0 0 0 0,0 1 0 0 0,-1-1 0 0 0,1 0 0 0 0,0 1 0 0 0,0-1 0 0 0,0 0 0 0 0,0 1 0 0 0,0-1 0 0 0,-1 0 0 0 0,1 1 0 0 0,0-1 0 0 0,0 0 0 0 0,0 1 0 0 0,0-1 0 0 0,0 0 0 0 0,0 1 0 0 0,0-1 0 0 0,0 0 0 0 0,0 1 0 0 0,1-1 0 0 0,-1 0 0 0 0,0 1 0 0 0,0-1 0 0 0,0 0 0 0 0,0 1 0 0 0,1-1 0 0 0,-1 1 0 0 0,1 0 0 0 0,0 0 0 0 0,1 0 0 0 0,-1-1 0 0 0,0 1 0 0 0,0-1 0 0 0,0 1 0 0 0,0 0 0 0 0,0-1 0 0 0,1 0 0 0 0,-1 1 0 0 0,0-1 0 0 0,0 0 0 0 0,1 0 0 0 0,-1 0 0 0 0,0 1 0 0 0,2-2 0 0 0,4 0 0 0 0,-1 0 0 0 0,1-1 0 0 0,-1 0 0 0 0,0 0 0 0 0,0 0 0 0 0,0-1 0 0 0,0 0 0 0 0,0 0 0 0 0,-1-1 0 0 0,1 1 0 0 0,-1-1 0 0 0,0-1 0 0 0,0 1 0 0 0,0-1 0 0 0,-1 1 0 0 0,0-1 0 0 0,0-1 0 0 0,5-7 0 0 0,-2 2 0 0 0,-3-4 0 0 0,-8-3 0 0 0,4 17-1 0 0,-1 0 0 0 0,0 0 1 0 0,1 1-1 0 0,-1-1 0 0 0,0 0 0 0 0,1 0 1 0 0,-1 1-1 0 0,0-1 0 0 0,0 1 0 0 0,0-1 0 0 0,1 1 1 0 0,-1-1-1 0 0,0 1 0 0 0,0-1 0 0 0,0 1 1 0 0,0 0-1 0 0,-2-1 0 0 0,-19 0-312 0 0,17 2-1038 0 0,1 2-513 0 0,-7 6 3595 0 0,1 5-13322 0 0,10 1-2346 0 0,9-3 11497 0 0,-5-9-356 0 0</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00.050"/>
    </inkml:context>
    <inkml:brush xml:id="br0">
      <inkml:brushProperty name="width" value="0.035" units="cm"/>
      <inkml:brushProperty name="height" value="0.035" units="cm"/>
      <inkml:brushProperty name="color" value="#004F8B"/>
    </inkml:brush>
  </inkml:definitions>
  <inkml:trace contextRef="#ctx0" brushRef="#br0">247 65 5352 0 0,'-2'-10'1508'0'0,"-8"-10"7627"0"0,3 13-5606 0 0,2 7-2493 0 0,-3 2-500 0 0,0-1 0 0 0,0 1 1 0 0,0 1-1 0 0,1-1 0 0 0,-1 1 0 0 0,1 1 1 0 0,0-1-1 0 0,0 1 0 0 0,0 0 0 0 0,0 1 1 0 0,-8 8-1 0 0,-3 2 1305 0 0,1 2 1 0 0,-27 35 0 0 0,42-48-1636 0 0,4 10-165 0 0,-1-13-41 0 0,-1 0 0 0 0,1-1 0 0 0,0 1 0 0 0,-1 0 0 0 0,1-1 0 0 0,0 1 0 0 0,-1-1 0 0 0,1 1 0 0 0,0-1 0 0 0,0 1 0 0 0,-1-1 0 0 0,1 1 0 0 0,0-1 0 0 0,0 0 0 0 0,0 0 0 0 0,0 1 0 0 0,0-1 0 0 0,0 0 0 0 0,-1 0 0 0 0,1 0 0 0 0,0 0 0 0 0,2 0 0 0 0,2-1 0 0 0,0 0 0 0 0,0 0 0 0 0,0-1 0 0 0,0 0 0 0 0,0 0 0 0 0,0 0 0 0 0,0 0 0 0 0,-1-1 0 0 0,1 0 0 0 0,-1 0 0 0 0,7-6 0 0 0,56-60 0 0 0,-58 58 0 0 0,-4-3 0 0 0,-6-2 0 0 0,0 15 0 0 0,0 0 0 0 0,0 1 0 0 0,0-1 0 0 0,0 0 0 0 0,0 0 0 0 0,0 1 0 0 0,0-1 0 0 0,0 1 0 0 0,0-1 0 0 0,-1 1 0 0 0,1-1 0 0 0,0 1 0 0 0,0 0 0 0 0,-1 0 0 0 0,1 0 0 0 0,-2-1 0 0 0,-26 5 0 0 0,-44 34 0 0 0,61-31 0 0 0,1 3 0 0 0,-24 26 0 0 0,22-22 0 0 0,3-1 0 0 0,4-2 0 0 0,5 2 0 0 0,20-4 0 0 0,3-10 0 0 0,-9-4 0 0 0,-1 1 0 0 0,1-2 0 0 0,-1 0 0 0 0,-1 0 0 0 0,1-1 0 0 0,-1-1 0 0 0,-1 0 0 0 0,1 0 0 0 0,-1-1 0 0 0,-1-1 0 0 0,1 1 0 0 0,-2-1 0 0 0,9-12 0 0 0,-9 9 0 0 0,-2-6 0 0 0,-10 2 0 0 0,4 15-18 0 0,-1 1-1 0 0,1 0 1 0 0,-1 0-1 0 0,0-1 1 0 0,1 1 0 0 0,-1 0-1 0 0,0 0 1 0 0,0 0-1 0 0,0 0 1 0 0,0 0 0 0 0,0 0-1 0 0,0 0 1 0 0,0 0-1 0 0,0 0 1 0 0,-1 1 0 0 0,1-1-1 0 0,0 0 1 0 0,0 1-1 0 0,-1-1 1 0 0,1 1 0 0 0,0-1-1 0 0,-1 1 1 0 0,1 0-1 0 0,-2-1 1 0 0,1 2-313 0 0,0-1 0 0 0,0 1-1 0 0,1-1 1 0 0,-1 1 0 0 0,0 0 0 0 0,1 0 0 0 0,-1-1-1 0 0,1 1 1 0 0,-1 0 0 0 0,1 0 0 0 0,-1 1 0 0 0,1-1 0 0 0,0 0-1 0 0,-1 0 1 0 0,1 1 0 0 0,-1 1 0 0 0,-2 2-2087 0 0,0 1-1 0 0,0 0 1 0 0,0 0 0 0 0,1 0 0 0 0,0 1 0 0 0,1-1 0 0 0,-1 1-1 0 0,-1 8 1 0 0,4-12-695 0 0</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01.705"/>
    </inkml:context>
    <inkml:brush xml:id="br0">
      <inkml:brushProperty name="width" value="0.035" units="cm"/>
      <inkml:brushProperty name="height" value="0.035" units="cm"/>
      <inkml:brushProperty name="color" value="#004F8B"/>
    </inkml:brush>
  </inkml:definitions>
  <inkml:trace contextRef="#ctx0" brushRef="#br0">239 174 6973 0 0,'-29'-14'2120'0'0,"23"11"1776"0"0,-1 4-2119 0 0,-8 3-458 0 0,-1 0 0 0 0,1 1 0 0 0,0 1 0 0 0,1 0-1 0 0,-1 1 1 0 0,1 0 0 0 0,0 2 0 0 0,1-1 0 0 0,0 2 0 0 0,0 0 0 0 0,1 0 0 0 0,-12 14 0 0 0,23-22-873 0 0,0-1-104 0 0,0-1-340 0 0,1 1-1 0 0,0-1 1 0 0,0 0 0 0 0,0 0-1 0 0,0 0 1 0 0,0 0-1 0 0,0 1 1 0 0,-1-1-1 0 0,1 0 1 0 0,0 0-1 0 0,0 0 1 0 0,0 1-1 0 0,0-1 1 0 0,0 0 0 0 0,0 0-1 0 0,0 1 1 0 0,0-1-1 0 0,0 0 1 0 0,0 0-1 0 0,0 0 1 0 0,0 1-1 0 0,0-1 1 0 0,0 0 0 0 0,0 0-1 0 0,0 0 1 0 0,1 1-1 0 0,-1-1 1 0 0,0 0-1 0 0,0 0 1 0 0,0 0-1 0 0,0 1 1 0 0,0-1 0 0 0,0 0-1 0 0,1 0 1 0 0,-1 0-1 0 0,0 0 1 0 0,0 0-1 0 0,0 1 1 0 0,0-1-1 0 0,1 0 1 0 0,-1 0-1 0 0,0 0 1 0 0,2 1-2 0 0,0 0 0 0 0,0-1 0 0 0,0 1 0 0 0,0-1 0 0 0,0 0 0 0 0,0 1 0 0 0,0-1 0 0 0,0 0 0 0 0,0 0 0 0 0,0 0 0 0 0,0-1 0 0 0,3 0 0 0 0,8-2 0 0 0,0-2 0 0 0,-1 0 0 0 0,1 0 0 0 0,-1-1 0 0 0,0-1 0 0 0,-1 0 0 0 0,12-8 0 0 0,74-64 0 0 0,-41 28 0 0 0,-56 51 0 0 0,0 0 0 0 0,0 0 0 0 0,0 0 0 0 0,0 0 0 0 0,1 0 0 0 0,-1 0 0 0 0,0 0 0 0 0,0 0 0 0 0,0 0 0 0 0,0 0 0 0 0,1 0 0 0 0,-1-1 0 0 0,0 1 0 0 0,0 0 0 0 0,0 0 0 0 0,0 0 0 0 0,1 0 0 0 0,-1 0 0 0 0,0 0 0 0 0,0 0 0 0 0,0-1 0 0 0,0 1 0 0 0,0 0 0 0 0,0 0 0 0 0,1 0 0 0 0,-1 0 0 0 0,0-1 0 0 0,0 1 0 0 0,0 0 0 0 0,0 0 0 0 0,0 0 0 0 0,0 0 0 0 0,0-1 0 0 0,0 1 0 0 0,0 0 0 0 0,0 0 0 0 0,0 0 0 0 0,0-1 0 0 0,0 1 0 0 0,0 0 0 0 0,0 0 0 0 0,0 0 0 0 0,0 0 0 0 0,0-1 0 0 0,0 1 0 0 0,0 0 0 0 0,0 0 0 0 0,0 0 0 0 0,-1-1 0 0 0,1 1 0 0 0,0 0 0 0 0,0 0 0 0 0,0 0 0 0 0,0 0 0 0 0,0 0 0 0 0,0-1 0 0 0,-1 1 0 0 0,1 0 0 0 0,0 0 0 0 0,0 0 0 0 0,0 0 0 0 0,0 0 0 0 0,0 0 0 0 0,-1 0 0 0 0,1 0 0 0 0,0-1 0 0 0,-37 1 0 0 0,24 2 0 0 0,6-1 0 0 0,0 0 0 0 0,1 1 0 0 0,-1-1 0 0 0,0 2 0 0 0,1-1 0 0 0,-8 5 0 0 0,-41 14 0 0 0,36-13 0 0 0,5-1 0 0 0,29-9 0 0 0,-10 2 0 0 0,-1 0 0 0 0,1 0 0 0 0,-1 0 0 0 0,0-1 0 0 0,1 0 0 0 0,-1 0 0 0 0,0 0 0 0 0,1-1 0 0 0,-1 1 0 0 0,4-3 0 0 0,16-7 0 0 0,-4 2 0 0 0,-1-2 0 0 0,0 0 0 0 0,17-14 0 0 0,-22 16 0 0 0,-4-1 0 0 0,-9 10 0 0 0,-1 0 0 0 0,0 0 0 0 0,0 0 0 0 0,0-1 0 0 0,0 1 0 0 0,1 0 0 0 0,-1 0 0 0 0,0 0 0 0 0,0 0 0 0 0,0 0 0 0 0,0-1 0 0 0,1 1 0 0 0,-1 0 0 0 0,0 0 0 0 0,0 0 0 0 0,0-1 0 0 0,0 1 0 0 0,0 0 0 0 0,0 0 0 0 0,0 0 0 0 0,0-1 0 0 0,0 1 0 0 0,0 0 0 0 0,0 0 0 0 0,0-1 0 0 0,0 1 0 0 0,0 0 0 0 0,0 0 0 0 0,0 0 0 0 0,0-1 0 0 0,0 1 0 0 0,0 0 0 0 0,0 0 0 0 0,0-1 0 0 0,0 1 0 0 0,0 0 0 0 0,0 0 0 0 0,0 0 0 0 0,-1-1 0 0 0,1 1 0 0 0,0 0 0 0 0,0 0 0 0 0,0 0 0 0 0,0 0 0 0 0,0-1 0 0 0,-1 1 0 0 0,1 0 0 0 0,0 0 0 0 0,0 0 0 0 0,0 0 0 0 0,-1 0 0 0 0,1 0 0 0 0,0-1 0 0 0,-1 1 0 0 0,-32-3 0 0 0,23 3 0 0 0,-18 6 0 0 0,16-2 0 0 0,2-1 0 0 0,-5 1 0 0 0,0 1 0 0 0,1 1 0 0 0,0 0 0 0 0,0 1 0 0 0,-23 15 0 0 0,24-12 0 0 0,12-9 0 0 0,1-1 0 0 0,0 0 0 0 0,-1 0 0 0 0,1 0 0 0 0,0 1 0 0 0,0-1 0 0 0,-1 0 0 0 0,1 0 0 0 0,0 1 0 0 0,0-1 0 0 0,0 0 0 0 0,0 1 0 0 0,-1-1 0 0 0,1 0 0 0 0,0 1 0 0 0,0-1 0 0 0,0 0 0 0 0,0 1 0 0 0,0-1 0 0 0,0 0 0 0 0,0 1 0 0 0,0-1 0 0 0,0 0 0 0 0,0 1 0 0 0,0-1 0 0 0,0 0 0 0 0,0 1 0 0 0,0-1 0 0 0,0 0 0 0 0,0 1 0 0 0,0-1 0 0 0,0 0 0 0 0,1 0 0 0 0,-1 1 0 0 0,0-1 0 0 0,0 0 0 0 0,0 1 0 0 0,1-1 0 0 0,23 8 0 0 0,18-11 1036 0 0,4-11-4238 0 0,5-16-4809 0 0,-46 26 6321 0 0,0 0 0 0 0,1-1 1 0 0,-1 0-1 0 0,-1 0 0 0 0,1 0 0 0 0,-1 0 0 0 0,0-1 0 0 0,0 0 1 0 0,5-10-1 0 0,-2 0-1474 0 0</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02.960"/>
    </inkml:context>
    <inkml:brush xml:id="br0">
      <inkml:brushProperty name="width" value="0.035" units="cm"/>
      <inkml:brushProperty name="height" value="0.035" units="cm"/>
      <inkml:brushProperty name="color" value="#004F8B"/>
    </inkml:brush>
  </inkml:definitions>
  <inkml:trace contextRef="#ctx0" brushRef="#br0">311 25 5384 0 0,'0'0'4038'0'0,"-2"-3"-2251"0"0,-6-9-133 0 0,6 9 1375 0 0,-4 4-1574 0 0,-10 5 20 0 0,-1 0-1 0 0,1 1 1 0 0,1 0 0 0 0,-1 2 0 0 0,-23 16-1 0 0,-82 71 5043 0 0,120-94-6462 0 0,-11 9-55 0 0,12-11 0 0 0,0 0 0 0 0,0 0 0 0 0,0 1 0 0 0,-1-1 0 0 0,1 0 0 0 0,0 0 0 0 0,0 0 0 0 0,0 1 0 0 0,0-1 0 0 0,-1 0 0 0 0,1 0 0 0 0,0 0 0 0 0,0 1 0 0 0,0-1 0 0 0,0 0 0 0 0,0 0 0 0 0,0 1 0 0 0,0-1 0 0 0,-1 0 0 0 0,1 0 0 0 0,0 1 0 0 0,0-1 0 0 0,0 0 0 0 0,0 0 0 0 0,0 1 0 0 0,0-1 0 0 0,0 0 0 0 0,0 0 0 0 0,1 1 0 0 0,-1-1 0 0 0,0 0 0 0 0,0 0 0 0 0,0 1 0 0 0,0-1 0 0 0,0 0 0 0 0,0 0 0 0 0,0 1 0 0 0,0-1 0 0 0,1 0 0 0 0,-1 0 0 0 0,0 0 0 0 0,0 1 0 0 0,1-1 0 0 0,0 1 0 0 0,0-1 0 0 0,1 1 0 0 0,-1-1 0 0 0,1 1 0 0 0,-1-1 0 0 0,1 1 0 0 0,0-1 0 0 0,-1 0 0 0 0,1 0 0 0 0,-1 0 0 0 0,1 0 0 0 0,-1 0 0 0 0,1 0 0 0 0,1 0 0 0 0,3-2 0 0 0,0 0 0 0 0,0 0 0 0 0,0 0 0 0 0,-1 0 0 0 0,1-1 0 0 0,-1 0 0 0 0,1 0 0 0 0,-1 0 0 0 0,0-1 0 0 0,5-5 0 0 0,54-56 0 0 0,-45 45 0 0 0,-19 20 0 0 0,0 0 0 0 0,1 0 0 0 0,-1-1 0 0 0,0 1 0 0 0,0 0 0 0 0,0 0 0 0 0,1 0 0 0 0,-1 0 0 0 0,0 0 0 0 0,0 0 0 0 0,0-1 0 0 0,0 1 0 0 0,1 0 0 0 0,-1 0 0 0 0,0 0 0 0 0,0-1 0 0 0,0 1 0 0 0,0 0 0 0 0,0 0 0 0 0,0-1 0 0 0,1 1 0 0 0,-1 0 0 0 0,0 0 0 0 0,0 0 0 0 0,0-1 0 0 0,0 1 0 0 0,0 0 0 0 0,0 0 0 0 0,0-1 0 0 0,0 1 0 0 0,0 0 0 0 0,0 0 0 0 0,0-1 0 0 0,0 1 0 0 0,0 0 0 0 0,-1 0 0 0 0,1-1 0 0 0,0 1 0 0 0,0 0 0 0 0,0 0 0 0 0,0 0 0 0 0,0-1 0 0 0,0 1 0 0 0,0 0 0 0 0,-1 0 0 0 0,1-1 0 0 0,-28-2 0 0 0,16 8 0 0 0,0 0 0 0 0,1 0 0 0 0,0 1 0 0 0,0 0 0 0 0,1 1 0 0 0,0 0 0 0 0,0 1 0 0 0,0 0 0 0 0,-14 16 0 0 0,5-7 0 0 0,-1-3 0 0 0,9 2 0 0 0,-2 5 0 0 0,13-21 0 0 0,0 0 0 0 0,0 0 0 0 0,0 0 0 0 0,-1 0 0 0 0,1 1 0 0 0,0-1 0 0 0,0 0 0 0 0,0 0 0 0 0,0 0 0 0 0,0 0 0 0 0,-1 1 0 0 0,1-1 0 0 0,0 0 0 0 0,0 0 0 0 0,0 1 0 0 0,0-1 0 0 0,0 0 0 0 0,0 0 0 0 0,0 1 0 0 0,0-1 0 0 0,0 0 0 0 0,0 0 0 0 0,0 0 0 0 0,0 1 0 0 0,0-1 0 0 0,0 0 0 0 0,0 0 0 0 0,0 1 0 0 0,0-1 0 0 0,0 0 0 0 0,0 0 0 0 0,0 1 0 0 0,0-1 0 0 0,1 0 0 0 0,-1 0 0 0 0,0 0 0 0 0,0 1 0 0 0,0-1 0 0 0,0 0 0 0 0,0 0 0 0 0,1 0 0 0 0,-1 1 0 0 0,0-1 0 0 0,0 0 0 0 0,0 0 0 0 0,1 0 0 0 0,-1 0 0 0 0,0 0 0 0 0,0 0 0 0 0,1 1 0 0 0,30-3 0 0 0,-16-3 0 0 0,-1-2 0 0 0,0 0 0 0 0,-1-1 0 0 0,1 0 0 0 0,-1-1 0 0 0,-1-1 0 0 0,0 0 0 0 0,17-18 0 0 0,-5 6 0 0 0,-13 13 0 0 0,-1 0 0 0 0,0-1 0 0 0,-1-1 0 0 0,0 0 0 0 0,10-15 0 0 0,-19 26 0 0 0,0-1-1 0 0,1 1 0 0 0,-1-1 1 0 0,0 1-1 0 0,0-1 1 0 0,0 0-1 0 0,0 1 1 0 0,0-1-1 0 0,0 1 1 0 0,0-1-1 0 0,0 0 1 0 0,0 1-1 0 0,0-1 1 0 0,0 0-1 0 0,0 1 1 0 0,0-1-1 0 0,0 1 1 0 0,-1-1-1 0 0,1 1 1 0 0,0-1-1 0 0,0 0 1 0 0,-1 1-1 0 0,1-1 1 0 0,0 1-1 0 0,-1-1 1 0 0,1 1-1 0 0,-1 0 1 0 0,1-1-1 0 0,-1 0 1 0 0,-7-4-106 0 0,5 2-762 0 0,-3 7-1426 0 0,-22 15-2624 0 0,22-14 2228 0 0,-1 1 0 0 0,1-1 1 0 0,0 1-1 0 0,1 0 1 0 0,-7 9-1 0 0,11-9-667 0 0,1 12 354 0 0</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08.506"/>
    </inkml:context>
    <inkml:brush xml:id="br0">
      <inkml:brushProperty name="width" value="0.1" units="cm"/>
      <inkml:brushProperty name="height" value="0.6" units="cm"/>
      <inkml:brushProperty name="color" value="#F6630D"/>
      <inkml:brushProperty name="inkEffects" value="pencil"/>
    </inkml:brush>
  </inkml:definitions>
  <inkml:trace contextRef="#ctx0" brushRef="#br0">1 3240 1944 248096 66502,'0'0'684'0'0,"0"0"-36"0"0,0 0-76 0 0,5-3-8 0 0,3 0 20 0 0,0-1-63 0 0,-2 1-41 0 0,-2 1 24 0 0,-1 1-96 0 0,-2 1 12 0 0,0-1-72 0 0,-1 1 0 0 0,-1 0-60 0 0,1 1-12 0 0,3-2 12 0 0,1 0-44 0 0,0 0 64 0 0,-1 0-136 0 0,-1 0-68 0 0,3 0 20 0 0,0 0 0 0 0,-1 1-12 0 0,2-2-32 0 0,0 0 24 0 0,-2 1-12 0 0,3-2 32 0 0,-1 1-12 0 0,1-1 40 0 0,-1-1-20 0 0,2 1-20 0 0,-2-1-8 0 0,2 0 0 0 0,-1-1-24 0 0,1 0 44 0 0,2-2-12 0 0,-2 2-52 0 0,2-2 24 0 0,1-1-24 0 0,0 0-8 0 0,2 0 28 0 0,0-1-16 0 0,0-1-4 0 0,1 0-20 0 0,0-1 32 0 0,1-1 0 0 0,1-1-28 0 0,1 0 48 0 0,0-1-12 0 0,1 1-20 0 0,0-1 32 0 0,-1 0-40 0 0,2 0 52 0 0,-1-1-52-725 641,1 0-32 725-641,0 0 52 0 0,0 0-32 0 0,0 0-40 0 0,2 0 40 0 0,-1 0 32 0 0,1 0-40 0 0,-1 0-52 0 0,0-1 100 0 0,1 1-48 0 0,-1 0 48 0 0,1 0-100 0 0,-1-1 72 0 0,-1 2-20 0 0,0-1 16 0 0,0 0-24 0 0,-1 0-24 0 0,1 0-12 0 0,-1 1 12 0 0,0-1 12 0 0,-1 0 28 0 0,0 0 0 0 0,0 0-60 0 0,0 0 20-1577-245,0 1 32 1577 245,-1 0-24 764-632,1 0-16-764 632,-1 0-4 0 0,0 1-8 0 0,0 0 28 0 0,1 1-28 0 0,-1-1 64 0 0,1 1-56 0 0,0-1-8 0 0,1 0 80 0 0,1 0-68 0 0,0 0 16 0 0,0 0-28 0 0,2-1 40 0 0,1-1-28 0 0,1-1-24 0 0,0 0 20 0 0,2-1-16 0 0,0 0 8 0 0,1-2 0 0 0,1 1-12 0 0,1-1 32 0 0,0-1-12 0 0,1 1 32 0 0,0 0 12 0 0,1-1-20 0 0,-1 1-44 0 0,1 0 64 0 0,-1 1-12 0 0,-1-1-12 0 0,1 1 36 0 0,-1-1-16 0 0,1 1 24 0 0,0-1-52 0 0,0 1 92 0 0,0-1-60 0 0,0 1-64 0 0,-1-1 84 0 0,0 0-72 0 0,-1 1 120 0 0,0-1-160 0 0,-1 1 92 0 0,0 0-44 0 0,1 0 24 0 0,-2 1-24 0 0,-1 1 4 0 0,-1 0-24 0 0,-1 1 32 0 0,-1 0-72 0 0,0 1 72 0 0,0 0 12 0 0,0-1 16 0 0,-1 1-16 0 0,1-1 100 0 0,-1 0-92-1509-251,1 1 40 1509 251,0-1 4 0 0,0 0-24 0 0,0 0-28 0 0,2 0 8 0 0,0-1 60 0 0,2-1-48 0 0,1 0-12 0 0,2-1 20 0 0,0 1-20 0 0,1-1-8 0 0,1 0 8 0 0,1 0 20 0 0,0 0-28 0 0,1 0 88 0 0,-1 1-76 0 0,0 0 44 0 0,0 0-88 0 0,0 1 32 0 0,-1 1-32 0 0,-1-1 0 0 0,0 1 40 0 0,-2 1-12 762-626,-2 1-16-762 626,0-1-4 0 0,-2 1 12 0 0,0 0-28 0 0,-1 0 68 0 0,0 1-40 0 0,-1-1 20 0 0,-1 0 12 0 0,1 1-4 0 0,-1-2 4 0 0,0 1 0 0 0,0-1-12 1475 242,-1 0-52-1475-242,1 0 32 0 0,0-1 20 0 0,0 1-20 0 0,0-1 20 0 0,1 1-40 0 0,-1-1 40 0 0,1 1-20 0 0,1 0 0 0 0,-2 0 32 0 0,0 0-24 0 0,-1 0 4 0 0,0 1-24 0 0,-1 0 24 0 0,0 1-44 0 0,-2 0 52 0 0,-1 1-20 0 0,0 0 24 0 0,-2 1 76 0 0,0 0-48 0 0,0-1 0 0 0,0 1-12 0 0,1-1 32-1475-242,0 0 8 1475 242,1-2 4 0 0,1 0-64 0 0,0-1 12 0 0,2 0-32 0 0,0-1 20 0 0,1 1 20 0 0,0-1-8 0 0,2 1-44 0 0,-1 0 76 0 0,0 0-76 0 0,1 1 24-762 626,0-1 16 762-626,-1 2-28 0 0,0 0 84 0 0,-1 0-76 0 0,-1 1 12 0 0,1 0-8 0 0,-3 1 20 0 0,1 0-76 0 0,-1 0 56 0 0,0 0-24 0 0,0 0 36 0 0,0 0-56 0 0,0 1 84 0 0,1-2-32 0 0,1 1-60 0 0,0-1 48 0 0,1 0 32 0 0,0-1-28 0 0,0 0-4 0 0,1 0 4 0 0,1-1 8 0 0,-1 1 20 0 0,0 0-48 0 0,0 1-12 0 0,0-1 28 762-626,-2 2-16-762 626,-1 0-24 0 0,-1 1 20 0 0,0-1 24 0 0,-2 1-44 0 0,0 0 12 0 0,0 0 32 0 0,0 1 40 0 0,-2-1-44 0 0,1 1-28 0 0,-2-1 32 0 0,0 0 36 0 0,0-1-56 0 0,1 0-12 1475 242,0 0 8-1475-242,0 0 12 0 0,-1 0-20 0 0,1-1 8 0 0,1 1-16 0 0,0-1 28 0 0,-1 1-40 0 0,2-1 40 0 0,0 0 0 0 0,0-1-12 0 0,-1 0 12 0 0,1 1 12 0 0,0 0-24 0 0,-1 1 64 0 0,0 0-64 0 0,-1 0 32 0 0,-2 2 12 0 0,0 0-20 0 0,-1-1-4 0 0,-2 3 4 0 0,1-1 48 0 0,-2 1-48 0 0,1-1 48 0 0,-1 2-20 0 0,1-1-8 0 0,-2 1 28 0 0,1-1-20 0 0,-1 2 12 0 0,-1 1-32 0 0,1-2 64 0 0,-2 1-44 0 0,0 0-8 0 0,2 0 8 0 0,-1-1-60 0 0,-1 2 52 0 0,1-2-4 0 0,-1 2 4 0 0,0 0 8 0 0,-2 1-8 0 0,2-1 20 0 0,0 0-32 0 0,-1 0 33 0 0,0 2-25 0 0,-1 0 36 692-639,0 0 8-692 639,-1 1 20 0 0,0 0-44 0 0,0 0 24 0 0,0 0 12-692 639,0 0 16 692-639,0 0-16 0 0,0 0 48 0 0,0 0-28 0 0,0 0-12 0 0,-10 2 20 0 0,-3 1 40 0 0,-3 1-8 0 0,1 0-12 0 0,-1 0 12 0 0,4 0-40 0 0,-3 0 20 0 0,1 0 48 0 0,2 0-40 0 0,-1 0 12 0 0,-1 0 0 0 0,2-1 0 0 0,-2 1-12 0 0,-1-1 116-1475-242,-1 1-64 1475 242,3-1 40 0 0,-1 1-8 0 0,-1 0-4 0 0,2-1 16 0 0,-2 1-44 0 0,0-1-12 0 0,2 0-28 0 0,-2 0-12 728-629,0-1 32-728 629,2 0-72 0 0,0 0 12 0 0,2 0 60 0 0,0-1-32 0 0,2 1 12 0 0,3-1-40 0 0,-2 0 48 0 0,1 0-68 0 0,2-1 80 0 0,1 1-44 0 0,2-1 24 0 0,0 0-52 0 0,2 0-8 0 0,0 0 16 0 0,0 0-36 0 0,1 0-36 0 0,-1 0 44 0 0,0 0-80 0 0,0 0 36 0 0,9-4 20 0 0,2-2-48 0 0,4 0 24 0 0,2 1 60 0 0,-3 0-120 0 0,1 1 112 0 0,1 0-116 0 0,-3 0 16 0 0,1 1-60 0 0,2 0 48 0 0,-3 0-56 0 0,0 0 20 0 0,-2 1-12-728 629,2 0 44 728-629,-2-1-32 0 0,2 1-28 0 0,-1 1 48 0 0,1-1 72 0 0,-2 1-60 0 0,0 0 8 0 0,0 0 20 0 0,-1 2 24 0 0,-1 0 72 0 0,0 1 36 0 0,-1 1-16 0 0,1 3 88 0 0,0 2-36 0 0,0 1 28 0 0,-1 3-12 0 0,0 3 16 0 0,-1 2-56 0 0,-1 3-72 0 0,0 1 44 0 0,-1 3-84 0 0,0 0-272 0 0,-1 1-448-762 626,-1 1-436 762-626,-1 0-484 0 0,0 1-2813 0 0,0-1 349 0 0,-2-2 436 1509 251,-2-1 391-2273 381,-1-3 309 764-632,0-4 944 0 0</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10.937"/>
    </inkml:context>
    <inkml:brush xml:id="br0">
      <inkml:brushProperty name="width" value="0.1" units="cm"/>
      <inkml:brushProperty name="height" value="0.6" units="cm"/>
      <inkml:brushProperty name="color" value="#F6630D"/>
      <inkml:brushProperty name="inkEffects" value="pencil"/>
    </inkml:brush>
  </inkml:definitions>
  <inkml:trace contextRef="#ctx0" brushRef="#br0">0 4319 2856 243568 65750,'0'0'1104'0'0,"3"-7"-132"0"0,-1-2-47 0 0,1 0-97 0 0,-1 2-80 0 0,1 0-44 0 0,0 1-56 0 0,1 0-4 0 0,0 1-8 0 0,-1 1-44 0 0,3-1-40 0 0,0 0-20 0 0,1 0-88 0 0,1-2-28 0 0,-1 1 28 0 0,2-1-88 0 0,1-1-60 0 0,2-1 12 0 0,0-1 32 0 0,1 0-116 0 0,1-2-8 0 0,1-1-32 0 0,2-1 0 0 0,0-1 0 0 0,2-2 0 0 0,2-1-52 0 0,2-1 4 0 0,0 0-44 0 0,1-2 8 0 0,2 0-8 0 0,0 0 20 0 0,1 0-40 0 0,-1-1 32 0 0,1 1-43 0 0,0-1-21 0 0,0 1 44 0 0,-1-1-24 0 0,0 1-8 0 0,-1 0 8 0 0,0 0-28 0 0,0 0 20 0 0,0 1-40 0 0,-2 0 28 0 0,0 1-12 0 0,0-1-36 0 0,-1 1-12 0 0,0-1 48 0 0,-1 1 4 0 0,1 0-32 0 0,-1 0-8 0 0,0 1 16 0 0,-2-1 4 796-616,1 1 28-2216 347,0 1 12 1420 269,0-1-44 0 0,1 0 12 0 0,-1 0 0 0 0,0 1-40 0 0,0 1 72 0 0,0 0-40 0 0,0 0-56 0 0,-1 1 68 0 0,0 1 4 0 0,0 0-28 0 0,-1 0 32 0 0,1 0-12 0 0,-1 1 20 0 0,-1 0 32 0 0,0 0-40 0 0,0-1 0 0 0,1 1-4 0 0,0-1 44 0 0,0 0-40 0 0,1 0-44 0 0,1 0 44 0 0,1 0 0 0 0,-1 1-12 0 0,1-2-12 0 0,0 1 56 0 0,1 0-84 0 0,0 1 20 0 0,1-1 20 0 0,1-1-52 0 0,1 0 0 0 0,1 0 44 0 0,1-1-24 0 0,0-1 12 0 0,1 0 0 0 0,-1 0 0 0 0,2-1-8 0 0,0-1 60 0 0,1-1-4 0 0,0 1-56 0 0,0-2-12 1420 269,2 0 40-1420-269,-1 1-40 0 0,0-2 72 0 0,2 0-44 0 0,0-1 44 0 0,1 0-64 0 0,-1 0 84 0 0,-1 1-52 0 0,0 0 0 0 0,-2 0 4-1420-269,0 0 4 1420 269,-1 1-8 0 0,-1 0 52 0 0,0 1-40 0 0,0-1 28 0 0,0 0-16 0 0,-2 1 36 0 0,1 0-20 0 0,-1 0 4 0 0,0 1 16 0 0,0-1 24 0 0,0 1-24 0 0,-1 0 32 0 0,2 0-60 0 0,-2 0 32 0 0,1 1-44 0 0,-1 0 20 0 0,0 0-16 789-610,0 0 16-789 610,1 0-48 0 0,-1 0 36 0 0,0 0 24 0 0,-1 1-20 0 0,1 0-40 0 0,1-1 36 0 0,-1 2-36 0 0,1 0 28 0 0,-1 0-20 1390 259,1-1-28-1390-259,-1 0-12 0 0,1 0 60 0 0,-1-1-40 0 0,1 0 20 0 0,0-1-20 0 0,-1 1 80 0 0,0-1-36 0 0,0 0 36 0 0,1 0-28 0 0,0-1 40 0 0,-1 0 12 0 0,1-1-56 0 0,-1 0-24 0 0,1 0 56 0 0,0-1-28 0 0,-1 1-12 0 0,0-1-28 0 0,0 0 60-759 620,-1 0-64 759-620,0 0 32 0 0,0 0-28 0 0,-1 1 48 0 0,0-1-20 0 0,-1 1 12 0 0,0 0-40 0 0,0 0-12 0 0,-1 0 80 0 0,0 1-60 0 0,-1 0-40 0 0,0 1 52 0 0,0 0-20 0 0,1 0 56 0 0,1 0-76 0 0,0-1 28 0 0,1-1 12 0 0,1 0 40 0 0,3-2 40 0 0,1-1 0 0 0,3-1 0 759-620,2-1-8-759 620,1 0 8 0 0,0-1-20 0 0,2 1-20 0 0,-1-1-12 0 0,1 0 44 0 0,0 0-24 0 0,1 0-40 0 0,-1 0 32 0 0,-1-1-20 0 0,0 1-12 0 0,-2 1 24 0 0,-2 1-12 0 0,-1 1-4 0 0,-2 1-16 0 0,-1 0-40 0 0,0 0 76 0 0,-2 1-16 0 0,-1 0 12 0 0,-2 0 56 0 0,0 1-16 1416 246,-1 0-12-1416-246,-1 2 20 0 0,0 0-28 0 0,-2 0-24 0 0,0 1-8 0 0,-1 0 28 0 0,1 1-8-728 629,0-1-12 728-629,0 1-16 0 0,0 0 28 0 0,2 0-44 0 0,1-1 12 0 0,2 0-8 0 0,0 0 20 0 0,1-1-52 0 0,1 1 12-1447-255,1 0-4 1447 255,1-1 44 0 0,-1 1-104 0 0,1 0 20 0 0,0 0-8 0 0,0-1 20 0 0,1 0-40 0 0,0-1-32 0 0,1 0 20 0 0,-1 0-12 1447 255,1 0 4-1447-255,-1-1 8 728-629,-1 1-12-728 629,0 0 24 0 0,-2 1 28 0 0,-2 0 4 0 0,-2 2 8 0 0,-1 1 48 0 0,-1 0 4 0 0,-2 2-44 0 0,-2 1 56 0 0,-2 1-44 0 0,-1 1 8 0 0,-3 3-16 0 0,-1-1 28 0 0,1 0-32 0 0,-2 1 44 0 0,0 1 8 0 0,-1 1-48 0 0,0-1 16 0 0,-1 2-8 0 0,1-1 20 0 0,-1 1 12 0 0,0 0 0 0 0,0 0-12 0 0,-2 2-20 0 0,1-2 8 0 0,1 0 4 0 0,-2 1-32 0 0,1 0 20 0 0,-1-1-12 0 0,-1 2 64 0 0,1-1-64 0 0,0 0 56 0 0,-1 2 4 0 0,2-2 96 0 0,-1 0-132 0 0,0 1-24 0 0,-1 1 12 0 0,-1 1 12 0 0,0 0-4 0 0,-1 1 4 0 0,0 0 0 0 0,0 0 48 0 0,0 0-32 0 0,-9 3-4 0 0,-6 2-36 0 0,-1 1 104 0 0,-2 2-52 0 0,0-1 44 0 0,0 1 16-1416-246,-1 0-28 1416 246,-1 1 64 0 0,0 1-56 0 0,-1-1 4 0 0,-1 0 16 0 0,1 1 64 0 0,-1-1-40 0 0,0 1 28 0 0,1-1 4 0 0,1 0 16 0 0,0-1-16 0 0,2 0-36 0 0,2-1-8 0 0,0 0 44 0 0,1-1-32 0 0,3-1 16 0 0,0 0 36 0 0,1-1-24 0 0,1 1-28 0 0,1-1 0 0 0,0-1 8 0 0,1 0-60 0 0,2-1 92 0 0,0 1 0 0 0,0 0-52 0 0,3-1 0 0 0,0-1 44 0 0,2 0-96 0 0,0-1 32 0 0,1 0 21 0 0,0 0-1 0 0,0 0-72 0 0,0 0 24 0 0,1 0 16 0 0,-1 0-36 0 0,0 0-44 0 0,0 0 28 0 0,6-5-48 0 0,2-2 0 0 0,4-1 20 0 0,0-1 52 0 0,0 2-12 0 0,1-1-60 0 0,1 1 40 0 0,-3 1-8 0 0,1 1 100 0 0,-2 0-164 0 0,0 0 92 0 0,-2 1-48 0 0,0 0-36 0 0,-1 0 16 0 0,1 1 16 0 0,-1 1 24 0 0,-1 0-44 0 0,1 1 0 0 0,0 0 52 0 0,-1 1-60 0 0,2 1 72 0 0,1 2-24 0 0,1 3 16 0 0,-2-1 4 0 0,2 4 4 0 0,-1 2 20 0 0,1 3-64 0 0,-1 3 32 0 0,-1 1-92-759 620,-1 3-48 759-620,-2 1-240 0 0,-1 2-349 0 0,-2 2-243 0 0,-2 2-288 0 0,-2 1-160 0 0,-3 3-1076 0 0,-2 3-2001 0 0,-2 2 493 0 0,-2 1 288 1447 255,-2 2 367-1447-255,-2 0 401 0 0,2-6 740 0 0</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13.701"/>
    </inkml:context>
    <inkml:brush xml:id="br0">
      <inkml:brushProperty name="width" value="0.1" units="cm"/>
      <inkml:brushProperty name="height" value="0.6" units="cm"/>
      <inkml:brushProperty name="color" value="#F6630D"/>
      <inkml:brushProperty name="inkEffects" value="pencil"/>
    </inkml:brush>
  </inkml:definitions>
  <inkml:trace contextRef="#ctx0" brushRef="#br0">0 4538 3704 229572 70756,'0'0'1200'0'0,"0"0"-167"0"0,0 0-29 0 0,0 0-164 0 0,0 0 0 0 0,0 0 0 0 0,0 0-32 0 0,5-9 1364 0 0,4-6-936 0 0,4-3-692 1374-520,1-1-64-1374 520,2 0 4 0 0,1-1-68 0 0,1 0-24-1578-423,1-2-44 1578 423,3-2 1 0 0,3-3-53 1578 423,1-3 0-1578-423,3-2-48 1306-530,4-4-12-1306 530,1-2-4 0 0,1 0-36 0 0,-1-1 20 0 0,2 0-72 0 0,-1-1-12 0 0,-1 1-20 1243-540,0 2 20-1243 540,-2 1-68 0 0,0 2 28 0 0,-1 0-32 0 0,-1 2-20 0 0,-1 1-20 0 0,2-1 76 0 0,-1 0-48 0 0,0 1 16 0 0,1-1-56 0 0,0 0 56 0 0,0-1-4 0 0,1 0-20 0 0,2-2-8 0 0,1-1 0 0 0,1-1 16 0 0,1-2-48 0 0,1 0 64 0 0,-2 1-84 0 0,0 0 8 0 0,-2 1 0 0 0,-1 1-8 0 0,-1 2 64 1182-548,-1 1-44-1182 548,-1 1-12 0 0,-2 1-28 0 0,-2 2 20 0 0,0 1 48 0 0,-3 2-48 0 0,0 1 0 1125-557,-1 1 32-1125 557,0 0 28 0 0,-1 0-20 0 0,-1 2-32 0 0,1 0 36 0 0,-1 0 4 0 0,1 0-16 0 0,1 1-24 0 0,0-1-16 0 0,2 0 36 0 0,1-1-8 0 0,0 0 12 0 0,2-1-4 0 0,1-1-68 0 0,2-1 68 0 0,0 0-36 0 0,2-1 56 0 0,1 1-36 0 0,0-1-44 0 0,0 1 64 0 0,-2 1-32 0 0,0 1 48 0 0,-1 2-36 0 0,-2 0 8 0 0,-1 2 28 0 0,-1-1 44 0 0,-2 2-80 0 0,-2 1-24 0 0,-1 1 44 0 0,-2 0-12 0 0,0 0-24 0 0,-1 0 36 0 0,-1 0-52 0 0,1 0 48 0 0,-1-1-36 0 0,0 0 68 0 0,1-1-32 0 0,1 0 16 0 0,0-2-48 0 0,0 1 68 0 0,2-2-76 0 0,0 0 52 0 0,0 0-28 1073-564,1 0 8-1073 564,1 0 8 0 0,0 0 52 0 0,0 0-68 0 0,0 1-4 0 0,0-1 32 0 0,1 0-28 0 0,0 0 16 0 0,0 1-16 0 0,0 0 28 0 0,0 0-8 0 0,0 0 16 1023-571,0 0-16-1023 571,0 1 8 0 0,0-1-8 0 0,-1 1-12 0 0,1 0 8 0 0,0-1 12 0 0,-1 0-28 0 0,0 0-12 0 0,0 0 40 0 0,1-2 8 0 0,-2 1-28 0 0,2-1 32 0 0,-1 0 0 0 0,0 0 8 0 0,0 0-8 0 0,1 0-32 0 0,0-1 20 0 0,0 0 20 0 0,1 0 32 1501 328,0 0 0-1501-328,1 0-44 0 0,0 0 4 0 0,1 1 72 0 0,-1-1-76 0 0,1 2 24 0 0,0 0 12-996 584,0 0-44 996-584,-2 1 20 0 0,0 0-40 0 0,0 2 52 0 0,-2 0-12 0 0,-2 1 52 0 0,0 0-20 0 0,-1 1-60 0 0,0-1 128 0 0,0 0-68 0 0,0-1 12-505-912,1 0-44 505 912,0-1 20 0 0,1 0-40 0 0,0-1 64 0 0,0 0-32 0 0,1-1-44 0 0,0 1 4 0 0,1-1 28 0 0,1 0-20 0 0,0 1 0 0 0,1-1 32 0 0,0 1-40 0 0,0 0-12 0 0,-1 1 48 0 0,0 0-24 0 0,1 1 36 976-577,-2 0 52-976 577,0 2-40 0 0,-2 1 40 0 0,-1 1-28 0 0,-1 0-4 0 0,-2 2-8 0 0,0 0-12 0 0,0 1-28 0 0,-1 0 72 0 0,0 0-64 0 0,0 1 40 0 0,0 0-68 0 0,-1 1 68 0 0,0-1-28 0 0,1 0-60 0 0,-1 1 68 0 0,0-1-40 0 0,2 0 0 0 0,-1 0 12 0 0,1 0 0 0 0,0-1-52 0 0,1 0 28 0 0,-1 1-28 0 0,1-1 0 1475 316,-1 0 28-1475-316,0 1 4 0 0,0 0-32 0 0,-1 0 20 0 0,-2 0-12 0 0,1 0 4 0 0,-1 1 8 0 0,0 0 0 0 0,0 0 60 0 0,0 0-68 0 0,-2 1 48 0 0,0-1-20 0 0,0 1 0 0 0,0 0 0 0 0,0 0-40 0 0,-1 0 0 0 0,-2 2 20 0 0,1-2 40 0 0,1 1 20 0 0,1-2-100 0 0,-1 1 32 0 0,0 0-36 0 0,-3 2 44 0 0,2-1-20 0 0,0-1 20 0 0,0 0 20 0 0,-2 2-20 0 0,0 0 12 0 0,-1 1 0 0 0,0 0-12 0 0,-1 0 20 0 0,0 1-20 0 0,-2 0 28 0 0,-1 2 4 0 0,1-1 0 0 0,-1 1 20 0 0,-1 0-48 0 0,1 0 32 0 0,-1 1-48 0 0,0 0 84 0 0,-1 1-40 0 0,-1 0-32 0 0,0 0 72 0 0,1-1-72 0 0,0 0 52 0 0,0-1-76 0 0,0 2 48 0 0,-1-1-4-950 589,0 1 8 950-589,-1 1 44 0 0,0 0-40 0 0,0 0 20 0 0,2-2 20 0 0,0 0 20 0 0,0 0-64 0 0,0 1 76 0 0,-1 0-52 0 0,0 0 0 0 0,-1 1 40 0 0,1-1-24-996 584,-1 1-36 996-584,0 0-4 0 0,-1 1 48 0 0,1-1-28 0 0,0 0-4 0 0,0 0-4 0 0,0 0 20 0 0,0 0-36 0 0,0 0 56 0 0,0 0-40 0 0,0 0 72 0 0,0 0-80 0 0,0 0 8 0 0,0 0-40 0 0,2-2 32 0 0,0 0-32 0 0,1 0 32 0 0,-2 0-24 0 0,1 1 12 0 0,-1 0-8 0 0,-1 1 8 0 0,0 0-8 0 0,0 0 16-1528-341,0 0-48 1528 341,0 0 20 0 0,0 0-72 0 0,0 0-8 0 0,0 0-12 0 0,0 0 48 0 0,0 0-68 0 0,0 0 20 0 0,0 0-60 0 0,0 0 20 0 0,0 0-8 0 0,0 0 44 0 0,0 0-16 0 0,0 0 28 0 0,0 0-20 0 0,0 0 36 0 0,0 0 16 0 0,0 0 12 0 0,0 0-32 0 0,0 0 28 0 0,0 0-16 0 0,0 0 0 0 0,0 0-48 0 0,0 0 8 1528 341,0 0-52-1528-341,0 0 40 0 0,0 0 28 0 0,0 0-8 0 0,-5-3 44 0 0,-1 0 16 0 0,1-1 12 0 0,-4 1-12 0 0,0 0-8 0 0,2 1 48 0 0,-2 1-8 0 0,0 0-28 0 0,2 1 80 0 0,-2-1 100 0 0,0 0-8 0 0,-1 0 72 0 0,1 0-52 0 0,2 0 152 0 0,3 1-60 0 0,-3-1 76 0 0,-1 0 64 0 0,2 0-40 0 0,2 0 4 0 0,-3 0-4 0 0,2 0-36 0 0,0 0 56 0 0,1 1-48 0 0,2-1 12 996-584,1 1-32-996 584,-3-1-31 0 0,-1 1 51 0 0,1-1-84 0 0,1 0-8 0 0,0 1 72-1501-328,2-1-124 1501 328,0 1 92 0 0,1 0-20 0 0,0 0 60 0 0,0 0-8 0 0,0 0-12 0 0,1 0 12 0 0,-4-1 40 0 0,0-1-32 0 0,1 1 44 0 0,-1 0-116 0 0,2 0-8 0 0,0 0 40 0 0,0 1-48 0 0,1 0-12 0 0,0 0-216 0 0,0 0 0 0 0,0 0 0 0 0,0 0 0 0 0,8-2 0 0 0,3-1 0 0 0,0 1 0 0 0,1 0 0 0 0,0 1 0 0 0,-4 0 0 0 0,3 0 0 0 0,-1 1 0 0 0,0 0 0 0 0,0-1 0 0 0,1 1 0 0 0,-1 1 0 0 0,-2-1 0 0 0,2 1 0 0 0,-1 0 0 0 0,1 1 0 0 0,-1 0 0 0 0,0 1 0 0 0,1 1 0 0 0,-2 1 0 0 0,0 0 0-1023 571,0 3 0 1023-571,-1-1 0 0 0,-1 3 0 0 0,0 2 0 0 0,0 2 0 0 0,-1 2 0 0 0,-1 1 0 0 0,-1 0 0 0 0,0 2 0 0 0,-1 0 0 0 0,-1 2 0 1023-571,-1-1 0-1023 571,0 1 0 0 0,0 2-1896 0 0,-2-1-296 0 0,0 1-1453 0 0,-1 0-1351 0 0,0-1 519 0 0,1-2 425 0 0,-2-2 384 0 0,1-4 431-1023 571,0 0 309 1023-571,-1-4 1252 0 0</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15.742"/>
    </inkml:context>
    <inkml:brush xml:id="br0">
      <inkml:brushProperty name="width" value="0.1" units="cm"/>
      <inkml:brushProperty name="height" value="0.6" units="cm"/>
      <inkml:brushProperty name="color" value="#F6630D"/>
      <inkml:brushProperty name="inkEffects" value="pencil"/>
    </inkml:brush>
  </inkml:definitions>
  <inkml:trace contextRef="#ctx0" brushRef="#br0">15 3818 2600 229184 68875,'0'0'880'0'0,"0"0"-104"0"0,-3-1-56 0 0,0-1-55 0 0,-1 1 19 0 0,1 0 84 0 0,1 0 12 0 0,4-5-32 0 0,2-3-12 0 0,3-1 0 1272-511,1-1-16-1272 511,2-1-16 0 0,2-1 4 0 0,1-1-64 0 0,3-1-72 0 0,3-1 44 0 0,1-2-124 0 0,1-2 40 0 0,3 0-112 0 0,2-3-40 0 0,3-1-4 0 0,2-2-67 0 0,2-1-53 0 0,1-2 0 1217-521,1-1-20-1217 521,0 0-32 0 0,2-4-40 0 0,3-1 20 0 0,1-2-40 0 0,-1 1-32 0 0,-1 0-8 0 0,-3 2 28 0 0,0 1 44 0 0,-1 1-56 0 0,-2 0-16 0 0,0-1 28-1217 521,-1 2-28 1217-521,-1-1-24 0 0,0 1-16 1217-521,-1 0 16-1217 521,1 1 44 0 0,-1-1-64 0 0,-1 0 24 0 0,1 0 28 0 0,0 0-12 0 0,0 0 44 0 0,-1-1-80 0 0,-1 1 48 0 0,0-1 8 0 0,1 1-16 0 0,0 0-24 0 0,0 0-16 1163-530,0 0 28-1163 530,1 1 0 0 0,-1-1 12 0 0,1 1-36 0 0,-1 0-16 0 0,-1 1-12 0 0,0 1 32 0 0,0-2-40 0 0,0 1 40 0 0,-1-1 0 0 0,0 2-20 0 0,0 0-32 0 0,-1 1 8 0 0,0 1 4 0 0,0 1-12 1460 381,0 1 0-1460-381,0 0 32 0 0,0 1-20 0 0,1 1 48 0 0,0 1-80 0 0,1-1 84 0 0,-1 1-24 0 0,1 1 4 0 0,0 0 4 0 0,0 0-24 0 0,0 1 36 0 0,0-1-40 0 0,1 1 32 0 0,-1-1-20 0 0,0 1-52 0 0,0 0 32 0 0,0-1-24 0 0,0-1-8 0 0,0 0-8 0 0,1 0 48 0 0,-1-1-40 0 0,0 0 32 0 0,-1 1-32 0 0,0 0 28 0 0,0 0-48 0 0,-1 1 52 0 0,0 0-104 1095-551,0 0 104-1095 551,0 1 40 0 0,0 0-64 0 0,0 0-28 0 0,0 0 32 0 0,-1 0-32 0 0,1 0 40 0 0,1 1-12 0 0,0 0 12 0 0,0-1 24 0 0,0 0-44 0 0,1 0 8 0 0,1-1 4 0 0,2-1 16 0 0,1-1 16 0 0,1-1-44 1045-559,1 0 60-1045 559,1-2-48 0 0,1 1 16 0 0,-1 0 12 0 0,-1 1 32 0 0,1-1-52 0 0,0 1 64 0 0,-1 0-32 0 0,-1 1 40 0 0,-1 0-32 0 0,-2 2 12 0 0,0-1-52 0 0,-1 1 44 0 0,-1 1-4 0 0,0-1 0 1462 342,0 1-16-1462-342,-1 0-4 0 0,0 1-32 0 0,0 0 4 0 0,-1 0-4 0 0,1 0 0 0 0,-1 1-16 0 0,1-1 0 0 0,0 1-4-1023 571,0-1 12 1023-571,1 0-20 0 0,1 1 20 0 0,0-1-8 0 0,0 1 8 0 0,0-1-20 0 0,1 1-32 0 0,1 0 60 0 0,-2 1 12 0 0,2 0-20 0 0,-2 1 12 0 0,0 0-32 0 0,0 1 8 0 0,-1 1 32 0 0,-1 0 24 0 0,0 0-76 0 0,-2 2-8 0 0,0-1 28 0 0,0 1 12 0 0,1 0-8 0 0,-1 0 36 0 0,0-1-48 0 0,0 0 0 1023-571,1 0 0-1023 571,-1-1 0 0 0,1 1-20 0 0,-1-1 28 0 0,0 1-48 0 0,-1 0 60 0 0,-1 0 0 0 0,0 1 28 0 0,-1-1-28 0 0,-1 1-20 0 0,-1 1 12 0 0,-1 0-4 0 0,-2 0 64 0 0,-1 1-44 0 0,0 0-48 0 0,-2 0 92 0 0,0 1-64 0 0,-3 1 36 0 0,0 0-56 0 0,1 1 72 0 0,-3 0-72 0 0,1 0 32 1501 328,1-1-20-1501-328,-2 1 0 0 0,1-1-20 0 0,0-2 40 0 0,1 1-52 0 0,-1-1 12 0 0,-1 2 8 0 0,1-1 64 0 0,0 0-44 0 0,-1 1 32 0 0,0 0-68 0 0,1 0 16 0 0,-3 0 44 0 0,1 1-12 0 0,-2 0 20 0 0,1 0 28 0 0,-1 1-24 0 0,0 0 56 0 0,0 1-8 0 0,-2 1-40 0 0,0-1 16 0 0,-1 0 24 0 0,0 2-80 0 0,0-2 40 0 0,0 1 8 0 0,0 0-20 0 0,-1 2-12 0 0,1-2 12 0 0,0 0 12 0 0,-1 0-12 0 0,0 2-8 0 0,-1-1 40 0 0,2 0-64 0 0,-1 0 24 0 0,1 0-24 0 0,-1 0 44 0 0,-1 1-12 0 0,1-2 52 0 0,1 0-40 0 0,0 1 28 0 0,-1 0 12 0 0,-1 1 40 0 0,0 0-52 0 0,1-1 24 0 0,0-1-76 0 0,1 1-8 0 0,-2 0 52 0 0,1 0 40 0 0,-2 2-92 0 0,1-1 32 0 0,-1 1-12 0 0,0 0-8 0 0,0 0-8 0 0,-1 0 20 0 0,1 1-4 0 0,0-1-20 0 0,0 0 52 0 0,0 0 0 0 0,0 0 8 0 0,0 0-28 0 0,0 0-44 0 0,0 0 56 0 0,0 0-20 0 0,0 0 84 0 0,0 0-48 0 0,0 0 4 0 0,-5-3-56 950-589,-3 0 12-950 589,1 1-20 0 0,-4 0 72 0 0,-1 0-60 0 0,-2 2-44 0 0,-3 2 24 0 0,3 0 36 0 0,-3 0-28-1475-316,-1 2 32 1475 316,-1 0 0 0 0,1 1-44 0 0,0 0 52 0 0,0 0-8 0 0,4-1 8 0 0,-1 0 84 0 0,1 1-52 0 0,2-1-12 0 0,0-1 32 0 0,2 1-8 0 0,0-1-56 0 0,1 0 76 0 0,0-1-64 0 0,1 1-28 0 0,3-1-12 0 0,2-1 28 0 0,-2 1-120 0 0,1 0 124 0 0,0 0-12 0 0,2-1 44 0 0,0 0-16 0 0,1-1 36 0 0,1 1-44 0 0,0-1 64 0 0,0 0-52 0 0,0 0 16 0 0,1-1-56 0 0,-1 1 8 0 0,10-4-20 0 0,5-3 20 0 0,3-1-40 0 0,1 0 20 0 0,-1-1-32 0 0,0 1 96 0 0,0 0-64 0 0,-1-1 28 0 0,-1 2-28 0 0,0-1 44 0 0,-1 1-44 0 0,-2 2 52 0 0,0-1-52 0 0,1 0 100 0 0,-3 1-28 0 0,1 0 40 0 0,-3 1-112 0 0,1 0 104 0 0,-2 1-64 0 0,-2 0 0 0 0,1 1-28 0 0,0 0 68 0 0,-2 0 76 0 0,1 4-44 0 0,-1 1-40 0 0,-1 4-12 0 0,-1 3 0 0 0,-1 3 44 0 0,-1 4-112 0 0,-2 2-180-976 577,0 3-488 976-577,-1 2-552 0 0,1 2-348 0 0,0 2-748 0 0,1 2-2292 0 0,1-1 435-1023 571,2 0 413 1023-571,-1-2 379 0 0,1-1 337 0 0,-1-5 772 0 0</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17.923"/>
    </inkml:context>
    <inkml:brush xml:id="br0">
      <inkml:brushProperty name="width" value="0.1" units="cm"/>
      <inkml:brushProperty name="height" value="0.6" units="cm"/>
      <inkml:brushProperty name="color" value="#F6630D"/>
      <inkml:brushProperty name="inkEffects" value="pencil"/>
    </inkml:brush>
  </inkml:definitions>
  <inkml:trace contextRef="#ctx0" brushRef="#br0">1 3750 2712 227735 68440,'2'-4'1032'0'0,"2"-2"-80"0"0,2-4-119 0 0,1-1-13 0 0,2-1-76 0 0,1-2-4 0 0,2-1-64 0 0,1 0-24 0 0,2-2 4 0 0,2-2 20 0 0,2 0 12 0 0,2-2-64 0 0,1 0-20 0 0,2-2-52 0 0,2-2-92 0 0,2-1 12 0 0,1 1-72 0 0,1-2 48 0 0,0 0-128 0 0,2-1 8 0 0,1 0-84 0 0,0-1 12 1449 435,0 0-40-1449-435,2-1-12 0 0,2-2 45 0 0,2-4-25 0 0,4-3-40 0 0,1-2-12 0 0,1-2 12 0 0,0-1-40 0 0,1 0-32 0 0,-1 2 12 1272-511,-3 2 20-1272 511,-3 3-20 0 0,-1 2 8 0 0,-3 3 0 0 0,0 0-48 0 0,-1 2 16 0 0,-1 0-36 0 0,0 1 8 0 0,0 1 8 0 0,-1 0-20 0 0,-1 1 12 0 0,-1 0 12 0 0,-2 2-32 0 0,-1 0 28 0 0,0 1 76 0 0,-2 0 8 0 0,0-1-32 0 0,-1 0 40 0 0,1 0 56 0 0,-1 0-16 0 0,-1-1-16 0 0,0 1 72 0 0,1-2-64 0 0,1 1-32 0 0,0-1 32 0 0,0 1 12 0 0,1 0-32 0 0,-1 0-8 0 0,1 1-32 0 0,0 1 8 0 0,1 0 32 0 0,-2 1-40 0 0,1 1 40 0 0,-1 0-40 0 0,0 1-12 0 0,0 1 24 1217-521,0 1-56-1217 521,0 0 24 0 0,0 0-24 0 0,-1 1-8 0 0,1 1-8 0 0,-2 1-24 0 0,1 0 24 0 0,-2 0 28 0 0,1 0-40 0 0,-1 1 40 0 0,1-1-40 0 0,-1 0 16 0 0,2 0-4 0 0,1-2-20 0 0,1 0-64 0 0,1-1 88 0 0,0-1 8 0 0,1-1-36 0 0,2-2-48 1163-530,1 0 28-1163 530,1-2 20 0 0,0 1-68 0 0,1-1 16 0 0,0-1-8 0 0,1 1 64 0 0,-1 2-44 0 0,0-1 0 0 0,0 1 32 0 0,0 2-92 0 0,-2 0 60 0 0,1-1-20 0 0,0 2 20 0 0,1-1-72 0 0,-1 2 112 0 0,0 0-28 0 0,-1 0 0 0 0,0 1-4 0 0,0-1 44 0 0,1 1-8 0 0,-1 0 76 0 0,0 0-88 0 0,0 0 32 0 0,0 0-12 0 0,0 0 28 0 0,0-1-8 0 0,1 0 44 0 0,1 0-96 0 0,1-1 104-1163 530,2-1-84 1163-530,-1 1 44 0 0,-1 0-24 0 0,0-1 4 0 0,1 0-12 0 0,1-1-4 0 0,1 0-36 1163-530,0 0-12-1163 530,-1 0 20 0 0,-1 0 4 0 0,-1 1-4 0 0,-1 0 40 0 0,-2 1-8 0 0,-2 0 40 0 0,-1 0 4 0 0,-1 1 16 0 0,0 1-40 0 0,-2-1 92 0 0,0 2-80 0 0,-1-1-95 0 0,0 2 95 0 0,-2 0-32 0 0,0 1 8 0 0,0 0 4 1113-538,-1 0-36-1113 538,1 0-56 0 0,0 1 28 0 0,-1-1 40 0 0,1 2-16 0 0,-1-1 36 0 0,1 1-68 0 0,-1 0 28 0 0,1 1-72 0 0,0-1 84 0 0,-1 1-52 0 0,1-1 52 0 0,0 1-44 0 0,0 0 4 0 0,0-1-52 0 0,-1 1 68 0 0,0 0-68 0 0,0-1 20 0 0,0 1 40 0 0,0-1 0 0 0,-1 0-72 0 0,1-1 64 0 0,0 1-32 0 0,-1 0 0 0 0,0 0 8 0 0,0 1-8 0 0,-1 0-12 0 0,0 0 56 0 0,0 1 16 0 0,-2 0-52 0 0,-1 1 12 0 0,0 1 12 0 0,-2-1-44 1442 368,0 2 24-1442-368,-1-1 8 0 0,-3 2 8 0 0,1 0-60 0 0,0 0 144 0 0,-2 1-48 0 0,-1 1-24 0 0,-1 0 20 0 0,1 0-20 0 0,-2 2-8 0 0,-1 0 68 0 0,0-1 96 0 0,1 1-36 0 0,-2 1 16 0 0,-1 0-136 0 0,1 0 84 0 0,0 0-12 0 0,-1 0-104 0 0,-1 1 0 0 0,0 0 36 0 0,1-1 36 0 0,0 0-80 0 0,0 1 40 0 0,-1-1-40-1095 551,-1 2 20 1095-551,0-1-64 0 0,-1 1-16 0 0,0 0-136 0 0,0 0-48-1146 543,3-1-116 1146-543,-1-1 12 0 0,1 0-53 0 0,0 1 21 0 0,-2 0-28 0 0,0 0 8 0 0,0 1 8 0 0,-1 0 96 0 0,0 0-12 0 0,0 0 40 0 0,0 0 52 0 0,0 0 12 0 0,0 0 20-1202 535,-1 0 4 1202-535,1 0 60 1547 394,0 0 8-3094-788,0 0 16 1547 394,-4-3 28 0 0,-2-2 56 0 0,-1 1-8 0 0,-2-1 52 0 0,0 1 16 0 0,-1 0 16 0 0,-2 0-16 0 0,0 1 56 0 0,0 1 64 0 0,-1-1-20 0 0,-1 1-52 0 0,-1-1 40 0 0,0 1 68 0 0,3 1-44 0 0,-2-1 48 0 0,0 1 36 0 0,2-1-48-1492-408,0 1 8 1492 408,-1 0 44 0 0,2-1-36 0 0,-1 1 64 0 0,2 0-80 0 0,0 0 16 0 0,2 0-48 0 0,-1 0-8 0 0,2 1-16 0 0,2-1 36 0 0,-1 0 8 0 0,0 1 0 0 0,2-1-84 0 0,1 1 64 0 0,1-1-20 0 0,1 1 8 0 0,1 0 1 0 0,0 0 43 0 0,0 0-64 0 0,1 0 60 1217-521,-1 0-16-1217 521,0 0-44 0 0,0 0 92 0 0,0 0 20 0 0,0 0-40 0 0,0 0 44 0 0,0 0-56 0 0,9 2 44 0 0,3-1-72 0 0,2 1-92 0 0,1-2 68 0 0,1 1 76 0 0,1-1-20 0 0,-2 0-56 0 0,1 1 64 0 0,2-1 20 0 0,-4 1-16 0 0,2 0 68 0 0,1 2 8 0 0,0 1 64 0 0,-1 2-20 0 0,0 0 20 0 0,-1 2-124 0 0,0 1 132 0 0,-1 1-312 0 0,-1 1-24 0 0,0 1 0 0 0,-3 1 0 0 0,0 2 0 0 0,-2 2 0 0 0,-2 0-708 1477 394,-1 3-1136-1477-394,-1 2-460 0 0,-2 2-2981 0 0,-2 1 565 0 0,-1 1 399 0 0,-2 1 473 0 0,-1 1 324 0 0,-2 2 423 0 0,-1 1 357 1527 381,1-6 2376-1527-381</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36.677"/>
    </inkml:context>
    <inkml:brush xml:id="br0">
      <inkml:brushProperty name="width" value="0.1" units="cm"/>
      <inkml:brushProperty name="height" value="0.6" units="cm"/>
      <inkml:brushProperty name="color" value="#008C3A"/>
      <inkml:brushProperty name="inkEffects" value="pencil"/>
    </inkml:brush>
  </inkml:definitions>
  <inkml:trace contextRef="#ctx0" brushRef="#br0">2681 3282 6009 256899 71841,'0'0'2632'-2099'-158,"3"-1"-176"2099"158,0-1-92 0 0,1 1-140 0 0,-2-1-75 0 0,2 0-109 0 0,0-1-104 0 0,-2 1-216 0 0,0 0 48 0 0,2-1-272 0 0,-1-1-131 32463-180,-1 2-97-32463 180,0 0-92 0 0,1-2-28 0 0,0 0-236 0 0,0 0-808 0 0,0-1-104 0 0,0 0 0 2022-201,0 2 0-2759-462,0-3 0 737 663,0 1 0 0 0,-1-2 0 0 0,0 1 0 0 0,0-2 0 0 0,0 1 0 0 0,-1-2 0 0 0,1 0 0 0 0,-1-3 0 0 0,0-2 0 0 0,0-2 0 0 0,0-3 0 0 0,-1-1 0 0 0,0-2 0 0 0,0-2 0-690-666,0-2 0 2546 462,-1-1 0-1856 204,1-2 0 0 0,0-1 0 0 0,1 0 0 0 0,-1-1 0 0 0,1 0 0 0 0,0 0 0 0 0,1 1 0 0 0,-1-1 0 0 0,1 1 0 750 656,0 1 0-750-656,0-1 0 0 0,1 1 0 0 0,-1 0 0 0 0,0 0 0 1875-233,1-1 0-3750 466,1 1 0 1875-233,-1-2 0 0 0,2 0 0 0 0,-1-1 0 0 0,0 0 0-750-656,1-1 0 750 656,0 0 0 0 0,0-1 0 0 0,0 0 0 0 0,0 0 0 0 0,1 0 0 0 0,0 0 0-705-660,1 2 0 705 660,-1 0 0 0 0,0 1 0 0 0,0 0 0 0 0,0 2 0 0 0,1 1 0 0 0,-1 1 0 0 0,0 0 0 0 0,0 1 0 0 0,1 0 0 0 0,-1 0 0 0 0,1 1 0 0 0,-1 0 0 0 0,1 1 0 0 0,0 0 0 0 0,-1 1 0 1766-213,1 0 0-1766 213,-1 0 0 0 0,1 0 0 0 0,0 1 0 0 0,-1-1 0 0 0,1 0 0 0 0,-1 0 0 0 0,0 0 0 0 0,-1 0 0 0 0,-1 0 0 0 0,0 0 0 0 0,-1 2 0 0 0,-1-1 0-715-654,0 2 0 715 654,-2-1 0 0 0,0 1 0 0 0,-1-1 0 0 0,1 0 0 0 0,-1 1 0 0 0,-2 0 0 0 0,1 0 0 0 0,0 1 0 0 0,0 0 0 0 0,-1 0 0 0 0,1 0 0 0 0,-1 0 0-675-656,0 0 0 675 656,1 0 0 0 0,-1 1 0 0 0,0 0 0 0 0,0 0 0 0 0,0 0 0 0 0,0 0 0 0 0,0 0 0 0 0,-1 0 0 0 0,0 1 0 0 0,-1 0 0 0 0,0 0 0 0 0,-1 0 0 1637-213,0-1 0-1637 213,0 1 0 0 0,0 0 0-684-651,0 0 0 684 651,0 0 0 0 0,0 1 0 0 0,0 0 0 0 0,-1 1 0-1592 205,0-1 0 1592-205,1 1 0 0 0,0 0 0 0 0,1 3 0 0 0,0-2 0 0 0,-1 0 0 0 0,1 0 0 0 0,0 2 0 0 0,0-1 0 0 0,0 0 0 0 0,-1 0 0 0 0,1 2 0 0 0,-1 0 0 0 0,0-2 0 0 0,-2 1 0 0 0,2 2 0 0 0,-2-1 0 0 0,-1-2 0 0 0,0 1 0 0 0,0 0 0 0 0,-1 0 0 0 0,0 1 0 0 0,0 0 0 0 0,2 2 0 0 0,-2-1 0 0 0,0 0 0 0 0,0 0 0 0 0,1 2 0 0 0,0-1 0 0 0,-1 1 0 0 0,2 0 0 0 0,-1 0 0 0 0,2 2 0 0 0,-1-1 0 0 0,0-1 0 0 0,1 2 0 0 0,-1 0 0 0 0,-2-1 0 0 0,1 1 0 0 0,-3 1 0 0 0,0-1 0 0 0,1 2 0 0 0,-2-2 0 0 0,-2 1 0 0 0,-1 0 0 0 0,2 1 0 0 0,-2-1 0 0 0,-1 0 0 0 0,0 1 0 0 0,-1-1 0 0 0,1 1 0 0 0,2 0 0 0 0,-2 0 0 0 0,-1 0 0 0 0,0-1 0 0 0,1 1 0 0 0,0-1 0 0 0,3 2 0 0 0,-2-1 0 0 0,-1 0 0 0 0,0 0 0 0 0,2 0 0 0 0,-3 1 0 0 0,1-1 0 0 0,-2 0 0 0 0,1 1 0 0 0,-1-1 0 0 0,0 0 0 0 0,0 0 0 0 0,0 0 0 0 0,1 0 0 0 0,0 0 0 0 0,0 0 0 0 0,3 1 0 0 0,-1-1 0 0 0,-1 0 0 0 0,3 0 0 0 0,-1 0 0 0 0,-1-1 0 0 0,3 2 0 0 0,-1-2 0 0 0,0 0 0 0 0,2 1 0 0 0,-1-2 0 0 0,2 2 0 0 0,-2-2 0 0 0,1 1 0 0 0,1 0 0 0 0,-2-1 0 0 0,-1 0 0 0 0,-1 1 0 0 0,2 0 0 0 0,-2 0 0 0 0,-2-1 0 0 0,1 0 0 0 0,-2 0 0 0 0,1 1 0 0 0,0-1 0 0 0,2 2 0 0 0,-1-1 0-605-662,-1 1 0 605 662,0-1 0-1572 181,3 1 0 1572-181,-1 0 0 0 0,-2 0 0 0 0,3 1 0 0 0,-2 0 0 0 0,0-1 0 0 0,3 2 0 0 0,-3-1 0 0 0,0 0 0 0 0,-2 0 0 0 0,2 1 0 0 0,-1 0 0 0 0,-2 0 0 0 0,-2 0 0 0 0,0-1 0 0 0,-2 1 0 0 0,1 0 0 0 0,0 0 0 0 0,-1 0 0 0 0,1-1 0 0 0,0 1 0 0 0,-1-1 0 0 0,1 1 0 0 0,0 0 0 0 0,0 0 0 0 0,1 0 0 0 0,0 0 0 0 0,4 0 0 0 0,-1 0 0 0 0,-1 0 0 0 0,3 0 0 0 0,-1 0 0 0 0,4 0 0 0 0,-2 0 0 0 0,3 1 0 0 0,-1 0 0 0 0,2-1 0 0 0,-2 1 0 0 0,3 0 0 0 0,-2-1 0 0 0,2 1 0 0 0,3 0 0 0 0,-3 0 0 0 0,1 0 0 0 0,-3 0 0 0 0,1 1 0 0 0,-2 0 0 0 0,-2 0 0 0 0,3 1 0 0 0,-4 1 0 0 0,0 0 0 0 0,-2 2 0-33138 0,0 0 0 33138 0,1 1 0 0 0,-1 1 0 0 0,1 0 0 0 0,-1 2 0 0 0,-1 1 0 0 0,1 0 0-1572-181,0 1 0 1572 181,1 0 0 0 0,-1 2 0 0 0,1 0 0 0 0,-1 2 0 0 0,0 1 0 0 0,-1 2 0 0 0,0 2 0 0 0,0 1 0 0 0,0 2 0 0 0,1 2 0 0 0,1 1 0 0 0,1 0 0 0 0,2 2 0 0 0,0-1 0 0 0,2 0 0 0 0,2-1 0 0 0,1 1 0 0 0,2 1 0 0 0,0 3 0 0 0,0 0 0-1548-196,2 4 0 1548 196,0 0 0 0 0,0 2 0-649 653,1 1 0 649-653,0 1 0 0 0,0 0 0 1592 205,0 0 0-1592-205,1-1 0 0 0,-1 0 0 0 0,0 0 0 0 0,0-2 0 0 0,-1 0 0-639 659,-1-1 0 639-659,0-1 0 0 0,0-2 0 0 0,0-1 0 0 0,0-2 0 0 0,1 0 0 0 0,-1-2 0 0 0,1 0 0 0 0,0-1 0 0 0,0-1 0 0 0,-1-1 0 0 0,1-1 0 0 0,1-2 0 0 0,0 0 0 0 0,0-1 0 0 0,1 0 0 0 0,-1-1 0 0 0,1 0 0 0 0,0 0 0 0 0,0-1 0 0 0,0 1 0 0 0,0-1 0 0 0,-1 2 0 0 0,1-1 0 0 0,-1 2 0 0 0,0 0 0 0 0,0 0 0 0 0,0 1 0 0 0,-1-1 0 0 0,0 0 0 0 0,0 0 0 0 0,-1 1 0 0 0,0 1 0 0 0,0 0 0 0 0,0 0 0 0 0,1-1 0 0 0,-1 0 0-675 656,1 0 0 675-656,1-1 0 0 0,-1 0 0 0 0,1-1 0 0 0,1 0 0 0 0,1 0 0 0 0,0-1 0 0 0,0 1 0 0 0,0 0 0 0 0,1 1 0-715 654,-1-1 0 715-654,-1 1 0 0 0,2 0 0 0 0,-1 0 0 0 0,-1 2 0 0 0,0 0 0 0 0,-1 1 0 0 0,-1 1 0 0 0,1-2 0-759 650,-1 0 0 759-650,1-1 0 0 0,-1-1 0 0 0,1-1 0 0 0,1 0 0 0 0,-1 1 0 0 0,1-1 0 0 0,0 1 0 0 0,1 0 0 0 0,0-1 0 0 0,2 0 0 0 0,-1 0 0 0 0,0 0 0 0 0,2 0 0 0 0,0-1 0 0 0,0 0 0 0 0,0-1 0 1820 223,1 0 0-1820-223,-1-3 0 0 0,1 1 0 0 0,-1 0 0 0 0,0-2 0 0 0,0 1 0 0 0,0 0 0 0 0,0-2 0 0 0,-1 2 0 0 0,0 0 0 0 0,-1-1 0 0 0,1 0 0 0 0,-1 1 0 0 0,0-2 0 0 0,1 1 0 0 0,-1 1 0 0 0,0-2 0 0 0,0 1 0 0 0,0-1 0 0 0,-1 1 0 0 0,1-2 0 0 0,0 1 0 0 0,0-1 0 0 0,1 1 0 0 0,-1-2 0 0 0,2 2 0 0 0,0-2 0-750 656,-1 1 0 750-656,1 1 0 0 0,0-2 0 0 0,0 1 0 0 0,-1-2 0 0 0,1 2 0 0 0,-1 2 0 0 0,1-3 0 0 0,0 2 0 0 0,-1-1 0 0 0,0 1 0 0 0,0-1 0 0 0,0 1 0 0 0,0 1 0 0 0,0-2 0 0 0,0 1 0 0 0,1-2 0 0 0,-1 1 0 0 0,0-1 0 0 0,0 0 0 0 0,0 0 0-800 653,0 0 0 800-653,0-1 0 0 0,0-2 0 0 0,-1 1 0 0 0,1 0 0 0 0,0 1 0 0 0,0-1 0 0 0,0 1 0 0 0,0-1 0 0 0,1-3 0 0 0,-2 4 0 0 0,0-1 0 0 0,-1 1 0 0 0,1 0 0 0 0,-1 1 0 0 0,1-1 0 0 0,0 1 0 0 0,0-1 0 0 0,0-3 0 0 0,1 3 0 0 0,1 0 0 0 0,1-1 0 0 0,0-1-3656-854 650,0-1-1669-1139-905,5-2 521 4840-140,1-2 503-3701 1045,2-3 381 854-650,2-5 436 0 0,1-4 311 0 0,4-6 317 0 0,-3 0 1608 0 0</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38.806"/>
    </inkml:context>
    <inkml:brush xml:id="br0">
      <inkml:brushProperty name="width" value="0.1" units="cm"/>
      <inkml:brushProperty name="height" value="0.6" units="cm"/>
      <inkml:brushProperty name="color" value="#008C3A"/>
      <inkml:brushProperty name="inkEffects" value="pencil"/>
    </inkml:brush>
  </inkml:definitions>
  <inkml:trace contextRef="#ctx0" brushRef="#br0">1555 1136 4604 286533 73037,'0'0'1373'2219'-198,"0"0"-133"-2219"198,0 0-124 0 0,0 0-152 0 0,3 0-84 0 0,1 0-84 2168-221,-1 0-76-2168 221,0 0-44 0 0,-1 0-64 0 0,2-1 64 0 0,0 1-8 0 0,-1-1 68 0 0,0 1 92 0 0,-1 0 25 0 0,2-1 47 0 0,1 0 60 0 0,-1 1 96 2113-245,-1-1 40-2113 245,-1 1 8 0 0,0-1-28 0 0,-2 1-84 0 0,0 0 64 0 0,0 0-64 0 0,0 0-28 2055-266,0 0-115-2055 266,0 0-57-2055 266,0 0-56 2055-266,0 0-40 0 0,0 0-52 0 0,0 0 32 0 0,-6-6 52 0 0,-3-3-84 0 0,1-1-580 0 0,-2 0-64-915-645,0-1 0 915 645,0 0 0 0 0,0 0 0 0 0,1 0 0 0 0,0-1 0 0 0,1-1 0 0 0,0 0 0 0 0,0-2 0 0 0,0-2 0 0 0,-1-1 0 0 0,0-1 0 0 0,-1-2 0 0 0,-2-2 0 0 0,-2-2 0 0 0,-4-3 0 0 0,-3-2 0 0 0,-6-4 0 0 0,-7-4 0 0 0,-7-3 0 0 0,-6-1 0 0 0,-5 0 0 0 0,-1-3 0 0 0,-1 2 0 1993-255,-1 2 0-1993 255,0 3 0 0 0,-2 4 0 0 0,-2 1 0 0 0,-2 2 0 0 0,2 2 0 0 0,2 3 0-914-638,4 1 0 914 638,3 2 0 0 0,4 2 0 0 0,3 1 0 0 0,4 2 0 0 0,2 1 0 0 0,3 1 0 0 0,2 0 0 0 0,2 2 0 0 0,1 1 0 0 0,3 0 0 0 0,1 2 0 0 0,2 1 0 0 0,2 0 0 0 0,1 2 0-858-643,2 0 0 858 643,1 1 0 0 0,3 1 0 0 0,1 1 0 0 0,3 1 0 0 0,0 0 0 0 0,1 0 0 0 0,3 2 0 0 0,-1-1 0 0 0,0 0 0 0 0,-1 0 0 0 0,2 1 0 0 0,0 0 0 0 0,3 0 0 0 0,-2 1 0-44678 0,0-1 0 44678 0,1 0 0 0 0,1 1 0 0 0,1 1 0 0 0,1-1 0 0 0,0 1 0 0 0,-2 0 0 0 0,-1-1 0 0 0,0 0 0 0 0,1 1 0 0 0,1-1 0 0 0,0 1 0 0 0,2 0 0 0 0,0 0 0 0 0,0 0 0 0 0,-2 2 0 0 0,1 1 0 0 0,-1 0 0 0 0,1-1 0 0 0,0 0-464 1875 233,0-1-1500-1875-233,5 2-44 0 0,1 1-81 0 0,4-1-471 0 0,1 0-2200 0 0,-1-1 375 0 0,2-1 473 0 0,1-2 432 0 0,2-1 399 0 0,0 0 181 0 0,-1-1 1736 0 0</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39.074"/>
    </inkml:context>
    <inkml:brush xml:id="br0">
      <inkml:brushProperty name="width" value="0.1" units="cm"/>
      <inkml:brushProperty name="height" value="0.6" units="cm"/>
      <inkml:brushProperty name="color" value="#008C3A"/>
      <inkml:brushProperty name="inkEffects" value="pencil"/>
    </inkml:brush>
  </inkml:definitions>
  <inkml:trace contextRef="#ctx0" brushRef="#br0">389 67 5897 250991 69109,'0'0'2056'0'0,"3"-2"96"0"0,1-2-116 38018 0,-1 1 12-38018 0,1-2-192 0 0,0 1-15 0 0,-2 0-333 0 0,0 1 2208 0 0,-1-2-3200 0 0,0 0 552 0 0,-1 1-112 0 0,0 1-68 0 0,-4-1-87 0 0,0 0-609 0 0,-5 0 548 0 0,1 0 36 0 0,-3 1-160 0 0,0 1 80 0 0,-3 0-144 0 0,1 1 84 0 0,-2 1-12 0 0,-2 0-28 0 0,-1 2-596 0 0,-2-1 0 0 0,2 2 0 0 0,-1 0 0 0 0,-1 1 0 0 0,1 1 0 0 0,1 0 0 705 660,0 1 0-705-660,1 0 0 0 0,0 1 0 0 0,0 1 0 0 0,0 1 0 0 0,2 1 0 0 0,0 2 0 0 0,2 2 0 0 0,0 1 0 0 0,2 2 0 750 656,2 1 0-750-656,2 2 0 0 0,3 2 0 0 0,2 1 0 0 0,4 3 0 0 0,3 3 0 0 0,5 4-1004 0 0,4 3-4589 0 0,3 2 421 0 0,1-1 568 0 0,0-1 423 0 0,0-2 445 0 0,-2-2 395 0 0,-1-1 373 0 0,-3-6 800 0 0</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40.617"/>
    </inkml:context>
    <inkml:brush xml:id="br0">
      <inkml:brushProperty name="width" value="0.1" units="cm"/>
      <inkml:brushProperty name="height" value="0.6" units="cm"/>
      <inkml:brushProperty name="color" value="#008C3A"/>
      <inkml:brushProperty name="inkEffects" value="pencil"/>
    </inkml:brush>
  </inkml:definitions>
  <inkml:trace contextRef="#ctx0" brushRef="#br0">1303 408 7105 293314 69304,'0'0'2292'-1780'242,"-5"0"-60"1780"-242,-4 1-152 0 0,-1-1-124 0 0,-4 0-123 0 0,-3-1-165 0 0,-3-1-80 0 0,-1 0-136 0 0,-1-1-128 0 0,-1-2-88 0 0,-1-1-88 0 0,0 0-20 0 0,-1-2-331 0 0,1-1 291 0 0,-1-1-628-1820 223,1-3 492 1820-223,-1-2-256 0 0,-2-1-20 0 0,1-1-2028 0 0,4 2 1320 0 0,4 1 464 0 0,3 1-64 0 0,4-1-52 0 0,2 1-152 0 0,1 0-52 0 0,3 3 352 0 0,1-2-928 0 0,3-4 836 0 0,-1 0-48 0 0,2-1-772-705-660,2-1 152 705 660,1 2 252 0 0,1-1 4 0 0,0 3 0 0 0,1 0-44 0 0,1 2-56 0 0,0 2 160 1766-213,2 1-104-1766 213,0 0-36 0 0,2 2 96 0 0,2 1-116 0 0,2 2 36 0 0,1 0 0 0 0,1 2 12 0 0,2 1-20 0 0,0 1 32 0 0,0 2-24 0 0,1 1-8 0 0,0 2 80 0 0,0 0 24 0 0,0 2-36 0 0,1 2-48 0 0,-1 1 84 0 0,-1 2-32 0 0,-2 0-24 0 0,-2 2 56 0 0,-2 1-24 0 0,-1 0 104 0 0,-3 1-32 0 0,-2 2-20 0 0,-1 0-40 0 0,-2 1 12 0 0,-1 0 28 0 0,-2 1 92 0 0,-1 1-104 0 0,-2 0 4 0 0,-2 1 20 0 0,-1 0 80 0 0,-1 1-52 0 0,-2 0 12 0 0,-1 0 20 0 0,0-2 0 0 0,-6-2 688 759 650,-3-2-596-759-650,0 1-328 0 0,-1 2 368 0 0,2-1-152 0 0,1 0 40 0 0,1-2 164 0 0,0-1 332 0 0,2-1-608 0 0,0-3 0 0 0,0 0 0 805 646,-1-2 0-805-646,0-1 0 0 0,0 0 0-1875 233,0-2 0 1875-233,1 0 0 0 0,0-1 0 0 0,3-2 0 0 0,0 0 0 0 0,2-2 0 0 0,2-1 0 0 0,3-1 0 0 0,-2-2 0 0 0,0-2 0 0 0,0-1-44 0 0,1-2-436 0 0,1-3-92 0 0,1 1-32 0 0,3-3-12-750-656,1-1-40 750 656,2-1-72 0 0,2-1 64 0 0,0 0 8 0 0,2 0 11 0 0,0 0 53 0 0,2 1 68 0 0,0 1 52 0 0,0 0 32 0 0,1 1 52 0 0,0 1 28 0 0,-1 0 96 0 0,1 2-12 0 0,-2 0 20 0 0,-1 2 20 0 0,0 0 40 0 0,-1 0-8 0 0,0 2 28 0 0,-1-1-16 0 0,0 1 16 0 0,0 1 56 0 0,0 0 56 0 0,0 0-36 0 0,-1 1 16 0 0,1 0-8 0 0,0 1-8 0 0,-1 0 56 0 0,2 1-28 0 0,0 0 32 0 0,2 1-52 0 0,0-1 32 0 0,1 2-4 0 0,-1-1 36 0 0,2 1 8-705-660,0 1-12 705 660,-1 0 0 0 0,0 0-28 0 0,-1 0 60 0 0,-1 1 8 0 0,-1 1 24 0 0,-1 0 20 0 0,-1 0 28 0 0,-2-1 104 0 0,-4 3 4-663-662,-4 2 44 663 662,-4 1 128 0 0,-3 1 120 0 0,-4 1 24 0 0,-3 2 80 663 662,-4 0-12-663-662,-3 1 92 0 0,-2 1-28 0 0,-1-1 0 0 0,-1 1 48 0 0,0-1-79 0 0,0 0-9 0 0,3 0-104 0 0,1-2-24 0 0,1 0 24 0 0,3-1-60 0 0,1 0-12 0 0,1 0-156 705 660,2-2 44-705-660,1 0-40 0 0,1-1-36 0 0,2 0-160-39428 0,3-2 216 39428 0,0 0-124-1820-223,2-1-12 1820 223,1 0 12 0 0,1-2 32 0 0,-1 1-184 0 0,2-2-12 0 0,1 0 0 0 0,3-1-52 0 0,1 0 8 0 0,-3-3-68 0 0,-1-3 52 0 0,1 0-64 0 0,2-3-184 0 0,0-2 64 0 0,2-3-72 0 0,1 0-12 0 0,2-2-64 0 0,1 0 88 759-650,0-1-88-759 650,0 0-56 0 0,2 0 16 0 0,-1 0 12 0 0,0 0-28 0 0,1 0 68 0 0,0 1-40 0 0,1 0 71 0 0,-1 1 73 0 0,0 0 52 0 0,0 1-64 0 0,0 0 52 0 0,0 0 20 0 0,-1 2 72 0 0,-1 1 4 0 0,0 1-4 0 0,1 0 72 0 0,-1 2 0 0 0,0-1-32 0 0,0 1 56 0 0,0 0 4 0 0,0 1 24 0 0,-1 1-32 0 0,0 0 52 0 0,-1 1-8 0 0,-1 1 8 0 0,1 2 20 0 0,-1 1 72 0 0,0-1 0 0 0,0 2 92 0 0,0-1 52 0 0,0 0 72 0 0,-5 5 68 0 0,-3 3 68 0 0,-2 2 25 0 0,-1 2 199 0 0,-1 1-200 0 0,-1 2 136 0 0,-1 0 72 0 0,-2 0 84 0 0,-2 2-96 0 0,0-1 96 0 0,-1 1-4 0 0,0-1-672 0 0,-2 1-84 0 0,0-1 0 0 0,0 0 0 1766 213,0-1 0-1766-213,-1 0 0 0 0,1 0 0 0 0,-1-1 0 0 0,1 0 0 0 0,0-2 0 0 0,0 1 0-705 660,0-2 0 705-660,1 0 0 0 0,0-1 0 0 0,1-1 0 0 0,2-1 0 0 0,-1 0 0 0 0,2-1 0 0 0,0 0 0 0 0,2-2 0 0 0,3-1 0 0 0,-2 0 0 0 0,1-2 0 0 0,1-1 0 0 0,1-1-256 0 0,0-3-2140 0 0,2 0-453 0 0,2-3-2383 0 0,1-4 584 0 0,3-4 467 0 0,3-2 417 0 0,3-5 344 0 0,1-3 407 0 0,4-4 249 0 0,0 3 2520 0 0</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40.778"/>
    </inkml:context>
    <inkml:brush xml:id="br0">
      <inkml:brushProperty name="width" value="0.1" units="cm"/>
      <inkml:brushProperty name="height" value="0.6" units="cm"/>
      <inkml:brushProperty name="color" value="#008C3A"/>
      <inkml:brushProperty name="inkEffects" value="pencil"/>
    </inkml:brush>
  </inkml:definitions>
  <inkml:trace contextRef="#ctx0" brushRef="#br0">0 108 8997 252789 69305,'0'0'3116'0'0,"1"-4"-208"609"-671,0-1-247-609 671,-1-3-317 0 0,1-1-80 0 0,0-2-400 0 0,-1 1-196 0 0,2-1-328 0 0,-1 2-435 0 0,1-1-601 0 0,-1 2-652 0 0,-1 0-789 0 0,1 2-451 0 0,-1 2-500 0 0,0 1-2744 0 0,0 2 479 0 0,0 1 393 0 0,0 0 384 0 0,0 0 403-609 671,0 0 337 609-671,0 1 2356 0 0</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41.153"/>
    </inkml:context>
    <inkml:brush xml:id="br0">
      <inkml:brushProperty name="width" value="0.1" units="cm"/>
      <inkml:brushProperty name="height" value="0.6" units="cm"/>
      <inkml:brushProperty name="color" value="#008C3A"/>
      <inkml:brushProperty name="inkEffects" value="pencil"/>
    </inkml:brush>
  </inkml:definitions>
  <inkml:trace contextRef="#ctx0" brushRef="#br0">98 68 7925 292813 73918,'-3'1'2968'0'0,"-5"1"-212"0"0,-3 2-292 0 0,-2 0-179 0 0,-1 1-185-982-648,2 0-196 982 648,1 1-356 0 0,2 1-4-911-652,3-1-180 911 652,1 2-219 0 0,1-1-89-40994-657,3 1-124 40994 657,1 2-84-1190-883,3 1-120 1190 883,0 0-32-1933-243,2-1-192 3866 486,1 1-504-1133-896,0 0 0-800 653,1-1 0 0 0,1-1 0 0 0,0 0 0 0 0,1-1 0 0 0,2-1 0 0 0,2-1 0 750-656,1 0 0-750 656,2-3 0 0 0,1-1 0 0 0,2-2 0 0 0,1-1 0 0 0,2-3 0 0 0,1-1 0 0 0,1-3 0 0 0,2-2 0 0 0,-1-2 0 0 0,0-4 0 0 0,0-1 0 0 0,-2-1 0 0 0,-1-1 0 0 0,-3 1 0 0 0,-2 0 0 0 0,-3 1 0 0 0,-4 0 0 0 0,-3 2 0 0 0,-3 4 0 0 0,-4-1 0 0 0,-5 2 0 0 0,-2 0 0 0 0,-4 3 0 0 0,-2 2 0 0 0,-2 1 0 0 0,-4 4 0 0 0,-1 2-656 0 0,-3 3-1936 0 0,-2 4-2865 0 0,1 2 509 0 0,-1 2 475 0 0,-1 3 501 0 0,1 3 348 0 0,1 1 407 0 0,1 1 309 0 0,4-2 1988 0 0</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42.026"/>
    </inkml:context>
    <inkml:brush xml:id="br0">
      <inkml:brushProperty name="width" value="0.1" units="cm"/>
      <inkml:brushProperty name="height" value="0.6" units="cm"/>
      <inkml:brushProperty name="color" value="#008C3A"/>
      <inkml:brushProperty name="inkEffects" value="pencil"/>
    </inkml:brush>
  </inkml:definitions>
  <inkml:trace contextRef="#ctx0" brushRef="#br0">645 13 7485 250286 69769,'2'-2'2560'0'0,"-1"-1"-84"0"0,1 1-212 0 0,-1 0-215 0 0,0 0-177 0 0,0 2-20 0 0,-1-1-112 0 0,0 1-88 0 0,0 0-88 0 0,0 0-108-1820-223,0 0-147 1820 223,-6 6-89 0 0,-5 3-116 0 0,-3 3-220 0 0,-2 3-108 0 0,-3 2-272 0 0,-2 1-504 0 0,-3 2 0 1820 223,-2 1 0-2570 433,-2 1 0 750-656,-1 1 0 0 0,-2 0 0 0 0,-2 1 0 0 0,-1 1-484 0 0,-1 0-1524 0 0,-1 0-376 0 0,-1 0-2901-800 653,0-1 565 800-653,-1-3 471 0 0,1-1 441-1933-243,0-3 396 3866 486,0-2 319-2787 407,1-3 301 854-650,6-3 2260 0 0</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42.466"/>
    </inkml:context>
    <inkml:brush xml:id="br0">
      <inkml:brushProperty name="width" value="0.1" units="cm"/>
      <inkml:brushProperty name="height" value="0.6" units="cm"/>
      <inkml:brushProperty name="color" value="#008C3A"/>
      <inkml:brushProperty name="inkEffects" value="pencil"/>
    </inkml:brush>
  </inkml:definitions>
  <inkml:trace contextRef="#ctx0" brushRef="#br0">0 24 4984 268110 69439,'0'0'2081'0'0,"2"-1"-189"0"0,0 0-152 0 0,1 1-224 0 0,1-2-40 0 0,-1 0-144 0 0,1 0-136 0 0,-2 1-59 0 0,1-1-29 0 0,1 1-108 0 0,-2 0-68 0 0,0 1-72-1886-31,-1 0 0 1886 31,0-1-20-1879-51,-1 1-80 10-21,0 0 152 14-19,0 1-84 17-20,0-1-52 20-20,0 0 16 1818 131,0 0-35-2346 529,0 0 11 516-705,0 0-72 1830 176,0 0 52-1798-196,-1 6-44 1798 196,0 2 76 0 0,0 0 0 0 0,0-2-268 0 0,0-2-512 0 0,1-1 0 0 0,-1-2 0 0 0,1 0 0 0 0,0-1 0 0 0,0 0 0 0 0,0-1 0 0 0,0 1 0 0 0,0 0 0 0 0,0 0 0 0 0,0-1 0-1766-213,1 1 0 1766 213,-1 0 0 0 0,0 0 0 0 0,1-6 0 0 0,2-2 0 0 0,-1-1 0 0 0,1 1 0 0 0,-2 2-2244 715-654,0 1-3329-715 654,0 3 549 0 0,-1 1 515-715 654,1 0 457 715-654,-1 1 396 0 0,-1 1 367 0 0,-3 7 445-759 650,-2 3 1268 759-650</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43.050"/>
    </inkml:context>
    <inkml:brush xml:id="br0">
      <inkml:brushProperty name="width" value="0.1" units="cm"/>
      <inkml:brushProperty name="height" value="0.6" units="cm"/>
      <inkml:brushProperty name="color" value="#008C3A"/>
      <inkml:brushProperty name="inkEffects" value="pencil"/>
    </inkml:brush>
  </inkml:definitions>
  <inkml:trace contextRef="#ctx0" brushRef="#br0">510 547 6481 289714 69769,'0'0'2192'0'0,"1"-2"-280"0"0,-1 0-108 0 0,1 0-196 0 0,-1 0-188 0 0,0 1-55 0 0,0 0-57 0 0,-4 0-68 0 0,-2 1-72 0 0,-4 3-124 1820-223,-4 3 32-3640 446,-4 2-24 1820-223,-2 4 56 0 0,-3 2-104 0 0,-2 2-84 0 0,-1 1 25 0 0,-2 2 87 0 0,0-1-108 0 0,1 1-64 0 0,0-1-84-705-660,2-1-40 705 660,1-1-100 0 0,2 0-480 0 0,2-2-156 0 0,1 0 0 0 0,1-2 0 0 0,2-1 0 0 0,2-1 0 1766-213,1-1 0-1766 213,1 0 0 0 0,1-2 0 0 0,3-1 0-715-654,0-1 0-39405 654,2-1 0 40120 0,0-1 0 1714 205,0 0 0-1714-205,2 0 0 0 0,1-2 0 0 0,1 0 0 0 0,-1-5 0 0 0,-1-1 0 0 0,0-4 0 0 0,1-6 0 0 0,1-2 0 0 0,0-5 0 0 0,2-4 0 0 0,1-6 0 0 0,2-7 0 0 0,2-5 0 0 0,1-8 0 0 0,2-8 0 0 0,1-4 0 0 0,1 1 0 626-665,-1 2 0-626 665,-1 6 0 0 0,-2 5 0 0 0,0 6 0 0 0,-1 6 0 0 0,-1 6 0-1665-196,-1 4 0 1665 196,-1 3 0 639-659,0 5 0-639 659,-1 4 0 0 0,-1 4 0 0 0,0 4 0 0 0,0 4-1416 0 0,0 3-1892 0 0,0 0-2017 1617 188,0 2 617-1617-188,-2 8 487 0 0,-1 5 373-591 667,0 4 428 591-667,2 3 295 0 0,1 1 301 0 0,1-2 2252 0 0</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43.354"/>
    </inkml:context>
    <inkml:brush xml:id="br0">
      <inkml:brushProperty name="width" value="0.1" units="cm"/>
      <inkml:brushProperty name="height" value="0.6" units="cm"/>
      <inkml:brushProperty name="color" value="#008C3A"/>
      <inkml:brushProperty name="inkEffects" value="pencil"/>
    </inkml:brush>
  </inkml:definitions>
  <inkml:trace contextRef="#ctx0" brushRef="#br0">42 0 6601 249536 70425,'0'0'2368'0'0,"-4"0"192"0"0,-2 0-320 0 0,1 0-152 0 0,1 0-283 0 0,-2 1 67 0 0,1 1-180 0 0,0-1-700 0 0,2 1 716 0 0,1-2-56 0 0,1 1-168 0 0,1-1-151-1875-233,0 0-5 1875 233,0 0-200 0 0,6 4-96 0 0,1 1-148 0 0,6-1-884 0 0,3 1 0 0 0,2-2 0 0 0,-2 1 0 0 0,4-3 0 0 0,1 0-728 0 0,2-1-912 1875 233,-1 0-356-1875-233,2 0-289 0 0,0-2-2803 0 0,-1 1 520 750-656,-1-1 515-750 656,-1 0 385 0 0,-1 0 363-2625 423,-2-3 305 4500-190,-3 1 564-1875-233</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43.806"/>
    </inkml:context>
    <inkml:brush xml:id="br0">
      <inkml:brushProperty name="width" value="0.1" units="cm"/>
      <inkml:brushProperty name="height" value="0.6" units="cm"/>
      <inkml:brushProperty name="color" value="#008C3A"/>
      <inkml:brushProperty name="inkEffects" value="pencil"/>
    </inkml:brush>
  </inkml:definitions>
  <inkml:trace contextRef="#ctx0" brushRef="#br0">182 35 7001 261878 70687,'1'-2'3156'0'0,"0"-1"-340"0"0,1-2-228 0 0,1-1-219 0 0,1 0-301 0 0,1 1-156 0 0,-2 1-468 0 0,3 1-152 0 0,0 2-44 0 0,1 2-80 0 0,1 3-207 0 0,2 1-17-1997-101,-1 2-196 21-21,2 1-12 1976 122,-1 2-48-1951-143,0 1-84 29-21,-1 1-44 1922 164,0 1-96-1890-184,-1 1-464 34-20,0 0 0 1856 204,-1 0 0 0 0,-1 2 0 0 0,0-1 0 0 0,-1 1 0 0 0,0 0 0 0 0,-1 0 0 0 0,0 1 0 0 0,0-1 0 0 0,0 0 0 0 0,-2 0 0-1820-223,0 0 0 1820 223,0 0 0 0 0,-2 0 0 0 0,1-1 0 0 0,-2 0 0 0 0,-1 0 0 0 0,-1 0 0 0 0,-1-1 0 0 0,-1-1 0 0 0,-3 1 0 0 0,-1-1 0 0 0,-3 0 0 0 0,-2 0 0 0 0,-2 0 0 0 0,-2-2 0 0 0,-1 0 0 0 0,2-1 0 0 0,-1 0 0 0 0,1-2 0 0 0,1 0 0 0 0,0-1 0 0 0,0-1 0 0 0,2 0 0 0 0,-1-2 0 0 0,1-1 0 0 0,2-1 0 0 0,0-1 0 0 0,-1-2 0 0 0,2 0 0 0 0,1-3-1816 0 0,0-2-364 0 0,1-2-1025 0 0,2-1-1823 0 0,1-2 411 0 0,1-1 469 0 0,1 0 444 0 0,0-1 331 0 0,0 0 333 0 0,1 3 1384 0 0</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44.169"/>
    </inkml:context>
    <inkml:brush xml:id="br0">
      <inkml:brushProperty name="width" value="0.1" units="cm"/>
      <inkml:brushProperty name="height" value="0.6" units="cm"/>
      <inkml:brushProperty name="color" value="#008C3A"/>
      <inkml:brushProperty name="inkEffects" value="pencil"/>
    </inkml:brush>
  </inkml:definitions>
  <inkml:trace contextRef="#ctx0" brushRef="#br0">214 113 5917 289714 69769,'-3'0'2540'0'0,"-2"-1"-156"0"0,1 1-152 0 0,-4 1-204 0 0,-4 2-71 0 0,-2 2-93 0 0,-1 2-184 0 0,0 1-44 0 0,0 2-192 0 0,0 0-104 0 0,0 1-48 0 0,2 1-267 0 0,0 0-73 0 0,2 0-20 0 0,1-1-72 0 0,2-2-164-705-660,-1 2-12 705 660,1-1-172-38018 0,2-1 12 38018 0,0 0-256 0 0,2-1-268 0 0,2-3 0 0 0,0 2 0 0 0,2 0 0 0 0,0-2 0 0 0,3 0 0 0 0,2 0 0 663-662,4-2 0-663 662,0-1 0-1714-205,3-2 0 1714 205,5-3 0 0 0,1-3 0 0 0,4-3 0 0 0,2-3 0 0 0,0-2 0 0 0,1-2 0 0 0,-1-2 0 0 0,-1 0 0 0 0,-3-1 0 0 0,-3 1 0-715 654,-4 0 0 715-654,-2 0 0 0 0,-5 4 0 0 0,-2 1 0 0 0,-3 2 0 0 0,-5-1 0 0 0,-3 1 0 0 0,-3 0 0 0 0,-2 1 0 0 0,-2 2 0 0 0,-2 1-800 0 0,-1 2-900 0 0,0 0-164 0 0,-2 2-185 0 0,0-1-347 0 0,0 1-2488 0 0,1 1 459 0 0,2-2 425 0 0,0 1 416 0 0,4-1 355 0 0,-1-1 321 0 0,2 1 1980 0 0</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44.353"/>
    </inkml:context>
    <inkml:brush xml:id="br0">
      <inkml:brushProperty name="width" value="0.1" units="cm"/>
      <inkml:brushProperty name="height" value="0.6" units="cm"/>
      <inkml:brushProperty name="color" value="#008C3A"/>
      <inkml:brushProperty name="inkEffects" value="pencil"/>
    </inkml:brush>
  </inkml:definitions>
  <inkml:trace contextRef="#ctx0" brushRef="#br0">0 122 9409 248257 68020,'0'0'2824'0'0,"0"0"-324"0"0,0 0-351 0 0,4-5-173 0 0,4-2-232 0 0,5-2-208 0 0,6-1-412 0 0,6 0-816 0 0,8-1-532 0 0,7 0-648 0 0,5 1-460 0 0,4 1-1020 721-647,3 1-2085-721 647,0 0 465 0 0,-1 1 408 0 0,-2 1 379 1637 213,-2 0 309-2312 443,-9 1 2120 675-656</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1:58:44.962"/>
    </inkml:context>
    <inkml:brush xml:id="br0">
      <inkml:brushProperty name="width" value="0.1" units="cm"/>
      <inkml:brushProperty name="height" value="0.6" units="cm"/>
      <inkml:brushProperty name="color" value="#008C3A"/>
      <inkml:brushProperty name="inkEffects" value="pencil"/>
    </inkml:brush>
  </inkml:definitions>
  <inkml:trace contextRef="#ctx0" brushRef="#br0">138 30 7209 250615 67586,'0'0'2516'0'0,"0"0"-4460"-1637"-213,0-3 3776 1637 213,2-3 1208-721 647,1 0-1044 721-647,0 0-87 0 0,-1 3-129 0 0,-1 0 0 721-647,0 1-108-721 647,0 2-56 0 0,-8 2-172 0 0,-3 2-20 0 0,-1 1-63 0 0,0 0-161 0 0,1 0-56 0 0,2 0-160 0 0,0-1-32 0 0,2 0-100 0 0,0-1-852 0 0,2 0 0 0 0,1-1 0 0 0,0 0 0 684-651,0 1 0-684 651,1-1 0 0 0,1-1 0 0 0,-2 1 0 0 0,1 0 0 0 0,-1-1 0 0 0,2 0 0 0 0,-1-1 0 0 0,2 1 0 0 0,-1-1 0 0 0,1 0 0 0 0,0 0 0 0 0,0 0 0 0 0,1 0 0 0 0,-1-6 0 0 0,0-2 0 0 0,0 1 0 0 0,-1-1 0 0 0,1 1 0 1592 205,0 2-4600-1592-205,-1 1-713 0 0,1 2 541 0 0,-5 5 503 0 0,-2 3 345-639 659,-2 2 424 639-659,1 2 375 0 0,-1 2 185 0 0,2-2 2616 0 0</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0:48.941"/>
    </inkml:context>
    <inkml:brush xml:id="br0">
      <inkml:brushProperty name="width" value="0.1" units="cm"/>
      <inkml:brushProperty name="height" value="0.6" units="cm"/>
      <inkml:brushProperty name="color" value="#008C3A"/>
      <inkml:brushProperty name="inkEffects" value="pencil"/>
    </inkml:brush>
  </inkml:definitions>
  <inkml:trace contextRef="#ctx0" brushRef="#br0">1 27 4624 293314 69304,'0'0'2173'0'0,"0"0"-133"0"0,0 0-168 0 0,0 0-40 0 0,0 0-112 0 0,0 0-80 0 0,0 0-83 0 0,0 0-321 0 0,0 0 128 0 0,0 0-208 0 0,0 0-80 1741-260,0 0 56-1741 260,0 0 828 0 0,0 0-1100 0 0,0 0-104 0 0,0 0-67 0 0,0 0-53 0 0,0 0-56 0 0,0 0 36 0 0,0 0-72 0 0,0 0-64 0 0,0 0 84 0 0,0 0-184 0 0,0 0-24 0 0,8 3 148 0 0,4 0-128 0 0,2 1-332 0 0,-2 0-44 0 0,0 0 0 0 0,-1 0 0 0 0,0 0 0 0 0,1 0 0 0 0,-1-1 0 0 0,2 1 0 0 0,2 1 0 904 625,1 0 0-904-625,1 1 0 0 0,1-1 0 0 0,0 1 0 0 0,0 0 0 0 0,1-1 0 0 0,0 1 0 0 0,0 1 0 0 0,0-1 0 0 0,1 0 0 0 0,0 0 0 0 0,0 0 0 0 0,-1 0 0 0 0,1 0 0 0 0,1-1 0 0 0,-1 1 0 0 0,-1-1 0 0 0,1 0 0 0 0,-1 0 0 0 0,0 0 0 0 0,0-1 0 0 0,-1 0 0 0 0,0-1 0 0 0,0 1 0 0 0,-4-2 0 0 0,3 1 0 0 0,-1 0 0 0 0,-1-1 0 0 0,0 0 0 0 0,0 1 0 0 0,-2-1 0 0 0,0 0 0 0 0,-1-1 0 0 0,2 1 0 0 0,-2 0 0 0 0,1 0 0 0 0,-2 0 0 0 0,1-1 0 0 0,-2 1 0 0 0,1 0 0 0 0,-1 1 0 0 0,1-1 0 0 0,-2 0 0 0 0,1 0 0 0 0,-1-1 0 0 0,1 1 0 0 0,-1 0 0 0 0,0-1 0 0 0,0 0 0 0 0,1 1 0 0 0,-1-1 0 0 0,1 1 0 0 0,-2-1 0 0 0,3 0 0 0 0,-2 1 0 0 0,2-1 0 0 0,-1 0 0 0 0,1 0 0 0 0,-1-1 0 958 620,0 1 0-958-620,0 0 0 0 0,0 0 0 0 0,-1 0 0 0 0,-2-1 0 0 0,2 1 0 0 0,0 0 0 0 0,1 0 0 0 0,-1 0 0 0 0,-2 0 0 0 0,1 0 0 0 0,0 0 0 0 0,-2-1 0 0 0,2 1 0 1785-301,-1 0 0-1785 301,-1-1 0 0 0,2 1 0 0 0,-2 0 0 0 0,-1 0 0 0 0,2 0 0 0 0,-1 0 0 0 0,-1 0 0 0 0,-2 0 0 0 0,-1-1 0 0 0,2 0 0 0 0,2 1 0 0 0,-2-1 0 0 0,-1 0 0 0 0,0 0 0 0 0,-2 0 0 0 0,0 0 0 0 0,-1 0 0 0 0,0 0 0 0 0,0 0 0 0 0,-1 0 0 0 0,1 0 0 0 0,0 0 0 0 0,0 0 0 0 0,0 0 0 0 0,0 0 0 0 0,0 0 0 0 0,0 0 0-1001-608,0 0 0 1001 608,0 0 0 0 0,-8-3 0 0 0,-3-2 0 0 0,-4 0 0 0 0,2 0 0 0 0,-3 0 0-1742 289,-2 0 0 1742-289,0 1 0 0 0,0-1 0 0 0,0 1 0 0 0,-1 0 0 0 0,0 0 0 0 0,-1 0 0 0 0,0-1 0 0 0,0 1 0 0 0,-1-1 0 0 0,0 0 0 0 0,-1 0 0 0 0,1 0 0 0 0,-1 0 0 0 0,0 0 0 0 0,0-1 0 0 0,0 1 0 0 0,0 0 0 0 0,1 0 0 0 0,0 0 0 0 0,1 1 0 0 0,1 0 0 0 0,3 1 0 0 0,0-1 0 0 0,-1 0 0 0 0,4 1 0 0 0,-1 1 0 0 0,1 0 0 0 0,0-1 0 0 0,2 1 0 0 0,0 0 0 0 0,2 0 0 0 0,-1 0 0 0 0,1 0 0 0 0,3 1 0 0 0,-2 0 0-1788 271,1-1 0 1788-271,2 1 0 0 0,1 0 0 0 0,-1 0 0 0 0,-1 0 0 0 0,1 0 0 0 0,2 0 0 0 0,0 1 0 0 0,-1-1 0 0 0,-1 0 0 0 0,1 0 0 0 0,1 0 0 0 0,1 1 0 0 0,0 0 0 0 0,2 0 0 0 0,0 0 0 0 0,0 0 0 0 0,0 0 0 0 0,0 0 0 0 0,0 0 0 0 0,1 0 0 0 0,-1 0 0 0 0,0 0 0 0 0,9 2 0 0 0,4 1 0 0 0,3 0 0 0 0,3 1 0 0 0,0 0 0 0 0,1-1 0 0 0,-1 0 0 1788-271,1 0 0-1788 271,-1 1 0 0 0,1 0 0 0 0,-1 0 0 0 0,1 0 0 0 0,0 0 0 0 0,1-1 0 0 0,-1 1 0 0 0,0 0 0 0 0,0 0 0 0 0,-1 1 0 0 0,1-1 0 0 0,1 0 0 0 0,-2 0 0 0 0,0 0 0 0 0,0 0 0 0 0,0 0 0 0 0,0 0 0 0 0,-1 0 0 0 0,0 0 0 0 0,0 0 0 0 0,-1-1 0 0 0,1 1 0 0 0,-4-2 0 0 0,1 1 0 1742-289,1 0 0-1742 289,-3-1 0 0 0,0 0 0 0 0,-2 0 0 0 0,1 0 0 0 0,-2 0 0 0 0,-1-1 0 0 0,-1 1 0 0 0,-2-2 0 0 0,-3 1 0 0 0,-1-1 0 0 0,3 0 0 0 0,0 0 0 0 0,-1 0 0 0 0,0 0 0 0 0,-2 0 0 0 0,-1 0 0 0 0,0 0 0 0 0,-1 0 0 0 0,0 0 0 0 0,-13-2 0 0 0,-6-1 0 0 0,-4 0 0 0 0,-2-1 0-1742 289,0 0 0 1742-289,-1 0 0 0 0,-1-1 0 0 0,-1 0 0 0 0,-1 0 0 0 0,-2-1 0 0 0,-2-1 0 0 0,-1 1 0 0 0,0-1 0 0 0,1 0 0 0 0,0 0 0 0 0,2 0 0 0 0,0 0 0 0 0,1 0 0 0 0,0 0 0 0 0,1 0 0 0 0,1 1 0 0 0,1-1 0 0 0,1 1 0 0 0,0 0 0 0 0,2 1 0 0 0,1-1 0 0 0,2 1 0 0 0,0 0 0 0 0,1 0 0 0 0,-1 0 0 0 0,1-1 0-904-625,0 1 0 904 625,1 0 0 0 0,-1 0 0 0 0,1 1 0 0 0,0-1 0 0 0,0 1 0 0 0,1 1 0 0 0,2-1 0 0 0,0 1 0 0 0,0-1 0 0 0,2 1 0 0 0,0 0 0 0 0,2 1 0 0 0,-1-1 0 0 0,3 1 0 0 0,-1 0 0 0 0,1 1 0 0 0,3-1 0 0 0,-1 1 0 0 0,1 0 0 0 0,1 1 0 0 0,3-1 0 0 0,0 1 0 0 0,2 0 0 0 0,-3 0 0 0 0,-1-1 0 0 0,1 0 0 0 0,1 0 0 0 0,1 1 0 0 0,0 0 0 0 0,2 0 0 0 0,-1 0 0 0 0,1 0 0 0 0,1 0 0 0 0,-1 0 0 0 0,0 0 0 0 0,0 0 0 0 0,0 0 0 0 0,0 0 0 0 0,0 0 0 0 0,0 0 0 0 0,0 0 0 0 0,0 0 0 0 0,0 0 0 0 0,0 0 0 0 0,0 0 0 0 0,11-1 0 0 0,3 1 0 0 0,0-1 0 0 0,-3 1-792 0 0,-4 0-1092 0 0,-2-1-264 0 0,1 2-2993 0 0,-1 0 441 0 0,-1 0 411 0 0,-1-1 477 0 0,3 0 412 0 0,0 0 359 0 0,2-2 237 0 0,0 0 2048 0 0</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0:51.133"/>
    </inkml:context>
    <inkml:brush xml:id="br0">
      <inkml:brushProperty name="width" value="0.1" units="cm"/>
      <inkml:brushProperty name="height" value="0.6" units="cm"/>
      <inkml:brushProperty name="color" value="#008C3A"/>
      <inkml:brushProperty name="inkEffects" value="pencil"/>
    </inkml:brush>
  </inkml:definitions>
  <inkml:trace contextRef="#ctx0" brushRef="#br0">207 25 4432 293394 67781,'0'0'1373'0'0,"2"-1"-105"0"0,1 1-120 0 0,-1-1-104 0 0,0 0-112 0 0,0 0-60 0 0,0 0-76 0 0,1 0-36 0 0,0 1-84 0 0,-2-1-24 0 0,1 0-68 0 0,-2 1-40 0 0,2-1-52 0 0,1 0-32 0 0,-1 0-39 0 0,0 0 7 0 0,-1 1-68 1617-256,0-1 0-1617 256,1 0-44 0 0,0-1 0 0 0,1 1-40 0 0,-2 0 44 0 0,0 0-44 0 0,0 1 40 0 0,-1 0 12 0 0,1 0 60 0 0,-1 0 64 0 0,-1 0-52 0 0,1 0 28 0 0,0 0-28 0 0,0 0 20 0 0,0 0-80 0 0,0 0-4 0 0,0 0-40 0 0,0 0 32 0 0,0 0-8 0 0,0 0 4 0 0,0 0-28 0 0,0 0 64 0 0,4-1-40 0 0,0 0 48 0 0,1 0-52 0 0,-1 0 124 0 0,-2 0-28 0 0,0 1-44 0 0,-1 0 41 0 0,-1 0 3 0 0,0 0-56 0 0,0 0 116 0 0,0 0-92 0 0,-1 0-216 0 0,1 0 140 0 0,0 0 24 0 0,0 0-40 0 0,0 0 80 0 0,-7 5-72 0 0,-3 2 12 0 0,-2 1 32 0 0,1-1-36 0 0,-2 0-36 0 0,1 0-12 0 0,1-2 8 0 0,0 1-76 0 0,2-2-188 0 0,-2 0 0 0 0,2 0 0 0 0,0 0 0 0 0,0 0 0 0 0,1 0 0 849 623,1-1 0-849-623,0 1 0 0 0,0-1 0 0 0,2-1 0 0 0,-1 0 0 0 0,1 1 0 0 0,1-1 0 0 0,-1 0 0 0 0,0 1 0 0 0,1 0 0 0 0,-1 0 0 0 0,-1-1 0 0 0,2 0 0 0 0,-1 0 0-1658 267,0 1 0 1658-267,1 0 0 0 0,-1 0 0 0 0,0-1 0 0 0,2 1 0 0 0,0-2 0 0 0,0 1 0 0 0,-1 1 0 0 0,2-2 0 0 0,0 1 0 0 0,0-1 0 0 0,2-1 0 0 0,-2 2 0 0 0,1 2 0 0 0,-1-2 0 0 0,1 1 0 0 0,0-2 0 0 0,1 0 0 0 0,0 0 0 0 0,-1-1 0 0 0,2 0 0 0 0,-1 0 0 0 0,0-1 0 0 0,0 1 0 0 0,2 5 0 0 0,0 1 0 0 0,2 1 0 0 0,0-1 0 0 0,1 1 0 0 0,0-1 0 0 0,0 0 0 0 0,0-1 0 0 0,1 1 0 0 0,2 1 0 0 0,-2-1 0 0 0,3 0 0 0 0,1 0 0 0 0,2 0 0 1658-267,-2 0 0-1658 267,2 0 0 0 0,1 1 0 895 619,-2-2 0-895-619,1 2 0 0 0,0-1 0 0 0,0 0 0 0 0,-2-1 0 0 0,-1 0 0 0 0,0 0 0 0 0,0 0 0 0 0,-1-1 0 0 0,1 1 0 0 0,-2-1 0 0 0,2 1 0 0 0,-1-1 0 0 0,0 1 0 0 0,0-1 0 0 0,-1 1 0 0 0,0-1 0 0 0,-1 0 0 0 0,0 1 0 0 0,1-1 0 0 0,-2 0 0 0 0,1 0 0 0 0,-1 0 0 0 0,-1-1 0 0 0,0 0 0 0 0,1-1 0 0 0,-1 1 0 0 0,0-1 0 0 0,0 1 0 0 0,-1-1 0 0 0,-1-1 0 0 0,-1 0 0 0 0,2 1 0 0 0,1 0 0 0 0,-2-1 0 0 0,1 1 0 0 0,-2-2 0 0 0,0 1 0 0 0,1 0 0 0 0,1 1 0 0 0,-1-1 0 0 0,0 0 0 0 0,-1 0 0 0 0,-1 0 0 0 0,1-1 0 0 0,-1 0 0 0 0,0 0 0 0 0,0 0 0 0 0,0 0 0 0 0,-1 0 0 0 0,1 0 0 0 0,0 0 0 0 0,0 0 0 0 0,0 0 0 0 0,0 0 0 0 0,0 0 0 0 0,0 0 0 0 0,0 0 0 0 0,0 0 0 0 0,0 0 0 0 0,0 0 0 0 0,0 0 0 0 0,0 0 0 0 0,0 0 0 0 0,0 0 0 0 0,0 0 0 0 0,0 0 0 0 0,0 0 0 0 0,-10-3 0 0 0,-4 0 0 0 0,-1-2 0 0 0,1 1 0 0 0,1-1 0 0 0,2 1 0 0 0,1-2 0 0 0,1 0 0 0 0,0 0 0 0 0,-1-1 0 0 0,2 1 0 0 0,-1-2 0 0 0,0-2 0 0 0,0 1 0 0 0,2 0 0 0 0,-1-1 0-1700 277,0-2 0 1700-277,0-1 0 0 0,1 1 0-853-629,1 1 0 853 629,1-1 0 1658-267,-1-1 0-1658 267,2 3 0 0 0,-1 0 0-1658 267,1 1 0 1658-267,0-1 0 0 0,1 2 0 0 0,-1-1 0 0 0,1 2 0 1658-267,1-1 0-1658 267,-1 1 0 0 0,2 1 0 0 0,-1 0 0 0 0,0 0 0 0 0,0 2 0 0 0,1 1 0 0 0,0-2 0 0 0,-1 0 0 0 0,2 1 0 0 0,-1 1 0 0 0,1 1 0 0 0,-1 1 0 0 0,1 0 0 0 0,0-2 0 0 0,0 0 0 0 0,-1-1 0 0 0,1 2 0 0 0,0 0 0 0 0,0 1 0 0 0,2-2 0 0 0,2 0 0 0 0,-1 1 0 0 0,3-1 0 0 0,0 1 0 0 0,0 0 0 0 0,1 0 0 0 0,0 0 0 0 0,2 0 0 0 0,-1 0 0 0 0,-2 1 0 0 0,2 0 0 0 0,-1-1 0 0 0,2 0 0 0 0,-1 0 0 0 0,-1 1 0 0 0,0-1 0 0 0,1 0 0 0 0,-3 1 0 0 0,2-2 0 0 0,0 1 0 0 0,-2 1 0 0 0,-2 0 0 0 0,3-1 0 0 0,-1 0 0 0 0,0 1 0 0 0,-2 0 0 0 0,-1 0 0 0 0,2 0 0-849-623,0 0 0 849 623,-1-1 0 0 0,0 2 0 0 0,-1-1 0 0 0,-1 1 0 0 0,-1-1 0 0 0,0 1 0 0 0,0 0 0 0 0,0 0 0 0 0,0 0 0 0 0,2 0 0 0 0,2-1 0 0 0,-1-1 0 0 0,0 2 0 0 0,-1-1 0 0 0,-1 1 0 0 0,-1-1 0 0 0,1 1 0 0 0,-1 0 0 0 0,0 0 0 0 0,-1 0 0 0 0,1 0 0 0 0,0 0 0 0 0,0 0 0 0 0,0 0 0 0 0,0 0 0 0 0,0 0 0 0 0,0 0 0 0 0,0 0 0 0 0,0 0 0 0 0,0 0 0 0 0,0 0 0 0 0,0 0 0 0 0,0 0 0 0 0,0 0 0 0 0,0 0 0 0 0,0 0 0 0 0,0 0 0 0 0,0 0 0 0 0,0 0 0 0 0,0 0 0 0 0,0 0 0 0 0,0 0 0 0 0,0 0 0 0 0,-11 3 0 0 0,-5 0 0 0 0,0 1 0 0 0,-1 0 0 0 0,3-1 0 0 0,-2 1 0 0 0,1 1 0 0 0,2-2 0 0 0,0 2 0 0 0,-1-1 0-1617 256,3 0 0 1617-256,-1 1 0 0 0,-1 0 0 0 0,2-1 0 0 0,0 1 0 0 0,2-1 0 0 0,-2 0 0 0 0,2 0 0 808 634,-1 0 0-808-634,2-1 0 0 0,-1 0 0 0 0,2 0 0 0 0,2-1 0 0 0,-1 0 0 0 0,1 1 0 0 0,1-1 0 0 0,2-1 0 0 0,-2 1 0 0 0,0 0 0 0 0,1 0 0 0 0,1-1 0 0 0,1 0 0 0 0,-2 1 0 0 0,-1 0 0 0 0,2 0 0 0 0,0 0 0 0 0,0-1 0 0 0,1 0 0 0 0,1-1 0 0 0,0 0 0 0 0,-1 3 0 0 0,1 0 0 0 0,-1 0 0 0 0,1 0 0 0 0,0-1 0 0 0,1 3 0 0 0,1 2 0 0 0,1 1 0 0 0,0-1 0 0 0,1 2 0 0 0,2 1 0 0 0,0 0 0 0 0,1 0 0 0 0,0 1 0 0 0,3 0-576 0 0,0 0-4381 0 0,0 0-163 0 0,-1-1 544 853 629,0-2 419-853-629,-1-1 401 0 0,0-1 272 0 0,-1-2 475-884 896,-2-2 181 884-896,-2 0 2524 0 0</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0:56.069"/>
    </inkml:context>
    <inkml:brush xml:id="br0">
      <inkml:brushProperty name="width" value="0.1" units="cm"/>
      <inkml:brushProperty name="height" value="0.6" units="cm"/>
      <inkml:brushProperty name="color" value="#008C3A"/>
      <inkml:brushProperty name="inkEffects" value="pencil"/>
    </inkml:brush>
  </inkml:definitions>
  <inkml:trace contextRef="#ctx0" brushRef="#br0">142 58 4156 301044 68752,'0'0'1413'0'0,"0"0"-73"0"0,0 0-48 0 0,0 0-64 0 0,0 0-60 0 0,0 0-52 0 0,0 0-84 0 0,0 0 4 0 0,0 0-76 0 0,0 0-4 0 0,0 0-35 0 0,0 0-21 0 0,0 0-20 0 0,0 0-60 0 0,0 0-12 0 0,0 0 12 0 0,0 0-64 0 0,0 0-36 0 0,0 0 24 0 0,0 0-44 0 0,0 0 12 0 0,0 0-44 0 0,0 0 28 0 0,0 0-28 0 0,0 0-24 0 0,0 0-39 0 0,0 0 31 0 0,0 0-156 0 0,0 0 92 0 0,0 0 52 0 0,0 0-68 0 0,0 0-56 0 0,0 0-72 0 0,0 0 96 0 0,6 1-144 0 0,1 1-72 0 0,3 0-308 0 0,-1-1 0 0 0,3 0 0 0 0,2 1 0 0 0,-2-1 0 0 0,4 0 0 0 0,2-1 0 0 0,2 1 0 0 0,0 1 0 0 0,1-1 0 0 0,2 0 0 0 0,-1 0 0 0 0,1 1 0 0 0,-1 0 0 0 0,0-1 0 0 0,-1 0 0 0 0,-4 1 0 0 0,1-2 0 0 0,0 1 0 0 0,-4-1 0 0 0,2 0 0 0 0,0 1 0 0 0,-2-1 0 0 0,0 0 0 0 0,2 1 0 0 0,-3-1 0 0 0,1 1 0 0 0,-2-1 0 0 0,2 0 0 0 0,-3 1 0 0 0,2-1 0 0 0,-2 0 0 0 0,2 1 0 0 0,-2-1 0 0 0,1 0 0 0 0,-2 1 0 0 0,-3-1 0 0 0,2 0 0 0 0,0 0 0 0 0,-3 1 0 0 0,-1-1 0 0 0,1 0 0 0 0,0 0 0 0 0,-1 0 0 0 0,-1 0 0 0 0,-2 0 0 0 0,-1 0 0 0 0,0 0 0 0 0,-1 0 0 0 0,-1 0 0 0 0,1 0 0 0 0,3 0 0 0 0,2-1 0 0 0,-1 0 0 0 0,0 0 0 0 0,-2 1 0 0 0,0 0 0 0 0,-1-1 0 0 0,-1 1 0 0 0,0 0 0 0 0,0 0 0 0 0,0 0 0 0 0,0 0 0 0 0,-12-1 0 0 0,-4-1 0 0 0,-3-1 0 0 0,1 1 0 0 0,-1 0 0 0 0,0-1 0 0 0,4 1 0 0 0,-3 0 0 0 0,0 0 0 0 0,2 0 0 0 0,-3 0 0 0 0,0 0 0 0 0,-1 0 0 0 0,0-1 0 0 0,2 1 0 0 0,-1 0 0 0 0,-1 0 0 0 0,1 0 0 0 0,-1 0 0 0 0,1-1 0 0 0,2 1 0 0 0,0 0 0 0 0,0 0 0 0 0,2 0 0 0 0,0 0 0-1018-589,2 0 0 1018 589,0 1 0 0 0,1 0 0 0 0,-1 0 0 0 0,3-1 0 0 0,-1 1 0 0 0,1 0 0 0 0,3 1 0 0 0,-1-1 0 0 0,1 0 0 0 0,1 1 0 0 0,2-1 0 0 0,1 1 0 0 0,2 0 0 0 0,1 0 0 0 0,-4 0 0 0 0,0 0 0 0 0,0 0 0 0 0,0 0 0 0 0,2 0 0 0 0,1 0 0 0 0,0 0 0-1614 310,1 0 0 1614-310,0 0 0 0 0,0 0 0 0 0,10 1 0 0 0,3 0 0 0 0,4 0 0 0 0,0 0 0 0 0,0 0 0 0 0,-2 0 0 0 0,1 1 0 0 0,-2-1 0 0 0,0-1 0 0 0,-1 1 0 984 601,0-1 0-984-601,-1 1 0 1648-322,2-1 0-1648 322,-2 1 0 0 0,1 0 0 0 0,-1 0 0 0 0,0 0 0 0 0,0-1 0 0 0,0 2 0 0 0,-1-1 0 0 0,0-1 0 0 0,-2 1 0 0 0,1 0 0 0 0,-2 0 0 0 0,-2 0 0 0 0,2 0 0 0 0,-1-1 0 0 0,-1 1 0 0 0,1 0 0 0 0,-1-1 0 0 0,-1 1 0 0 0,-1-1 0 0 0,1 1 0 0 0,0 0 0 0 0,-1 0 0 0 0,-2-1 0 0 0,0 1 0 0 0,-1-1 0 0 0,-1 0 0 0 0,3 1 0 0 0,0 0 0 0 0,1 0 0 0 0,-2-1 0 0 0,0 1 0 0 0,-1-1 0 0 0,0 0 0 0 0,-1 0 0 0 0,0 0 0 0 0,0 0 0 0 0,-1 0 0 0 0,1 0 0 0 0,0 0 0 0 0,0 0 0 0 0,0 0 0 0 0,0 0 0 0 0,0 0 0 0 0,0 0 0 0 0,0 0 0 0 0,0 0 0 0 0,0 0 0 0 0,0 0 0 0 0,0 0 0 0 0,0 0 0 0 0,-9-2 0 0 0,-4 0 0 0 0,-4-1 0 0 0,1 0 0 0 0,-2 0 0 0 0,0 1 0 0 0,3 0 0 0 0,-1 1 0-1018-589,2-1 0 1018 589,-1 1 0 0 0,-2 0 0 0 0,3 0 0 0 0,-2-1 0 0 0,0 1 0 0 0,3-1 0 0 0,-2 1 0 0 0,3-1 0 0 0,-2 1 0 0 0,1 0 0 0 0,0-1 0 0 0,0 1 0 0 0,0 0 0 0 0,1 0 0 0 0,-1 0 0 0 0,2-1 0 0 0,-2 1 0 0 0,2 0 0 0 0,-2 1 0 0 0,2-1 0 0 0,-2 0 0 0 0,2 0 0 0 0,-2 0 0 0 0,1 1 0 0 0,0-1 0 0 0,0 0 0 0 0,4 0 0 0 0,-1 1 0 0 0,0 0 0 0 0,2 0 0 0 0,-1-1 0 0 0,-1 1 0 0 0,3 0 0 0 0,1-1 0 0 0,2 1 0 0 0,-2 0 0 0 0,0-1 0 0 0,1 1 0 0 0,0 0 0 0 0,2-1 0 0 0,1 1 0 0 0,0 0 0 0 0,1 0 0 0 0,0 0 0 0 0,-3 0 0 0 0,-2 0 0 0 0,1 0 0 0 0,1 0 0 0 0,0 0 0 1571-325,1 0 0-1571 325,2 0 0 0 0,-1 0 0 0 0,1 0 0 0 0,0 0 0 0 0,1 0 0 0 0,-1 0 0 0 0,0 0 0 0 0,-4 0 0 0 0,-1 0 0 0 0,1-1 0 0 0,0 1 0 0 0,1-1 0 0 0,2 1 0 0 0,0 0 0 0 0,0 0 0 0 0,1 0 0 0 0,0 0 0 0 0,1 0 0 0 0,-1 0 0 0 0,0 0 0 0 0,0 0 0 0 0,0 0 0 0 0,0 0 0 0 0,0 0 0 0 0,0 0 0 0 0,0 0 0 0 0,0 0 0 0 0,0 0 0 0 0,8 3 0 0 0,3 0 0 0 0,4 1 0 0 0,-1-1 0 0 0,2 0 0 0 0,2-1 0 0 0,0 1 0 0 0,1 0 0 0 0,0-1 0 0 0,-4 1 0 0 0,2-1 0 0 0,1 0 0 0 0,0 0 0 0 0,-2 0 0 0 0,1 0 0 0 0,0 0 0-1571 325,-2-1 0 1571-325,0 1 0 0 0,2 0 0 0 0,-4-1 0 0 0,2 0 0 0 0,-2 0 0 0 0,1 0 0 0 0,2 0 0 0 0,-3-1 0 0 0,2 1 0 0 0,1 1 0 0 0,-2-1 0 0 0,1 0 0 0 0,1 0 0 0 0,-3 0 0 0 0,1 0 0 0 0,-2 0 0 0 0,2 0 0 0 0,-3 1 0 0 0,1-1 0 0 0,-2-1 0 0 0,-2 1 0 0 0,1-1 0 0 0,-1 1 0 1018 589,-2-1 0-1018-589,1 1 0 0 0,-2-1 0 0 0,-1 0 0 0 0,-1 0 0 0 0,-2 0 0 0 0,0 0-1120 0 0,-1 0-476 0 0,0 0-52 0 0,0 0-1-1018-589,-1 0-131 1018 589,1 0-136 0 0,0 0-152 1018 589,0 0-2448-1018-589,0 0 387 0 0,-9 0 365 0 0,-2-1 383 0 0,0 1 341 0 0,2-1 880 0 0</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0:57.549"/>
    </inkml:context>
    <inkml:brush xml:id="br0">
      <inkml:brushProperty name="width" value="0.1" units="cm"/>
      <inkml:brushProperty name="height" value="0.6" units="cm"/>
      <inkml:brushProperty name="color" value="#008C3A"/>
      <inkml:brushProperty name="inkEffects" value="pencil"/>
    </inkml:brush>
  </inkml:definitions>
  <inkml:trace contextRef="#ctx0" brushRef="#br0">57 41 3624 300026 68163,'-1'-2'1308'0'0,"-1"0"-67"0"0,0 0-45 0 0,0 1-56 0 0,1 0-4 0 0,0-2 32 0 0,-1 0-76 0 0,1 1 36 0 0,0 0-72 0 0,1 0 40 0 0,-1 1 28 0 0,1 1-15 0 0,0 0-17 0 0,0 0 76 0 0,0 0-112 0 0,0 0-64 0 0,-1-3 0 0 0,0-1-88 0 0,0 0-64 0 0,0 1-72 0 0,1 0-52 0 0,-1 2 40 0 0,1 0-160 0 0,0 1-43 0 0,0 0-53 0 0,0 0 24 0 0,0 0-84 0 0,0 0 40 0 0,0 0-112 0 0,0 1 44 0 0,0-1-96 0 0,0 0-60 0 0,0 0 40 0 0,0 0 44 0 0,0 0-104 0 0,0 0 40 0 0,0 0-84 0 0,0 0 64 0 0,0 0-232 0 0,0 0-24 0 0,0 0 0 0 0,3 8 0 0 0,0 4 0 0 0,1 1 0 0 0,2 1 0 0 0,0-3 0 0 0,0 1 0 0 0,1-2 0 1018 589,-2-1 0-1018-589,2-1 0 0 0,1 0 0 0 0,0-2 0 0 0,-1 1 0 0 0,0-2 0 0 0,0 1 0 0 0,-1-2 0 0 0,0 1 0 0 0,0 0 0 0 0,-3-2 0 0 0,2 1 0 0 0,0-1 0 0 0,-2 0 0 0 0,2 0 0 0 0,-2-1 0 0 0,0 1 0 0 0,0-2 0 0 0,-2 0 0 0 0,0 0 0 0 0,1 1 0 0 0,0 0 0 0 0,0 0 0 0 0,0 0 0 0 0,-1 0 0 0 0,-1-2 0 0 0,1 1 0 0 0,-1-1 0 0 0,0 0 0 0 0,1 2 0 0 0,0 0 0 0 0,0 0 0 0 0,0 0 0 0 0,-1-1 0 0 0,1 0 0 0 0,-1-1 0 0 0,0 0 0 0 0,0 0 0 0 0,0 0 0 0 0,0 0 0 0 0,0 0 0 0 0,0 0 0 0 0,-4 4 0 0 0,0 1 0 0 0,-1 2 0 0 0,0 0 0 0 0,-1 0 0 0 0,1-1 0 0 0,-1 1 0 0 0,1-1 0 0 0,-1 1 0 1072 583,0-1 0-1072-583,-1 2 0 0 0,1-2 0 0 0,-1 1 0 0 0,1-1 0 0 0,-1 1 0 0 0,2-2 0 0 0,-1 2 0 0 0,0-1 0 0 0,1 1 0 0 0,0-2 0 0 0,-1 1 0 0 0,2-1 0 0 0,-2 0 0 0 0,1-1 0 0 0,1 0 0 0 0,0 0 0-1681 335,0 1 0 1681-335,1-2 0 0 0,-1 1 0 0 0,1 0 0 0 0,1 0 0 0 0,0-2 0 0 0,2-1 0 0 0,-3 2 0 0 0,1-1 0 0 0,0 0 0 0 0,0-1 0 0 0,1 0 0 0 0,0 0 0 0 0,1-1 0 0 0,0 0 0 0 0,-2 2 0 0 0,-1 1 0 0 0,1 0 0 0 0,0-1 0 0 0,1-1 0 0 0,0 0 0 1098 588,1 0 0-1098-588,-1-1 0 0 0,1 0 0 0 0,0 0 0 0 0,1 0 0 0 0,-1 0 0 0 0,-1 2 0 0 0,0 1 0 0 0,0 0 0 0 0,0-1 0 0 0,0-1 0 0 0,1 0 0 0 0,0 0 0 0 0,-1-1 0 0 0,1 0 0 0 0,0 0 0 0 0,0 0 0 0 0,1 0 0 0 0,-1 0 0 0 0,0 0 0 0 0,0 0 0 0 0,0 0 0 0 0,0 0 0 0 0,0 0 0 0 0,0 0 0 0 0,0 0 0 0 0,0 0 0 0 0,0 0 0 0 0,7-5 0 0 0,3 0 0 0 0,1-2 0 1714-348,0 0 0-1714 348,0 0 0 0 0,-2 1 0 0 0,0-1 0 0 0,-2 1 0 0 0,1 0 0 0 0,-3 1 0 0 0,1 0 0 0 0,-1 0 0 0 0,1-1 0 0 0,-1 2 0-1131-575,0-1 0 1131 575,0 0 0 0 0,-2 1 0 0 0,2-1 0 0 0,0 0 0 0 0,-2 1 0 0 0,2 0 0 0 0,0-1 0 0 0,-1 2 0 0 0,0-1 0 0 0,0 0 0 0 0,-1 0 0 0 0,1 1 0 0 0,0-1 0 0 0,-1 1 0 0 0,1 0 0 0 0,-1 0 0 0 0,0 1 0 0 0,-1 1 0 0 0,-1 0 0 0 0,2-1 0 0 0,1-1 0 0 0,-1 0 0 0 0,-1 2 0 0 0,-1-1 0 0 0,3 0 0 0 0,-1 0 0 0 0,0 0 0 0 0,-1 1 0 0 0,0 0 0 0 0,-1 1 0 0 0,-1 0 0 0 0,2-2 0 0 0,1 0 0 0 0,-1 0 0 0 0,-1 1 0 0 0,0 0 0-1072-583,0 0 0 1072 583,-1 1 0 0 0,1 0 0 0 0,0-2 0 0 0,2-1 0 0 0,-1 1 0 0 0,0 0 0 0 0,-1 1 0 0 0,0 0 0 0 0,-1 0 0 0 0,0 1 0 0 0,0 0 0 0 0,0 0 0 0 0,0 0 0 0 0,0 0 0 0 0,0 1 0 0 0,0-1 0 0 0,-3-4 0 0 0,-1-2 0 0 0,1 1 0 0 0,-1-1 0 0 0,0 0 0 0 0,1 2 0 0 0,-1-1 0 0 0,1 0 0 0 0,0 1 0 0 0,-1-1 0 0 0,0 1 0 0 0,0-2 0 0 0,0 1 0 0 0,-1-2 0 0 0,1 2 0 0 0,-2-1 0 0 0,1 1 0 0 0,-1-1 0 0 0,1 1 0 0 0,-2 0 0 0 0,1 0 0 0 0,1 1 0 0 0,-1 0 0 0 0,0 0 0-1018-589,2 1 0 1018 589,-2 0 0 0 0,1-1 0 0 0,2 2 0 0 0,-2-1 0 0 0,1 0 0 0 0,1 0 0 0 0,1 2 0 0 0,1 0 0 0 0,0 0 0 0 0,1 1 0 0 0,-2-2 0 0 0,-1 0 0 0 0,0 0 0 0 0,1 0 0 0 0,1 0 0 0 0,0 2 0 0 0,1-1 0 0 0,0 1 0 0 0,-2-1 0 0 0,-1-1 0 0 0,1 0 0 0 0,0 1 0 0 0,1 0 0 0 0,0 0 0 0 0,0 1 0 0 0,1 0 0 0 0,0 0 0 0 0,0 0 0 0 0,0 0 0 0 0,0 0 0 0 0,0 0 0 0 0,1 0 0 0 0,-1 0 0 0 0,0 0 0 0 0,0 0 0 0 0,0 0 0 0 0,0 0 0 0 0,0 0 0 0 0,0 0 0 0 0,0 0 0 0 0,0 0 0 0 0,0 0 0 0 0,0 0 0 0 0,0 0 0 0 0,0 0 0 0 0,0 0-1560 0 0,0 0-1664 1018 589,0 0-2109-1018-589,0 0 621 0 0,0 0 431 0 0,0 0 433 0 0,0 0 324-1648 322,0 0 491 2687 274,2 7 157-1039-596,2 3 2500 0 0</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11.995"/>
    </inkml:context>
    <inkml:brush xml:id="br0">
      <inkml:brushProperty name="width" value="0.05" units="cm"/>
      <inkml:brushProperty name="height" value="0.05" units="cm"/>
    </inkml:brush>
  </inkml:definitions>
  <inkml:trace contextRef="#ctx0" brushRef="#br0">1 333 7137 0 0,'0'0'25289'0'0,"5"-4"-24996"0"0,35-30-237 0 0,-33 20-56 0 0,-2 1-8 0 0,161-232 8 0 0,-159 233 0 0 0,1 1 0 0 0,-10 43 0 0 0,-59 140 0 0 0,6-21 0 0 0,35-82 0 0 0,4-17 0 0 0,2 0 0 0 0,-11 89 0 0 0,25-140 0 0 0,0 1 0 0 0,0-1 0 0 0,0 1 0 0 0,0-1 0 0 0,0 1 0 0 0,0 0 0 0 0,-1-1 0 0 0,1 1 0 0 0,0-1 0 0 0,-1 1 0 0 0,1-1 0 0 0,-1 1 0 0 0,0-1 0 0 0,0 0 0 0 0,1 1 0 0 0,-1-1 0 0 0,-1 2 0 0 0,-2 1 0 0 0,3 8 0 0 0,7-2-261 0 0,10-14-8514 0 0,-4 2 5875 0 0,5-11-12533 0 0</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16.395"/>
    </inkml:context>
    <inkml:brush xml:id="br0">
      <inkml:brushProperty name="width" value="0.05" units="cm"/>
      <inkml:brushProperty name="height" value="0.05" units="cm"/>
    </inkml:brush>
  </inkml:definitions>
  <inkml:trace contextRef="#ctx0" brushRef="#br0">136 0 4256 0 0,'0'0'4075'0'0,"-4"5"-2750"0"0,-15 20 2166 0 0,2 1-1 0 0,-21 41 1 0 0,31-54-2362 0 0,1 0 0 0 0,1 1-1 0 0,0-1 1 0 0,1 1 0 0 0,0 1 0 0 0,-2 18 0 0 0,6-30-510 0 0,9 15 133 0 0,-3-14-663 0 0,1-1 0 0 0,-1 0 1 0 0,1 0-1 0 0,-1-1 0 0 0,1 1 1 0 0,0-1-1 0 0,9 1 1 0 0,-4 0 4 0 0,-9-3-58 0 0,36 7 115 0 0,-4 1-88 0 0,-18-5-78 0 0,0 1 0 0 0,0 0 0 0 0,-1 1 0 0 0,1 1 0 0 0,29 16 0 0 0,-44-21 9 0 0,0 0 0 0 0,-1 1-1 0 0,1-1 1 0 0,0 1 0 0 0,-1-1 0 0 0,1 1-1 0 0,-1-1 1 0 0,0 1 0 0 0,1 0 0 0 0,-1 0 0 0 0,1 3-1 0 0,4 12 55 0 0,-4-2 38 0 0,-2-6-24 0 0,0-7-26 0 0,0-1 15 0 0,-1 4 0 0 0,0 0-1 0 0,0 0 1 0 0,-1 0 0 0 0,1 0-1 0 0,-1 0 1 0 0,0 0 0 0 0,-1 0-1 0 0,1-1 1 0 0,-1 1-1 0 0,0-1 1 0 0,0 1 0 0 0,0-1-1 0 0,0 0 1 0 0,-1-1 0 0 0,0 1-1 0 0,0-1 1 0 0,0 1 0 0 0,0-1-1 0 0,0 0 1 0 0,-1 0-1 0 0,-7 3 1 0 0,-7 4 164 0 0,0-1 0 0 0,0-1 0 0 0,-1-1 0 0 0,-21 6 0 0 0,33-11-906 0 0,1-1 0 0 0,-1 1-1 0 0,1-1 1 0 0,-1 0 0 0 0,1-1 0 0 0,-1 0 0 0 0,1 0-1 0 0,-8-2 1 0 0,-12-7-2724 0 0,11-2 1810 0 0,0-11-5447 0 0,4-18-1569 0 0,9 20 5480 0 0</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16.742"/>
    </inkml:context>
    <inkml:brush xml:id="br0">
      <inkml:brushProperty name="width" value="0.05" units="cm"/>
      <inkml:brushProperty name="height" value="0.05" units="cm"/>
    </inkml:brush>
  </inkml:definitions>
  <inkml:trace contextRef="#ctx0" brushRef="#br0">1 14 7237 0 0,'0'0'5129'0'0,"12"-9"-419"0"0,-7 8-775 0 0,86-3 2441 0 0,-24 4-7870 0 0,-10 2-5931 0 0,-1 1-7559 0 0,-34-2 12112 0 0</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17.545"/>
    </inkml:context>
    <inkml:brush xml:id="br0">
      <inkml:brushProperty name="width" value="0.05" units="cm"/>
      <inkml:brushProperty name="height" value="0.05" units="cm"/>
    </inkml:brush>
  </inkml:definitions>
  <inkml:trace contextRef="#ctx0" brushRef="#br0">480 1 6205 0 0,'0'0'13203'0'0,"-8"4"-11803"0"0,-22 11 62 0 0,2 2 0 0 0,0 1 0 0 0,1 1 0 0 0,-29 27-1 0 0,-98 105 3158 0 0,136-133-4616 0 0,2 1 0 0 0,0 1 0 0 0,1 0 0 0 0,1 1 0 0 0,1 0 0 0 0,1 1 1 0 0,1 1-1 0 0,1 0 0 0 0,-9 31 0 0 0,18-52-3 0 0,0 0 0 0 0,1 1 0 0 0,-1-1 0 0 0,1 1 0 0 0,-1-1 0 0 0,1 1 0 0 0,0-1 0 0 0,0 1 0 0 0,0-1 0 0 0,0 1 0 0 0,0-1 0 0 0,1 1 0 0 0,-1-1 0 0 0,1 0 0 0 0,0 1 0 0 0,-1-1 0 0 0,1 0 0 0 0,2 5 0 0 0,2 2 0 0 0,-4-5 0 0 0,1-1 0 0 0,0 1 0 0 0,0-1 0 0 0,0 0 0 0 0,0 0 0 0 0,1 0 0 0 0,-1 0 0 0 0,1 0 0 0 0,-1 0 0 0 0,1 0 0 0 0,0-1 0 0 0,0 1 0 0 0,1-1 0 0 0,-1 0 0 0 0,0 0 0 0 0,7 2 0 0 0,-3-1 0 0 0,1-1 0 0 0,-1 0 0 0 0,0 0 0 0 0,1-1 0 0 0,0 0 0 0 0,-1 0 0 0 0,1-1 0 0 0,8-1 0 0 0,3-1 0 0 0,0 0 0 0 0,-1-2 0 0 0,1 0 0 0 0,-1-1 0 0 0,0-1 0 0 0,21-10 0 0 0,-26 11 0 0 0,-9 4 0 0 0,0-1 0 0 0,0 0 0 0 0,0 0 0 0 0,0-1 0 0 0,0 1 0 0 0,0-1 0 0 0,0 0 0 0 0,-1 0 0 0 0,5-6 0 0 0,5-6 0 0 0,-13 15 0 0 0,1-1 0 0 0,-1 1 0 0 0,0-1 0 0 0,0 0 0 0 0,1 1 0 0 0,-1-1 0 0 0,0 0 0 0 0,0 1 0 0 0,0-1 0 0 0,0 0 0 0 0,0 1 0 0 0,0-1 0 0 0,0 0 0 0 0,0 1 0 0 0,0-1 0 0 0,-1 0 0 0 0,1 1 0 0 0,0-1 0 0 0,0 0 0 0 0,0 1 0 0 0,-1-1 0 0 0,1 1 0 0 0,0-1 0 0 0,-1 0 0 0 0,-1-2 0 0 0,1 1 0 0 0,-1 0 0 0 0,1 0 0 0 0,-1 0 0 0 0,0 0 0 0 0,0 0 0 0 0,0 0 0 0 0,0 0 0 0 0,0 1 0 0 0,0-1 0 0 0,-3-1 0 0 0,-1 1 0 0 0,1 0 0 0 0,-1 0 0 0 0,0 1 0 0 0,0-1 0 0 0,0 1 0 0 0,0 1 0 0 0,0-1 0 0 0,-1 1 0 0 0,-7 0 0 0 0,-4 1-860 0 0,1 1-1 0 0,0 1 1 0 0,-1 0-1 0 0,1 1 1 0 0,-19 7-1 0 0,30-9 444 0 0,0 0-1 0 0,0 0 0 0 0,0 1 1 0 0,1 0-1 0 0,-1 0 0 0 0,1 0 1 0 0,-1 1-1 0 0,1 0 0 0 0,0 0 1 0 0,1 0-1 0 0,-1 0 0 0 0,1 1 1 0 0,-1 0-1 0 0,1 0 0 0 0,1 0 1 0 0,-1 0-1 0 0,-4 10 1 0 0,8-14-297 0 0,0 1 0 0 0,-1 0 0 0 0,1-1 1 0 0,0 1-1 0 0,0 0 0 0 0,0-1 0 0 0,0 1 1 0 0,0 0-1 0 0,0-1 0 0 0,1 1 0 0 0,-1 0 1 0 0,0-1-1 0 0,1 1 0 0 0,0-1 0 0 0,1 3 1 0 0,9 15-3115 0 0,-11-19 3803 0 0,14 13-2885 0 0</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18.558"/>
    </inkml:context>
    <inkml:brush xml:id="br0">
      <inkml:brushProperty name="width" value="0.05" units="cm"/>
      <inkml:brushProperty name="height" value="0.05" units="cm"/>
    </inkml:brush>
  </inkml:definitions>
  <inkml:trace contextRef="#ctx0" brushRef="#br0">16 1 7257 0 0,'0'0'10078'0'0,"-4"2"-8443"0"0,3-2-1402 0 0,1 1 0 0 0,-1-1 1 0 0,0 1-1 0 0,0-1 0 0 0,1 1 1 0 0,-1-1-1 0 0,0 1 0 0 0,1-1 1 0 0,-1 1-1 0 0,1 0 1 0 0,-1-1-1 0 0,1 1 0 0 0,-1 0 1 0 0,1-1-1 0 0,-1 1 0 0 0,1 0 1 0 0,0 0-1 0 0,-1 0 0 0 0,1-1 1 0 0,0 1-1 0 0,0 0 0 0 0,-1 0 1 0 0,1 0-1 0 0,0 0 0 0 0,0-1 1 0 0,0 1-1 0 0,0 2 0 0 0,1-2-37 0 0,0 1-1 0 0,-1 0 1 0 0,1-1 0 0 0,0 1-1 0 0,0 0 1 0 0,0-1-1 0 0,0 1 1 0 0,0-1-1 0 0,0 0 1 0 0,1 1-1 0 0,-1-1 1 0 0,0 0 0 0 0,3 1-1 0 0,2 3 342 0 0,1 0 0 0 0,0-1 0 0 0,0-1-1 0 0,1 1 1 0 0,-1-1 0 0 0,16 4 0 0 0,-17-4-351 0 0,33 3 370 0 0,6-5-530 0 0,-32 0-26 0 0,-7-1 0 0 0,1 0 0 0 0,-1-1 0 0 0,1 1 0 0 0,0-1 0 0 0,-1-1 0 0 0,11-2 0 0 0,90-22-185 0 0,-106 25 177 0 0,1 1-1 0 0,-1 0 0 0 0,0-1 0 0 0,0 1 1 0 0,1 0-1 0 0,-1 0 0 0 0,0 0 0 0 0,0 0 1 0 0,1 0-1 0 0,-1 0 0 0 0,0 0 0 0 0,0 1 1 0 0,1-1-1 0 0,-1 0 0 0 0,0 1 0 0 0,0-1 1 0 0,0 1-1 0 0,0-1 0 0 0,1 1 0 0 0,-1-1 1 0 0,0 1-1 0 0,0 0 0 0 0,0 0 0 0 0,0 0 1 0 0,0-1-1 0 0,-1 1 0 0 0,1 0 0 0 0,0 0 1 0 0,0 0-1 0 0,-1 0 0 0 0,1 0 0 0 0,0 1 1 0 0,-1-1-1 0 0,1 0 0 0 0,-1 0 0 0 0,1 0 1 0 0,-1 0-1 0 0,0 1 0 0 0,1-1 0 0 0,-1 0 1 0 0,0 0-1 0 0,0 3 0 0 0,-27 140 177 0 0,8-51 21 0 0,8-30-76 0 0,3 1-38 0 0,5-22-59 0 0,0-21-361 0 0,2-17 111 0 0,0 1 1 0 0,1 0-1 0 0,-1 0 0 0 0,1 0 0 0 0,0 0 1 0 0,0 0-1 0 0,0-1 0 0 0,1 1 1 0 0,-1 0-1 0 0,1 0 0 0 0,3 7 0 0 0,2-3-477 0 0,-5-7 277 0 0,1 0 0 0 0,-1 0 0 0 0,0 0 0 0 0,0 0 0 0 0,0 0 0 0 0,0 0 0 0 0,0 1 0 0 0,0-1 0 0 0,0 0 0 0 0,-1 1 0 0 0,1-1 1 0 0,-1 0-1 0 0,0 1 0 0 0,0 3 0 0 0,3 9-5428 0 0,5 8-7126 0 0</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18.916"/>
    </inkml:context>
    <inkml:brush xml:id="br0">
      <inkml:brushProperty name="width" value="0.05" units="cm"/>
      <inkml:brushProperty name="height" value="0.05" units="cm"/>
    </inkml:brush>
  </inkml:definitions>
  <inkml:trace contextRef="#ctx0" brushRef="#br0">16 58 9093 0 0,'-16'-7'18213'0'0,"19"7"-18061"0"0,-1 0 1 0 0,1-1-1 0 0,-1 1 1 0 0,1-1-1 0 0,-1 0 1 0 0,1 1 0 0 0,-1-1-1 0 0,1-1 1 0 0,-1 1-1 0 0,0 0 1 0 0,3-2-1 0 0,7-4 95 0 0,15 0-898 0 0,0 1-1 0 0,0 1 0 0 0,41-2 0 0 0,-37 5-913 0 0,107-2-12068 0 0,-66 4 7443 0 0,-34-1 3166 0 0</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23.124"/>
    </inkml:context>
    <inkml:brush xml:id="br0">
      <inkml:brushProperty name="width" value="0.05" units="cm"/>
      <inkml:brushProperty name="height" value="0.05" units="cm"/>
    </inkml:brush>
  </inkml:definitions>
  <inkml:trace contextRef="#ctx0" brushRef="#br0">85 149 5208 0 0,'0'0'6597'0'0,"-1"-19"4633"0"0,-3 0-8589 0 0,1-2-302 0 0,3 18-2258 0 0,0 0 0 0 0,0 0 0 0 0,1 1 1 0 0,-1-1-1 0 0,1 0 0 0 0,0 1 1 0 0,0-1-1 0 0,0 0 0 0 0,0 1 1 0 0,0-1-1 0 0,1 1 0 0 0,-1 0 1 0 0,1-1-1 0 0,-1 1 0 0 0,1 0 0 0 0,0 0 1 0 0,0 0-1 0 0,0 0 0 0 0,3-2 1 0 0,1 0-33 0 0,0 0 0 0 0,1 0 0 0 0,-1 1 0 0 0,1-1 0 0 0,0 2 0 0 0,-1-1 0 0 0,13-2 0 0 0,-7 2-65 0 0,0 1 1 0 0,0 0 0 0 0,0 1 0 0 0,0 0 0 0 0,0 1-1 0 0,1 0 1 0 0,-1 1 0 0 0,0 1 0 0 0,17 3 0 0 0,-27-4 21 0 0,1-1 0 0 0,-1 1-1 0 0,0 0 1 0 0,1 0 0 0 0,-1 0 0 0 0,0 1 0 0 0,0-1 0 0 0,0 0 0 0 0,0 1 0 0 0,0-1 0 0 0,0 1-1 0 0,0 0 1 0 0,-1 0 0 0 0,1-1 0 0 0,0 1 0 0 0,-1 0 0 0 0,0 1 0 0 0,1-1 0 0 0,-1 0 0 0 0,0 0-1 0 0,0 0 1 0 0,1 5 0 0 0,-1-2 13 0 0,-1-1-1 0 0,0 1 0 0 0,1 0 1 0 0,-2-1-1 0 0,1 1 0 0 0,-1 0 1 0 0,1-1-1 0 0,-1 1 0 0 0,0 0 1 0 0,-1-1-1 0 0,-2 6 0 0 0,-4 9 30 0 0,-1-1-1 0 0,-1-1 0 0 0,-1 0 0 0 0,-20 24 0 0 0,-213 232 2113 0 0,234-264-2048 0 0,-1 1-89 0 0,11-9-23 0 0,-1-1 0 0 0,1 1 0 0 0,-1 0 0 0 0,1-1 0 0 0,0 1 0 0 0,-1 0 0 0 0,1-1 0 0 0,0 1 0 0 0,-1 0 0 0 0,1-1 0 0 0,0 1 0 0 0,0 0 0 0 0,-1 0 0 0 0,1-1 0 0 0,0 1 0 0 0,0 0 0 0 0,0 0 0 0 0,0-1 0 0 0,0 1 0 0 0,0 1 0 0 0,15 13 0 0 0,2-11 0 0 0,104 13 0 0 0,-112-16 0 0 0,36 3-2845 0 0,-4-2-7799 0 0,45-2 0 0 0,-33-6 5572 0 0,-34 3 2174 0 0</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24.193"/>
    </inkml:context>
    <inkml:brush xml:id="br0">
      <inkml:brushProperty name="width" value="0.05" units="cm"/>
      <inkml:brushProperty name="height" value="0.05" units="cm"/>
    </inkml:brush>
  </inkml:definitions>
  <inkml:trace contextRef="#ctx0" brushRef="#br0">199 29 6573 0 0,'-2'-29'19790'0'0,"0"30"-19413"0"0,0 0 0 0 0,0 1 0 0 0,-1-1-1 0 0,1 1 1 0 0,0-1 0 0 0,0 1 0 0 0,1 0 0 0 0,-1 0-1 0 0,0 0 1 0 0,-2 3 0 0 0,-33 46-2148 0 0,20-24 4406 0 0,-4 5-2356 0 0,1 0 0 0 0,2 2 0 0 0,1 1 0 0 0,-24 72 0 0 0,40-96-279 0 0,3 3 0 0 0,11-2 0 0 0,8-7 0 0 0,-13-6 0 0 0,0 1 0 0 0,0-1 0 0 0,0 0 0 0 0,-1-1 0 0 0,1 0 0 0 0,0 0 0 0 0,13-6 0 0 0,-2 1 0 0 0,0 0 0 0 0,1 2 0 0 0,0 0 0 0 0,27-3 0 0 0,-28 8 0 0 0,-2 0 0 0 0,21 8-4092 0 0,-3 13-8866 0 0,-14-7 7855 0 0,-19-12 3908 0 0,3 1-230 0 0,1 0-2788 0 0,3-1 1228 0 0</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24.577"/>
    </inkml:context>
    <inkml:brush xml:id="br0">
      <inkml:brushProperty name="width" value="0.05" units="cm"/>
      <inkml:brushProperty name="height" value="0.05" units="cm"/>
    </inkml:brush>
  </inkml:definitions>
  <inkml:trace contextRef="#ctx0" brushRef="#br0">93 9 6481 0 0,'-6'-8'19528'0'0,"-2"33"-14913"0"0,-8 50-4749 0 0,14-66 1768 0 0,-40 276-1017 0 0,42-233-1557 0 0,-1 2-2339 0 0,-1-41 1634 0 0,-4 11-2906 0 0,2-1 0 0 0,1 1 0 0 0,1 0 0 0 0,1 26 0 0 0,4-33 1593 0 0</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25.969"/>
    </inkml:context>
    <inkml:brush xml:id="br0">
      <inkml:brushProperty name="width" value="0.05" units="cm"/>
      <inkml:brushProperty name="height" value="0.05" units="cm"/>
    </inkml:brush>
  </inkml:definitions>
  <inkml:trace contextRef="#ctx0" brushRef="#br0">415 22 3888 0 0,'0'0'3309'0'0,"0"-14"-786"0"0,-3 9 1859 0 0,-3 4-4009 0 0,1 0 0 0 0,0 1 0 0 0,0-1 0 0 0,0 1 0 0 0,0 0 0 0 0,-1 1 0 0 0,1-1 0 0 0,0 1 0 0 0,0 0 0 0 0,0 0 0 0 0,0 1 0 0 0,0 0 0 0 0,0-1 0 0 0,1 2 0 0 0,-1-1 0 0 0,1 0 0 0 0,-1 1 0 0 0,-3 3 0 0 0,-13 7 756 0 0,2 0 0 0 0,-34 31 0 0 0,23-15-50 0 0,1 1-1 0 0,2 1 1 0 0,-44 64 0 0 0,60-77-406 0 0,1 1 0 0 0,-9 23 0 0 0,2 14 388 0 0,15-44-928 0 0,0 0 0 0 0,1 0-1 0 0,0 0 1 0 0,1 0-1 0 0,2 23 1 0 0,-1-29-142 0 0,0 1 0 0 0,0-1 0 0 0,1 1 0 0 0,0-1 0 0 0,0 0-1 0 0,1 0 1 0 0,-1 0 0 0 0,1 0 0 0 0,0 0 0 0 0,1-1 0 0 0,0 1 0 0 0,-1-1 0 0 0,2 0 0 0 0,-1 0 0 0 0,1 0 0 0 0,-1-1-1 0 0,1 1 1 0 0,6 3 0 0 0,-3-3-22 0 0,1-1-1 0 0,-1 0 0 0 0,1 0 1 0 0,-1-1-1 0 0,1 0 0 0 0,0-1 1 0 0,0 0-1 0 0,0 0 1 0 0,0-1-1 0 0,1 0 0 0 0,17-1 1 0 0,-15 0 3 0 0,0-1 1 0 0,1 0-1 0 0,-1-1 1 0 0,0 0-1 0 0,0-1 1 0 0,0-1-1 0 0,0 0 0 0 0,0 0 1 0 0,-1-1-1 0 0,0 0 1 0 0,0-1-1 0 0,0-1 1 0 0,-1 0-1 0 0,0 0 1 0 0,0-1-1 0 0,-1 0 1 0 0,0-1-1 0 0,0 1 1 0 0,11-17-1 0 0,-4-9 164 0 0,-16 32-122 0 0,1 0 0 0 0,-1 0 0 0 0,1 0 0 0 0,-1 0 0 0 0,0 0 0 0 0,1 0 0 0 0,-1 0 0 0 0,0 0-1 0 0,-1 0 1 0 0,1 0 0 0 0,0 0 0 0 0,0 0 0 0 0,-1-1 0 0 0,-1-2 0 0 0,-10-10 117 0 0,-20 4 34 0 0,21 10-140 0 0,-1 1 1 0 0,1-1-1 0 0,-1 2 1 0 0,-21 3-1 0 0,-7 5-173 0 0,23-3-389 0 0,0 1 1 0 0,1 1-1 0 0,-1 0 0 0 0,2 1 0 0 0,-1 1 0 0 0,-25 22 0 0 0,32-25-641 0 0,2 1 1 0 0,-1 0-1 0 0,1 0 0 0 0,0 1 0 0 0,-8 13 0 0 0,12-16-321 0 0,0-1-1 0 0,1 1 0 0 0,-1 0 1 0 0,1 0-1 0 0,0 0 1 0 0,1 0-1 0 0,-1 1 1 0 0,1-1-1 0 0,0 0 0 0 0,1 7 1 0 0</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27.167"/>
    </inkml:context>
    <inkml:brush xml:id="br0">
      <inkml:brushProperty name="width" value="0.05" units="cm"/>
      <inkml:brushProperty name="height" value="0.05" units="cm"/>
    </inkml:brush>
  </inkml:definitions>
  <inkml:trace contextRef="#ctx0" brushRef="#br0">208 66 4812 0 0,'0'0'2950'0'0,"-2"-13"-921"0"0,2 5 3401 0 0,1 6-5141 0 0,0-1 0 0 0,0 1 0 0 0,0 0 0 0 0,0-1 0 0 0,0 1 0 0 0,1 0 0 0 0,-1 0 0 0 0,1 0 0 0 0,-1 0 0 0 0,1 0 0 0 0,0 0 0 0 0,0 0 0 0 0,0 1 0 0 0,0-1 0 0 0,2-1-1 0 0,-1 2 75 0 0,21-5 201 0 0,-14 5-438 0 0,1-1 0 0 0,0 2 0 0 0,0-1 0 0 0,0 2 0 0 0,0-1 0 0 0,-1 2 0 0 0,1-1 0 0 0,0 1 0 0 0,-1 1 0 0 0,1 0 0 0 0,-1 0 0 0 0,0 1 0 0 0,0 1 0 0 0,14 7 0 0 0,-23-11-104 0 0,1 0 0 0 0,-1 0 0 0 0,0 0 0 0 0,1 0-1 0 0,-1 0 1 0 0,0 1 0 0 0,0-1 0 0 0,0 0 0 0 0,0 1 0 0 0,0-1-1 0 0,0 1 1 0 0,0-1 0 0 0,0 1 0 0 0,-1 0 0 0 0,1-1-1 0 0,0 1 1 0 0,-1 0 0 0 0,1-1 0 0 0,-1 1 0 0 0,0 0-1 0 0,0 0 1 0 0,0-1 0 0 0,0 1 0 0 0,0 0 0 0 0,0 0-1 0 0,0-1 1 0 0,0 1 0 0 0,-1 0 0 0 0,1 0 0 0 0,-1-1 0 0 0,1 1-1 0 0,-1 0 1 0 0,-1 1 0 0 0,-1 4 73 0 0,0 0 0 0 0,-1-1 0 0 0,0 1 0 0 0,0-1 0 0 0,-11 11 0 0 0,-106 102 1907 0 0,-12 13 621 0 0,113-109-2083 0 0,0 0 0 0 0,2 2 0 0 0,1 0 1 0 0,-15 29-1 0 0,27-44-458 0 0,0 1-1 0 0,1 0 1 0 0,0 0 0 0 0,0 0-1 0 0,1 1 1 0 0,1-1 0 0 0,0 1 0 0 0,0-1-1 0 0,1 13 1 0 0,1-20-61 0 0,0 0 0 0 0,0 0 0 0 0,1 0 0 0 0,-1 0 0 0 0,1 0 0 0 0,0 0 0 0 0,0-1 0 0 0,1 1 0 0 0,-1 0 0 0 0,1-1 0 0 0,0 1 0 0 0,0-1 0 0 0,0 1 0 0 0,0-1 0 0 0,0 0 0 0 0,1 0 0 0 0,0 0 0 0 0,-1 0 0 0 0,1 0 0 0 0,0-1 0 0 0,0 1 0 0 0,1-1 0 0 0,-1 0 0 0 0,0 0 0 0 0,1 0 0 0 0,-1 0 0 0 0,1-1 0 0 0,0 1 0 0 0,-1-1 0 0 0,5 1 0 0 0,27 6-21 0 0,-27-8 0 0 0,0 0 0 0 0,0 0 0 0 0,-1 0 0 0 0,1-1 0 0 0,0 0 0 0 0,0-1 0 0 0,-1 1 0 0 0,1-2 0 0 0,-1 1 0 0 0,1-1 0 0 0,-1 0 0 0 0,0 0 0 0 0,0-1 0 0 0,-1 0 0 0 0,1 0 0 0 0,-1-1 0 0 0,0 0 0 0 0,0 0 0 0 0,0 0 0 0 0,0-1 0 0 0,-1 0 0 0 0,0 0 0 0 0,-1 0 0 0 0,1-1 0 0 0,-1 1 0 0 0,0-1 0 0 0,-1 0 0 0 0,0 0 0 0 0,0-1 0 0 0,0 1 0 0 0,-1 0 0 0 0,0-1 0 0 0,0 0 0 0 0,-1 1 0 0 0,0-1 0 0 0,-1 0 0 0 0,1 0 0 0 0,-2 0 0 0 0,1 1 0 0 0,-1-1 0 0 0,0 0 0 0 0,-3-12 0 0 0,-5-5-102 0 0,0 0 1 0 0,-1 1-1 0 0,-2 0 1 0 0,0 1-1 0 0,-2 0 1 0 0,-24-32-1 0 0,-113-116-1405 0 0,90 107 897 0 0,62 51-5600 0 0,38 11-15647 0 0</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29.379"/>
    </inkml:context>
    <inkml:brush xml:id="br0">
      <inkml:brushProperty name="width" value="0.05" units="cm"/>
      <inkml:brushProperty name="height" value="0.05" units="cm"/>
    </inkml:brush>
  </inkml:definitions>
  <inkml:trace contextRef="#ctx0" brushRef="#br0">52 1 6297 0 0,'-5'-1'14674'0'0,"-5"37"-10624"0"0,-10 57-1188 0 0,13-45-1171 0 0,-3 89 0 0 0,10-109-3609 0 0,2 1-1 0 0,6 34 1 0 0,6-19-7535 0 0,0-22-475 0 0</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29.720"/>
    </inkml:context>
    <inkml:brush xml:id="br0">
      <inkml:brushProperty name="width" value="0.05" units="cm"/>
      <inkml:brushProperty name="height" value="0.05" units="cm"/>
    </inkml:brush>
  </inkml:definitions>
  <inkml:trace contextRef="#ctx0" brushRef="#br0">139 1 5384 0 0,'-4'7'2164'0'0,"-18"37"1718"0"0,-44 94 5180 0 0,56-114-7231 0 0,1 0 0 0 0,1 0 0 0 0,-8 48 0 0 0,15-67-1686 0 0,0-1 0 0 0,0 1-1 0 0,1-1 1 0 0,0 1 0 0 0,0 0 0 0 0,0-1 0 0 0,1 1-1 0 0,-1-1 1 0 0,1 1 0 0 0,0-1 0 0 0,0 1 0 0 0,1-1 0 0 0,-1 0-1 0 0,1 1 1 0 0,0-1 0 0 0,0 0 0 0 0,0 0 0 0 0,6 6-1 0 0,-4-7-39 0 0,0 0 0 0 0,0 0 0 0 0,1-1-1 0 0,-1 0 1 0 0,1 0 0 0 0,-1 0 0 0 0,1 0-1 0 0,0-1 1 0 0,0 1 0 0 0,0-1 0 0 0,0-1-1 0 0,0 1 1 0 0,0-1 0 0 0,0 1 0 0 0,0-2-1 0 0,0 1 1 0 0,0 0 0 0 0,0-1 0 0 0,0 0-1 0 0,8-2 1 0 0,-2 0-105 0 0,0-1 0 0 0,0 1 0 0 0,0-2 0 0 0,-1 1 0 0 0,1-2 0 0 0,-1 1 0 0 0,0-1 0 0 0,0-1 0 0 0,-1 0 0 0 0,0 0 0 0 0,0-1 0 0 0,-1 0 0 0 0,8-10 0 0 0,-6 7 0 0 0,-1-2 0 0 0,0 1 0 0 0,0-1 0 0 0,-1 0 0 0 0,-1-1 0 0 0,-1 0 0 0 0,0 0 0 0 0,0 0 0 0 0,3-18 0 0 0,-8 29-1 0 0,0-1 0 0 0,0 0 0 0 0,-1 0 0 0 0,1 0 0 0 0,-1 0 0 0 0,0 0 0 0 0,0 0-1 0 0,0 0 1 0 0,-1 0 0 0 0,0 0 0 0 0,0 0 0 0 0,0 0 0 0 0,0 0 0 0 0,0 0 0 0 0,-1 1 0 0 0,1-1 0 0 0,-1 0 0 0 0,0 1 0 0 0,0 0 0 0 0,-1-1 0 0 0,1 1 0 0 0,-1 0-1 0 0,1 0 1 0 0,-1 0 0 0 0,0 1 0 0 0,0-1 0 0 0,0 0 0 0 0,-1 1 0 0 0,1 0 0 0 0,-1 0 0 0 0,1 0 0 0 0,-1 0 0 0 0,1 1 0 0 0,-1 0 0 0 0,0-1 0 0 0,0 1 0 0 0,0 0-1 0 0,0 1 1 0 0,-8-1 0 0 0,7 2-1006 0 0,0 0 0 0 0,0 0 0 0 0,0 1-1 0 0,0-1 1 0 0,1 1 0 0 0,-1 0-1 0 0,0 1 1 0 0,1-1 0 0 0,0 1 0 0 0,-8 6-1 0 0,2-2-1880 0 0,6-5 1814 0 0,-1 1 0 0 0,1-1 0 0 0,0 1-1 0 0,0 0 1 0 0,0 1 0 0 0,1-1 0 0 0,-1 1-1 0 0,1-1 1 0 0,0 1 0 0 0,0 0 0 0 0,0 0-1 0 0,0 1 1 0 0,-2 5 0 0 0,1 4-1847 0 0</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30.429"/>
    </inkml:context>
    <inkml:brush xml:id="br0">
      <inkml:brushProperty name="width" value="0.05" units="cm"/>
      <inkml:brushProperty name="height" value="0.05" units="cm"/>
    </inkml:brush>
  </inkml:definitions>
  <inkml:trace contextRef="#ctx0" brushRef="#br0">85 1 6981 0 0,'0'0'11353'0'0,"-3"8"-9687"0"0,-17 64 4041 0 0,-20 137-1 0 0,22-13-4453 0 0,17-186-1533 0 0,0-6-104 0 0,0 1 1 0 0,1-1-1 0 0,0 1 0 0 0,0 0 1 0 0,0-1-1 0 0,0 1 0 0 0,1-1 0 0 0,-1 1 1 0 0,1 0-1 0 0,0-1 0 0 0,1 0 1 0 0,1 6-1 0 0,7-1-682 0 0,3 4-3018 0 0,0 9-6730 0 0,-7-15 5055 0 0,-5-6 4795 0 0</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30.889"/>
    </inkml:context>
    <inkml:brush xml:id="br0">
      <inkml:brushProperty name="width" value="0.05" units="cm"/>
      <inkml:brushProperty name="height" value="0.05" units="cm"/>
    </inkml:brush>
  </inkml:definitions>
  <inkml:trace contextRef="#ctx0" brushRef="#br0">26 104 5116 0 0,'7'-29'6041'0'0,"-4"23"-5302"0"0,0 1 1 0 0,0-1-1 0 0,0 1 1 0 0,1 0-1 0 0,-1 0 1 0 0,1 0-1 0 0,0 1 1 0 0,9-9-1 0 0,-8 11-529 0 0,-1-1 0 0 0,1 1 1 0 0,-1-1-1 0 0,1 1 0 0 0,0 1 0 0 0,0-1 1 0 0,0 1-1 0 0,0-1 0 0 0,0 1 0 0 0,0 1 1 0 0,0-1-1 0 0,0 1 0 0 0,6 0 0 0 0,-2 0-136 0 0,0 0-1 0 0,-1 1 1 0 0,1-1-1 0 0,-1 2 1 0 0,1-1-1 0 0,-1 1 0 0 0,0 1 1 0 0,0-1-1 0 0,0 2 1 0 0,0-1-1 0 0,0 1 1 0 0,0 0-1 0 0,-1 0 1 0 0,0 1-1 0 0,8 6 1 0 0,-14-9-58 0 0,0 0 1 0 0,1 0-1 0 0,-1 0 1 0 0,-1 0-1 0 0,1 0 1 0 0,0 1-1 0 0,0-1 1 0 0,-1 0-1 0 0,1 0 1 0 0,-1 0-1 0 0,0 1 1 0 0,1-1-1 0 0,-1 0 1 0 0,0 0-1 0 0,-1 1 1 0 0,1-1-1 0 0,0 0 1 0 0,-1 0-1 0 0,1 1 1 0 0,-1-1-1 0 0,1 0 1 0 0,-1 0-1 0 0,0 0 1 0 0,-2 3-1 0 0,-29 46 361 0 0,30-48-338 0 0,-70 88 1185 0 0,44-58 95 0 0,1 1 1 0 0,2 1-1 0 0,1 1 0 0 0,1 1 1 0 0,-24 57-1 0 0,44-92-988 0 0,1 3 47 0 0,7 24-219 0 0,-4-26-156 0 0,1 0 0 0 0,-1 0 0 0 0,1-1 0 0 0,0 1 0 0 0,0 0 0 0 0,0-1 0 0 0,0 1 0 0 0,1-1 0 0 0,-1 1 0 0 0,0-1 0 0 0,1 0-1 0 0,0 0 1 0 0,-1 0 0 0 0,1-1 0 0 0,0 1 0 0 0,0-1 0 0 0,0 1 0 0 0,0-1 0 0 0,0 0 0 0 0,1 0 0 0 0,-1 0 0 0 0,0-1 0 0 0,0 1 0 0 0,1-1 0 0 0,-1 0 0 0 0,6 0 0 0 0,10 1-103 0 0,0-1 0 0 0,0-1 0 0 0,22-3 1 0 0,21-8-5620 0 0,-3-5-5035 0 0,-12 4-1248 0 0,-32 8 9213 0 0</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32.098"/>
    </inkml:context>
    <inkml:brush xml:id="br0">
      <inkml:brushProperty name="width" value="0.05" units="cm"/>
      <inkml:brushProperty name="height" value="0.05" units="cm"/>
    </inkml:brush>
  </inkml:definitions>
  <inkml:trace contextRef="#ctx0" brushRef="#br0">0 295 6533 0 0,'0'0'15253'0'0,"8"-5"-14614"0"0,1-2-357 0 0,0-1-1 0 0,0 0 1 0 0,-1 0 0 0 0,0-1-1 0 0,-1 0 1 0 0,12-18-1 0 0,99-184-1014 0 0,-118 211 746 0 0,1 0 1 0 0,-1 0-1 0 0,0 0 0 0 0,0 0 1 0 0,0 1-1 0 0,0-1 0 0 0,0 0 1 0 0,0 0-1 0 0,0 0 0 0 0,0 0 1 0 0,1 0-1 0 0,-1 0 1 0 0,0 0-1 0 0,0 0 0 0 0,0 0 1 0 0,0 1-1 0 0,0-1 0 0 0,1 0 1 0 0,-1 0-1 0 0,0 0 0 0 0,0 0 1 0 0,0 0-1 0 0,0 0 0 0 0,1 0 1 0 0,-1 0-1 0 0,0 0 1 0 0,0 0-1 0 0,0 0 0 0 0,0 0 1 0 0,0 0-1 0 0,1 0 0 0 0,-1 0 1 0 0,0 0-1 0 0,0 0 0 0 0,0-1 1 0 0,0 1-1 0 0,0 0 1 0 0,1 0-1 0 0,-1 0 0 0 0,0 0 1 0 0,0 0-1 0 0,0 0 0 0 0,0 0 1 0 0,0 0-1 0 0,0-1 0 0 0,0 1 1 0 0,1 0-1 0 0,-1 0 1 0 0,0 0-1 0 0,0 0 0 0 0,0 0 1 0 0,0 0-1 0 0,0-1 0 0 0,0 1 1 0 0,0 0-1 0 0,0 0 0 0 0,0 0 1 0 0,0 0-1 0 0,0-1 0 0 0,0 1 1 0 0,0 0-1 0 0,0 0 1 0 0,0 0-1 0 0,0 0 0 0 0,0-1 1 0 0,1 21 504 0 0,-7 26 267 0 0,-47 207 3731 0 0,23-85-5817 0 0,29-149-52 0 0,1-17 1147 0 0,0-1 0 0 0,0 1 0 0 0,0-1 1 0 0,0 1-1 0 0,0-1 0 0 0,0 0 0 0 0,-1 1 0 0 0,1-1 0 0 0,0 1 1 0 0,-1-1-1 0 0,1 1 0 0 0,-1-1 0 0 0,0 0 0 0 0,1 1 0 0 0,-1-1 1 0 0,0 0-1 0 0,-2 2 0 0 0,3-1-185 0 0,0-1-1 0 0,-1 0 1 0 0,1 0 0 0 0,0 1 0 0 0,0-1 0 0 0,0 0-1 0 0,0 1 1 0 0,0-1 0 0 0,0 0 0 0 0,0 0 0 0 0,1 1-1 0 0,-1-1 1 0 0,0 0 0 0 0,1 1 0 0 0,-1-1 0 0 0,1 0-1 0 0,-1 0 1 0 0,1 0 0 0 0,1 2 0 0 0,10 20-8689 0 0,3-14 2695 0 0</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32.461"/>
    </inkml:context>
    <inkml:brush xml:id="br0">
      <inkml:brushProperty name="width" value="0.05" units="cm"/>
      <inkml:brushProperty name="height" value="0.05" units="cm"/>
    </inkml:brush>
  </inkml:definitions>
  <inkml:trace contextRef="#ctx0" brushRef="#br0">160 0 5300 0 0,'0'0'9960'0'0,"-8"5"-8335"0"0,2-1-1199 0 0,-1 0 0 0 0,1 1 1 0 0,0 0-1 0 0,0 0 0 0 0,1 0 1 0 0,0 1-1 0 0,0-1 0 0 0,0 1 1 0 0,0 1-1 0 0,1-1 0 0 0,0 1 0 0 0,-3 7 1 0 0,-5 11 212 0 0,-1 1 977 0 0,2 0 1 0 0,0 1 0 0 0,2 0 0 0 0,1 1 0 0 0,-8 45 0 0 0,15-58-1617 0 0,2 4 0 0 0,5-4 0 0 0,5-4 0 0 0,4-5 0 0 0,5-3 0 0 0,4-1 0 0 0,1-1 0 0 0,-2 0 0 0 0,-2 0 0 0 0,14 3-469 0 0,-32-3-1170 0 0</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32.820"/>
    </inkml:context>
    <inkml:brush xml:id="br0">
      <inkml:brushProperty name="width" value="0.05" units="cm"/>
      <inkml:brushProperty name="height" value="0.05" units="cm"/>
    </inkml:brush>
  </inkml:definitions>
  <inkml:trace contextRef="#ctx0" brushRef="#br0">77 0 9029 0 0,'0'0'8444'0'0,"-5"4"-6030"0"0,-1 3-1917 0 0,0 0 0 0 0,1 1 0 0 0,0-1 0 0 0,0 1 0 0 0,1 0 0 0 0,0 0 0 0 0,1 0 0 0 0,0 1 0 0 0,0-1 0 0 0,0 1 0 0 0,1 0 0 0 0,-1 15 0 0 0,-3 23 2651 0 0,0 52-1 0 0,5-82-3023 0 0,-1 10-124 0 0,0-21 0 0 0,1 0 0 0 0,0 1 0 0 0,1-1 0 0 0,-1 0 0 0 0,1 0 0 0 0,0 0 0 0 0,1 0 0 0 0,0 1 0 0 0,0-1 0 0 0,0 0 0 0 0,1 0 0 0 0,2 8 0 0 0,-1-11-513 0 0,0 1-1 0 0,-1-1 1 0 0,1 1-1 0 0,-1 0 1 0 0,0 0-1 0 0,0 0 1 0 0,0 0-1 0 0,-1 0 1 0 0,1 0-1 0 0,-1 1 1 0 0,0-1 0 0 0,0 0-1 0 0,-1 1 1 0 0,1-1-1 0 0,-1 0 1 0 0,0 1-1 0 0,0-1 1 0 0,-2 7-1 0 0,2 1-2056 0 0,-3 25-5229 0 0,-2-9-1064 0 0,0-9 6012 0 0</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35.991"/>
    </inkml:context>
    <inkml:brush xml:id="br0">
      <inkml:brushProperty name="width" value="0.05" units="cm"/>
      <inkml:brushProperty name="height" value="0.05" units="cm"/>
    </inkml:brush>
  </inkml:definitions>
  <inkml:trace contextRef="#ctx0" brushRef="#br0">0 161 5324 0 0,'0'0'12411'0'0,"10"1"-10909"0"0,61 4 3130 0 0,97-6 0 0 0,-53-2-2316 0 0,411 7-366 0 0,-499-4-1950 0 0,0 1 0 0 0,-3-2 0 0 0,-6 2 0 0 0,0 1 0 0 0,4-2 0 0 0,-4 2 0 0 0,-8-2-67 0 0,-9 0-277 0 0,2-3-2362 0 0,-3 2 2648 0 0,0 1-1 0 0,0 0 1 0 0,0 0-1 0 0,1 0 1 0 0,-1-1-1 0 0,0 1 1 0 0,0 0-1 0 0,0 0 1 0 0,1-1-1 0 0,-1 1 1 0 0,0 0-1 0 0,0 0 1 0 0,0-1-1 0 0,0 1 1 0 0,0 0-1 0 0,1 0 1 0 0,-1-1-1 0 0,0 1 1 0 0,0 0-1 0 0,0-1 1 0 0,0 1-1 0 0,0 0 1 0 0,0-1-1 0 0,0 1 1 0 0,0 0-1 0 0,0 0 1 0 0,0-1-1 0 0,0 1 1 0 0,-1 0-1 0 0,1-1 1 0 0,0 1-1 0 0,0 0 1 0 0,0 0-1 0 0,0-1 1 0 0,0 1-1 0 0,0 0 1 0 0,-1-1-1 0 0,1 1 1 0 0,0 0-1 0 0,0 0 1 0 0,0 0-1 0 0,-1-1 1 0 0,1 1-1 0 0,-178-140-3628 0 0,176 139 3815 0 0,-7-8 338 0 0,9 9-414 0 0,0 0 0 0 0,0 0 0 0 0,0 0 0 0 0,-1 0 0 0 0,1 0 0 0 0,0 0 0 0 0,0 0 0 0 0,0 0 0 0 0,0 0 0 0 0,0 0 0 0 0,-1-1 0 0 0,1 1 0 0 0,0 0 0 0 0,0 0 0 0 0,0 0 0 0 0,0 0 0 0 0,0 0 0 0 0,0 0 0 0 0,0 0 0 0 0,-1-1 0 0 0,1 1 0 0 0,0 0 0 0 0,0 0 0 0 0,0 0 0 0 0,0 0 0 0 0,0 0 0 0 0,0-1 0 0 0,0 1 0 0 0,0 0 0 0 0,0 0 0 0 0,0 0 0 0 0,0 0 0 0 0,0-1 0 0 0,0 1 0 0 0,0 0 0 0 0,0 0 0 0 0,0 0 0 0 0,0 0 0 0 0,0-1 0 0 0,0 1 0 0 0,0 0 0 0 0,0 0 0 0 0,0 0 0 0 0,1 0 0 0 0,-1 0 0 0 0,0-1 0 0 0,0 1 0 0 0,0 0 0 0 0,0 0 0 0 0,0 0 0 0 0,0 0 0 0 0,0 0 0 0 0,1 0 0 0 0,-1 0 0 0 0,0 0 0 0 0,0-1 0 0 0,0 1 0 0 0,0 0 0 0 0,0 0 0 0 0,1 0-1 0 0,19 5 703 0 0,0 2 0 0 0,28 11 0 0 0,-41-15-529 0 0,0 1 0 0 0,0-1 0 0 0,-1 1 0 0 0,1 1 0 0 0,-1-1 0 0 0,0 1 0 0 0,0 0 0 0 0,0 0 0 0 0,-1 1 1 0 0,10 12-1 0 0,-13-14-177 0 0,0 0 0 0 0,-1 1 1 0 0,1-1-1 0 0,-1 1 0 0 0,0-1 1 0 0,0 1-1 0 0,0-1 1 0 0,-1 1-1 0 0,0 0 0 0 0,1 0 1 0 0,-2-1-1 0 0,1 1 1 0 0,-1 0-1 0 0,1-1 0 0 0,-1 1 1 0 0,0 0-1 0 0,-1-1 0 0 0,1 1 1 0 0,-4 5-1 0 0,-5 12-1663 0 0,-1-1 0 0 0,-24 34 1 0 0,13-21-4020 0 0,8-11 1427 0 0,8-16 2333 0 0,1 1 0 0 0,0 0-1 0 0,0 0 1 0 0,1 1 0 0 0,1-1 0 0 0,-1 1 0 0 0,-2 12-1 0 0,3-6-897 0 0</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36.794"/>
    </inkml:context>
    <inkml:brush xml:id="br0">
      <inkml:brushProperty name="width" value="0.05" units="cm"/>
      <inkml:brushProperty name="height" value="0.05" units="cm"/>
    </inkml:brush>
  </inkml:definitions>
  <inkml:trace contextRef="#ctx0" brushRef="#br0">0 18 6429 0 0,'19'1'14170'0'0,"12"1"-6635"0"0,6 0-4775 0 0,79 2-3321 0 0,-72-2 2902 0 0,238 11-2234 0 0,-43 0-224 0 0,-211-15-2952 0 0,-27 2 2762 0 0,0-1 0 0 0,0 1 0 0 0,0 0 0 0 0,0 0 0 0 0,0-1 0 0 0,0 1 0 0 0,0 0 0 0 0,0-1 0 0 0,0 1 0 0 0,0-1 0 0 0,0 1 0 0 0,0-1 0 0 0,0 0 0 0 0,-1 1 0 0 0,1-1-1 0 0,0 0 1 0 0,0 0 0 0 0,-1 1 0 0 0,1-1 0 0 0,0 0 0 0 0,-1 0 0 0 0,1 0 0 0 0,0-2 0 0 0,0-34-16167 0 0</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37.189"/>
    </inkml:context>
    <inkml:brush xml:id="br0">
      <inkml:brushProperty name="width" value="0.05" units="cm"/>
      <inkml:brushProperty name="height" value="0.05" units="cm"/>
    </inkml:brush>
  </inkml:definitions>
  <inkml:trace contextRef="#ctx0" brushRef="#br0">62 29 3068 0 0,'-10'-14'6724'0'0,"7"11"-6203"0"0,2 1-764 0 0,-1 0 1005 0 0,0-2 1534 0 0,0 1 424 0 0,11 18 7443 0 0,-1-3-9302 0 0,0 1 0 0 0,-1 0 0 0 0,-1 1 1 0 0,-1-1-1 0 0,6 18 0 0 0,-7-3 314 0 0,3 47 0 0 0,-7-52-2169 0 0,-1-1 0 0 0,-5 35 1 0 0,2-39-1294 0 0,0 1 1 0 0,-1-1 0 0 0,-11 25-1 0 0,8-27-1749 0 0,0 1 0 0 0,-1-1 0 0 0,-21 26-1 0 0,14-23 961 0 0</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37.991"/>
    </inkml:context>
    <inkml:brush xml:id="br0">
      <inkml:brushProperty name="width" value="0.05" units="cm"/>
      <inkml:brushProperty name="height" value="0.05" units="cm"/>
    </inkml:brush>
  </inkml:definitions>
  <inkml:trace contextRef="#ctx0" brushRef="#br0">1 1 5332 0 0,'0'0'20205'0'0,"10"2"-18746"0"0,40 5 1426 0 0,94 2 1 0 0,-83-9-3183 0 0,284 11-5347 0 0,-343-11 3889 0 0,18 6-3925 0 0,-15-6 1240 0 0</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38.318"/>
    </inkml:context>
    <inkml:brush xml:id="br0">
      <inkml:brushProperty name="width" value="0.05" units="cm"/>
      <inkml:brushProperty name="height" value="0.05" units="cm"/>
    </inkml:brush>
  </inkml:definitions>
  <inkml:trace contextRef="#ctx0" brushRef="#br0">114 1 5465 0 0,'0'0'19060'0'0,"4"7"-17965"0"0,5 12-69 0 0,-1 1 0 0 0,-1-1 0 0 0,-1 1 0 0 0,0 1 1 0 0,4 33-1 0 0,-9-41-1033 0 0,0 1 1 0 0,-1-1 0 0 0,-1 0 0 0 0,-2 16-1 0 0,1-17-863 0 0,-1 0-1 0 0,0 0 0 0 0,-1 0 0 0 0,0 0 1 0 0,-7 11-1 0 0,-4 4-3859 0 0,-2 0-1 0 0,0-2 1 0 0,-1 0-1 0 0,-26 25 1 0 0,20-26 1921 0 0</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39.235"/>
    </inkml:context>
    <inkml:brush xml:id="br0">
      <inkml:brushProperty name="width" value="0.05" units="cm"/>
      <inkml:brushProperty name="height" value="0.05" units="cm"/>
    </inkml:brush>
  </inkml:definitions>
  <inkml:trace contextRef="#ctx0" brushRef="#br0">12 147 5108 0 0,'-11'5'26440'0'0,"36"3"-26281"0"0,1 0 0 0 0,1-2 0 0 0,-1 0 0 0 0,37 1 0 0 0,124 2 216 0 0,-93-6-326 0 0,-92-3-51 0 0,65 4-2671 0 0,0-3-1 0 0,69-9 1 0 0,-135 8 2412 0 0,1 0 0 0 0,-1 0-1 0 0,1-1 1 0 0,-1 1 0 0 0,1-1 0 0 0,-1 1 0 0 0,1-1 0 0 0,-1 1 0 0 0,0-1-1 0 0,1 0 1 0 0,-1 0 0 0 0,0 0 0 0 0,0 1 0 0 0,0-1 0 0 0,0 0 0 0 0,1-1-1 0 0,-1 1 1 0 0,0 0 0 0 0,-1 0 0 0 0,1 0 0 0 0,0-1 0 0 0,0 1-1 0 0,0 0 1 0 0,0-2 0 0 0,2-26-2458 0 0,-3 26 2643 0 0,0 0-620 0 0,-9-26-882 0 0,6 19 1255 0 0,-13-39 546 0 0,15 46 155 0 0,-8-13 1304 0 0,-8-12 4034 0 0,16 27-5479 0 0,1 1 0 0 0,-1-1 1 0 0,0 1-1 0 0,1 0 0 0 0,-1-1 1 0 0,0 1-1 0 0,1 0 1 0 0,-1 0-1 0 0,0 0 0 0 0,1-1 1 0 0,-1 1-1 0 0,0 0 1 0 0,1 0-1 0 0,-1 0 0 0 0,0 0 1 0 0,0 0-1 0 0,1 0 0 0 0,-1 0 1 0 0,0 0-1 0 0,1 1 1 0 0,-1-1-1 0 0,0 0 0 0 0,1 0 1 0 0,-1 1-1 0 0,0-1 1 0 0,1 0-1 0 0,-1 1 0 0 0,1-1 1 0 0,-1 0-1 0 0,0 1 0 0 0,1-1 1 0 0,-1 1-1 0 0,1-1 1 0 0,-1 2-1 0 0,-6 15 457 0 0,6 10 41 0 0,2 1 1 0 0,1-1-1 0 0,9 49 1 0 0,-7-21-3579 0 0,-5-43 908 0 0,0 0 1 0 0,-1 1 0 0 0,0-1-1 0 0,-1 0 1 0 0,0 0 0 0 0,-1-1-1 0 0,-1 1 1 0 0,0-1 0 0 0,0 0 0 0 0,-7 11-1 0 0,-28 33-3135 0 0,26-40 2198 0 0</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40.019"/>
    </inkml:context>
    <inkml:brush xml:id="br0">
      <inkml:brushProperty name="width" value="0.05" units="cm"/>
      <inkml:brushProperty name="height" value="0.05" units="cm"/>
    </inkml:brush>
  </inkml:definitions>
  <inkml:trace contextRef="#ctx0" brushRef="#br0">2 1 8301 0 0,'-1'0'19562'0'0,"18"2"-13976"0"0,38 7-8565 0 0,-38-7 5237 0 0,355 44-2143 0 0,-211-40-4651 0 0,-156-6 4031 0 0,56-3-3913 0 0,-56 2 3683 0 0,-1 1 0 0 0,0-1 0 0 0,0 0 0 0 0,0 0 0 0 0,0 0 0 0 0,0 0 0 0 0,0-1 0 0 0,0 0 0 0 0,-1 0 0 0 0,1 0 0 0 0,-1 0 0 0 0,6-4 0 0 0,-1-7-2870 0 0,-6 5-1102 0 0,0-7 1738 0 0</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40.365"/>
    </inkml:context>
    <inkml:brush xml:id="br0">
      <inkml:brushProperty name="width" value="0.05" units="cm"/>
      <inkml:brushProperty name="height" value="0.05" units="cm"/>
    </inkml:brush>
  </inkml:definitions>
  <inkml:trace contextRef="#ctx0" brushRef="#br0">99 40 1820 0 0,'-32'-39'26398'0'0,"43"60"-20491"0"0,-3 4-7362 0 0,-5-9 1424 0 0,-1 0 1 0 0,0 1 0 0 0,-1-1 0 0 0,-1 1-1 0 0,-1-1 1 0 0,-3 25 0 0 0,-12 18-4697 0 0,-46 83-19654 0 0,52-121 21551 0 0</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40.933"/>
    </inkml:context>
    <inkml:brush xml:id="br0">
      <inkml:brushProperty name="width" value="0.05" units="cm"/>
      <inkml:brushProperty name="height" value="0.05" units="cm"/>
    </inkml:brush>
  </inkml:definitions>
  <inkml:trace contextRef="#ctx0" brushRef="#br0">45 3 7873 0 0,'-21'-2'6790'0'0,"17"2"-4744"0"0,-16 0 5841 0 0,31 1-6612 0 0,339 27 3035 0 0,-63-7-1724 0 0,-69-6-6110 0 0,-185-19-2764 0 0,-18-5-674 0 0,-9-6-5056 0 0,-6 6 9127 0 0</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41.264"/>
    </inkml:context>
    <inkml:brush xml:id="br0">
      <inkml:brushProperty name="width" value="0.05" units="cm"/>
      <inkml:brushProperty name="height" value="0.05" units="cm"/>
    </inkml:brush>
  </inkml:definitions>
  <inkml:trace contextRef="#ctx0" brushRef="#br0">209 8 5240 0 0,'-3'-7'23835'0'0,"2"77"-21439"0"0,2-35-1584 0 0,-7 53 0 0 0,4-76-1408 0 0,0 0 0 0 0,0-1 0 0 0,-2 0 0 0 0,1 0 0 0 0,-1 0-1 0 0,-1 0 1 0 0,0-1 0 0 0,-11 18 0 0 0,1-7-2823 0 0,-4 8-1766 0 0,-2 0 0 0 0,-1-2-1 0 0,-32 32 1 0 0,28-38 2279 0 0</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42.086"/>
    </inkml:context>
    <inkml:brush xml:id="br0">
      <inkml:brushProperty name="width" value="0.05" units="cm"/>
      <inkml:brushProperty name="height" value="0.05" units="cm"/>
    </inkml:brush>
  </inkml:definitions>
  <inkml:trace contextRef="#ctx0" brushRef="#br0">22 174 8989 0 0,'0'0'10365'0'0,"-4"-1"-8219"0"0,-13-4 8518 0 0,27 8-10142 0 0,48 13-496 0 0,2-3-1 0 0,0-3 0 0 0,75 4 0 0 0,-29-9-35 0 0,118-11 0 0 0,-207 5-358 0 0,54-7-5244 0 0,-66 7 5214 0 0,-1 0 1 0 0,1 0-1 0 0,-1-1 1 0 0,1 1-1 0 0,-1-1 1 0 0,1 0-1 0 0,-1 0 1 0 0,0-1 0 0 0,0 1-1 0 0,0-1 1 0 0,6-6-1 0 0,-9 7 158 0 0,0 0 0 0 0,0 0-1 0 0,-1 0 1 0 0,1 0-1 0 0,-1 0 1 0 0,1 0 0 0 0,-1 0-1 0 0,0 0 1 0 0,0 0 0 0 0,0 0-1 0 0,0 0 1 0 0,0 0 0 0 0,0 0-1 0 0,0 0 1 0 0,-1 0-1 0 0,1 0 1 0 0,-1 0 0 0 0,0 0-1 0 0,1 0 1 0 0,-1 0 0 0 0,0 1-1 0 0,-2-4 1 0 0,-15-18-995 0 0,-27-33 127 0 0,14 19 5196 0 0,30 35-2852 0 0,-18-17 12026 0 0,40 56-13349 0 0,-11-22 128 0 0,-1 1 0 0 0,0 0 0 0 0,-2 1 0 0 0,0 0 0 0 0,5 18 0 0 0,-11-29-107 0 0,0 0 1 0 0,0 0-1 0 0,0 0 0 0 0,-1 0 0 0 0,0 0 0 0 0,0 0 1 0 0,-1 0-1 0 0,0 0 0 0 0,0 0 0 0 0,0 0 0 0 0,-1 0 1 0 0,1 0-1 0 0,-1-1 0 0 0,-1 1 0 0 0,1-1 1 0 0,-1 1-1 0 0,0-1 0 0 0,0 0 0 0 0,-1 0 0 0 0,-4 5 1 0 0,-7 7-4033 0 0,-1 0 0 0 0,0-1 0 0 0,-23 17 0 0 0,-59 33-7966 0 0,76-51 9254 0 0</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51.932"/>
    </inkml:context>
    <inkml:brush xml:id="br0">
      <inkml:brushProperty name="width" value="0.05" units="cm"/>
      <inkml:brushProperty name="height" value="0.05" units="cm"/>
    </inkml:brush>
  </inkml:definitions>
  <inkml:trace contextRef="#ctx0" brushRef="#br0">0 31 5509 0 0,'19'-12'7262'0'0,"-7"3"1982"0"0,-11 9-9221 0 0,-1 0 150 0 0,0-1 1 0 0,0 0-1 0 0,1 1 1 0 0,-1-1-1 0 0,0 1 0 0 0,1-1 1 0 0,-1 1-1 0 0,1-1 1 0 0,-1 1-1 0 0,1-1 1 0 0,-1 1-1 0 0,1 0 1 0 0,-1-1-1 0 0,1 1 0 0 0,-1 0 1 0 0,1-1-1 0 0,-1 1 1 0 0,1 0-1 0 0,0 0 1 0 0,-1 0-1 0 0,1-1 1 0 0,0 1-1 0 0,-1 0 1 0 0,1 0-1 0 0,-1 0 0 0 0,1 0 1 0 0,0 0-1 0 0,-1 0 1 0 0,1 0-1 0 0,0 0 1 0 0,-1 0-1 0 0,1 0 1 0 0,0 1-1 0 0,0 48 4659 0 0,-3 39-10940 0 0,11 102 1 0 0,-8-123-9445 0 0,-4-50 12556 0 0</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52.478"/>
    </inkml:context>
    <inkml:brush xml:id="br0">
      <inkml:brushProperty name="width" value="0.05" units="cm"/>
      <inkml:brushProperty name="height" value="0.05" units="cm"/>
    </inkml:brush>
  </inkml:definitions>
  <inkml:trace contextRef="#ctx0" brushRef="#br0">365 1 7505 0 0,'-3'5'13163'0'0,"-3"9"-6750"0"0,-2 7-3405 0 0,-30 62-2912 0 0,21-53 2445 0 0,-16 25-3310 0 0,-55 81 2468 0 0,35-76-3994 0 0,42-50 322 0 0,-1 0 0 0 0,0-1 0 0 0,-15 10 0 0 0,-10-8-15280 0 0,26-9 13943 0 0,8-2 4333 0 0,-2 0-3992 0 0</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52.848"/>
    </inkml:context>
    <inkml:brush xml:id="br0">
      <inkml:brushProperty name="width" value="0.05" units="cm"/>
      <inkml:brushProperty name="height" value="0.05" units="cm"/>
    </inkml:brush>
  </inkml:definitions>
  <inkml:trace contextRef="#ctx0" brushRef="#br0">0 6 7229 0 0,'7'-6'17579'0'0,"-4"23"-16711"0"0,13 65 1626 0 0,-1-25-5387 0 0,3-11-4521 0 0,6-2-6161 0 0,-17-35 10647 0 0</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53.222"/>
    </inkml:context>
    <inkml:brush xml:id="br0">
      <inkml:brushProperty name="width" value="0.05" units="cm"/>
      <inkml:brushProperty name="height" value="0.05" units="cm"/>
    </inkml:brush>
  </inkml:definitions>
  <inkml:trace contextRef="#ctx0" brushRef="#br0">131 1 5332 0 0,'-2'0'2991'0'0,"-14"0"6630"0"0,12 3-9377 0 0,1-1 308 0 0,0 1 0 0 0,0-1-1 0 0,0 1 1 0 0,0 0 0 0 0,1 0 0 0 0,-1 0-1 0 0,1 0 1 0 0,0 0 0 0 0,0 1 0 0 0,-3 5 0 0 0,4-7 164 0 0,1-1-574 0 0,0 0 1 0 0,-1 0-1 0 0,1 0 0 0 0,0 0 0 0 0,0-1 0 0 0,-1 1 0 0 0,1 0 0 0 0,0 0 0 0 0,0 0 1 0 0,0 0-1 0 0,0 0 0 0 0,0 0 0 0 0,0 0 0 0 0,0 0 0 0 0,1-1 0 0 0,-1 1 0 0 0,0 2 1 0 0,5 0-209 0 0,-1 0 1 0 0,0 1 0 0 0,1-2 0 0 0,0 1-1 0 0,0 0 1 0 0,0-1 0 0 0,0 0 0 0 0,0 0-1 0 0,0 0 1 0 0,0-1 0 0 0,1 0 0 0 0,-1 0-1 0 0,0 0 1 0 0,1-1 0 0 0,9 0 0 0 0,12 0-32 0 0,49-8 0 0 0,-71 8 267 0 0,-3-1 139 0 0,6 0 175 0 0,-4 0-155 0 0,-3 1 519 0 0,-3 0-835 0 0,0 1 1 0 0,-1-1 0 0 0,1 1 0 0 0,-1 0 0 0 0,1 0 0 0 0,0 0 0 0 0,0 0 0 0 0,-1 0-1 0 0,1 0 1 0 0,0 1 0 0 0,0-1 0 0 0,-2 3 0 0 0,-4 1-24 0 0,-72 43-2802 0 0,56-30-820 0 0,1 1 1 0 0,1 0 0 0 0,1 2-1 0 0,0 0 1 0 0,-19 27-1 0 0,21-22 752 0 0</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54.132"/>
    </inkml:context>
    <inkml:brush xml:id="br0">
      <inkml:brushProperty name="width" value="0.05" units="cm"/>
      <inkml:brushProperty name="height" value="0.05" units="cm"/>
    </inkml:brush>
  </inkml:definitions>
  <inkml:trace contextRef="#ctx0" brushRef="#br0">774 6 4708 0 0,'-14'-5'3491'0'0,"6"6"1217"0"0,-9 9-2058 0 0,0 1 0 0 0,1 1-1 0 0,1 0 1 0 0,0 1 0 0 0,-21 23 0 0 0,1-1 945 0 0,32-32-3469 0 0,-7 14 113 0 0,8-10-238 0 0,1 5-1 0 0,2-10 0 0 0,-1 1 0 0 0,1 0 0 0 0,1-1 0 0 0,-1 1 0 0 0,0-1 0 0 0,0 1 0 0 0,1-1 0 0 0,0 0 0 0 0,-1 0 0 0 0,1 0 0 0 0,0 0 0 0 0,0 0 0 0 0,0 0 0 0 0,0 0 0 0 0,0 0 0 0 0,1-1 0 0 0,-1 1 0 0 0,0-1 0 0 0,1 0 0 0 0,0 1 0 0 0,-1-1 0 0 0,1 0 0 0 0,2 0 0 0 0,-1 1 0 0 0,4 2-142 0 0,0 0 1 0 0,1-1-1 0 0,-1 0 0 0 0,13 4 1 0 0,6 3-416 0 0,-26-9 411 0 0,10 3-44 0 0,-10-4 197 0 0,-1 0-1 0 0,0 0 1 0 0,0 0 0 0 0,1 0 0 0 0,-1 0-1 0 0,0 0 1 0 0,0 0 0 0 0,1 0 0 0 0,-1 0-1 0 0,0 0 1 0 0,0 0 0 0 0,1 0 0 0 0,-1 1-1 0 0,0-1 1 0 0,0 0 0 0 0,0 0 0 0 0,1 0-1 0 0,-1 0 1 0 0,0 1 0 0 0,0-1 0 0 0,0 0-1 0 0,0 0 1 0 0,0 0 0 0 0,1 1 0 0 0,-1-1-1 0 0,0 0 1 0 0,0 0 0 0 0,0 1 0 0 0,0-1-1 0 0,0 0 1 0 0,0 0 0 0 0,0 1 0 0 0,0-1-1 0 0,0 0 1 0 0,0 0 0 0 0,0 1 0 0 0,0-1-1 0 0,0 0 1 0 0,0 0 0 0 0,0 0 0 0 0,0 1-1 0 0,0-1 1 0 0,0 0 0 0 0,0 0 0 0 0,0 1-1 0 0,0-1 1 0 0,-1 0 0 0 0,1 0 0 0 0,0 1-1 0 0,0-1 1 0 0,-62 28 412 0 0,-1-3 0 0 0,-80 21 0 0 0,128-41-419 0 0,-2-3 0 0 0,-2-3 0 0 0,17 1-41 0 0,1-1-1 0 0,-1 1 1 0 0,1-1 0 0 0,0 1 0 0 0,-1-1-1 0 0,1 0 1 0 0,0 0 0 0 0,-1 0 0 0 0,1 1-1 0 0,0-1 1 0 0,0-1 0 0 0,0 1 0 0 0,0 0-1 0 0,0 0 1 0 0,0 0 0 0 0,0 0 0 0 0,0-1-1 0 0,1 1 1 0 0,-1 0 0 0 0,0-1 0 0 0,1 1-1 0 0,-1 0 1 0 0,1-1 0 0 0,-1 1 0 0 0,1-1-1 0 0,0 1 1 0 0,0-1 0 0 0,0 1 0 0 0,-1-1-1 0 0,1 1 1 0 0,1-1 0 0 0,-1 1-1 0 0,0-3 1 0 0,1-11-407 0 0,1 0 0 0 0,0 1 0 0 0,1-1-1 0 0,0 1 1 0 0,8-20 0 0 0,-1 2 107 0 0,-9 30 271 0 0,3-18 83 0 0,-4 7 507 0 0,-4 11 965 0 0,-86 89-747 0 0,21-18 105 0 0,19-26-341 0 0,-4-8-172 0 0,14-16-258 0 0,6-9-2711 0 0,31-10 1594 0 0,0 1 1 0 0,-1-1-1 0 0,1 0 0 0 0,-1 0 0 0 0,1 0 1 0 0,-1-1-1 0 0,1 1 0 0 0,0-1 1 0 0,-1 1-1 0 0,1-1 0 0 0,0 0 0 0 0,-1-1 1 0 0,1 1-1 0 0,0 0 0 0 0,0-1 0 0 0,0 0 1 0 0,0 0-1 0 0,-3-3 0 0 0,-13-15-3813 0 0</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54.460"/>
    </inkml:context>
    <inkml:brush xml:id="br0">
      <inkml:brushProperty name="width" value="0.05" units="cm"/>
      <inkml:brushProperty name="height" value="0.05" units="cm"/>
    </inkml:brush>
  </inkml:definitions>
  <inkml:trace contextRef="#ctx0" brushRef="#br0">41 11 8181 0 0,'-4'-10'20831'0'0,"-3"30"-20108"0"0,0 0 0 0 0,2 1-1 0 0,-6 41 1 0 0,5-3-2760 0 0,6-57 1932 0 0,0 0-1 0 0,0 0 1 0 0,0 0 0 0 0,0 0-1 0 0,0 0 1 0 0,1 0 0 0 0,-1 0-1 0 0,1 1 1 0 0,-1-1 0 0 0,1 0-1 0 0,0-1 1 0 0,0 1 0 0 0,0 0-1 0 0,0 0 1 0 0,0 0 0 0 0,0 0 0 0 0,1-1-1 0 0,-1 1 1 0 0,1-1 0 0 0,-1 1-1 0 0,1-1 1 0 0,-1 1 0 0 0,1-1-1 0 0,3 2 1 0 0,-4-2-40 0 0,1 0 0 0 0,0 0 0 0 0,-1 0 0 0 0,1 0-1 0 0,-1 0 1 0 0,0 1 0 0 0,1-1 0 0 0,-1 1 0 0 0,0-1 0 0 0,0 1 0 0 0,0-1 0 0 0,0 1 0 0 0,0-1 0 0 0,0 1 0 0 0,0 0 0 0 0,-1 0 0 0 0,1-1-1 0 0,-1 1 1 0 0,1 0 0 0 0,-1 0 0 0 0,0 0 0 0 0,1 0 0 0 0,-1-1 0 0 0,0 1 0 0 0,0 0 0 0 0,0 0 0 0 0,-1 0 0 0 0,1 0 0 0 0,0 0 0 0 0,-1 1-1 0 0,-3 20-6290 0 0,0 0 0 0 0,1 45-1 0 0,3-51 3531 0 0</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54.806"/>
    </inkml:context>
    <inkml:brush xml:id="br0">
      <inkml:brushProperty name="width" value="0.05" units="cm"/>
      <inkml:brushProperty name="height" value="0.05" units="cm"/>
    </inkml:brush>
  </inkml:definitions>
  <inkml:trace contextRef="#ctx0" brushRef="#br0">232 6 7125 0 0,'-19'-6'15972'0'0,"13"16"-9384"0"0,13 32-5787 0 0,-2-23 1469 0 0,-3-10-2268 0 0,-1 0-1 0 0,0 0 0 0 0,0 1 0 0 0,-1-1 0 0 0,0 0 1 0 0,-1 0-1 0 0,0 0 0 0 0,-1 0 0 0 0,1 0 0 0 0,-6 13 1 0 0,5-16-3 0 0,-1 0 1 0 0,0-1 0 0 0,-1 1 0 0 0,0-1 0 0 0,0 0 0 0 0,0 0-1 0 0,0-1 1 0 0,-1 1 0 0 0,1-1 0 0 0,-1 0 0 0 0,0 0 0 0 0,-1 0-1 0 0,1-1 1 0 0,-8 4 0 0 0,-128 67-4452 0 0,192-77-23191 0 0</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55.915"/>
    </inkml:context>
    <inkml:brush xml:id="br0">
      <inkml:brushProperty name="width" value="0.05" units="cm"/>
      <inkml:brushProperty name="height" value="0.05" units="cm"/>
    </inkml:brush>
  </inkml:definitions>
  <inkml:trace contextRef="#ctx0" brushRef="#br0">1 40 6829 0 0,'13'-37'24682'0'0,"-10"35"-23532"0"0,4 17-1065 0 0,-1 1 0 0 0,-1 0 0 0 0,0 0 0 0 0,-1 0 0 0 0,-1 1 0 0 0,2 28 0 0 0,0 51-1326 0 0,-5-36-3057 0 0,0-54 3655 0 0,-2 58-9531 0 0,-2-16-2794 0 0,2-26 10036 0 0</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56.430"/>
    </inkml:context>
    <inkml:brush xml:id="br0">
      <inkml:brushProperty name="width" value="0.05" units="cm"/>
      <inkml:brushProperty name="height" value="0.05" units="cm"/>
    </inkml:brush>
  </inkml:definitions>
  <inkml:trace contextRef="#ctx0" brushRef="#br0">299 20 7309 0 0,'-14'-19'24329'0'0,"11"28"-23830"0"0,2-5-442 0 0,0 0 1 0 0,0 0-1 0 0,1 0 0 0 0,-1 0 0 0 0,1 0 1 0 0,0 0-1 0 0,0 0 0 0 0,0 0 0 0 0,1 0 1 0 0,1 6-1 0 0,0 11-57 0 0,0 0 0 0 0,-1 2 0 0 0,4 10 0 0 0,-6-15 0 0 0,-1 11 0 0 0,0-6 0 0 0,1-3 0 0 0,-1 1 0 0 0,0-1 0 0 0,1 1 0 0 0,-2 11 0 0 0,-2-9 0 0 0,-5 32 0 0 0,-12 29 0 0 0,16-66-669 0 0,0 0 0 0 0,-2 0 0 0 0,0 0 0 0 0,-1-1 0 0 0,0-1 0 0 0,-2 0 0 0 0,0 0 0 0 0,-1-1-1 0 0,0 0 1 0 0,-1-1 0 0 0,-1 0 0 0 0,0-1 0 0 0,-1-1 0 0 0,0 0 0 0 0,-1-1 0 0 0,0-1 0 0 0,-20 9 0 0 0,27-15-2369 0 0</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56.807"/>
    </inkml:context>
    <inkml:brush xml:id="br0">
      <inkml:brushProperty name="width" value="0.05" units="cm"/>
      <inkml:brushProperty name="height" value="0.05" units="cm"/>
    </inkml:brush>
  </inkml:definitions>
  <inkml:trace contextRef="#ctx0" brushRef="#br0">35 28 9441 0 0,'0'0'5792'0'0,"-5"-18"-1027"0"0,2 8-1297 0 0,-24 36-25666 0 0</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57.229"/>
    </inkml:context>
    <inkml:brush xml:id="br0">
      <inkml:brushProperty name="width" value="0.05" units="cm"/>
      <inkml:brushProperty name="height" value="0.05" units="cm"/>
    </inkml:brush>
  </inkml:definitions>
  <inkml:trace contextRef="#ctx0" brushRef="#br0">253 12 5168 0 0,'0'0'8338'0'0,"-21"30"1423"0"0,1-13-7514 0 0,14-10-1782 0 0,-1 0 1 0 0,-1 0-1 0 0,1-1 0 0 0,-1-1 1 0 0,0 1-1 0 0,-1-1 0 0 0,-10 4 1 0 0,17-8-744 0 0,2-1 177 0 0,-1 1 0 0 0,0-1 0 0 0,0 0 0 0 0,1 0 0 0 0,-1 0 0 0 0,0 1 0 0 0,0-1 0 0 0,1 0 0 0 0,-1 0 0 0 0,0 0 0 0 0,0 0 0 0 0,0 0 0 0 0,1 0 0 0 0,-1-1 0 0 0,0 1 0 0 0,0 0 0 0 0,1 0 0 0 0,-1-1 0 0 0,0 1 0 0 0,0 0 0 0 0,1-1 0 0 0,-1 1 0 0 0,0 0 0 0 0,1-1 0 0 0,-1 1 0 0 0,0-1 0 0 0,1 1 0 0 0,-1-1 0 0 0,1 0 0 0 0,-1 1 0 0 0,0-2 0 0 0,1 2 260 0 0,-3-3-808 0 0,2-17-1886 0 0,1 16 2338 0 0,1 0-1 0 0,0 0 1 0 0,0 0 0 0 0,0 0-1 0 0,1 0 1 0 0,0 0 0 0 0,-1 1-1 0 0,1-1 1 0 0,1 0 0 0 0,-1 1-1 0 0,0 0 1 0 0,1-1-1 0 0,0 1 1 0 0,0 0 0 0 0,0 0-1 0 0,0 1 1 0 0,0-1 0 0 0,0 0-1 0 0,5-1 1 0 0,-5 2 253 0 0,0 0 0 0 0,0 1 0 0 0,0 0 1 0 0,0 0-1 0 0,1 0 0 0 0,-1 0 0 0 0,0 0 0 0 0,0 1 0 0 0,1-1 0 0 0,-1 1 0 0 0,1 0 1 0 0,-1 0-1 0 0,0 0 0 0 0,1 0 0 0 0,4 2 0 0 0,-6-1 44 0 0,-1-1-1 0 0,0 1 0 0 0,0 0 1 0 0,0 0-1 0 0,0 0 1 0 0,0 0-1 0 0,0 0 1 0 0,0 0-1 0 0,0 1 0 0 0,0-1 1 0 0,0 0-1 0 0,0 0 1 0 0,-1 1-1 0 0,1-1 1 0 0,0 0-1 0 0,-1 1 1 0 0,1-1-1 0 0,-1 1 0 0 0,0-1 1 0 0,1 0-1 0 0,-1 1 1 0 0,0-1-1 0 0,0 1 1 0 0,0-1-1 0 0,0 1 0 0 0,0-1 1 0 0,0 1-1 0 0,-1 2 1 0 0,-6 37 1772 0 0,7-40-1847 0 0,-8 25 891 0 0,0-1 1 0 0,-2 0 0 0 0,0 0 0 0 0,-2-1 0 0 0,-27 41-1 0 0,-4-10-4280 0 0,-6-11-7091 0 0,46-41 8893 0 0,-7 4-1880 0 0,-2-3-2680 0 0,-8 1 3109 0 0</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58.426"/>
    </inkml:context>
    <inkml:brush xml:id="br0">
      <inkml:brushProperty name="width" value="0.05" units="cm"/>
      <inkml:brushProperty name="height" value="0.05" units="cm"/>
    </inkml:brush>
  </inkml:definitions>
  <inkml:trace contextRef="#ctx0" brushRef="#br0">680 610 4032 0 0,'0'0'1719'0'0,"17"-2"3825"0"0,-11-1-5045 0 0,0 0-1 0 0,0-1 1 0 0,0 0 0 0 0,0 0-1 0 0,-1-1 1 0 0,1 0-1 0 0,-1 1 1 0 0,-1-2 0 0 0,1 1-1 0 0,-1 0 1 0 0,1-1 0 0 0,-2 0-1 0 0,1 0 1 0 0,4-9-1 0 0,6-16 932 0 0,18-56-1 0 0,-24 64-1107 0 0,1-3-40 0 0,82-265 2068 0 0,-88 285-2334 0 0,14-41-137 0 0,-13 34 51 0 0,-3 10 31 0 0,1 4-142 0 0,0 0 177 0 0,0-1 0 0 0,0 1 0 0 0,0 0 0 0 0,0 1 0 0 0,0-1 0 0 0,0 0 0 0 0,-1 0 0 0 0,1 1 0 0 0,-1-1 0 0 0,1 1 0 0 0,1 2 0 0 0,-2-3-2 0 0,53 48-627 0 0,-24-20 189 0 0,-27-26 400 0 0,1 0 0 0 0,-1 0 1 0 0,0 0-1 0 0,0 1 0 0 0,0-1 1 0 0,-1 1-1 0 0,1-1 0 0 0,-1 1 0 0 0,1 0 1 0 0,-1 0-1 0 0,-1 0 0 0 0,1 0 1 0 0,-1 0-1 0 0,1 1 0 0 0,-1-1 1 0 0,0 0-1 0 0,0 7 0 0 0,-1-5 104 0 0,0 1 1 0 0,-1-1-1 0 0,0 0 0 0 0,0 1 1 0 0,0-1-1 0 0,-1 0 0 0 0,0 0 1 0 0,0 0-1 0 0,-1 0 0 0 0,-5 10 1 0 0,-3 1 363 0 0,-1-1 0 0 0,0 0 1 0 0,-1-1-1 0 0,-1 0 0 0 0,0-1 0 0 0,-23 17 1 0 0,-5 0 958 0 0,-46 23 0 0 0,-8 6-1338 0 0,93-58-215 0 0,1 0 0 0 0,-1 0 0 0 0,0 0 0 0 0,0-1 0 0 0,0 1-1 0 0,0-1 1 0 0,0 0 0 0 0,0 0 0 0 0,0 0 0 0 0,0 0 0 0 0,0-1-1 0 0,-4 1 1 0 0,6-1 43 0 0,-1 0-1 0 0,1 0 1 0 0,-1-1-1 0 0,1 1 0 0 0,0 0 1 0 0,-1-1-1 0 0,1 1 1 0 0,-1-1-1 0 0,1 0 1 0 0,0 1-1 0 0,0-1 1 0 0,-1 0-1 0 0,1 0 0 0 0,0 1 1 0 0,0-1-1 0 0,0 0 1 0 0,0 0-1 0 0,-2-3 1 0 0,-1-3-358 0 0,0 0 1 0 0,1 0 0 0 0,0-1 0 0 0,0 1 0 0 0,0-1-1 0 0,1 0 1 0 0,-2-11 0 0 0,1 2 46 0 0,3 16 418 0 0,-1 0 0 0 0,1 0 0 0 0,0 0 0 0 0,0 0 0 0 0,-1 0-1 0 0,1 0 1 0 0,-1 0 0 0 0,1 0 0 0 0,-1 0 0 0 0,1 0 0 0 0,-1 0 0 0 0,1 1 0 0 0,-1-1 0 0 0,0 0 0 0 0,1 0 0 0 0,-1 1 0 0 0,0-1 0 0 0,0 0 0 0 0,0 1 0 0 0,0-1 0 0 0,1 0 0 0 0,-1 1 0 0 0,0-1-1 0 0,0 1 1 0 0,0 0 0 0 0,-2-1 0 0 0,0 1 71 0 0,1 0-1 0 0,0 0 0 0 0,0 0 1 0 0,-1 0-1 0 0,1 1 0 0 0,0-1 1 0 0,-1 1-1 0 0,1 0 0 0 0,0-1 1 0 0,0 1-1 0 0,0 0 0 0 0,-2 2 1 0 0,-8 4 558 0 0,0 1 0 0 0,0 1 0 0 0,-11 11 0 0 0,18-16-365 0 0,-55 47 2707 0 0,29-26-1453 0 0,10-7-415 0 0,-16 15 1017 0 0,37-33-2039 0 0,-1 1 0 0 0,0 0 0 0 0,1 0 0 0 0,-1-1 0 0 0,0 1 0 0 0,0 0 0 0 0,0-1 0 0 0,0 1 0 0 0,1-1 0 0 0,-1 1 0 0 0,0-1 0 0 0,0 1 0 0 0,0-1 0 0 0,0 0 0 0 0,0 0 0 0 0,0 1 0 0 0,0-1 0 0 0,0 0 0 0 0,0 0 0 0 0,0 0 0 0 0,0 0 0 0 0,0 0 0 0 0,0 0 0 0 0,0 0 0 0 0,0 0 0 0 0,0-1 0 0 0,0 1 0 0 0,0 0 0 0 0,0-1 0 0 0,0 1 0 0 0,-2-1 0 0 0,1-1-23 0 0,1 0-1 0 0,-1 0 0 0 0,0 1 1 0 0,1-1-1 0 0,-1 0 0 0 0,1-1 0 0 0,0 1 1 0 0,-1 0-1 0 0,1 0 0 0 0,0 0 1 0 0,0-1-1 0 0,0-3 0 0 0,-2-3-33 0 0,0-4 7 0 0,-1-1 0 0 0,0 1-1 0 0,-1 0 1 0 0,-1 1 0 0 0,0-1 0 0 0,0 1-1 0 0,-1 0 1 0 0,-1 1 0 0 0,0 0 0 0 0,-1 0-1 0 0,-15-16 1 0 0,20 23-11 0 0,-22-9 0 0 0,3 5 0 0 0,-3 5 0 0 0,-2 4 0 0 0,23-1 0 0 0,0 0 0 0 0,-1 0 0 0 0,1 0 0 0 0,0 1 0 0 0,0 0 0 0 0,0 0 0 0 0,0 0 0 0 0,0 1 0 0 0,1-1 0 0 0,-1 1 0 0 0,0 0 0 0 0,1 1 0 0 0,-1-1 0 0 0,-6 6 0 0 0,0 0 0 0 0,-4 4 0 0 0,2 0 0 0 0,4-1 0 0 0,3 3 0 0 0,6-14 0 0 0,-1 1 0 0 0,1-1 0 0 0,0 1 0 0 0,0-1 0 0 0,0 1 0 0 0,0-1 0 0 0,0 1 0 0 0,0 0 0 0 0,0-1 0 0 0,0 1 0 0 0,0-1 0 0 0,0 1 0 0 0,0-1 0 0 0,1 1 0 0 0,-1-1 0 0 0,0 1 0 0 0,0-1 0 0 0,0 1 0 0 0,1-1 0 0 0,-1 1 0 0 0,0-1 0 0 0,1 1 0 0 0,-1-1 0 0 0,0 1 0 0 0,1 0 0 0 0,23 6 0 0 0,16-4 0 0 0,-29-6 0 0 0,-3-1 0 0 0,24 0-1014 0 0,0 0-3067 0 0,-1-1 0 0 0,0-2 0 0 0,46-16 0 0 0,-32-5-6819 0 0,-34 19 7895 0 0</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58.786"/>
    </inkml:context>
    <inkml:brush xml:id="br0">
      <inkml:brushProperty name="width" value="0.05" units="cm"/>
      <inkml:brushProperty name="height" value="0.05" units="cm"/>
    </inkml:brush>
  </inkml:definitions>
  <inkml:trace contextRef="#ctx0" brushRef="#br0">0 35 6029 0 0,'0'-8'13215'0'0,"34"4"-12794"0"0,0 2 0 0 0,50 4 0 0 0,-40-3-1196 0 0,26-9-5998 0 0,6 0-2300 0 0,-51 8 6147 0 0</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59.150"/>
    </inkml:context>
    <inkml:brush xml:id="br0">
      <inkml:brushProperty name="width" value="0.05" units="cm"/>
      <inkml:brushProperty name="height" value="0.05" units="cm"/>
    </inkml:brush>
  </inkml:definitions>
  <inkml:trace contextRef="#ctx0" brushRef="#br0">6 38 11485 0 0,'-6'7'19207'0'0,"18"-5"-19007"0"0,0 1 1 0 0,1-2-1 0 0,21 1 0 0 0,46-9-6020 0 0,-34-1-4624 0 0,63-20 0 0 0,-82 19 7419 0 0</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15.099"/>
    </inkml:context>
    <inkml:brush xml:id="br0">
      <inkml:brushProperty name="width" value="0.05" units="cm"/>
      <inkml:brushProperty name="height" value="0.05" units="cm"/>
    </inkml:brush>
  </inkml:definitions>
  <inkml:trace contextRef="#ctx0" brushRef="#br0">166 4 5208 0 0,'4'-4'18361'0'0,"-50"76"-16312"0"0,28-47-1028 0 0,0 1 0 0 0,2 1 1 0 0,1 0-1 0 0,2 1 0 0 0,0 0 1 0 0,-8 32-1 0 0,19-46-1021 0 0,-4 9 0 0 0,6-23 0 0 0,0 1 0 0 0,0-1 0 0 0,0 1 0 0 0,-1-1 0 0 0,1 1 0 0 0,0 0 0 0 0,0-1 0 0 0,0 1 0 0 0,0-1 0 0 0,0 1 0 0 0,0-1 0 0 0,0 1 0 0 0,0 0 0 0 0,0-1 0 0 0,0 1 0 0 0,0-1 0 0 0,1 1 0 0 0,-1-1 0 0 0,0 1 0 0 0,0-1 0 0 0,0 1 0 0 0,1-1 0 0 0,-1 1 0 0 0,0-1 0 0 0,1 1 0 0 0,-1-1 0 0 0,0 1 0 0 0,1-1 0 0 0,-1 0 0 0 0,1 1 0 0 0,-1-1 0 0 0,1 1 0 0 0,-1-1 0 0 0,1 0 0 0 0,-1 0 0 0 0,1 1 0 0 0,0-1 0 0 0,0 1 0 0 0,14 10 0 0 0,6-6 0 0 0,2-5 0 0 0,8 2 0 0 0,44-13 0 0 0,-51 12-5209 0 0,-4 1-175 0 0,-13-1 3944 0 0,3 0-3117 0 0,7-2-2428 0 0</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15.442"/>
    </inkml:context>
    <inkml:brush xml:id="br0">
      <inkml:brushProperty name="width" value="0.05" units="cm"/>
      <inkml:brushProperty name="height" value="0.05" units="cm"/>
    </inkml:brush>
  </inkml:definitions>
  <inkml:trace contextRef="#ctx0" brushRef="#br0">301 6 4952 0 0,'-8'-5'13746'0'0,"-85"239"-4401"0"0,50-140-7484 0 0,-36 84-8114 0 0,43-88-1846 0 0,3 1-3427 0 0,25-63 8572 0 0</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13.120"/>
    </inkml:context>
    <inkml:brush xml:id="br0">
      <inkml:brushProperty name="width" value="0.05" units="cm"/>
      <inkml:brushProperty name="height" value="0.05" units="cm"/>
    </inkml:brush>
  </inkml:definitions>
  <inkml:trace contextRef="#ctx0" brushRef="#br0">80 140 6305 0 0,'0'0'1957'0'0,"-3"-1"-756"0"0,-8-3 4910 0 0,5 1-2510 0 0,2 0-759 0 0,2 0-2314 0 0,0 0-1 0 0,0 0 1 0 0,1-1 0 0 0,-1 1 0 0 0,1 0 0 0 0,0-1 0 0 0,-1 1 0 0 0,2-1-1 0 0,-1 1 1 0 0,0-1 0 0 0,1 0 0 0 0,0 1 0 0 0,0-6 0 0 0,0 7-473 0 0,0-1 0 0 0,1 1 1 0 0,-1-1-1 0 0,1 1 0 0 0,0-1 1 0 0,0 1-1 0 0,0 0 0 0 0,0-1 1 0 0,0 1-1 0 0,0 0 0 0 0,1 0 1 0 0,-1 0-1 0 0,1 0 0 0 0,-1 0 1 0 0,1 0-1 0 0,0 0 0 0 0,0 0 1 0 0,0 1-1 0 0,0-1 0 0 0,4-2 1 0 0,1 1-46 0 0,0 0 0 0 0,0 0-1 0 0,0 1 1 0 0,1 0 0 0 0,-1 1 0 0 0,11-2 0 0 0,25-2-118 0 0,64-1 0 0 0,-105 6 121 0 0,0 0 1 0 0,0 1-1 0 0,0-1 1 0 0,0 1-1 0 0,-1 0 0 0 0,1-1 1 0 0,0 1-1 0 0,0 0 0 0 0,0 0 1 0 0,0 0-1 0 0,-1 1 1 0 0,1-1-1 0 0,-1 0 0 0 0,1 1 1 0 0,-1-1-1 0 0,1 1 0 0 0,-1-1 1 0 0,0 1-1 0 0,1-1 1 0 0,-1 1-1 0 0,0 0 0 0 0,0 0 1 0 0,0 0-1 0 0,-1 0 0 0 0,1-1 1 0 0,0 1-1 0 0,-1 0 0 0 0,1 0 1 0 0,-1 4-1 0 0,2 2 75 0 0,-1 0 0 0 0,0 0 0 0 0,0 0 0 0 0,-1-1 0 0 0,0 1-1 0 0,-2 10 1 0 0,0-5-42 0 0,-2 1-1 0 0,0-1 1 0 0,-1 0 0 0 0,0 0-1 0 0,-1 0 1 0 0,0-1 0 0 0,-1 0-1 0 0,0 0 1 0 0,-1-1 0 0 0,-11 14-1 0 0,-14 11 304 0 0,-59 51-1 0 0,31-31-218 0 0,52-50-130 0 0,3-2 0 0 0,1 0 0 0 0,-1 0 0 0 0,1 0 0 0 0,0 1 0 0 0,1 0 0 0 0,-1 0 0 0 0,1 0 0 0 0,0 0 0 0 0,-6 11 0 0 0,6 0 0 0 0,13 0 0 0 0,10-9 0 0 0,23-1 0 0 0,-31-2 0 0 0,-7-2 0 0 0,-1-1 0 0 0,1 0 0 0 0,-1 0 0 0 0,1 0 0 0 0,0 0 0 0 0,0-1 0 0 0,-1 0 0 0 0,1 1 0 0 0,0-1 0 0 0,0-1 0 0 0,-1 1 0 0 0,1 0 0 0 0,5-2 0 0 0,25-2-3030 0 0,0-2 1 0 0,0-1-1 0 0,33-11 1 0 0,-34 6-12642 0 0,-17 5 12605 0 0</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2:14.379"/>
    </inkml:context>
    <inkml:brush xml:id="br0">
      <inkml:brushProperty name="width" value="0.05" units="cm"/>
      <inkml:brushProperty name="height" value="0.05" units="cm"/>
    </inkml:brush>
  </inkml:definitions>
  <inkml:trace contextRef="#ctx0" brushRef="#br0">237 50 5549 0 0,'-29'-10'16662'0'0,"27"9"-16212"0"0,1 1 0 0 0,0 0-1 0 0,0-1 1 0 0,0 1 0 0 0,0-1-1 0 0,0 0 1 0 0,0 1 0 0 0,0-1-1 0 0,0 0 1 0 0,0 0 0 0 0,1 1-1 0 0,-1-1 1 0 0,0 0 0 0 0,0 0-1 0 0,1 0 1 0 0,-1 0 0 0 0,0 0-1 0 0,1 0 1 0 0,-1 0 0 0 0,1 0-1 0 0,0 0 1 0 0,-1-2 0 0 0,5 0-263 0 0,27-14-156 0 0,-20 18-33 0 0,-5 0-1 0 0,96-3 3 0 0,-48 6 0 0 0,-22-1 0 0 0,-18 1 0 0 0,-4 2 0 0 0,-6 4 0 0 0,-5 6 0 0 0,1-15 0 0 0,0 1 0 0 0,-1-1 0 0 0,1 1 0 0 0,0 0 0 0 0,-1-1 0 0 0,1 1 0 0 0,-1-1 0 0 0,0 1 0 0 0,1-1 0 0 0,-1 1 0 0 0,0-1 0 0 0,0 1 0 0 0,0-1 0 0 0,0 0 0 0 0,0 0 0 0 0,0 1 0 0 0,0-1 0 0 0,0 0 0 0 0,-1 0 0 0 0,1 0 0 0 0,-3 1 0 0 0,-1 2 0 0 0,-5 7 0 0 0,-1-1 0 0 0,0 0 0 0 0,0 0 0 0 0,-16 9 0 0 0,-59 46 0 0 0,74-58 0 0 0,2 1 0 0 0,1 0 0 0 0,6 1 0 0 0,16 0 0 0 0,-1-3 0 0 0,0 1 0 0 0,0-3 0 0 0,-1 3 0 0 0,-2-1 0 0 0,0-1 0 0 0,1 3 0 0 0,23 28 0 0 0,-30-33 0 0 0,-1 1 0 0 0,0 0 0 0 0,0 0 0 0 0,-1 0 0 0 0,1 0 0 0 0,-1 0 0 0 0,0 0 0 0 0,0 0 0 0 0,0 1 0 0 0,-1-1 0 0 0,1 7 0 0 0,-1-8 0 0 0,1-1 0 0 0,-1 1 0 0 0,0 0 0 0 0,0 0 0 0 0,0-1 0 0 0,0 1 0 0 0,0 0 0 0 0,-1 0 0 0 0,1-1 0 0 0,-1 1 0 0 0,0 0 0 0 0,0-1 0 0 0,-2 5 0 0 0,0-1 0 0 0,0 5 0 0 0,3-10 0 0 0,0 1 0 0 0,0 0 0 0 0,0-1 0 0 0,0 1 0 0 0,0 0 0 0 0,-1-1 0 0 0,1 1 0 0 0,0-1 0 0 0,-1 1 0 0 0,0 0 0 0 0,1-1 0 0 0,-1 1 0 0 0,0-1 0 0 0,0 0 0 0 0,1 1 0 0 0,-1-1 0 0 0,0 1 0 0 0,-1-1 0 0 0,1 0 0 0 0,0 0 0 0 0,0 0 0 0 0,0 0 0 0 0,-1 0 0 0 0,1 0 0 0 0,0 0 0 0 0,-1 0 0 0 0,1 0 0 0 0,-1-1 0 0 0,-2 2 0 0 0,-4 3 0 0 0,-7 5 0 0 0,-1 0 0 0 0,0-1 0 0 0,0-1 0 0 0,-1 0 0 0 0,0-1 0 0 0,0-1 0 0 0,-1-1 0 0 0,0 0 0 0 0,0-2 0 0 0,0 0 0 0 0,0 0 0 0 0,-36-2 0 0 0,51-1-362 0 0,0 0-1 0 0,0-1 1 0 0,-1 1 0 0 0,1-1-1 0 0,0 0 1 0 0,0 0 0 0 0,0 0-1 0 0,0 0 1 0 0,0-1 0 0 0,0 1 0 0 0,0-1-1 0 0,0 0 1 0 0,0 0 0 0 0,1 0-1 0 0,-1 0 1 0 0,1 0 0 0 0,-1 0-1 0 0,1-1 1 0 0,0 1 0 0 0,0-1-1 0 0,0 0 1 0 0,0 0 0 0 0,1 1-1 0 0,-1-1 1 0 0,1 0 0 0 0,0 0-1 0 0,0-1 1 0 0,0 1 0 0 0,0 0 0 0 0,0 0-1 0 0,1 0 1 0 0,-1-6 0 0 0,1-12-7634 0 0,0-5 282 0 0</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12.219"/>
    </inkml:context>
    <inkml:brush xml:id="br0">
      <inkml:brushProperty name="width" value="0.05" units="cm"/>
      <inkml:brushProperty name="height" value="0.05" units="cm"/>
    </inkml:brush>
  </inkml:definitions>
  <inkml:trace contextRef="#ctx0" brushRef="#br0">24 141 4392 0 0,'0'0'18991'0'0,"-4"-4"-18308"0"0,-12-11-15 0 0,12 11 1910 0 0,6 1-1929 0 0,3-2-507 0 0,-1 0 1 0 0,1 1 0 0 0,-1-1 0 0 0,1 1 0 0 0,0 0 0 0 0,1 1 0 0 0,-1-1 0 0 0,1 1 0 0 0,0 0 0 0 0,-1 1 0 0 0,1-1 0 0 0,0 1-1 0 0,1 0 1 0 0,-1 1 0 0 0,11-2 0 0 0,18-3 1076 0 0,56-2 1 0 0,-73 7-1139 0 0,74-5-3831 0 0,120-19-12196 0 0,-171 14 8722 0 0,-25 7 4097 0 0</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12.914"/>
    </inkml:context>
    <inkml:brush xml:id="br0">
      <inkml:brushProperty name="width" value="0.05" units="cm"/>
      <inkml:brushProperty name="height" value="0.05" units="cm"/>
    </inkml:brush>
  </inkml:definitions>
  <inkml:trace contextRef="#ctx0" brushRef="#br0">0 33 4300 0 0,'0'0'8432'0'0,"8"-3"-7632"0"0,20-5 1033 0 0,1 1 1 0 0,1 1-1 0 0,42-2 1 0 0,124 13 3183 0 0,96 39-1844 0 0,-256-36-2984 0 0,0 2 0 0 0,-1 2 0 0 0,0 1 0 0 0,49 27 0 0 0,-15 1-4306 0 0,-7 5-6452 0 0,-51-30-565 0 0,-11-15 11279 0 0</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13.277"/>
    </inkml:context>
    <inkml:brush xml:id="br0">
      <inkml:brushProperty name="width" value="0.05" units="cm"/>
      <inkml:brushProperty name="height" value="0.05" units="cm"/>
    </inkml:brush>
  </inkml:definitions>
  <inkml:trace contextRef="#ctx0" brushRef="#br0">54 195 3952 0 0,'-37'-13'6572'0'0,"21"-3"-2484"0"0,16 16-3947 0 0,0-1 0 0 0,0 1 0 0 0,-1-1 0 0 0,1 1 1 0 0,0-1-1 0 0,0 1 0 0 0,1-1 0 0 0,-1 0 0 0 0,0 1 1 0 0,0-1-1 0 0,0 1 0 0 0,0-1 0 0 0,0 1 0 0 0,0-1 1 0 0,1 1-1 0 0,-1-1 0 0 0,0 1 0 0 0,0-1 1 0 0,1 1-1 0 0,-1 0 0 0 0,0-1 0 0 0,1 1 0 0 0,-1-1 1 0 0,1 1-1 0 0,-1 0 0 0 0,1-1 0 0 0,3-2 319 0 0,1 1-1 0 0,0-1 0 0 0,-1 1 1 0 0,1 0-1 0 0,0 0 1 0 0,0 1-1 0 0,10-2 0 0 0,-8 1-227 0 0,46-9 1732 0 0,53-19 0 0 0,-32-4-7266 0 0,-63 28 2132 0 0,0-1 1 0 0,-1 0 0 0 0,0-1 0 0 0,12-12-1 0 0,-16 11 104 0 0</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13.934"/>
    </inkml:context>
    <inkml:brush xml:id="br0">
      <inkml:brushProperty name="width" value="0.05" units="cm"/>
      <inkml:brushProperty name="height" value="0.05" units="cm"/>
    </inkml:brush>
  </inkml:definitions>
  <inkml:trace contextRef="#ctx0" brushRef="#br0">15 128 5436 0 0,'0'0'8513'0'0,"-4"2"-7242"0"0,3-2-1125 0 0,1 0 0 0 0,-1 0 0 0 0,1 1 0 0 0,-1-1 0 0 0,1 0 0 0 0,-1 0 0 0 0,1 1 0 0 0,-1-1 0 0 0,1 0-1 0 0,-1 1 1 0 0,1-1 0 0 0,0 0 0 0 0,-1 1 0 0 0,1-1 0 0 0,0 1 0 0 0,-1-1 0 0 0,1 1 0 0 0,0-1 0 0 0,-1 0 0 0 0,1 1 0 0 0,0-1 0 0 0,0 1 0 0 0,0 0 0 0 0,-1-1 0 0 0,1 1 0 0 0,0-1-1 0 0,0 1 1 0 0,0-1 0 0 0,0 1 0 0 0,0-1 0 0 0,0 1 0 0 0,0-1 0 0 0,0 1 0 0 0,0 1 0 0 0,17 17 1458 0 0,-6-13-1130 0 0,-1 0 1 0 0,1 0 0 0 0,0-1-1 0 0,17 6 1 0 0,-24-10-379 0 0,10 4 279 0 0,-1-1 1 0 0,1-1-1 0 0,18 3 1 0 0,-28-6-309 0 0,0 1 0 0 0,0-1 0 0 0,0 0 0 0 0,0 0-1 0 0,0-1 1 0 0,0 1 0 0 0,0-1 0 0 0,0 0 0 0 0,0 0 0 0 0,0 0 0 0 0,-1-1 0 0 0,1 1 0 0 0,0-1 0 0 0,-1 0-1 0 0,1 0 1 0 0,-1 0 0 0 0,6-5 0 0 0,-7 5-104 0 0,-1 0-1 0 0,1 0 1 0 0,-1-1-1 0 0,0 1 1 0 0,0 0 0 0 0,0-1-1 0 0,0 1 1 0 0,0 0-1 0 0,0-1 1 0 0,-1 1 0 0 0,1-1-1 0 0,-1 1 1 0 0,1-1-1 0 0,-1 1 1 0 0,0-1 0 0 0,0 0-1 0 0,-1 1 1 0 0,1-1-1 0 0,0 1 1 0 0,-1-1-1 0 0,-1-3 1 0 0,-18-48-823 0 0,-3 18 254 0 0,-5-11 98 0 0,28 45 438 0 0,9 7-398 0 0,40 23 70 0 0,13 8-3346 0 0,40 24-10743 0 0,-83-50 11400 0 0</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14.938"/>
    </inkml:context>
    <inkml:brush xml:id="br0">
      <inkml:brushProperty name="width" value="0.05" units="cm"/>
      <inkml:brushProperty name="height" value="0.05" units="cm"/>
    </inkml:brush>
  </inkml:definitions>
  <inkml:trace contextRef="#ctx0" brushRef="#br0">10 1 5292 0 0,'-10'4'16996'0'0,"16"4"-16490"0"0,0 1-1 0 0,1-1 1 0 0,0 0-1 0 0,1 0 1 0 0,0-1-1 0 0,0 1 1 0 0,0-2-1 0 0,1 0 1 0 0,0 0 0 0 0,17 8-1 0 0,-6-3 248 0 0,1-1-1 0 0,0-2 1 0 0,1 0 0 0 0,26 6-1 0 0,-45-14-769 0 0,0 1-1 0 0,0 0 1 0 0,0-1-1 0 0,0 0 1 0 0,0 1-1 0 0,0-1 1 0 0,0-1-1 0 0,0 1 1 0 0,0 0 0 0 0,0-1-1 0 0,0 1 1 0 0,0-1-1 0 0,0 0 1 0 0,0 0-1 0 0,0 0 1 0 0,0 0-1 0 0,3-3 1 0 0,-3 2-225 0 0,-1 0 0 0 0,0 0 1 0 0,0-1-1 0 0,0 1 1 0 0,0-1-1 0 0,0 1 0 0 0,0-1 1 0 0,-1 0-1 0 0,1 0 0 0 0,-1 0 1 0 0,0 1-1 0 0,0-1 0 0 0,0 0 1 0 0,1-7-1 0 0,12-55-6000 0 0,-14 63 5833 0 0,1-12-783 0 0,-3 7 791 0 0,1 8 184 0 0,4 12 400 0 0,1-1 0 0 0,0 0 1 0 0,1-1-1 0 0,0 1 0 0 0,1-1 1 0 0,0 0-1 0 0,13 18 0 0 0,24 45 977 0 0,-42-71-1143 0 0,2 2-122 0 0,-1 0 1 0 0,0 0-1 0 0,0 0 0 0 0,-1 0 1 0 0,1 1-1 0 0,-1-1 0 0 0,0 1 1 0 0,0 7-1 0 0,-1-12-23 0 0,0 0 123 0 0,0-1-1 0 0,1 0 0 0 0,-1 0 0 0 0,0 0 1 0 0,0 0-1 0 0,0 0 0 0 0,1 1 0 0 0,-1-1 1 0 0,0 0-1 0 0,0 0 0 0 0,0 0 0 0 0,0 1 1 0 0,0-1-1 0 0,1 0 0 0 0,-1 0 1 0 0,0 0-1 0 0,0 1 0 0 0,0-1 0 0 0,0 0 1 0 0,0 0-1 0 0,0 1 0 0 0,0-1 0 0 0,0 0 1 0 0,0 0-1 0 0,0 1 0 0 0,0-1 0 0 0,0 0 1 0 0,0 0-1 0 0,0 1 0 0 0,0-1 1 0 0,0 0-1 0 0,0 0 0 0 0,0 1 0 0 0,0-1 1 0 0,0 0-1 0 0,0 0 0 0 0,-1 0 0 0 0,1 1 1 0 0,0-1-1 0 0,0 0 0 0 0,0 0 0 0 0,0 0 1 0 0,-1 1-1 0 0,-12 12-433 0 0,-11 3-330 0 0,11-12 241 0 0,-1 0 0 0 0,0-1 0 0 0,0-1 0 0 0,0-1 0 0 0,0 0 0 0 0,0 0 0 0 0,-23-3 0 0 0,3 1 208 0 0,31 1 454 0 0,-5 2 3276 0 0,8-2-3336 0 0,33 13 1066 0 0,172 76 6571 0 0,-167-69-9062 0 0,52 36 0 0 0,-78-49-838 0 0,-11-6 1504 0 0,1 0-1 0 0,0 0 1 0 0,-1 0-1 0 0,0 0 1 0 0,1 1 0 0 0,-1-1-1 0 0,1 0 1 0 0,-1 0 0 0 0,0 1-1 0 0,0-1 1 0 0,0 1-1 0 0,0-1 1 0 0,0 1 0 0 0,0 0-1 0 0,0-1 1 0 0,-1 1 0 0 0,1 0-1 0 0,0 0 1 0 0,-1 1-1 0 0</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15.423"/>
    </inkml:context>
    <inkml:brush xml:id="br0">
      <inkml:brushProperty name="width" value="0.05" units="cm"/>
      <inkml:brushProperty name="height" value="0.05" units="cm"/>
    </inkml:brush>
  </inkml:definitions>
  <inkml:trace contextRef="#ctx0" brushRef="#br0">33 112 7053 0 0,'0'0'2022'0'0,"-10"-3"1495"0"0,-10-6 8859 0 0,18-16-5701 0 0,6 5-5565 0 0,4 12-1096 0 0,-7 7-14 0 0,0 0 0 0 0,0 0 0 0 0,1 0 0 0 0,-1 0 0 0 0,0 0 0 0 0,0 0 0 0 0,1 1 0 0 0,-1-1 0 0 0,1 0 0 0 0,-1 1 0 0 0,0-1 0 0 0,1 0 0 0 0,-1 1 0 0 0,1 0 0 0 0,-1-1 0 0 0,1 1 0 0 0,-1 0 0 0 0,1 0 0 0 0,0 0 0 0 0,-1 0 0 0 0,3 0 0 0 0,0 1 0 0 0,98-7 0 0 0,0-7-2816 0 0,-46 5-1617 0 0,64 0 0 0 0,-91 9-10999 0 0,-22-1 14957 0 0,-2 0-2567 0 0</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16.434"/>
    </inkml:context>
    <inkml:brush xml:id="br0">
      <inkml:brushProperty name="width" value="0.05" units="cm"/>
      <inkml:brushProperty name="height" value="0.05" units="cm"/>
    </inkml:brush>
  </inkml:definitions>
  <inkml:trace contextRef="#ctx0" brushRef="#br0">9 96 6665 0 0,'-9'2'21777'0'0,"30"-13"-17896"0"0,20-6-5788 0 0,-17 9 4235 0 0,86-20-2299 0 0,-1-2-35 0 0,-103 28 6 0 0,-1 2 0 0 0,1-1 0 0 0,0 1 0 0 0,-1-1 0 0 0,1 2 0 0 0,-1-1 0 0 0,1 1 0 0 0,0-1 0 0 0,-1 1 0 0 0,1 1 0 0 0,-1-1 0 0 0,0 1 0 0 0,0 0 0 0 0,7 3 0 0 0,-1 2 0 0 0,1 1 0 0 0,-1 0 0 0 0,19 17 0 0 0,-14-11 0 0 0,74 69 0 0 0,-89-82-318 0 0,-1-1 0 0 0,1 0 0 0 0,-1 0-1 0 0,1 1 1 0 0,-1-1 0 0 0,1 0 0 0 0,0 1 0 0 0,-1-1 0 0 0,1 0-1 0 0,-1 1 1 0 0,0-1 0 0 0,1 1 0 0 0,-1-1 0 0 0,1 1 0 0 0,-1-1 0 0 0,0 1-1 0 0,1-1 1 0 0,-1 1 0 0 0,0 0 0 0 0,1-1 0 0 0,-1 1 0 0 0,0-1-1 0 0,0 1 1 0 0,0 0 0 0 0,0-1 0 0 0,0 1 0 0 0,1 0 0 0 0,-35-4-18175 0 0,28 2 15359 0 0</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21.002"/>
    </inkml:context>
    <inkml:brush xml:id="br0">
      <inkml:brushProperty name="width" value="0.05" units="cm"/>
      <inkml:brushProperty name="height" value="0.05" units="cm"/>
    </inkml:brush>
  </inkml:definitions>
  <inkml:trace contextRef="#ctx0" brushRef="#br0">0 119 5897 0 0,'0'0'21600'0'0,"5"-7"-20663"0"0,0 0-609 0 0,2 0 0 0 0,-1 1 0 0 0,1-1 1 0 0,0 1-1 0 0,0 0 0 0 0,0 1 0 0 0,1 0 0 0 0,0 0 1 0 0,0 1-1 0 0,0 0 0 0 0,1 0 0 0 0,11-3 0 0 0,13-3-532 0 0,0 1 0 0 0,0 2 0 0 0,1 2 0 0 0,0 1 0 0 0,44 0 0 0 0,48 7-7078 0 0,-3 6-10173 0 0,-111-8 14982 0 0,7 0-425 0 0</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21.683"/>
    </inkml:context>
    <inkml:brush xml:id="br0">
      <inkml:brushProperty name="width" value="0.05" units="cm"/>
      <inkml:brushProperty name="height" value="0.05" units="cm"/>
    </inkml:brush>
  </inkml:definitions>
  <inkml:trace contextRef="#ctx0" brushRef="#br0">0 99 5969 0 0,'5'-1'8912'0'0,"12"-6"-662"0"0,11-4-4093 0 0,129-40-1381 0 0,-108 41-2459 0 0,0 2-1 0 0,0 2 1 0 0,1 3 0 0 0,-1 2 0 0 0,68 6-1 0 0,-100-3-182 0 0,0 1 0 0 0,0 1 0 0 0,0 0-1 0 0,-1 2 1 0 0,17 7 0 0 0,-15-7-134 0 0,-10-1 0 0 0,7 9 0 0 0,-10-12 4 0 0,-1 1-9 0 0,1 1 0 0 0,-1-1 0 0 0,0 0 0 0 0,0 1 0 0 0,-1 0-1 0 0,1 0 1 0 0,-1 0 0 0 0,1 0 0 0 0,-1 1 0 0 0,-1-1 0 0 0,1 1 0 0 0,-1 0 0 0 0,1 0 0 0 0,-1 0 0 0 0,-1 0 0 0 0,1 0-1 0 0,-1 0 1 0 0,2 8 0 0 0,-2 13-2101 0 0,-6 14-9650 0 0,1-17 654 0 0,1-17 7136 0 0,-4 5 1018 0 0</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24.057"/>
    </inkml:context>
    <inkml:brush xml:id="br0">
      <inkml:brushProperty name="width" value="0.05" units="cm"/>
      <inkml:brushProperty name="height" value="0.05" units="cm"/>
    </inkml:brush>
  </inkml:definitions>
  <inkml:trace contextRef="#ctx0" brushRef="#br0">888 288 4576 0 0,'0'0'8340'0'0,"-6"-4"-7316"0"0,-3-3-535 0 0,-1 1 0 0 0,-1 0 1 0 0,1 1-1 0 0,-1 0 0 0 0,0 1 0 0 0,0 0 1 0 0,0 1-1 0 0,-19-3 0 0 0,-111-12 1830 0 0,63 10-1506 0 0,-103-11 151 0 0,-83-13-824 0 0,255 31-249 0 0,0-2 0 0 0,0 1 0 0 0,0-2 0 0 0,0 1-1 0 0,-9-5 1 0 0,15 6 68 0 0,0 0 1 0 0,0 1-1 0 0,0-1 0 0 0,1 0 0 0 0,-1 0 0 0 0,1-1 1 0 0,-1 1-1 0 0,1 0 0 0 0,0-1 0 0 0,0 0 0 0 0,0 1 1 0 0,0-1-1 0 0,0 0 0 0 0,1 0 0 0 0,-1 0 0 0 0,-1-4 1 0 0,3 5-59 0 0,6-31-502 0 0,4 26 545 0 0,-1 0 0 0 0,1 1 0 0 0,0 0 0 0 0,1 1 0 0 0,-1 0 0 0 0,1 0 0 0 0,0 1-1 0 0,0 1 1 0 0,1 0 0 0 0,-1 0 0 0 0,1 1 0 0 0,-1 1 0 0 0,1 0 0 0 0,12 0 0 0 0,-10 1 148 0 0,0 1 0 0 0,-1 0 0 0 0,1 1 0 0 0,0 1 0 0 0,-1 0 0 0 0,0 0 0 0 0,0 2 0 0 0,0 0 0 0 0,0 0 0 0 0,-1 1 0 0 0,1 0 0 0 0,-1 1 0 0 0,19 15 0 0 0,-6-2 497 0 0,0 1-1 0 0,34 36 1 0 0,-27-23-429 0 0,-30-32-242 0 0,-1 1-1 0 0,0 0 1 0 0,0 0 0 0 0,-1 0-1 0 0,1-1 1 0 0,0 1-1 0 0,-1 0 1 0 0,0 0 0 0 0,0 0-1 0 0,0 0 1 0 0,0 0-1 0 0,0 0 1 0 0,0 0 0 0 0,-2 3-1 0 0,-10 44-1465 0 0,10-46 1466 0 0,1-3-52 0 0,1 1 0 0 0,-1 0 0 0 0,0 0 0 0 0,1 0 0 0 0,-1 0 0 0 0,0-1 0 0 0,0 1 0 0 0,-1 0 0 0 0,1-1 0 0 0,0 1 0 0 0,0-1 0 0 0,-1 1 0 0 0,1-1 0 0 0,-1 0 0 0 0,1 1 0 0 0,-1-1 0 0 0,0 0 1 0 0,1 0-1 0 0,-1 0 0 0 0,0 0 0 0 0,0 0 0 0 0,0-1 0 0 0,1 1 0 0 0,-1-1 0 0 0,0 1 0 0 0,0-1 0 0 0,0 0 0 0 0,0 1 0 0 0,0-1 0 0 0,0 0 0 0 0,0 0 0 0 0,0 0 0 0 0,0-1 0 0 0,-3 0 0 0 0,2 1-79 0 0,-1-1 164 0 0,0 0 184 0 0,-1 0 0 0 0,1 0 0 0 0,-1 1-1 0 0,1 0 1 0 0,-1 0 0 0 0,1 0 0 0 0,-1 0-1 0 0,-6 2 1 0 0,43 34 2305 0 0,43 59-1 0 0,-69-86-2304 0 0,9 17 595 0 0,-14-25-717 0 0,-1 0 0 0 0,0 0-1 0 0,0 0 1 0 0,0 0 0 0 0,1 0-1 0 0,-1 0 1 0 0,0 0-1 0 0,-1 0 1 0 0,1 0 0 0 0,0 0-1 0 0,0 0 1 0 0,0 0 0 0 0,0 0-1 0 0,-1 0 1 0 0,1 0-1 0 0,-1 0 1 0 0,1 0 0 0 0,-1 0-1 0 0,1 0 1 0 0,-1-1 0 0 0,1 1-1 0 0,-1 0 1 0 0,0 0-1 0 0,0 0 1 0 0,-1 1-50 0 0,-75 8-482 0 0,75-10 482 0 0,-23 0-103 0 0,24 0 179 0 0,0-1 0 0 0,0 1-1 0 0,-1-1 1 0 0,1 1 0 0 0,0 0 0 0 0,0 0-1 0 0,-1 0 1 0 0,1 0 0 0 0,0 0 0 0 0,0 0 0 0 0,-1 0-1 0 0,1 0 1 0 0,0 0 0 0 0,-1 0 0 0 0,1 1 0 0 0,0-1-1 0 0,0 1 1 0 0,0-1 0 0 0,-1 1 0 0 0,1-1-1 0 0,0 1 1 0 0,0 0 0 0 0,0-1 0 0 0,0 1 0 0 0,-2 2-1 0 0,2-2 350 0 0,12 6 149 0 0,0 1 1 0 0,-1 0-1 0 0,0 0 0 0 0,14 16 1 0 0,6 7 922 0 0,-12-11-145 0 0,1-1 0 0 0,38 29 0 0 0,-55-47-997 0 0,-2 0-285 0 0,0 0 0 0 0,1-1 0 0 0,-1 1 0 0 0,0 0 0 0 0,0 0 0 0 0,1-1 0 0 0,-1 1 0 0 0,0 0 0 0 0,0 0 0 0 0,0-1 0 0 0,0 1 0 0 0,0 0-1 0 0,0 0 1 0 0,0 0 0 0 0,0-1 0 0 0,0 1 0 0 0,-1 0 0 0 0,1 0 0 0 0,-1 1 0 0 0,-7 7 3 0 0,-1 0 0 0 0,0 0-1 0 0,0 0 1 0 0,-1-2 0 0 0,0 1-1 0 0,0-1 1 0 0,-1 0-1 0 0,0-1 1 0 0,-20 8 0 0 0,14-6-75 0 0,0 1 0 0 0,1 0 0 0 0,0 1 0 0 0,-16 14 0 0 0,18-12 10 0 0,7-6 3 0 0,1 0-1 0 0,0 0 1 0 0,0 0-1 0 0,0 1 1 0 0,1 0-1 0 0,0 0 1 0 0,0 0-1 0 0,1 0 1 0 0,-4 11-1 0 0,6-15-33 0 0,-3 4 19 0 0,5-7 32 0 0,0 0 0 0 0,0 0 0 0 0,0 0 0 0 0,0 0 0 0 0,0 0 0 0 0,0-1 0 0 0,0 1 0 0 0,0 0 0 0 0,0 0 0 0 0,0 0 0 0 0,0 0 0 0 0,0 0 0 0 0,0 0 0 0 0,0-1 0 0 0,0 1 0 0 0,0 0 0 0 0,0 0 0 0 0,-1 0 0 0 0,1 0 0 0 0,0 0 0 0 0,0 0 0 0 0,0 0 0 0 0,0-1 0 0 0,0 1-1 0 0,0 0 1 0 0,0 0 0 0 0,0 0 0 0 0,0 0 0 0 0,-1 0 0 0 0,1 0 0 0 0,0 0 0 0 0,0 0 0 0 0,0 0 0 0 0,0 0 0 0 0,0 0 0 0 0,0 0 0 0 0,-1 0 0 0 0,1 0 0 0 0,0 0 0 0 0,0 0 0 0 0,0 0 0 0 0,0 0 0 0 0,0 0 0 0 0,0 0 0 0 0,-1 0 0 0 0,1 0 0 0 0,0 0 0 0 0,0 0 0 0 0,0 0 0 0 0,0 0 0 0 0,0 0 0 0 0,0 0 0 0 0,-1 0 0 0 0,1 0 0 0 0,0 0 0 0 0,0-11-424 0 0,0-1 0 0 0,0 0 0 0 0,-1 0 0 0 0,-1 0 0 0 0,0 1 0 0 0,-1-1 0 0 0,0 1 0 0 0,-1 0 1 0 0,0-1-1 0 0,0 2 0 0 0,-2-1 0 0 0,1 0 0 0 0,-1 1 0 0 0,-1 0 0 0 0,1 1 0 0 0,-2-1 0 0 0,-9-9 0 0 0,7 5-386 0 0,9 12 642 0 0,0 0-1 0 0,0-1 0 0 0,-1 1 1 0 0,1 0-1 0 0,-1 0 0 0 0,1 0 1 0 0,-1 0-1 0 0,0 1 0 0 0,1-1 1 0 0,-1 0-1 0 0,0 1 0 0 0,0-1 1 0 0,-4-1-1 0 0,32-14 30 0 0,-23 17 139 0 0,19 2 137 0 0,-6 2 214 0 0,0 0 0 0 0,-1 0-1 0 0,1 2 1 0 0,-1 0 0 0 0,0 1 0 0 0,0 0 0 0 0,15 11 0 0 0,96 75 2206 0 0,-39-27-1655 0 0,-86-66-927 0 0,0 1 1 0 0,0-1-1 0 0,0 1 1 0 0,0 0-1 0 0,0-1 1 0 0,0 1-1 0 0,0 0 1 0 0,0-1-1 0 0,0 1 1 0 0,0 0-1 0 0,0 0 1 0 0,-1 0-1 0 0,1 0 1 0 0,0 0-1 0 0,-1 0 1 0 0,1 0-1 0 0,0 0 1 0 0,-1 0-1 0 0,1 0 1 0 0,-1 0-1 0 0,0 0 1 0 0,1 1-1 0 0,-1-1 1 0 0,0 0-1 0 0,0 0 1 0 0,1 0-1 0 0,-1 1 1 0 0,0-1-1 0 0,0 0 1 0 0,-1 0-1 0 0,1 0 1 0 0,0 1-1 0 0,0-1 1 0 0,0 0-1 0 0,-1 0 1 0 0,1 0-1 0 0,-1 0 1 0 0,1 0-1 0 0,-1 0 1 0 0,1 0-1 0 0,-1 1 1 0 0,0-2-1 0 0,1 1 1 0 0,-1 0-1 0 0,0 0 1 0 0,0 0-1 0 0,0 0 1 0 0,-1 1 0 0 0,-2 1-230 0 0,0 0 1 0 0,0-1 0 0 0,-1 1-1 0 0,1-1 1 0 0,-1 1 0 0 0,1-2-1 0 0,-1 1 1 0 0,0 0 0 0 0,-9 1-1 0 0,12-3 30 0 0,-31 16-878 0 0,31-15 1102 0 0,3 1 0 0 0,-1-1 38 0 0,0 1 0 0 0,0 0 0 0 0,1-1 1 0 0,-1 1-1 0 0,1-1 0 0 0,-1 1 0 0 0,1 0 0 0 0,0-1 0 0 0,-1 1 0 0 0,1-1 0 0 0,0 0 1 0 0,0 1-1 0 0,0-1 0 0 0,0 0 0 0 0,0 1 0 0 0,1-1 0 0 0,-1 0 0 0 0,0 0 1 0 0,1 0-1 0 0,-1 0 0 0 0,2 1 0 0 0,33 23 838 0 0,-6-8 561 0 0,-1 1-1 0 0,-1 0 0 0 0,37 33 1314 0 0,-65-49-2725 0 0,-1-1 1 0 0,0 0-1 0 0,0 0 0 0 0,0 0 1 0 0,1 0-1 0 0,-1 0 1 0 0,0 0-1 0 0,-1 0 0 0 0,1 0 1 0 0,0 0-1 0 0,0 0 0 0 0,0 0 1 0 0,-1 0-1 0 0,1-1 1 0 0,0 1-1 0 0,0-1 0 0 0,-1 1 1 0 0,1-1-1 0 0,-1 1 0 0 0,-1-1 1 0 0,-38 14 290 0 0,35-12-296 0 0,-7 2 35 0 0,0 0-1 0 0,1 1 1 0 0,-1 1-1 0 0,1 0 1 0 0,1 1 0 0 0,-1 0-1 0 0,-18 16 1 0 0,26-19-46 0 0,-1 1 0 0 0,1-1-1 0 0,0 1 1 0 0,0 0 0 0 0,0 1 0 0 0,1-1 0 0 0,0 1 0 0 0,0-1 0 0 0,1 1 0 0 0,-1 0 0 0 0,1 0-1 0 0,0 0 1 0 0,1 1 0 0 0,0-1 0 0 0,0 0 0 0 0,0 0 0 0 0,0 12 0 0 0,2-10 43 0 0,0 1 0 0 0,0 0 0 0 0,1-1 0 0 0,0 1 0 0 0,0-1 1 0 0,1 1-1 0 0,0-1 0 0 0,1 0 0 0 0,0 0 0 0 0,0-1 0 0 0,0 1 0 0 0,1-1 1 0 0,1 0-1 0 0,-1 0 0 0 0,1 0 0 0 0,0-1 0 0 0,0 0 0 0 0,1 0 0 0 0,9 6 1 0 0,-15-11-36 0 0,1 0 0 0 0,0 0 1 0 0,0 0-1 0 0,0 0 0 0 0,-1 0 0 0 0,1 0 1 0 0,0-1-1 0 0,0 1 0 0 0,0-1 1 0 0,0 1-1 0 0,1-1 0 0 0,-1 0 1 0 0,0 0-1 0 0,0 0 0 0 0,0 0 1 0 0,0 0-1 0 0,0 0 0 0 0,0-1 1 0 0,0 1-1 0 0,0-1 0 0 0,0 1 1 0 0,0-1-1 0 0,0 0 0 0 0,0 0 1 0 0,0 0-1 0 0,-1 0 0 0 0,1 0 1 0 0,0 0-1 0 0,-1 0 0 0 0,1-1 1 0 0,0 1-1 0 0,-1-1 0 0 0,0 1 1 0 0,1-1-1 0 0,-1 1 0 0 0,0-1 1 0 0,0 0-1 0 0,2-3 0 0 0,-2 3-95 0 0,0-1 0 0 0,0 0 0 0 0,-1 0 0 0 0,1 0 0 0 0,-1 0 0 0 0,1-1 0 0 0,-1 1 0 0 0,0 0-1 0 0,0 0 1 0 0,0 0 0 0 0,-1 0 0 0 0,1 0 0 0 0,-1 0 0 0 0,0 0 0 0 0,0 0 0 0 0,0 0 0 0 0,-2-5 0 0 0,-25-43-3660 0 0,27 49 3599 0 0,0 0 0 0 0,-1 0 0 0 0,1 0 0 0 0,-1 1 1 0 0,1-1-1 0 0,-1 0 0 0 0,0 1 0 0 0,0-1 0 0 0,0 1 0 0 0,0 0 1 0 0,0 0-1 0 0,0 0 0 0 0,0-1 0 0 0,0 2 0 0 0,0-1 0 0 0,-3-1 1 0 0,2 2-42 0 0,1-1 0 0 0,0 0 0 0 0,0 0 0 0 0,0 0 0 0 0,0 0 0 0 0,0 0 0 0 0,0 0 0 0 0,0 0 0 0 0,1-1 0 0 0,-1 1 0 0 0,0 0 0 0 0,1-1 0 0 0,-1 0 0 0 0,1 1 0 0 0,-1-1 0 0 0,1 0 0 0 0,-2-2 0 0 0,0-2-1716 0 0,-1 1 0 0 0,0 0 1 0 0,-1 1-1 0 0,1-1 1 0 0,-1 1-1 0 0,0 0 0 0 0,-10-7 1 0 0,2 2-1196 0 0</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24.407"/>
    </inkml:context>
    <inkml:brush xml:id="br0">
      <inkml:brushProperty name="width" value="0.05" units="cm"/>
      <inkml:brushProperty name="height" value="0.05" units="cm"/>
    </inkml:brush>
  </inkml:definitions>
  <inkml:trace contextRef="#ctx0" brushRef="#br0">133 180 4248 0 0,'0'0'5029'0'0,"-21"-21"-2473"0"0,2-1-1468 0 0,5 5-168 0 0,2 0-172 0 0,0 0-276 0 0,0-1-348 0 0,3 3-392 0 0,-9 0-1340 0 0,12 4-2200 0 0,1-4 428 0 0,0 4 227 0 0</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24.901"/>
    </inkml:context>
    <inkml:brush xml:id="br0">
      <inkml:brushProperty name="width" value="0.05" units="cm"/>
      <inkml:brushProperty name="height" value="0.05" units="cm"/>
    </inkml:brush>
  </inkml:definitions>
  <inkml:trace contextRef="#ctx0" brushRef="#br0">123 149 5857 0 0,'-2'1'502'0'0,"0"-1"1"0"0,1 1 0 0 0,-1-1 0 0 0,1 1-1 0 0,-1-1 1 0 0,0 0 0 0 0,1 0 0 0 0,-1 0-1 0 0,0 0 1 0 0,1 0 0 0 0,-1 0 0 0 0,0-1 0 0 0,1 1-1 0 0,-1 0 1 0 0,0-1 0 0 0,1 1 0 0 0,-1-1-1 0 0,1 0 1 0 0,-1 1 0 0 0,1-1 0 0 0,-3-2-1 0 0,0 0 426 0 0,0-1-1 0 0,0 1 0 0 0,0-1 0 0 0,0 0 1 0 0,1 0-1 0 0,-6-9 0 0 0,-17-35-1929 0 0,11 9-10416 0 0,3 17 1822 0 0</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25.245"/>
    </inkml:context>
    <inkml:brush xml:id="br0">
      <inkml:brushProperty name="width" value="0.05" units="cm"/>
      <inkml:brushProperty name="height" value="0.05" units="cm"/>
    </inkml:brush>
  </inkml:definitions>
  <inkml:trace contextRef="#ctx0" brushRef="#br0">19 97 7769 0 0,'2'-4'2048'0'0,"5"-18"11080"0"0,-6 16-12340 0 0,-8-10-1548 0 0,5 14-169 0 0,1-1 0 0 0,0 0 1 0 0,-1 0-1 0 0,1 0 1 0 0,0 0-1 0 0,1 0 0 0 0,-1 0 1 0 0,1 0-1 0 0,-1 0 0 0 0,1-4 1 0 0,-12-5-6271 0 0</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25.589"/>
    </inkml:context>
    <inkml:brush xml:id="br0">
      <inkml:brushProperty name="width" value="0.05" units="cm"/>
      <inkml:brushProperty name="height" value="0.05" units="cm"/>
    </inkml:brush>
  </inkml:definitions>
  <inkml:trace contextRef="#ctx0" brushRef="#br0">0 0 8793 0 0,'11'13'15709'0'0</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26.795"/>
    </inkml:context>
    <inkml:brush xml:id="br0">
      <inkml:brushProperty name="width" value="0.05" units="cm"/>
      <inkml:brushProperty name="height" value="0.05" units="cm"/>
    </inkml:brush>
  </inkml:definitions>
  <inkml:trace contextRef="#ctx0" brushRef="#br0">28 24 6245 0 0,'0'0'24185'0'0,"9"12"-23302"0"0,-3-10-4553 0 0,0-6 778 0 0,-37-22-17922 0 0,13 18 17921 0 0</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27.983"/>
    </inkml:context>
    <inkml:brush xml:id="br0">
      <inkml:brushProperty name="width" value="0.05" units="cm"/>
      <inkml:brushProperty name="height" value="0.05" units="cm"/>
    </inkml:brush>
  </inkml:definitions>
  <inkml:trace contextRef="#ctx0" brushRef="#br0">43 117 3836 0 0,'-19'3'7854'0'0,"-4"1"7018"0"0,41-17-13321 0 0,0 2 0 0 0,1 1 1 0 0,35-15-1 0 0,24 4-4688 0 0,106-4-14837 0 0,-99 16 13258 0 0,-56 5 1576 0 0,-2-2 292 0 0</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30.777"/>
    </inkml:context>
    <inkml:brush xml:id="br0">
      <inkml:brushProperty name="width" value="0.05" units="cm"/>
      <inkml:brushProperty name="height" value="0.05" units="cm"/>
    </inkml:brush>
  </inkml:definitions>
  <inkml:trace contextRef="#ctx0" brushRef="#br0">4 56 2568 0 0,'0'0'4991'0'0,"-3"-10"1609"0"0,15 9-6034 0 0,0 1-1 0 0,1 0 0 0 0,-1 1 0 0 0,0 1 1 0 0,20 4-1 0 0,-30-6 91 0 0,7-3 3103 0 0,-11-8-2567 0 0,0 8-1199 0 0,0 2 1 0 0,0-1-1 0 0,1 0 1 0 0,-1 0 0 0 0,0 0-1 0 0,0 1 1 0 0,0-1-1 0 0,-1 1 1 0 0,1 0-1 0 0,-4-2 1 0 0,5 2 79 0 0,-2 0-21 0 0,-6-4-33 0 0,-5-6 299 0 0,22 9 818 0 0,-6 2-957 0 0,0 1 0 0 0,0-1 0 0 0,0 1 1 0 0,0-1-1 0 0,0 1 0 0 0,0 0 1 0 0,0 0-1 0 0,0 0 0 0 0,0 0 0 0 0,0 0 1 0 0,0 0-1 0 0,0 1 0 0 0,1 1 0 0 0,-2-2 340 0 0</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31.453"/>
    </inkml:context>
    <inkml:brush xml:id="br0">
      <inkml:brushProperty name="width" value="0.05" units="cm"/>
      <inkml:brushProperty name="height" value="0.05" units="cm"/>
    </inkml:brush>
  </inkml:definitions>
  <inkml:trace contextRef="#ctx0" brushRef="#br0">0 0 3296 0 0,'0'0'12771'0'0,"5"4"-11941"0"0,35 23 2993 0 0,-38-26-3349 0 0,-1 0-275 0 0,1-1-1 0 0,-1 1 1 0 0,0-1 0 0 0,1 1 0 0 0,-1-1 0 0 0,1 1-1 0 0,-1-1 1 0 0,1 0 0 0 0,-1 0 0 0 0,0 0-1 0 0,1 1 1 0 0,-1-1 0 0 0,1-1 0 0 0,-1 1-1 0 0,1 0 1 0 0,-1 0 0 0 0,3-1 0 0 0,5-1 15 0 0,1 1 0 0 0,-1 0 0 0 0,0 0 0 0 0,1 1 1 0 0,-1 0-1 0 0,0 1 0 0 0,19 3 0 0 0,-27-3-75 0 0,9 0-393 0 0,-8-1 1143 0 0,-10 0 4610 0 0,-53-4-5464 0 0,60 4 20 0 0,-4-3-1639 0 0,1-3 1413 0 0,2 3 86 0 0,2 5-534 0 0,9 25 147 0 0,-7-21-456 0 0</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53.699"/>
    </inkml:context>
    <inkml:brush xml:id="br0">
      <inkml:brushProperty name="width" value="0.05" units="cm"/>
      <inkml:brushProperty name="height" value="0.05" units="cm"/>
    </inkml:brush>
  </inkml:definitions>
  <inkml:trace contextRef="#ctx0" brushRef="#br0">161 17 3376 0 0,'-10'-6'2399'0'0,"1"6"5060"0"0,3 2-6735 0 0,-1 0 1 0 0,1 0 0 0 0,-1 1-1 0 0,1 0 1 0 0,0 0-1 0 0,0 0 1 0 0,0 1-1 0 0,1 0 1 0 0,-11 9 0 0 0,-40 51 5647 0 0,50-56-5918 0 0,4-6-272 0 0,1 0 0 0 0,0 1 0 0 0,0-1 0 0 0,0 0 0 0 0,0 1 0 0 0,1-1 0 0 0,-1 1 0 0 0,1-1 0 0 0,0 1 0 0 0,-1-1 0 0 0,1 1 0 0 0,0 0 0 0 0,0-1 0 0 0,1 1 0 0 0,-1-1 0 0 0,0 1 0 0 0,1-1-1 0 0,1 4 1 0 0,-2-5-135 0 0,1 2 432 0 0,3-3-468 0 0,-1-1 1 0 0,1 0-1 0 0,0 0 0 0 0,0 0 1 0 0,-1-1-1 0 0,1 1 1 0 0,-1-1-1 0 0,0 0 0 0 0,1 0 1 0 0,-1 0-1 0 0,0 0 1 0 0,0-1-1 0 0,0 1 0 0 0,0-1 1 0 0,-1 0-1 0 0,1 0 1 0 0,-1 0-1 0 0,1 0 0 0 0,-1 0 1 0 0,2-5-1 0 0,0 1-28 0 0,0 1-1 0 0,-1-1 0 0 0,0 0 1 0 0,0 0-1 0 0,0 0 0 0 0,-1 0 1 0 0,0 0-1 0 0,-1 0 0 0 0,2-13 1 0 0,-3 18-9 0 0,-5-3-62 0 0,5 4 90 0 0,0 1-1 0 0,0-1 1 0 0,0 1 0 0 0,0-1 0 0 0,0 1-1 0 0,0-1 1 0 0,0 1 0 0 0,-1 0 0 0 0,1-1-1 0 0,0 1 1 0 0,0-1 0 0 0,-1 1 0 0 0,1 0-1 0 0,0-1 1 0 0,0 1 0 0 0,-1 0 0 0 0,1-1-1 0 0,0 1 1 0 0,-1 0 0 0 0,1 0 0 0 0,0-1-1 0 0,-1 1 1 0 0,1 0 0 0 0,-1 0 0 0 0,1 0 0 0 0,0-1-1 0 0,-1 1 1 0 0,1 0 0 0 0,-1 0 0 0 0,1 0-1 0 0,-1 0 1 0 0,1 0 0 0 0,-1 0 0 0 0,1 0-1 0 0,0 0 1 0 0,-1 0 0 0 0,1 0 0 0 0,-1 0-1 0 0,1 0 1 0 0,-1 0 0 0 0,1 0 0 0 0,0 1-1 0 0,-1-1 1 0 0,0 0 0 0 0,-7 5 76 0 0,1 1-1 0 0,0 0 1 0 0,0 0 0 0 0,0 1 0 0 0,1-1 0 0 0,-1 1-1 0 0,2 1 1 0 0,-8 10 0 0 0,12-16 13 0 0,-4 6 119 0 0,4-5-144 0 0,5-7 305 0 0,18-24-359 0 0,-14 5-12 0 0,-7-11 6 0 0,-2 29-75 0 0,0 1-391 0 0,4-5-905 0 0,-2 4-525 0 0</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54.417"/>
    </inkml:context>
    <inkml:brush xml:id="br0">
      <inkml:brushProperty name="width" value="0.05" units="cm"/>
      <inkml:brushProperty name="height" value="0.05" units="cm"/>
    </inkml:brush>
  </inkml:definitions>
  <inkml:trace contextRef="#ctx0" brushRef="#br0">302 33 6581 0 0,'0'0'12185'0'0,"-5"1"-11228"0"0,-6 2 5 0 0,0 1-1 0 0,0 1 1 0 0,1 0-1 0 0,0 0 1 0 0,0 1-1 0 0,0 0 1 0 0,-16 14-1 0 0,-35 29 2026 0 0,59-48-2321 0 0,-2 3-158 0 0,-1 0 276 0 0,13-48-377 0 0,-2 19-407 0 0,-6 7 0 0 0,-6 0 0 0 0,-2 8-9 0 0,7 10 1 0 0,-1-1 0 0 0,1 0 0 0 0,-1 1 0 0 0,0-1-1 0 0,0 1 1 0 0,1-1 0 0 0,-1 1 0 0 0,0 0 0 0 0,0 0-1 0 0,1 0 1 0 0,-1 0 0 0 0,0 0 0 0 0,0 0 0 0 0,1 0-1 0 0,-1 1 1 0 0,0-1 0 0 0,0 1 0 0 0,1-1 0 0 0,-1 1-1 0 0,0 0 1 0 0,1-1 0 0 0,-1 1 0 0 0,-1 2-1 0 0,-41 25 114 0 0,40-27-54 0 0,-24 29-1 0 0,21-17-50 0 0,7-13 0 0 0,0-1 0 0 0,0 1 0 0 0,0 0 0 0 0,0 0 0 0 0,1 0 0 0 0,-1 0 0 0 0,0 0 0 0 0,0 0 0 0 0,0 0 0 0 0,1 0 0 0 0,-1 0 0 0 0,0 0 0 0 0,0 0 0 0 0,0 0 0 0 0,0 0 0 0 0,1 1 0 0 0,-1-1 0 0 0,0 0 0 0 0,0 0 0 0 0,0 0 0 0 0,0 0 0 0 0,1 0 0 0 0,-1 0 0 0 0,0 0 0 0 0,0 0 0 0 0,0 0 0 0 0,0 1 0 0 0,0-1 0 0 0,1 0 0 0 0,-1 0 0 0 0,0 0 0 0 0,0 0 0 0 0,0 0 0 0 0,0 1 0 0 0,0-1 0 0 0,0 0 0 0 0,0 0 0 0 0,0 0 0 0 0,0 1 0 0 0,0-1 0 0 0,0 0 0 0 0,0 0 0 0 0,0 0 0 0 0,0 0 0 0 0,0 1 0 0 0,0-1 0 0 0,0 0 0 0 0,0 0 0 0 0,0 0 0 0 0,0 1 0 0 0,0-1 0 0 0,0 0 0 0 0,0 0 0 0 0,0 0 0 0 0,0 0 0 0 0,0 1 0 0 0,0-1 0 0 0,0 0 0 0 0,0 0 0 0 0,0 0 0 0 0,-1 0 0 0 0,1 0 0 0 0,0 1 0 0 0,0-1 0 0 0,0 0 0 0 0,0 0 0 0 0,0 0 0 0 0,-1 0 0 0 0,1 0 0 0 0,5 0 0 0 0,-2 0 0 0 0,0 0 0 0 0,0 0 0 0 0,0-1 0 0 0,0 0 0 0 0,0 1 0 0 0,0-1 0 0 0,0 0 0 0 0,0 0 0 0 0,0-1 0 0 0,0 1 0 0 0,-1-1 0 0 0,1 1 0 0 0,-1-1 0 0 0,1 0 0 0 0,-1 0 0 0 0,4-3 0 0 0,-2 2 0 0 0,1 1 0 0 0,-1-1 0 0 0,0 0 0 0 0,0 0 0 0 0,-1 0 0 0 0,1-1 0 0 0,-1 1 0 0 0,1-1 0 0 0,-1 0 0 0 0,0 0 0 0 0,0 0 0 0 0,-1 0 0 0 0,1 0 0 0 0,-1 0 0 0 0,2-7 0 0 0,2-3 0 0 0,-3 2-87 0 0,-2 9-355 0 0</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55.411"/>
    </inkml:context>
    <inkml:brush xml:id="br0">
      <inkml:brushProperty name="width" value="0.05" units="cm"/>
      <inkml:brushProperty name="height" value="0.05" units="cm"/>
    </inkml:brush>
  </inkml:definitions>
  <inkml:trace contextRef="#ctx0" brushRef="#br0">235 10 4472 0 0,'0'0'7448'0'0,"-7"-2"-6291"0"0,-20-5-55 0 0,24 7-658 0 0,-1 1-1 0 0,0 0 1 0 0,0 0-1 0 0,0 0 1 0 0,1 1-1 0 0,-1-1 1 0 0,1 1 0 0 0,-1-1-1 0 0,1 1 1 0 0,-1 1-1 0 0,1-1 1 0 0,0 0-1 0 0,-5 5 1 0 0,7-6-404 0 0,-7 6 889 0 0,-6 4 724 0 0,1 0 0 0 0,0 1 0 0 0,1 1 0 0 0,-19 23 0 0 0,30-34-622 0 0,0 1-496 0 0,1-3-506 0 0,-1 0 0 0 0,1 0 0 0 0,0 1 0 0 0,0-1 1 0 0,0 0-1 0 0,-1 0 0 0 0,1 0 0 0 0,0 1 0 0 0,0-1 0 0 0,0 0 1 0 0,0 0-1 0 0,0 1 0 0 0,-1-1 0 0 0,1 0 0 0 0,0 0 1 0 0,0 1-1 0 0,0-1 0 0 0,0 0 0 0 0,0 0 0 0 0,0 1 1 0 0,0-1-1 0 0,0 0 0 0 0,0 1 0 0 0,0-1 0 0 0,0 0 1 0 0,0 0-1 0 0,0 1 0 0 0,0-1 0 0 0,0 0 0 0 0,0 0 1 0 0,0 1-1 0 0,1-1 0 0 0,-1 0 0 0 0,0 0 0 0 0,0 1 0 0 0,0-1 1 0 0,0 0-1 0 0,0 0 0 0 0,1 0 0 0 0,-1 1 0 0 0,0-1 1 0 0,0 0-1 0 0,0 0 0 0 0,1 0 0 0 0,-1 0 0 0 0,0 1 1 0 0,0-1-1 0 0,0 0 0 0 0,1 0 0 0 0,-1 0 0 0 0,0 0 1 0 0,1 0-1 0 0,-1 0 0 0 0,30-4-27 0 0,-9-9-2 0 0,-108 109 0 0 0,76-83 0 0 0,6-1 0 0 0,5-11 0 0 0,-1 0 0 0 0,1-1 0 0 0,0 0 0 0 0,0 1 0 0 0,0-1 0 0 0,-1 0 0 0 0,1 1 0 0 0,0-1 0 0 0,0 0 0 0 0,0 1 0 0 0,0-1 0 0 0,0 0 0 0 0,0 1 0 0 0,0-1 0 0 0,0 1 0 0 0,0-1 0 0 0,0 0 0 0 0,0 1 0 0 0,0-1 0 0 0,0 0 0 0 0,0 1 0 0 0,0-1 0 0 0,0 1 0 0 0,0-1 0 0 0,0 0 0 0 0,1 1 0 0 0,-1-1 0 0 0,0 0 0 0 0,0 1 0 0 0,1 0 0 0 0,0-1 0 0 0,1 1 0 0 0,-1-1 0 0 0,1 0 0 0 0,-1 1 0 0 0,1-1 0 0 0,-1 0 0 0 0,1 0 0 0 0,-1 0 0 0 0,1 0 0 0 0,-1 0 0 0 0,1 0 0 0 0,-1 0 0 0 0,1-1 0 0 0,1 0 0 0 0,4 0 0 0 0,-5 0 0 0 0,1 1 0 0 0,-1-1 0 0 0,0 0 0 0 0,1-1 0 0 0,-1 1 0 0 0,0 0 0 0 0,0-1 0 0 0,0 1 0 0 0,0-1 0 0 0,0 0 0 0 0,0 1 0 0 0,0-1 0 0 0,0 0 0 0 0,1-2 0 0 0,31-35 0 0 0,-30 34 0 0 0,-1 1 0 0 0,0-1 0 0 0,0 0 0 0 0,-1 0 0 0 0,1 0 0 0 0,-1 0 0 0 0,0 0 0 0 0,-1 0 0 0 0,1 0 0 0 0,-1-1 0 0 0,1-8 0 0 0,-3-5 0 0 0,-5 2 0 0 0,-7 7 0 0 0,-7 7 0 0 0,-4 10-253 0 0,19-5-1141 0 0,6 0 555 0 0,-1-1 1 0 0,1 0-1 0 0,0 1 1 0 0,-1-1 0 0 0,1 1-1 0 0,0-1 1 0 0,0 0-1 0 0,0 0 1 0 0,0 0 0 0 0,0 1-1 0 0,0-1 1 0 0,0 0-1 0 0,1 0 1 0 0,-1 0 0 0 0,0-1-1 0 0,0 1 1 0 0,1 0-1 0 0,-1 0 1 0 0,1-1 0 0 0,-1 1-1 0 0,1-1 1 0 0,-1 1-1 0 0,1-1 1 0 0,-1 0 0 0 0,1 1-1 0 0,1-1 1 0 0,17-1-2842 0 0,12-10 677 0 0</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56.977"/>
    </inkml:context>
    <inkml:brush xml:id="br0">
      <inkml:brushProperty name="width" value="0.05" units="cm"/>
      <inkml:brushProperty name="height" value="0.05" units="cm"/>
    </inkml:brush>
  </inkml:definitions>
  <inkml:trace contextRef="#ctx0" brushRef="#br0">162 24 4616 0 0,'-2'-12'17737'0'0,"2"11"-17639"0"0,-1 1 1 0 0,1-1-1 0 0,0 0 0 0 0,-1 1 0 0 0,1-1 0 0 0,-1 0 0 0 0,1 1 0 0 0,-1-1 0 0 0,0 1 0 0 0,1-1 1 0 0,-1 0-1 0 0,0 1 0 0 0,1 0 0 0 0,-1-1 0 0 0,0 1 0 0 0,1-1 0 0 0,-1 1 0 0 0,0 0 0 0 0,0 0 1 0 0,1-1-1 0 0,-1 1 0 0 0,0 0 0 0 0,0 0 0 0 0,0 0 0 0 0,0 0 0 0 0,-1 0 0 0 0,-1 1 102 0 0,0 0 0 0 0,0 0-1 0 0,0 1 1 0 0,0-1 0 0 0,1 1 0 0 0,-1-1-1 0 0,0 1 1 0 0,-4 4 0 0 0,-2 1 8 0 0,-5 3 878 0 0,0 2-1 0 0,-24 24 1 0 0,37-34-764 0 0,-2-1-197 0 0,1 1-1 0 0,-1 0 0 0 0,0 0 0 0 0,1 1 0 0 0,0-1 1 0 0,0 0-1 0 0,-1 1 0 0 0,1-1 0 0 0,1 1 0 0 0,-1 0 0 0 0,-1 3 1 0 0,2-5 482 0 0,2 0-603 0 0,0-1 0 0 0,0-1 0 0 0,1 1 0 0 0,-1 0 0 0 0,0 0 1 0 0,0 0-1 0 0,0-1 0 0 0,0 1 0 0 0,1 0 0 0 0,-1-1 0 0 0,0 1 0 0 0,0-1 0 0 0,0 1 0 0 0,0-1 0 0 0,0 0 0 0 0,0 1 1 0 0,0-1-1 0 0,1-2 0 0 0,-1 3-14 0 0,0-1 1 0 0,0 0 0 0 0,0 0 0 0 0,0 0-1 0 0,0 1 1 0 0,0-1 0 0 0,0 0-1 0 0,0 1 1 0 0,0-1 0 0 0,0 1 0 0 0,0 0-1 0 0,0-1 1 0 0,0 1 0 0 0,1 0-1 0 0,-1-1 1 0 0,0 1 0 0 0,0 0 0 0 0,3 0-1 0 0,-3-1-109 0 0,1-1 0 0 0,-1 1 0 0 0,0-1 0 0 0,0 0 0 0 0,0 0-1 0 0,0 1 1 0 0,0-1 0 0 0,0 0 0 0 0,0 0 0 0 0,0 0 0 0 0,-1 0-1 0 0,1 0 1 0 0,-1 0 0 0 0,1 0 0 0 0,-1 0 0 0 0,0 0 0 0 0,0-4-1 0 0,-5 8 182 0 0,1-1 0 0 0,-1 1-1 0 0,1 0 1 0 0,0 0-1 0 0,-1 1 1 0 0,1-1-1 0 0,0 1 1 0 0,0 0-1 0 0,1 0 1 0 0,-1 0-1 0 0,1 1 1 0 0,-4 3 0 0 0,-2 6 648 0 0,14-16-13 0 0,7-7-1095 0 0,18-13-4239 0 0,-11-1-5908 0 0</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57.623"/>
    </inkml:context>
    <inkml:brush xml:id="br0">
      <inkml:brushProperty name="width" value="0.05" units="cm"/>
      <inkml:brushProperty name="height" value="0.05" units="cm"/>
    </inkml:brush>
  </inkml:definitions>
  <inkml:trace contextRef="#ctx0" brushRef="#br0">178 1 5529 0 0,'-61'37'10669'0'0,"54"-31"-9563"0"0,0 0 1 0 0,0 0-1 0 0,1 0 0 0 0,0 0 1 0 0,0 1-1 0 0,1 0 1 0 0,0 1-1 0 0,0-1 0 0 0,-7 16 1 0 0,11-21 189 0 0,1-2-1251 0 0,-1 0 1 0 0,1 0-1 0 0,0 1 1 0 0,-1-1-1 0 0,1 0 0 0 0,-1 0 1 0 0,1 1-1 0 0,0-1 1 0 0,-1 0-1 0 0,1 1 0 0 0,0-1 1 0 0,0 0-1 0 0,-1 1 1 0 0,1-1-1 0 0,0 1 1 0 0,0-1-1 0 0,-1 0 0 0 0,1 1 1 0 0,0-1-1 0 0,0 1 1 0 0,0-1-1 0 0,0 1 0 0 0,0-1 1 0 0,0 1-1 0 0,0-1 1 0 0,0 1-1 0 0,0-1 1 0 0,0 0-1 0 0,0 1 0 0 0,0-1 1 0 0,0 1-1 0 0,0-1 1 0 0,0 1-1 0 0,0-1 0 0 0,0 1 1 0 0,1-1-1 0 0,-1 0 1 0 0,0 1-1 0 0,1 0 0 0 0,5 16 2189 0 0,-5-15-2198 0 0,4-6-366 0 0,15-12 244 0 0,-19 14 45 0 0,1 0-1 0 0,-1-1 1 0 0,0 1-1 0 0,0 0 1 0 0,0-1-1 0 0,0 1 1 0 0,0-1-1 0 0,-1 1 1 0 0,1-1-1 0 0,-1 0 1 0 0,1 1-1 0 0,-1-1 1 0 0,0 0-1 0 0,0 1 1 0 0,0-1 0 0 0,0 0-1 0 0,-1-2 1 0 0,1 1-60 0 0,-1 0 6 0 0,-1-11 41 0 0,2 13 40 0 0,0 1-1 0 0,0-1 0 0 0,0 0 1 0 0,-1 0-1 0 0,1 0 0 0 0,-1 1 1 0 0,1-1-1 0 0,-1 0 1 0 0,0 1-1 0 0,0-1 0 0 0,1 1 1 0 0,-1-1-1 0 0,0 1 1 0 0,0-1-1 0 0,-2-1 0 0 0,2 3 32 0 0,1-1-1 0 0,-1 1 1 0 0,0 0-1 0 0,1 0 0 0 0,-1-1 1 0 0,0 1-1 0 0,1 0 1 0 0,-1 0-1 0 0,0 0 0 0 0,1 0 1 0 0,-1 0-1 0 0,0 0 1 0 0,1 0-1 0 0,-1 0 0 0 0,0 0 1 0 0,1 0-1 0 0,-1 1 1 0 0,0-1-1 0 0,1 0 0 0 0,-1 0 1 0 0,1 0-1 0 0,-1 1 1 0 0,0-1-1 0 0,1 0 0 0 0,-1 1 1 0 0,0 0-1 0 0,-5 4-493 0 0,0 1-1 0 0,0-1 0 0 0,1 1 1 0 0,0 1-1 0 0,-5 6 1 0 0,4-4-2151 0 0,1 0 2292 0 0,-2 16-11869 0 0</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4:58.960"/>
    </inkml:context>
    <inkml:brush xml:id="br0">
      <inkml:brushProperty name="width" value="0.05" units="cm"/>
      <inkml:brushProperty name="height" value="0.05" units="cm"/>
    </inkml:brush>
  </inkml:definitions>
  <inkml:trace contextRef="#ctx0" brushRef="#br0">201 4 4112 0 0,'0'0'6175'0'0,"-9"-3"-4131"0"0,1 4 4217 0 0,-14 12-2766 0 0,1 0 0 0 0,0 2 1 0 0,-26 23-1 0 0,47-38-3492 0 0,0 0 0 0 0,0 0 0 0 0,0 0 0 0 0,0 0 0 0 0,0 0 0 0 0,0 0 0 0 0,0 0 0 0 0,0 0 0 0 0,0 0 0 0 0,0-1 0 0 0,0 1 0 0 0,0 0-1 0 0,0 0 1 0 0,0 0 0 0 0,0 0 0 0 0,-1 0 0 0 0,1 0 0 0 0,0 0 0 0 0,0 0 0 0 0,0 0 0 0 0,0 0 0 0 0,0 0 0 0 0,0 0 0 0 0,0 0 0 0 0,0 0 0 0 0,0-1 0 0 0,0 1 0 0 0,0 0 0 0 0,0 0 0 0 0,0 0 0 0 0,0 0 0 0 0,0 0 0 0 0,-1 0 0 0 0,1 0 0 0 0,0 0 0 0 0,0 0 0 0 0,0 0-1 0 0,0 0 1 0 0,0 0 0 0 0,0 0 0 0 0,0 0 0 0 0,0 0 0 0 0,0 0 0 0 0,0 0 0 0 0,0 0 0 0 0,-1 0 0 0 0,1 0 0 0 0,0 0 0 0 0,0 0 0 0 0,0 0 0 0 0,0 0 0 0 0,0 0 0 0 0,0 0 0 0 0,0 0 0 0 0,0 1 0 0 0,0-1 0 0 0,0 0 0 0 0,0 0 0 0 0,6-24 16 0 0,-3 7-19 0 0,-5 5 0 0 0,-7 3 0 0 0,-7 7 0 0 0,-2 3 0 0 0,-1 3 0 0 0,8 1 0 0 0,11-5 0 0 0,-1 0 0 0 0,1 0 0 0 0,0 0 0 0 0,0 0 0 0 0,0 0 0 0 0,-1 1 0 0 0,1-1 0 0 0,0 0 0 0 0,0 0 0 0 0,0 0 0 0 0,0 0 0 0 0,0 1 0 0 0,0-1 0 0 0,-1 0 0 0 0,1 0 0 0 0,0 0 0 0 0,0 1 0 0 0,0-1 0 0 0,0 0 0 0 0,0 0 0 0 0,0 0 0 0 0,0 1 0 0 0,0-1 0 0 0,0 0 0 0 0,0 0 0 0 0,0 1 0 0 0,0-1 0 0 0,0 0 0 0 0,0 0 0 0 0,0 0 0 0 0,0 1 0 0 0,0-1 0 0 0,0 0 0 0 0,0 0 0 0 0,0 0 0 0 0,1 1 0 0 0,-1-1 0 0 0,0 0 0 0 0,0 0 0 0 0,0 0 0 0 0,0 1 0 0 0,1-1 0 0 0,18 5 0 0 0,4-10 0 0 0,-9 0 0 0 0,-1 3 0 0 0,1 5 0 0 0,-3 2 0 0 0,3-5 0 0 0,-1-7 0 0 0,-4 0 0 0 0,-3-3 0 0 0,-4-1-803 0 0</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5:14.734"/>
    </inkml:context>
    <inkml:brush xml:id="br0">
      <inkml:brushProperty name="width" value="0.035" units="cm"/>
      <inkml:brushProperty name="height" value="0.035" units="cm"/>
      <inkml:brushProperty name="color" value="#FF0066"/>
    </inkml:brush>
  </inkml:definitions>
  <inkml:trace contextRef="#ctx0" brushRef="#br0">854 10045 3604 0 0,'0'0'5017'0'0,"5"-3"-4363"0"0,17-8-8 0 0,-17 8 1554 0 0,-1-1-2347 0 0,9-11 14791 0 0,-11 10-11164 0 0,-18-188-811 0 0,13 150-2669 0 0,3-4 0 0 0,-3-124 0 0 0,1 114 0 0 0,-6-39 0 0 0,5 38 0 0 0,-3 1 0 0 0,-20-92 0 0 0,-43-198 0 0 0,15 58 0 0 0,-38-169 0 0 0,67 334 0 0 0,-13-47 0 0 0,-8-36 0 0 0,30 125 0 0 0,-115-520 0 0 0,116 538 0 0 0,-29-165 0 0 0,-11-42 0 0 0,16 71 0 0 0,9 38 0 0 0,-104-653 0 0 0,104 340 0 0 0,15 170 0 0 0,10 181 0 0 0,13-145 0 0 0,31-121 0 0 0,-34 348 0 0 0,83-509 0 0 0,-56 390 0 0 0,29-108 0 0 0,16-36 0 0 0,-28 102 0 0 0,127-536 0 0 0,-154 656 0 0 0,73-312 0 0 0,-78 330 0 0 0,2 1 0 0 0,37-84 0 0 0,-9 29 0 0 0,-39 99 0 0 0,1 1 0 0 0,1 0 0 0 0,1 1 0 0 0,0 0 0 0 0,1 0 0 0 0,1 1 0 0 0,1 1 0 0 0,0 0 0 0 0,31-25 0 0 0,-13 15 0 0 0,2 2 0 0 0,0 1 0 0 0,2 2 0 0 0,44-20 0 0 0,-70 37 0 0 0,3-2 0 0 0,-1 0 0 0 0,1 2 0 0 0,1-1 0 0 0,22-3 0 0 0,16-3 0 0 0,1 1 0 0 0,0 3 0 0 0,1 2 0 0 0,-1 3 0 0 0,61 5 0 0 0,-85-2 0 0 0,-20 1 0 0 0,13 7 0 0 0,0 5 0 0 0,35 30 0 0 0,-46-30 0 0 0,0-1 0 0 0,24 20 0 0 0,-11-12 0 0 0,-6-5 0 0 0,-1 1 0 0 0,-1 0 0 0 0,-1 2 0 0 0,0-1 0 0 0,-1 2 0 0 0,-1 0 0 0 0,-1 1 0 0 0,12 29 0 0 0,2 12 0 0 0,-2-4 0 0 0,-11-20 0 0 0,-1 1 0 0 0,-2 0 0 0 0,8 73 0 0 0,-12-71 0 0 0,14 80 0 0 0,24 216 0 0 0,-42-322 0 0 0,0 4 0 0 0,-1 1 0 0 0,1 1 0 0 0,1 35 0 0 0,-3-35 0 0 0,-2 1 0 0 0,1-1 0 0 0,1 3 0 0 0,-3 8 0 0 0,7 12 0 0 0,23 150 0 0 0,2 169 0 0 0,-20-300 0 0 0,-5-5 0 0 0,-4 63 0 0 0,-1 24 0 0 0,4 9 0 0 0,0-122 0 0 0,-3-26 0 0 0,-3 20 0 0 0,-2 33 0 0 0,-1 1 0 0 0,4-36 0 0 0,0-2 0 0 0,1 0 0 0 0,1-1 0 0 0,0-1 0 0 0,0 1 0 0 0,0 0 0 0 0,-2-1 0 0 0,1 1 0 0 0,1-8 0 0 0,-1 6 0 0 0,-2-12 0 0 0,-6 35 0 0 0,6-31 0 0 0,-10 71 0 0 0,3-24 0 0 0,2 21 0 0 0,0 0 0 0 0,0 10 0 0 0,3-27 0 0 0,2 19 0 0 0,-13 127 0 0 0,7-138 0 0 0,-43 292 0 0 0,29-189 0 0 0,4-21 0 0 0,2-56 0 0 0,4 0 0 0 0,0 115 0 0 0,0 215 0 0 0,26-169 0 0 0,0 204 0 0 0,-10-407 0 0 0,3 1 0 0 0,16 74 0 0 0,-5-40 0 0 0,30 190 0 0 0,-17-72 0 0 0,7 17 0 0 0,-31-194 0 0 0,37 121 0 0 0,-28-106 0 0 0,-1 1 0 0 0,6 47 0 0 0,23 112 0 0 0,-27-147 0 0 0,-3 0 0 0 0,-3 1 0 0 0,4 91 0 0 0,4 257 0 0 0,-31-132 0 0 0,13-252 0 0 0,-13 448 0 0 0,10-395 0 0 0,-5-9 0 0 0,-2-1 0 0 0,-35 121 0 0 0,32-133 0 0 0,7-28 0 0 0,7-19 0 0 0,-12 60 0 0 0,-1 6 0 0 0,5-37 0 0 0,-4 1 0 0 0,5-23 0 0 0,0 1 0 0 0,-21 75 0 0 0,23-71 0 0 0,-1-1 0 0 0,0-3 0 0 0,0 1 0 0 0,0 0 0 0 0,0-1 0 0 0,1 2 0 0 0,-1-1 0 0 0,-3 0 0 0 0,2-2 0 0 0,0 4 0 0 0,0-3 0 0 0,0 0 0 0 0,3 0 0 0 0,-1 0 0 0 0,2-5 0 0 0,-4-2-439 0 0,3 1-2818 0 0,0 15-8101 0 0,1-7-1539 0 0</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5:19.680"/>
    </inkml:context>
    <inkml:brush xml:id="br0">
      <inkml:brushProperty name="width" value="0.035" units="cm"/>
      <inkml:brushProperty name="height" value="0.035" units="cm"/>
      <inkml:brushProperty name="color" value="#FF0066"/>
    </inkml:brush>
  </inkml:definitions>
  <inkml:trace contextRef="#ctx0" brushRef="#br0">533 10251 2476 0 0,'0'0'16514'0'0,"-5"-2"-16067"0"0,3 1-176 0 0,0 0 0 0 0,0 0 0 0 0,0 0 0 0 0,0 0 0 0 0,0-1 1 0 0,0 1-1 0 0,0-1 0 0 0,1 1 0 0 0,-1-1 0 0 0,1 0 0 0 0,-1 1 0 0 0,1-1 0 0 0,0 0 0 0 0,-1 0 0 0 0,-1-4 0 0 0,2 3 217 0 0,-5-34 1860 0 0,2 15-1653 0 0,1 0-1 0 0,1 0 0 0 0,2-41 1 0 0,0 48-623 0 0,2-91 275 0 0,0 53-5 0 0,-1 0 1 0 0,-3 0-1 0 0,-2 1 0 0 0,-14-64 1 0 0,-58-268 233 0 0,-10-41 96 0 0,60 304-672 0 0,-10-128 0 0 0,-9-46 0 0 0,-52-463 0 0 0,89 670 0 0 0,-46-706 0 0 0,42 593 0 0 0,-8-381 0 0 0,16 392 0 0 0,4-491 0 0 0,2 613 0 0 0,28-408 0 0 0,2 310 0 0 0,8 2 0 0 0,63-167 0 0 0,-61 202 0 0 0,122-365 0 0 0,-92 282 0 0 0,26-70 0 0 0,-32 101 0 0 0,48-120 0 0 0,-35 110 0 0 0,101-218 0 0 0,-40 109 0 0 0,40-77 0 0 0,-114 249 0 0 0,-12 21 0 0 0,77-114 0 0 0,-115 199 0 0 0,162-215 0 0 0,-169 225 0 0 0,-1 2 0 0 0,4 0 0 0 0,5 2 0 0 0,10 10 0 0 0,-18-1 0 0 0,26 8 0 0 0,-34-9 0 0 0,10 4 0 0 0,1 0 0 0 0,0 1 0 0 0,-1 0 0 0 0,0 0 0 0 0,0 1 0 0 0,-1 1 0 0 0,1 0 0 0 0,-1 0 0 0 0,-1 1 0 0 0,15 14 0 0 0,-7-2 0 0 0,0 1 0 0 0,-1 0 0 0 0,-2 1 0 0 0,0 0 0 0 0,-1 1 0 0 0,17 44 0 0 0,42 157 0 0 0,-47-135 0 0 0,15 69 0 0 0,29 230 0 0 0,-55-244 0 0 0,-5 1 0 0 0,-16 216 0 0 0,2-159 0 0 0,-6 76 0 0 0,-19 262 0 0 0,20-282 0 0 0,-54 412 0 0 0,27-352 0 0 0,-8 444 0 0 0,42-706 0 0 0,-29 843 0 0 0,36-615 0 0 0,11 0 0 0 0,58 304 0 0 0,-35-372 0 0 0,21 169 0 0 0,-16 227 0 0 0,-39-527 0 0 0,2 261 0 0 0,-81 360 0 0 0,56-581 0 0 0,-40 208 0 0 0,15-185 0 0 0,44-141 0 0 0,-17 51 0 0 0,12-45 0 0 0,1 2 0 0 0,-12 39 0 0 0,11-40 0 0 0,-2-2 0 0 0,5 0 0 0 0,-2-1 0 0 0,-1 3 0 0 0,1-1 0 0 0,0-2 0 0 0,-26 64 0 0 0,19-52 0 0 0,1 0 0 0 0,-13 48 0 0 0,20-58 0 0 0,0-2 0 0 0,-2 0 0 0 0,0 1 0 0 0,4 0 0 0 0,1 1-2742 0 0,0-13 2818 0 0,0 1-1 0 0,0-1 1 0 0,0 0 0 0 0,0 1-1 0 0,0-1 1 0 0,1 1 0 0 0,-1-1-1 0 0,0 0 1 0 0,0 1 0 0 0,0-1 0 0 0,1 0-1 0 0,-1 1 1 0 0,0-1 0 0 0,0 0-1 0 0,1 1 1 0 0,-1-1 0 0 0,0 0-1 0 0,1 0 1 0 0,-1 1 0 0 0,0-1-1 0 0,1 0 1 0 0,-1 0 0 0 0,0 1-1 0 0,1-1 1 0 0,-1 0 0 0 0,0 0 0 0 0,1 0-1 0 0,-1 0 1 0 0,1 0 0 0 0,-1 0-1 0 0,1 0 1 0 0</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5:31.421"/>
    </inkml:context>
    <inkml:brush xml:id="br0">
      <inkml:brushProperty name="width" value="0.035" units="cm"/>
      <inkml:brushProperty name="height" value="0.035" units="cm"/>
      <inkml:brushProperty name="color" value="#FF0066"/>
    </inkml:brush>
  </inkml:definitions>
  <inkml:trace contextRef="#ctx0" brushRef="#br0">855 146 5569 0 0,'19'-10'2954'0'0,"19"-22"21237"0"0,-68 27-25088 0 0,24 3 742 0 0,-3-3-1311 0 0,8 5 1261 0 0,0 0 0 0 0,0-1-1 0 0,0 1 1 0 0,0 0 0 0 0,0-1 0 0 0,0 1-1 0 0,0-1 1 0 0,0 0 0 0 0,1 1 0 0 0,-1-1-1 0 0,0 1 1 0 0,0-1 0 0 0,0 0 0 0 0,1 0-1 0 0,-1 1 1 0 0,0-1 0 0 0,0-1 0 0 0,0-1-84 0 0,1 0 1 0 0,-1 0-1 0 0,1 0 1 0 0,-1 0-1 0 0,1-1 1 0 0,0 1 0 0 0,0 0-1 0 0,1 0 1 0 0,-1 0-1 0 0,1 0 1 0 0,-1 0-1 0 0,1 0 1 0 0,0 0-1 0 0,0 1 1 0 0,0-1-1 0 0,0 0 1 0 0,1 0-1 0 0,-1 1 1 0 0,4-6 0 0 0,-3 6 145 0 0,-2 2 93 0 0,0-1 0 0 0,0 1 0 0 0,0-1 0 0 0,0 0 0 0 0,0 1 0 0 0,1-1 0 0 0,-1 0 0 0 0,0 1 0 0 0,0-1 0 0 0,0 1 0 0 0,1-1 0 0 0,-1 1 0 0 0,0-1 0 0 0,1 1-1 0 0,-1-1 1 0 0,0 1 0 0 0,1-1 0 0 0,-1 1 0 0 0,1-1 0 0 0,-1 1 0 0 0,0-1 0 0 0,1 1 0 0 0,-1 0 0 0 0,1-1 0 0 0,0 1 0 0 0,-1 0 0 0 0,1-1 0 0 0,-1 1 0 0 0,1 0 0 0 0,0 0 0 0 0,22 22 21 0 0,-22-21 53 0 0,-6 17 1 0 0,0-9 89 0 0,-1-1-1 0 0,-1 0 1 0 0,1 0 0 0 0,-2 0-1 0 0,1-1 1 0 0,-1 0 0 0 0,0 0-1 0 0,0-1 1 0 0,0 0-1 0 0,-13 6 1 0 0,-32 27 885 0 0,-11 11 103 0 0,62-48-1053 0 0,-22 18 89 0 0,24-19-162 0 0,0 0 0 0 0,0 0 0 0 0,0 0 0 0 0,0 0 1 0 0,1 0-1 0 0,-1 0 0 0 0,0 0 0 0 0,0 0 0 0 0,1-1 1 0 0,-1 1-1 0 0,1 0 0 0 0,-1 0 0 0 0,1 0 0 0 0,-1 0 0 0 0,1-1 1 0 0,-1 1-1 0 0,1 0 0 0 0,0-1 0 0 0,-1 1 0 0 0,1 0 1 0 0,0-1-1 0 0,0 1 0 0 0,-1-1 0 0 0,1 1 0 0 0,0-1 0 0 0,0 1 1 0 0,0-1-1 0 0,0 0 0 0 0,0 1 0 0 0,0-1 70 0 0,3 2-121 0 0,59 6-365 0 0,60 10 317 0 0,-120-18 236 0 0,-1 0-73 0 0,-1 0 0 0 0,0 0-1 0 0,0 0 1 0 0,0 0 0 0 0,0 0 0 0 0,0 0-1 0 0,1 0 1 0 0,-1 0 0 0 0,0 0-1 0 0,0 0 1 0 0,0 1 0 0 0,0-1 0 0 0,0 0-1 0 0,0 1 1 0 0,0-1 0 0 0,0 1 0 0 0,0 0-1 0 0,0-1 1 0 0,0 1 0 0 0,0 0-1 0 0,0-1 1 0 0,0 1 0 0 0,0 0 0 0 0,-1 0-1 0 0,1 0 1 0 0,1 1 0 0 0,-2 0 0 0 0,0 0-1 0 0,0-1 1 0 0,0 1 0 0 0,0 0 0 0 0,0-1 0 0 0,0 1 0 0 0,0 0 0 0 0,-1-1 0 0 0,1 1-1 0 0,-1-1 1 0 0,0 1 0 0 0,1 0 0 0 0,-1-1 0 0 0,0 1 0 0 0,0-1 0 0 0,-1 2 0 0 0,-9 13 323 0 0,-1-2 0 0 0,-24 23 0 0 0,23-23 137 0 0,-148 153 3685 0 0,155-161-4041 0 0,1 0 0 0 0,0 1 0 0 0,1-1 0 0 0,0 1 0 0 0,0 1 0 0 0,0-1 1 0 0,1 0-1 0 0,0 1 0 0 0,-4 15 0 0 0,6-20-94 0 0,9 17-480 0 0,-3-19 195 0 0,1 1 0 0 0,-1-1 0 0 0,1 0 0 0 0,-1 0 0 0 0,1-1 1 0 0,-1 1-1 0 0,7-2 0 0 0,-8 1-100 0 0,0-1-14 0 0,64-21-1455 0 0,-66 21 1705 0 0,-12 3-647 0 0,-229 81 1952 0 0,71-21-515 0 0,93-36-3309 0 0,73-26 2071 0 0,-1-1-1942 0 0,2 1 2525 0 0,0 0-143 0 0,0 0 1 0 0,1 0-1 0 0,-1-1 1 0 0,0 1-1 0 0,0 0 0 0 0,0 0 1 0 0,0-1-1 0 0,0 1 1 0 0,0-1-1 0 0,1 1 1 0 0,-1-1-1 0 0,0 1 1 0 0,0-1-1 0 0,1 1 1 0 0,-1-1-1 0 0,0 0 1 0 0,1 1-1 0 0,-1-1 0 0 0,1 0 1 0 0,-1 0-1 0 0,1 0 1 0 0,-1 1-1 0 0,1-1 1 0 0,-1 0-1 0 0,0-2 1 0 0,1 1-324 0 0,1-16-1568 0 0,12-5 1243 0 0,-11 21 629 0 0,20-22 82 0 0,-15 22 214 0 0,-1 0 0 0 0,1 0 1 0 0,0 1-1 0 0,0 0 0 0 0,0 0 1 0 0,-1 0-1 0 0,14 2 0 0 0,1-2 95 0 0,-17 1-96 0 0,11 5 1444 0 0,-13-3-1413 0 0,0 0-1 0 0,-1 0 1 0 0,1 0-1 0 0,-1 0 1 0 0,0 0-1 0 0,1 0 1 0 0,-1 0-1 0 0,0 0 1 0 0,0 1-1 0 0,-1-1 1 0 0,1 0-1 0 0,0 1 1 0 0,-1-1-1 0 0,1 4 1 0 0,-1-3 414 0 0,-1 2 4 0 0,-2 7-285 0 0,-1-1 0 0 0,0 1 0 0 0,0-1 0 0 0,-1 1 0 0 0,-1-1 0 0 0,0-1-1 0 0,0 1 1 0 0,-1-1 0 0 0,-1 0 0 0 0,1-1 0 0 0,-2 1 0 0 0,1-2 0 0 0,-16 13 0 0 0,11-10-1136 0 0,-1-2 1 0 0,-1 0 0 0 0,1-1 0 0 0,-1 0 0 0 0,-28 10 0 0 0,18-9-3538 0 0,0-1 1 0 0,0-1 0 0 0,-43 6-1 0 0,34-9 1339 0 0</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5:32.438"/>
    </inkml:context>
    <inkml:brush xml:id="br0">
      <inkml:brushProperty name="width" value="0.035" units="cm"/>
      <inkml:brushProperty name="height" value="0.035" units="cm"/>
      <inkml:brushProperty name="color" value="#FF0066"/>
    </inkml:brush>
  </inkml:definitions>
  <inkml:trace contextRef="#ctx0" brushRef="#br0">811 0 6501 0 0,'0'0'13568'0'0,"-7"1"-12370"0"0,-3 2-486 0 0,0 1 1 0 0,0-1-1 0 0,1 2 1 0 0,0-1 0 0 0,0 1-1 0 0,0 1 1 0 0,0 0 0 0 0,1 0-1 0 0,0 0 1 0 0,-11 12-1 0 0,2-3 197 0 0,11-10-679 0 0,1-1-1 0 0,0 2 0 0 0,0-1 1 0 0,1 0-1 0 0,-1 1 1 0 0,1 0-1 0 0,0 0 0 0 0,1 0 1 0 0,-1 0-1 0 0,1 1 1 0 0,-2 7-1 0 0,-1 2-229 0 0,2-2 0 0 0,5-1 0 0 0,0-11-91 0 0,-1 0 0 0 0,1 0 0 0 0,0-1 0 0 0,0 1 0 0 0,0 0 0 0 0,0-1 0 0 0,0 1 0 0 0,0-1 0 0 0,0 1 0 0 0,1-1 0 0 0,-1 0 0 0 0,0 1 0 0 0,1-1 0 0 0,-1 0 0 0 0,1 0 0 0 0,0 0 0 0 0,-1 0 0 0 0,1 0 0 0 0,0 0 0 0 0,0-1 0 0 0,-1 1 0 0 0,1-1 0 0 0,0 1 0 0 0,0-1 0 0 0,0 1 0 0 0,0-1 0 0 0,-1 0 0 0 0,1 0 0 0 0,0 0 0 0 0,0 0 0 0 0,0 0 0 0 0,0-1 0 0 0,0 1 0 0 0,0-1 0 0 0,3 0 0 0 0,3 0-730 0 0,51-12-3217 0 0,-57 13 3964 0 0,-7 4 304 0 0,-175 138 4175 0 0,127-102-3679 0 0,2-5 246 0 0,49-34-839 0 0,2-1-129 0 0,0 0 0 0 0,0 0 1 0 0,0 1-1 0 0,0-1 0 0 0,0 0 1 0 0,0 0-1 0 0,0 0 0 0 0,0 1 1 0 0,-1-1-1 0 0,1 0 0 0 0,0 0 1 0 0,0 0-1 0 0,0 0 0 0 0,0 1 1 0 0,0-1-1 0 0,0 0 1 0 0,0 0-1 0 0,0 0 0 0 0,-1 0 1 0 0,1 0-1 0 0,0 0 0 0 0,0 1 1 0 0,0-1-1 0 0,0 0 0 0 0,-1 0 1 0 0,1 0-1 0 0,0 0 0 0 0,0 0 1 0 0,0 0-1 0 0,0 0 1 0 0,-1 0-1 0 0,1 0 0 0 0,0 0 1 0 0,0 0-1 0 0,0 0 0 0 0,-1 0 1 0 0,1 0-1 0 0,0 0 0 0 0,0 0 1 0 0,0 0-1 0 0,0 0 0 0 0,-1 0 1 0 0,1 0-1 0 0,0 0 1 0 0,0 0-1 0 0,0 0 0 0 0,-15-6 203 0 0,-9-14-15 0 0,-2-36-115 0 0,20 39-118 0 0,-1 1 0 0 0,-1 0 0 0 0,0 1 0 0 0,-17-23 0 0 0,22 34 30 0 0,-1 0 0 0 0,1 0 1 0 0,-1 0-1 0 0,-1 0 0 0 0,1 1 1 0 0,0-1-1 0 0,-1 1 0 0 0,0 0 0 0 0,1 1 1 0 0,-1-1-1 0 0,0 1 0 0 0,-1 0 1 0 0,1 0-1 0 0,0 1 0 0 0,-1 0 1 0 0,1-1-1 0 0,0 2 0 0 0,-1-1 1 0 0,-8 1-1 0 0,3-1 93 0 0,0 2 1 0 0,0 0-1 0 0,0 0 0 0 0,0 1 1 0 0,0 0-1 0 0,0 1 0 0 0,0 0 1 0 0,1 1-1 0 0,-1 0 0 0 0,1 1 1 0 0,0 0-1 0 0,1 0 0 0 0,-1 1 1 0 0,1 0-1 0 0,0 1 0 0 0,0 0 1 0 0,-9 10-1 0 0,9-7-82 0 0,-1 3 0 0 0,2 0 0 0 0,8-13 0 0 0,0 0 0 0 0,-1 0 0 0 0,1 1 0 0 0,0-1 0 0 0,0 0 0 0 0,0 0 0 0 0,0 1 0 0 0,-1-1 0 0 0,1 0 0 0 0,0 1 0 0 0,0-1 0 0 0,0 0 0 0 0,0 1 0 0 0,0-1 0 0 0,0 0 0 0 0,0 1 0 0 0,0-1 0 0 0,0 0 0 0 0,0 1 0 0 0,0-1 0 0 0,0 0 0 0 0,0 1 0 0 0,0-1 0 0 0,0 0 0 0 0,0 0 0 0 0,0 1 0 0 0,1-1 0 0 0,-1 0 0 0 0,0 1 0 0 0,0-1 0 0 0,0 0 0 0 0,0 0 0 0 0,1 1 0 0 0,-1-1 0 0 0,0 0 0 0 0,0 0 0 0 0,1 1 0 0 0,28 2 0 0 0,-20-4 73 0 0,0-1 1 0 0,0 0-1 0 0,-1 0 1 0 0,1-1-1 0 0,10-5 1 0 0,42-28-6583 0 0,-41 21 1093 0 0,0-1 0 0 0,-2-1-1 0 0,26-30 1 0 0,-30 28 2326 0 0</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5:32.795"/>
    </inkml:context>
    <inkml:brush xml:id="br0">
      <inkml:brushProperty name="width" value="0.035" units="cm"/>
      <inkml:brushProperty name="height" value="0.035" units="cm"/>
      <inkml:brushProperty name="color" value="#FF0066"/>
    </inkml:brush>
  </inkml:definitions>
  <inkml:trace contextRef="#ctx0" brushRef="#br0">9 75 7513 0 0,'-2'-1'9173'0'0,"-4"-3"-8771"0"0,6-5 6830 0 0,19 1-6681 0 0,0 1 1 0 0,0 1 0 0 0,40-8-1 0 0,4 5-4138 0 0,2 1-3307 0 0,-2 1-3566 0 0,-44 5 7279 0 0</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5:33.174"/>
    </inkml:context>
    <inkml:brush xml:id="br0">
      <inkml:brushProperty name="width" value="0.035" units="cm"/>
      <inkml:brushProperty name="height" value="0.035" units="cm"/>
      <inkml:brushProperty name="color" value="#FF0066"/>
    </inkml:brush>
  </inkml:definitions>
  <inkml:trace contextRef="#ctx0" brushRef="#br0">38 19 10729 0 0,'0'0'3572'0'0,"-19"-6"2461"0"0,11 0 2128 0 0,-3-1-7217 0 0</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5:34.479"/>
    </inkml:context>
    <inkml:brush xml:id="br0">
      <inkml:brushProperty name="width" value="0.035" units="cm"/>
      <inkml:brushProperty name="height" value="0.035" units="cm"/>
      <inkml:brushProperty name="color" value="#FF0066"/>
    </inkml:brush>
  </inkml:definitions>
  <inkml:trace contextRef="#ctx0" brushRef="#br0">536 248 7985 0 0,'0'0'2588'0'0,"-19"-3"1996"0"0,15 2-865 0 0,-41-22 4555 0 0,-1-12-4506 0 0,34 23-3826 0 0,0 1-1 0 0,0-2 1 0 0,2 1-1 0 0,-1-1 1 0 0,2-1-1 0 0,0 0 1 0 0,0 0 0 0 0,-9-24-1 0 0,17 36-180 0 0,0-5-115 0 0,1 7 321 0 0,0 0 0 0 0,0-1 0 0 0,-1 1 0 0 0,1 0 0 0 0,0-1 1 0 0,0 1-1 0 0,0 0 0 0 0,-1-1 0 0 0,1 1 0 0 0,0 0 0 0 0,0-1 0 0 0,0 1 0 0 0,0 0 0 0 0,0-1 0 0 0,0 1 0 0 0,0-1 0 0 0,0 1 1 0 0,0 0-1 0 0,0-1 0 0 0,0 1 0 0 0,0-1 0 0 0,0 1 0 0 0,0 0 0 0 0,0-1 0 0 0,0 1 0 0 0,0-1 0 0 0,1 1 0 0 0,-1 0 1 0 0,0-1-1 0 0,0 1 0 0 0,0 0 0 0 0,1-1 0 0 0,-1 1 0 0 0,4-3-151 0 0,-1 0 1 0 0,0 1-1 0 0,1 0 0 0 0,0 0 1 0 0,0 0-1 0 0,-1 0 0 0 0,1 1 1 0 0,0-1-1 0 0,0 1 0 0 0,0 0 1 0 0,1 0-1 0 0,-1 1 0 0 0,0-1 1 0 0,0 1-1 0 0,0 0 0 0 0,0 0 1 0 0,1 0-1 0 0,-1 0 0 0 0,0 1 1 0 0,7 2-1 0 0,15 2-1487 0 0,49 16 0 0 0,-72-20 1531 0 0,26 6-842 0 0,-23-6 904 0 0,-1 0 0 0 0,0 1 1 0 0,0-1-1 0 0,0 1 1 0 0,0 0-1 0 0,0 0 0 0 0,0 0 1 0 0,0 1-1 0 0,7 5 0 0 0,-11-7 137 0 0,-2 1-33 0 0,1 1 0 0 0,-1-1 0 0 0,0 0 0 0 0,-1 1 0 0 0,1-1 0 0 0,0 0 0 0 0,-1 0 0 0 0,1 0 0 0 0,-1 0 0 0 0,0 0 0 0 0,1 0 1 0 0,-1 0-1 0 0,0-1 0 0 0,-3 3 0 0 0,-31 25 594 0 0,36-28-600 0 0,-45 38 1531 0 0,1 2 0 0 0,-42 52 1 0 0,9-9 1201 0 0,62-69-2332 0 0,-37 39 1067 0 0,-73 59 0 0 0,106-100-1401 0 0,-8-3-10242 0 0,26-10 9395 0 0,-1 0-1 0 0,1 0 1 0 0,-1 0-1 0 0,1 0 1 0 0,-1 0-1 0 0,1-1 1 0 0,-1 1 0 0 0,1 0-1 0 0,-1-1 1 0 0,1 1-1 0 0,-1-1 1 0 0,1 1-1 0 0,0-1 1 0 0,-1 0-1 0 0,1 0 1 0 0,-1 0-1 0 0,-14-18-4081 0 0,8 5 1900 0 0</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5:34.857"/>
    </inkml:context>
    <inkml:brush xml:id="br0">
      <inkml:brushProperty name="width" value="0.035" units="cm"/>
      <inkml:brushProperty name="height" value="0.035" units="cm"/>
      <inkml:brushProperty name="color" value="#FF0066"/>
    </inkml:brush>
  </inkml:definitions>
  <inkml:trace contextRef="#ctx0" brushRef="#br0">14 56 8569 0 0,'0'0'3052'0'0,"-5"-18"2241"0"0,3 4-1413 0 0,2 2-1768 0 0,-7 0-2432 0 0,40 34-17434 0 0</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5:35.208"/>
    </inkml:context>
    <inkml:brush xml:id="br0">
      <inkml:brushProperty name="width" value="0.035" units="cm"/>
      <inkml:brushProperty name="height" value="0.035" units="cm"/>
      <inkml:brushProperty name="color" value="#FF0066"/>
    </inkml:brush>
  </inkml:definitions>
  <inkml:trace contextRef="#ctx0" brushRef="#br0">0 1 6817 0 0,'0'0'9709'0'0,"16"0"-6197"0"0,-6 0-5940 0 0</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5:35.951"/>
    </inkml:context>
    <inkml:brush xml:id="br0">
      <inkml:brushProperty name="width" value="0.035" units="cm"/>
      <inkml:brushProperty name="height" value="0.035" units="cm"/>
      <inkml:brushProperty name="color" value="#FF0066"/>
    </inkml:brush>
  </inkml:definitions>
  <inkml:trace contextRef="#ctx0" brushRef="#br0">882 29 5557 0 0,'-11'-29'20780'0'0,"9"57"-20426"0"0,1-20 11 0 0,4 27 430 0 0,-3-29-672 0 0,1 13 367 0 0,-2 1 0 0 0,-4 31 0 0 0,3-43-439 0 0,0 0 0 0 0,-1 0 0 0 0,0 0-1 0 0,0-1 1 0 0,-1 1 0 0 0,0-1-1 0 0,-1 1 1 0 0,-8 10 0 0 0,13-17-137 0 0,-1 0-1 0 0,0 0 1 0 0,0 1 0 0 0,0-1 0 0 0,0 0-1 0 0,0 0 1 0 0,0 0 0 0 0,-1 0 0 0 0,1 0 0 0 0,0 0-1 0 0,-1 0 1 0 0,1-1 0 0 0,0 1 0 0 0,-1 0-1 0 0,1-1 1 0 0,-3 1 0 0 0,3-1-15 0 0,0 0 0 0 0,0 0-1 0 0,1 0 1 0 0,-1 0 0 0 0,0 0 0 0 0,0-1-1 0 0,0 1 1 0 0,1 0 0 0 0,-1-1 0 0 0,0 1 0 0 0,0 0-1 0 0,1-1 1 0 0,-1 1 0 0 0,0-1 0 0 0,1 1 0 0 0,-1-1-1 0 0,0 0 1 0 0,1 1 0 0 0,-1-1 0 0 0,1 1-1 0 0,-1-1 1 0 0,0-1 0 0 0,-3-6-330 0 0,1 0-1 0 0,-1 0 1 0 0,1 0-1 0 0,1-1 1 0 0,-2-9-1 0 0,3 16 418 0 0,1 1 0 0 0,0-1-1 0 0,0 0 1 0 0,-1 1 0 0 0,1-1-1 0 0,-1 1 1 0 0,1-1 0 0 0,-1 1-1 0 0,0 0 1 0 0,0-1 0 0 0,1 1-1 0 0,-1 0 1 0 0,0-1 0 0 0,0 1-1 0 0,0 0 1 0 0,0 0 0 0 0,-1 0 0 0 0,1 0-1 0 0,0 0 1 0 0,0 0 0 0 0,-1 0-1 0 0,1 0 1 0 0,0 0 0 0 0,-1 1-1 0 0,1-1 1 0 0,-1 0 0 0 0,1 1-1 0 0,-1-1 1 0 0,-1 1 0 0 0,0-1 440 0 0,-1 3-121 0 0,-4 2 75 0 0,0 1 0 0 0,0 0 0 0 0,1 0 0 0 0,0 1-1 0 0,0 0 1 0 0,0 0 0 0 0,-10 13 0 0 0,-45 63 2452 0 0,38-49-2042 0 0,-3 0 9 0 0,27-32-683 0 0,-1 0-116 0 0,0-1 0 0 0,1 0 0 0 0,-1 1 1 0 0,0-1-1 0 0,0 0 0 0 0,0 0 1 0 0,1 0-1 0 0,-1 1 0 0 0,0-1 0 0 0,0 0 1 0 0,1 0-1 0 0,-1 0 0 0 0,0 0 1 0 0,0 0-1 0 0,0 0 0 0 0,1 0 0 0 0,-1-1 1 0 0,0 1-1 0 0,0 0 0 0 0,-1-1 1 0 0,-11-9-152 0 0,0 0 1 0 0,1-1 0 0 0,0-1 0 0 0,-10-13 0 0 0,15 15 48 0 0,-2 1 0 0 0,1 0 0 0 0,-1 0 0 0 0,0 0 0 0 0,-1 1 0 0 0,0 1 0 0 0,0 0 0 0 0,-1 0 0 0 0,0 1 0 0 0,-23-10 0 0 0,16 12 239 0 0,0 1 1 0 0,0 1-1 0 0,0 0 1 0 0,0 2-1 0 0,-1 0 1 0 0,1 0 0 0 0,0 2-1 0 0,0 1 1 0 0,-26 6-1 0 0,35-6 6 0 0,0 0 1 0 0,0 0-1 0 0,1 1 0 0 0,-1 0 1 0 0,1 1-1 0 0,0-1 0 0 0,0 2 1 0 0,1-1-1 0 0,0 1 0 0 0,-1 0 0 0 0,2 1 1 0 0,-11 12-1 0 0,9-7-143 0 0,7 3 0 0 0,2-14 0 0 0,0 0 0 0 0,0 0 0 0 0,0-1 0 0 0,0 1 0 0 0,0 0 0 0 0,1-1 0 0 0,-1 1 0 0 0,0-1 0 0 0,0 1 0 0 0,1-1 0 0 0,-1 1 0 0 0,0-1 0 0 0,0 0 0 0 0,3 1 0 0 0,28-2 0 0 0,23-7-1044 0 0,97-27 0 0 0,-84 11-3728 0 0,-5-5-3749 0 0,-56 25 6735 0 0,0-1 0 0 0,0 1 0 0 0,0-1 1 0 0,-1 0-1 0 0,0-1 0 0 0,0 1 0 0 0,9-12 1 0 0,-7 4-1039 0 0</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5:36.296"/>
    </inkml:context>
    <inkml:brush xml:id="br0">
      <inkml:brushProperty name="width" value="0.035" units="cm"/>
      <inkml:brushProperty name="height" value="0.035" units="cm"/>
      <inkml:brushProperty name="color" value="#FF0066"/>
    </inkml:brush>
  </inkml:definitions>
  <inkml:trace contextRef="#ctx0" brushRef="#br0">27 51 8601 0 0,'-3'0'3618'0'0,"-13"-3"-1638"0"0,12 1 2655 0 0,4 2-4476 0 0,0 0 0 0 0,-1 0-1 0 0,1 0 1 0 0,0 0-1 0 0,0 0 1 0 0,0 0 0 0 0,0 0-1 0 0,-1 0 1 0 0,1 0-1 0 0,0-1 1 0 0,0 1 0 0 0,0 0-1 0 0,0 0 1 0 0,0 0-1 0 0,0 0 1 0 0,-1 0 0 0 0,1 0-1 0 0,0-1 1 0 0,0 1 0 0 0,0 0-1 0 0,0 0 1 0 0,0 0-1 0 0,0 0 1 0 0,0-1 0 0 0,0 1-1 0 0,0 0 1 0 0,0 0-1 0 0,0 0 1 0 0,0 0 0 0 0,0-1-1 0 0,0 1 1 0 0,0 0-1 0 0,0 0 1 0 0,0 0 0 0 0,0-1-1 0 0,0 1 1 0 0,0 0-1 0 0,0 0 1 0 0,0 0 0 0 0,0 0-1 0 0,0-1 1 0 0,0 1-1 0 0,0 0 1 0 0,0 0 0 0 0,0 0-1 0 0,1 0 1 0 0,-1 0-1 0 0,0-1 1 0 0,0 1 0 0 0,13-7 1189 0 0,22-3-1929 0 0,37-1 346 0 0,3 5-3754 0 0,74 2-13328 0 0,-125 4 14138 0 0</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05:36.654"/>
    </inkml:context>
    <inkml:brush xml:id="br0">
      <inkml:brushProperty name="width" value="0.035" units="cm"/>
      <inkml:brushProperty name="height" value="0.035" units="cm"/>
      <inkml:brushProperty name="color" value="#FF0066"/>
    </inkml:brush>
  </inkml:definitions>
  <inkml:trace contextRef="#ctx0" brushRef="#br0">13 72 10013 0 0,'0'0'5463'0'0,"-9"5"-2096"0"0,5-4-2589 0 0,9-4 3726 0 0,3-1-5103 0 0,0 0-1 0 0,0 1 1 0 0,0 0 0 0 0,0 0-1 0 0,15-2 1 0 0,-16 3-749 0 0,1 1 0 0 0,-1-1 1 0 0,0 0-1 0 0,0-1 0 0 0,0 0 0 0 0,0 0 0 0 0,0 0 0 0 0,-1-1 0 0 0,1 0 1 0 0,5-5-1 0 0,-10 7 893 0 0,21-12-2677 0 0</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39.329"/>
    </inkml:context>
    <inkml:brush xml:id="br0">
      <inkml:brushProperty name="width" value="0.035" units="cm"/>
      <inkml:brushProperty name="height" value="0.035" units="cm"/>
      <inkml:brushProperty name="color" value="#FF0066"/>
    </inkml:brush>
  </inkml:definitions>
  <inkml:trace contextRef="#ctx0" brushRef="#br0">623 103 5785 0 0,'0'0'10804'0'0,"2"4"-9740"0"0,21 23 3661 0 0,2 2 2000 0 0,-13-12-6063 0 0,-11-16-402 0 0,28 21 1094 0 0,-24-22-1439 0 0,0 0 0 0 0,0 0 0 0 0,-1 0 0 0 0,1 0 0 0 0,0-1 0 0 0,0 0 0 0 0,0 0 0 0 0,-1 0 0 0 0,1 0 0 0 0,0-1 0 0 0,-1 0 0 0 0,1 0 0 0 0,-1 0 0 0 0,0 0 0 0 0,0-1 0 0 0,0 0 0 0 0,0 0 0 0 0,5-4 0 0 0,-3 2-163 0 0,0 0 0 0 0,0-1 0 0 0,-1 0-1 0 0,0 0 1 0 0,0-1 0 0 0,0 1 0 0 0,-1-1 0 0 0,0 0-1 0 0,0 0 1 0 0,3-9 0 0 0,-6 14 67 0 0,-14-43-570 0 0,11 41 765 0 0,0 1 0 0 0,0 0 0 0 0,0 0 0 0 0,0 0 0 0 0,-1 0 0 0 0,1 1 0 0 0,-1-1 0 0 0,0 1 0 0 0,1-1 0 0 0,-1 1 0 0 0,-1 0 0 0 0,1 0 0 0 0,0 0 0 0 0,0 0 0 0 0,-1 1 0 0 0,1-1 0 0 0,-1 1 0 0 0,1 0 0 0 0,-1 0 0 0 0,1 0 0 0 0,-1 1 0 0 0,0-1 0 0 0,0 1 0 0 0,1 0 0 0 0,-1 0 0 0 0,0 0 0 0 0,-4 1 0 0 0,-4 1 233 0 0,1-1 0 0 0,0 1 0 0 0,0 1-1 0 0,-1 0 1 0 0,2 1 0 0 0,-1 0 0 0 0,-12 7 0 0 0,5 1 221 0 0,0 1-1 0 0,1 1 0 0 0,0 0 0 0 0,1 1 1 0 0,1 1-1 0 0,0 1 0 0 0,1 0 1 0 0,-23 38-1 0 0,20-29-444 0 0,-1-1 0 0 0,-1-1 0 0 0,-39 37 0 0 0,49-53-23 0 0,-1-1 0 0 0,0 0 0 0 0,0 0 0 0 0,-1-1 0 0 0,1-1 0 0 0,-2 0 0 0 0,1 0 0 0 0,-17 4 0 0 0,-17 1 0 0 0,-60 7 0 0 0,104-17-159 0 0,-8 1 195 0 0,0 0-1 0 0,0-1 0 0 0,0 0 1 0 0,-14-1-1 0 0,-3-9-4252 0 0,22 6 1273 0 0,-15-17-14972 0 0,12 14 13697 0 0,5 4 4619 0 0</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40.581"/>
    </inkml:context>
    <inkml:brush xml:id="br0">
      <inkml:brushProperty name="width" value="0.035" units="cm"/>
      <inkml:brushProperty name="height" value="0.035" units="cm"/>
      <inkml:brushProperty name="color" value="#FF0066"/>
    </inkml:brush>
  </inkml:definitions>
  <inkml:trace contextRef="#ctx0" brushRef="#br0">605 653 4544 0 0,'0'0'4688'0'0,"7"-6"-3402"0"0,21-20 1199 0 0,36-44 1 0 0,62-100 635 0 0,-19 26-1777 0 0,13-23 143 0 0,-69 110-1221 0 0,-49 55-278 0 0,-2 1 7 0 0,1 1-1 0 0,-1-1 1 0 0,1 0 0 0 0,0 0 0 0 0,-1 1 0 0 0,1-1 0 0 0,0 0 0 0 0,-1 1 0 0 0,1-1 0 0 0,0 1-1 0 0,0-1 1 0 0,0 1 0 0 0,-1-1 0 0 0,1 1 0 0 0,0 0 0 0 0,0-1 0 0 0,0 1 0 0 0,0 0 0 0 0,0 0 0 0 0,0-1-1 0 0,0 1 1 0 0,0 0 0 0 0,0 0 0 0 0,0 0 0 0 0,0 0 0 0 0,-1 0 0 0 0,1 1 0 0 0,0-1 0 0 0,0 0-1 0 0,0 0 1 0 0,1 1 0 0 0,34 6-193 0 0,-31-6 206 0 0,11 7-82 0 0,15 31-20 0 0,-6-5 74 0 0,-24-30 38 0 0,1-1 1 0 0,-1 0-1 0 0,1 1 0 0 0,-1-1 0 0 0,0 1 0 0 0,0-1 0 0 0,0 1 0 0 0,-1 0 1 0 0,1-1-1 0 0,-1 1 0 0 0,0 0 0 0 0,0-1 0 0 0,0 1 0 0 0,-1 0 0 0 0,1-1 1 0 0,-1 1-1 0 0,0 0 0 0 0,0-1 0 0 0,0 1 0 0 0,0-1 0 0 0,-1 0 0 0 0,1 1 1 0 0,-1-1-1 0 0,0 0 0 0 0,0 0 0 0 0,0 0 0 0 0,-3 3 0 0 0,-4 6 258 0 0,-1 0 0 0 0,0-1 0 0 0,0 0 0 0 0,-1 0 0 0 0,-15 10 0 0 0,-9 4 516 0 0,-1-2 0 0 0,-1-1 0 0 0,-1-2 0 0 0,-1-2 0 0 0,-1-1 0 0 0,0-2 0 0 0,-69 16 0 0 0,102-30-889 0 0,-1 0 0 0 0,1 0 0 0 0,0 0 0 0 0,0-1 0 0 0,0-1 0 0 0,-1 1 0 0 0,1-1 0 0 0,0 0 0 0 0,0 0 0 0 0,0-1 0 0 0,0 0 0 0 0,0-1 0 0 0,1 1 0 0 0,-1-1 0 0 0,1 0 0 0 0,-1-1 0 0 0,1 0 0 0 0,0 0 0 0 0,0 0 0 0 0,1 0 0 0 0,-1-1 0 0 0,1 0 0 0 0,0 0 0 0 0,0-1 0 0 0,1 1 0 0 0,-5-9 0 0 0,8 13-177 0 0,-31-42-2814 0 0,31 42 3115 0 0,0 0 1 0 0,-1 1-1 0 0,1-1 0 0 0,-1 0 0 0 0,1 1 1 0 0,-1 0-1 0 0,1-1 0 0 0,-1 1 1 0 0,1 0-1 0 0,-1 0 0 0 0,1-1 0 0 0,-1 1 1 0 0,0 1-1 0 0,1-1 0 0 0,-1 0 0 0 0,1 0 1 0 0,-1 0-1 0 0,1 1 0 0 0,-1-1 0 0 0,1 1 1 0 0,-1-1-1 0 0,1 1 0 0 0,-1 0 1 0 0,1 0-1 0 0,0-1 0 0 0,0 1 0 0 0,-1 0 1 0 0,1 0-1 0 0,-2 2 0 0 0,-52 45 1968 0 0,22-18-81 0 0,0-7-571 0 0,6-4-587 0 0,-1-1 0 0 0,0-2 1 0 0,-46 20-1 0 0,58-29-756 0 0,-1-4 0 0 0,-5-5 0 0 0,-1-9 0 0 0,-18-21 1044 0 0,12 4-4590 0 0,0 1-4610 0 0,-8 3-3448 0 0,33 22 10459 0 0,-2-1-225 0 0,-4-1-2791 0 0,-12-6 1260 0 0</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41.981"/>
    </inkml:context>
    <inkml:brush xml:id="br0">
      <inkml:brushProperty name="width" value="0.035" units="cm"/>
      <inkml:brushProperty name="height" value="0.035" units="cm"/>
      <inkml:brushProperty name="color" value="#FF0066"/>
    </inkml:brush>
  </inkml:definitions>
  <inkml:trace contextRef="#ctx0" brushRef="#br0">550 651 4196 0 0,'0'0'7485'0'0,"7"-2"-6224"0"0,0 0-757 0 0,-1 0 0 0 0,1-1 1 0 0,0 0-1 0 0,-1-1 0 0 0,1 0 1 0 0,-1 0-1 0 0,0 0 0 0 0,0 0 0 0 0,-1-1 1 0 0,1 0-1 0 0,-1-1 0 0 0,0 1 1 0 0,7-11-1 0 0,76-121 2703 0 0,-38 43-2237 0 0,-30 55-652 0 0,-9 19-147 0 0,21-41 163 0 0,3 1 1 0 0,52-66 0 0 0,-83 121-388 0 0,-1 1 1 0 0,1 1-1 0 0,1-1 1 0 0,-1 1 0 0 0,0-1-1 0 0,1 1 1 0 0,0 1 0 0 0,0-1-1 0 0,0 1 1 0 0,0-1-1 0 0,0 2 1 0 0,0-1 0 0 0,0 0-1 0 0,1 1 1 0 0,-1 0-1 0 0,8 0 1 0 0,-10 0-57 0 0,2 3 79 0 0,0-1 0 0 0,0 1 0 0 0,0 0 0 0 0,0 0 1 0 0,0 0-1 0 0,-1 1 0 0 0,1 0 0 0 0,4 3 1 0 0,-3 0 16 0 0,-1 0 1 0 0,0 0-1 0 0,0 0 1 0 0,-1 1-1 0 0,0-1 1 0 0,0 1-1 0 0,0 0 1 0 0,-1 0-1 0 0,0 1 1 0 0,3 11-1 0 0,-5-14 15 0 0,-1-1-1 0 0,1 1 0 0 0,-1-1 0 0 0,0 1 0 0 0,-1-1 1 0 0,1 1-1 0 0,-1-1 0 0 0,1 1 0 0 0,-1-1 0 0 0,-1 1 1 0 0,1-1-1 0 0,-1 0 0 0 0,1 1 0 0 0,-1-1 0 0 0,0 0 0 0 0,-1 0 1 0 0,1-1-1 0 0,-1 1 0 0 0,-4 4 0 0 0,-18 19 336 0 0,-2-1-1 0 0,-1-1 1 0 0,-1-2-1 0 0,-2-1 1 0 0,0-1-1 0 0,-1-2 1 0 0,0-1-1 0 0,-54 21 1 0 0,71-32-50 0 0,0-1 0 0 0,-1 0 0 0 0,0-1 0 0 0,0 0 0 0 0,0-2 0 0 0,-1 0 1 0 0,1 0-1 0 0,-1-2 0 0 0,-20 0 0 0 0,6-11 139 0 0,26 8-383 0 0,1-1 1 0 0,-1 0-1 0 0,1 0 1 0 0,-1-1-1 0 0,1 0 1 0 0,-5-5-1 0 0,2 1-44 0 0,1 0-1 0 0,0-1 0 0 0,1 1 1 0 0,-9-19-1 0 0,4 5-804 0 0,1 0-1 0 0,0-1 1 0 0,2 0 0 0 0,-6-29-1 0 0,13 50 692 0 0,0 1 0 0 0,0-1 0 0 0,0 0 0 0 0,0 0-1 0 0,0 0 1 0 0,0 0 0 0 0,0 0 0 0 0,1 0-1 0 0,-1 0 1 0 0,1 0 0 0 0,-1 0 0 0 0,1 1 0 0 0,0-1-1 0 0,-1 0 1 0 0,1 0 0 0 0,0 1 0 0 0,0-1-1 0 0,1 0 1 0 0,-1 1 0 0 0,0-1 0 0 0,0 1 0 0 0,1 0-1 0 0,-1-1 1 0 0,1 1 0 0 0,-1 0 0 0 0,1 0-1 0 0,0 0 1 0 0,-1 0 0 0 0,1 0 0 0 0,0 0 0 0 0,0 0-1 0 0,-1 1 1 0 0,1-1 0 0 0,3 0 0 0 0,6-1-274 0 0,1 0 1 0 0,-1 0 0 0 0,0 1 0 0 0,18 1-1 0 0,-24 0 185 0 0,-3 0 160 0 0,0 0-1 0 0,0 0 1 0 0,0 1 0 0 0,0-1-1 0 0,0 0 1 0 0,0 1 0 0 0,0 0-1 0 0,0-1 1 0 0,0 1 0 0 0,0 0-1 0 0,-1 0 1 0 0,1 0 0 0 0,0 0-1 0 0,-1 0 1 0 0,1 1 0 0 0,0-1-1 0 0,-1 0 1 0 0,3 3 0 0 0,-4-3-6 0 0,0 2 18 0 0,0 3 122 0 0,-2 1 0 0 0,1-1-1 0 0,-1 1 1 0 0,0-1 0 0 0,0 0-1 0 0,0 0 1 0 0,-1 0-1 0 0,0 0 1 0 0,-1 0 0 0 0,1 0-1 0 0,-1-1 1 0 0,0 0-1 0 0,0 0 1 0 0,-9 8 0 0 0,-12 12 1069 0 0,-43 31 0 0 0,43-36-598 0 0,-12 11 51 0 0,0 1 0 0 0,2 2 0 0 0,-38 47 0 0 0,72-79-610 0 0,-1 0 0 0 0,1 0 0 0 0,-1 0 0 0 0,1 0 0 0 0,0 0 0 0 0,-1 1-1 0 0,1-1 1 0 0,1 1 0 0 0,-1-1 0 0 0,0 0 0 0 0,0 1 0 0 0,1 0 0 0 0,0-1 0 0 0,-1 1-1 0 0,1-1 1 0 0,0 1 0 0 0,0-1 0 0 0,0 1 0 0 0,1 0 0 0 0,-1-1 0 0 0,1 1-1 0 0,-1-1 1 0 0,1 1 0 0 0,0-1 0 0 0,0 0 0 0 0,0 1 0 0 0,0-1 0 0 0,0 0 0 0 0,2 3-1 0 0,0-1-123 0 0,0 0-1 0 0,0-1 0 0 0,0 1 0 0 0,1-1 0 0 0,-1 1 0 0 0,1-1 1 0 0,-1 0-1 0 0,1-1 0 0 0,0 1 0 0 0,0-1 0 0 0,1 1 1 0 0,-1-1-1 0 0,7 2 0 0 0,21 14-544 0 0,-31-17 610 0 0,2 15-160 0 0,-5-11 292 0 0,0-1 0 0 0,0 1 0 0 0,-1 0 1 0 0,1-1-1 0 0,-1 1 0 0 0,0-1 0 0 0,0 0 1 0 0,0 0-1 0 0,-1 0 0 0 0,0 0 1 0 0,0 0-1 0 0,0-1 0 0 0,0 0 0 0 0,0 0 1 0 0,0 0-1 0 0,-1 0 0 0 0,0-1 1 0 0,1 0-1 0 0,-1 0 0 0 0,-7 2 0 0 0,-2 1 512 0 0,-1 0 0 0 0,1-1 0 0 0,-1-1 0 0 0,0-1 0 0 0,0 0 0 0 0,-15 0 0 0 0,23-2-449 0 0,0-1-1 0 0,0 0 1 0 0,1 0-1 0 0,-1 0 1 0 0,0-1-1 0 0,1 0 1 0 0,-1 0-1 0 0,1-1 1 0 0,0 0-1 0 0,0 0 1 0 0,0 0-1 0 0,0-1 1 0 0,0 0-1 0 0,1 0 1 0 0,-1 0-1 0 0,1-1 1 0 0,0 0-1 0 0,1 0 1 0 0,-1 0-1 0 0,1-1 1 0 0,0 1-1 0 0,-5-10 1 0 0,4 5-171 0 0,0 0 1 0 0,0 0-1 0 0,1 0 0 0 0,1-1 0 0 0,0 1 1 0 0,0-1-1 0 0,1 0 0 0 0,0 0 0 0 0,1 0 1 0 0,0 0-1 0 0,1 0 0 0 0,0 0 0 0 0,3-14 1 0 0,-2 21-293 0 0,0 0-1 0 0,0 0 1 0 0,1-1 0 0 0,0 2 0 0 0,0-1 0 0 0,0 0 0 0 0,0 0 0 0 0,1 1 0 0 0,-1-1 0 0 0,4-3 0 0 0,18-31-6567 0 0,-18 27 4005 0 0,1 0-1 0 0,0 1 1 0 0,0-1-1 0 0,14-13 1 0 0,-2 0-1428 0 0,-5 4 1519 0 0</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42.376"/>
    </inkml:context>
    <inkml:brush xml:id="br0">
      <inkml:brushProperty name="width" value="0.035" units="cm"/>
      <inkml:brushProperty name="height" value="0.035" units="cm"/>
      <inkml:brushProperty name="color" value="#FF0066"/>
    </inkml:brush>
  </inkml:definitions>
  <inkml:trace contextRef="#ctx0" brushRef="#br0">17 41 7769 0 0,'0'0'5224'0'0,"-8"-24"-279"0"0,0 19-1997 0 0,26-7-20394 0 0</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42.706"/>
    </inkml:context>
    <inkml:brush xml:id="br0">
      <inkml:brushProperty name="width" value="0.035" units="cm"/>
      <inkml:brushProperty name="height" value="0.035" units="cm"/>
      <inkml:brushProperty name="color" value="#FF0066"/>
    </inkml:brush>
  </inkml:definitions>
  <inkml:trace contextRef="#ctx0" brushRef="#br0">0 18 7157 0 0,'0'-2'7317'0'0,"0"-14"7818"0"0,1 28-13934 0 0,3 111 1516 0 0,6 100-7397 0 0,-1-111-2406 0 0,5-2-3424 0 0,4-15 3739 0 0,-7-48 3907 0 0</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44.560"/>
    </inkml:context>
    <inkml:brush xml:id="br0">
      <inkml:brushProperty name="width" value="0.035" units="cm"/>
      <inkml:brushProperty name="height" value="0.035" units="cm"/>
      <inkml:brushProperty name="color" value="#FF0066"/>
    </inkml:brush>
  </inkml:definitions>
  <inkml:trace contextRef="#ctx0" brushRef="#br0">1147 820 6349 0 0,'0'2'5918'0'0,"7"6"2542"0"0,18-31-7450 0 0,0-1 0 0 0,-2-2 0 0 0,-1 0 0 0 0,-1-1 0 0 0,21-37 0 0 0,81-162-1570 0 0,-88 157 890 0 0,99-153-371 0 0,-96 163 37 0 0,-35 54-87 0 0,1 0 0 0 0,0 0-1 0 0,0 0 1 0 0,0 1 0 0 0,1 0 0 0 0,-1 0 0 0 0,1 0 0 0 0,0 0 0 0 0,0 1 0 0 0,1 0 0 0 0,-1 0 0 0 0,1 0 0 0 0,-1 1-1 0 0,9-3 1 0 0,-10 4 31 0 0,0 0-1 0 0,0 0 1 0 0,0 1-1 0 0,0-1 1 0 0,1 1-1 0 0,-1 0 1 0 0,0 0-1 0 0,0 0 0 0 0,0 1 1 0 0,0-1-1 0 0,0 1 1 0 0,0 0-1 0 0,0 0 1 0 0,0 0-1 0 0,0 1 1 0 0,-1 0-1 0 0,1-1 1 0 0,0 1-1 0 0,-1 0 0 0 0,1 1 1 0 0,-1-1-1 0 0,5 5 1 0 0,-5-4 59 0 0,-1-1 0 0 0,0 1 0 0 0,0 0 0 0 0,0 0 0 0 0,0-1 0 0 0,0 1 0 0 0,-1 1 1 0 0,1-1-1 0 0,-1 0 0 0 0,0 0 0 0 0,0 0 0 0 0,0 1 0 0 0,0-1 0 0 0,0 7 0 0 0,3 11 91 0 0,39 75 252 0 0,-41-91-279 0 0,-1-1 0 0 0,0 0 1 0 0,0 0-1 0 0,0 1 0 0 0,-1-1 0 0 0,1 0 1 0 0,-1 1-1 0 0,0-1 0 0 0,-1 0 0 0 0,1 1 0 0 0,-1-1 1 0 0,1 0-1 0 0,-1 1 0 0 0,-1-1 0 0 0,1 0 1 0 0,0 0-1 0 0,-1 0 0 0 0,-3 5 0 0 0,-1 1 211 0 0,-1-1 0 0 0,0 1 0 0 0,-1-1 0 0 0,0-1 0 0 0,-16 15 0 0 0,-1-3 339 0 0,0-1 0 0 0,-2-2 1 0 0,0 0-1 0 0,0-2 0 0 0,-58 23 1 0 0,-157 39 1457 0 0,242-77-2071 0 0,-18 4 12 0 0,0 0 0 0 0,-1-1 0 0 0,-24 1 0 0 0,37-3-49 0 0,0-1 0 0 0,0 0 0 0 0,0 0 0 0 0,0-1 0 0 0,0 0 0 0 0,0 0 0 0 0,0 0 0 0 0,0 0 0 0 0,0-1 0 0 0,0 0 0 0 0,1-1 0 0 0,-1 1 0 0 0,1-1 0 0 0,-1 0 0 0 0,-6-6 0 0 0,-5-7-909 0 0,1-1-1 0 0,0-1 1 0 0,-21-32 0 0 0,36 48 705 0 0,1 1 197 0 0,0 1 1 0 0,0-1 0 0 0,-1 0 0 0 0,1 0 0 0 0,0 1 0 0 0,0-1-1 0 0,0 0 1 0 0,-1 0 0 0 0,1 1 0 0 0,0-1 0 0 0,-1 0-1 0 0,1 1 1 0 0,-1-1 0 0 0,1 1 0 0 0,0-1 0 0 0,-1 0 0 0 0,1 1-1 0 0,-1-1 1 0 0,0 1 0 0 0,1-1 0 0 0,-1 1 0 0 0,1-1 0 0 0,-1 1-1 0 0,0 0 1 0 0,1-1 0 0 0,-1 1 0 0 0,0 0 0 0 0,0 0-1 0 0,1-1 1 0 0,-1 1 0 0 0,0 0 0 0 0,0 0 0 0 0,-30 17 668 0 0,2 2-1 0 0,-43 35 1 0 0,-14 9 867 0 0,-53 32 1137 0 0,131-91-2629 0 0,-4-3 0 0 0,1-12 0 0 0,9 3 0 0 0,1 1 0 0 0,0-1 0 0 0,1 0 0 0 0,0 0 0 0 0,1-11 0 0 0,-1 5 0 0 0,11-146-1044 0 0,-9 147 965 0 0,-1 0 1 0 0,-1 0 0 0 0,0 0-1 0 0,0 0 1 0 0,-2 0-1 0 0,1 0 1 0 0,-2 0-1 0 0,-4-15 1 0 0,7 27 84 0 0,0-1 0 0 0,-1 1 0 0 0,1 0 0 0 0,0-1 0 0 0,-1 1 1 0 0,1-1-1 0 0,-1 1 0 0 0,1 0 0 0 0,-1 0 0 0 0,0-1 0 0 0,1 1 0 0 0,-1 0 0 0 0,0 0 1 0 0,0 0-1 0 0,0 0 0 0 0,0 0 0 0 0,0 0 0 0 0,0 0 0 0 0,0 0 0 0 0,0 0 1 0 0,0 0-1 0 0,-1 1 0 0 0,1-1 0 0 0,0 0 0 0 0,-2 0 0 0 0,1 1 15 0 0,0 0 0 0 0,0 0 0 0 0,0 0 0 0 0,0 1 0 0 0,0-1-1 0 0,0 1 1 0 0,0-1 0 0 0,1 1 0 0 0,-1-1 0 0 0,0 1 0 0 0,0 0 0 0 0,0 0 0 0 0,1 0-1 0 0,-1 0 1 0 0,-2 2 0 0 0,-7 5 125 0 0,1 1 0 0 0,0 1 0 0 0,-15 18-1 0 0,23-26-134 0 0,-29 47 453 0 0,-3 35-257 0 0,20-46-211 0 0,4-14-5 0 0,-9 14 14 0 0,-25 33-5 0 0,31-52 0 0 0,-1 0 0 0 0,-1 0 0 0 0,-22 20 0 0 0,8-10 0 0 0,-2-1 0 0 0,-1-1 0 0 0,-1-2 0 0 0,-54 32 0 0 0,84-55 3 0 0,1 0-1 0 0,-1-1 1 0 0,0 1-1 0 0,0-1 1 0 0,0 0 0 0 0,0 0-1 0 0,0 0 1 0 0,0 0 0 0 0,0 0-1 0 0,-6 0 1 0 0,-17 2-406 0 0,23-3-691 0 0,1-1 1 0 0,-1 1 0 0 0,1-1-1 0 0,-1 1 1 0 0,1-1-1 0 0,0 0 1 0 0,-1 0-1 0 0,1 0 1 0 0,0-1-1 0 0,0 1 1 0 0,0 0-1 0 0,0-1 1 0 0,0 0-1 0 0,0 1 1 0 0,0-1-1 0 0,1 0 1 0 0,-1 0-1 0 0,1 0 1 0 0,-1 0-1 0 0,1 0 1 0 0,-1 0-1 0 0,1 0 1 0 0,0 0-1 0 0,-1-5 1 0 0,1 5-1927 0 0</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44.924"/>
    </inkml:context>
    <inkml:brush xml:id="br0">
      <inkml:brushProperty name="width" value="0.035" units="cm"/>
      <inkml:brushProperty name="height" value="0.035" units="cm"/>
      <inkml:brushProperty name="color" value="#FF0066"/>
    </inkml:brush>
  </inkml:definitions>
  <inkml:trace contextRef="#ctx0" brushRef="#br0">8 23 10669 0 0,'-7'7'10261'0'0,"43"-14"-11633"0"0,-15-1-6913 0 0,-9 4 4833 0 0,14-7-2517 0 0</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45.618"/>
    </inkml:context>
    <inkml:brush xml:id="br0">
      <inkml:brushProperty name="width" value="0.035" units="cm"/>
      <inkml:brushProperty name="height" value="0.035" units="cm"/>
      <inkml:brushProperty name="color" value="#FF0066"/>
    </inkml:brush>
  </inkml:definitions>
  <inkml:trace contextRef="#ctx0" brushRef="#br0">723 23 6093 0 0,'0'0'3839'0'0,"-2"-3"-2153"0"0,-1 1-1299 0 0,1 0-1 0 0,-1 0 1 0 0,1 0 0 0 0,-1 0 0 0 0,1 1-1 0 0,-1 0 1 0 0,0-1 0 0 0,0 1 0 0 0,0 0 0 0 0,0 0-1 0 0,0 0 1 0 0,0 1 0 0 0,0-1 0 0 0,0 1-1 0 0,0 0 1 0 0,0 0 0 0 0,0 0 0 0 0,-1 0 0 0 0,1 0-1 0 0,0 1 1 0 0,0-1 0 0 0,0 1 0 0 0,0 0 0 0 0,0 0-1 0 0,-3 1 1 0 0,-14 4 1259 0 0,1 1 0 0 0,-34 17 0 0 0,39-17-1028 0 0,0 2 1 0 0,0 0 0 0 0,0 0-1 0 0,2 2 1 0 0,-1-1-1 0 0,-18 22 1 0 0,26-26-518 0 0,0-1 0 0 0,0 1 0 0 0,1 0 0 0 0,0 0 0 0 0,0 1 0 0 0,1-1 0 0 0,0 1 0 0 0,0 0 0 0 0,0 0 0 0 0,1 0 0 0 0,0 0 0 0 0,1 0 0 0 0,-1 0 0 0 0,1 1 0 0 0,1-1 0 0 0,-1 1 0 0 0,2 13 0 0 0,0-16-122 0 0,0 1 1 0 0,1-1-1 0 0,-1 1 1 0 0,1-1-1 0 0,0 0 1 0 0,1 0-1 0 0,-1 0 1 0 0,1 0-1 0 0,0 0 1 0 0,0 0-1 0 0,0-1 1 0 0,1 1-1 0 0,0-1 1 0 0,0 0-1 0 0,5 4 1 0 0,2 0-215 0 0,1 0-1 0 0,0 0 1 0 0,1-1 0 0 0,14 5 0 0 0,-3 0-106 0 0,-18-9 288 0 0,43 27-362 0 0,-47-28 402 0 0,0-1 0 0 0,0 1 0 0 0,-1-1 0 0 0,1 1 0 0 0,0 0-1 0 0,-1 0 1 0 0,1 0 0 0 0,-1 0 0 0 0,1 0 0 0 0,-1 0 0 0 0,0 0 0 0 0,0 1 0 0 0,0-1 0 0 0,0 0 0 0 0,-1 0 0 0 0,1 1 0 0 0,-1-1 0 0 0,1 1 0 0 0,-1-1 0 0 0,0 1 0 0 0,0-1 0 0 0,0 5 0 0 0,-2 0 134 0 0,-1-1 1 0 0,1 1 0 0 0,-1-1-1 0 0,0 1 1 0 0,-1-1 0 0 0,0 0-1 0 0,0 0 1 0 0,0 0 0 0 0,-1-1-1 0 0,1 1 1 0 0,-1-1 0 0 0,0 0-1 0 0,-1-1 1 0 0,0 1 0 0 0,1-1-1 0 0,-1 0 1 0 0,0-1 0 0 0,-1 1-1 0 0,1-1 1 0 0,-13 4 0 0 0,-19 9-113 0 0,-1-2 0 0 0,-1-2 1 0 0,0-2-1 0 0,-1-1 0 0 0,1-2 1 0 0,-55 2-1 0 0,88-9-9 0 0,-1 1 0 0 0,1-1 0 0 0,0 0 0 0 0,-1-1 0 0 0,1 0 0 0 0,0 0 0 0 0,-1 0 0 0 0,1-1 0 0 0,0 0 0 0 0,0 0 0 0 0,0-1 0 0 0,0 0 0 0 0,1 0 0 0 0,-1-1 0 0 0,1 0 0 0 0,0 0 0 0 0,0 0 0 0 0,-6-6 0 0 0,8 4 0 0 0,0 1 0 0 0,0 0 0 0 0,1-1 0 0 0,0 0 0 0 0,0 0 0 0 0,0 0 0 0 0,1 0 0 0 0,-1 0 0 0 0,1 0 0 0 0,1-1 0 0 0,-1 1 0 0 0,1-1 0 0 0,1 1 0 0 0,-1-1 0 0 0,1 0 0 0 0,0-6 0 0 0,6-47-5880 0 0,-4 45 2662 0 0,2 0-1 0 0,-1 0 1 0 0,2 0-1 0 0,0 1 1 0 0,1 0-1 0 0,11-21 1 0 0,-4 16 364 0 0</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45.979"/>
    </inkml:context>
    <inkml:brush xml:id="br0">
      <inkml:brushProperty name="width" value="0.035" units="cm"/>
      <inkml:brushProperty name="height" value="0.035" units="cm"/>
      <inkml:brushProperty name="color" value="#FF0066"/>
    </inkml:brush>
  </inkml:definitions>
  <inkml:trace contextRef="#ctx0" brushRef="#br0">0 81 11465 0 0,'0'0'8717'0'0,"9"15"-6445"0"0,1-13-100 0 0,6-2-452 0 0,3-2-411 0 0,1-2-949 0 0,8-6-976 0 0,-7 9-1625 0 0,10-6-607 0 0,3-1-1720 0 0,6-3 391 0 0,-5-1 429 0 0,-1 0 348 0 0,-2-4 339 0 0,3 2 389 0 0</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47.994"/>
    </inkml:context>
    <inkml:brush xml:id="br0">
      <inkml:brushProperty name="width" value="0.035" units="cm"/>
      <inkml:brushProperty name="height" value="0.035" units="cm"/>
      <inkml:brushProperty name="color" value="#FF0066"/>
    </inkml:brush>
  </inkml:definitions>
  <inkml:trace contextRef="#ctx0" brushRef="#br0">550 61 4596 0 0,'0'0'9447'0'0,"-6"3"-8209"0"0,-18 8 1213 0 0,-2-1-1 0 0,1 0 0 0 0,-36 7 1 0 0,-34 2-207 0 0,91-19-2322 0 0,-22-5-810 0 0,25 4 775 0 0,1 0 0 0 0,-1 0 0 0 0,0 0-1 0 0,0-1 1 0 0,1 1 0 0 0,-1 0 0 0 0,1-1 0 0 0,-1 1 0 0 0,1 0-1 0 0,-1-1 1 0 0,1 1 0 0 0,0-1 0 0 0,0 1 0 0 0,0-1 0 0 0,0 1-1 0 0,0-1 1 0 0,0 1 0 0 0,0 0 0 0 0,0-1 0 0 0,0 1 0 0 0,1-1-1 0 0,0-1 1 0 0,1-2-102 0 0,0 0 0 0 0,0 1 0 0 0,0-1 0 0 0,1 1 0 0 0,0-1 0 0 0,-1 1 0 0 0,5-4 0 0 0,-3 3 126 0 0,1 0-1 0 0,-1 0 1 0 0,1 1-1 0 0,0-1 1 0 0,0 1 0 0 0,0 1-1 0 0,0-1 1 0 0,0 1-1 0 0,1 0 1 0 0,0 0 0 0 0,0 0-1 0 0,12-3 1 0 0,-12 6 297 0 0,1 1-1 0 0,0 0 1 0 0,-1 0 0 0 0,1 0 0 0 0,0 1 0 0 0,-1 0-1 0 0,0 0 1 0 0,1 1 0 0 0,-1 0 0 0 0,0 0-1 0 0,8 6 1 0 0,-6-4 157 0 0,0 0 0 0 0,1 1 0 0 0,-2 0-1 0 0,1 0 1 0 0,-1 1 0 0 0,0 0 0 0 0,0 1 0 0 0,6 10-1 0 0,-11-15-267 0 0,0 0 0 0 0,0 0 0 0 0,0 1 0 0 0,-1-1-1 0 0,1 1 1 0 0,-1-1 0 0 0,0 1 0 0 0,0-1 0 0 0,-1 1 0 0 0,1 0-1 0 0,-1 0 1 0 0,0-1 0 0 0,0 1 0 0 0,0 0 0 0 0,0 0-1 0 0,0-1 1 0 0,-1 1 0 0 0,0 0 0 0 0,0-1 0 0 0,0 1-1 0 0,0 0 1 0 0,-1-1 0 0 0,-2 6 0 0 0,-2-1 58 0 0,0 1-1 0 0,0 0 1 0 0,-1-1-1 0 0,0 0 1 0 0,-1-1 0 0 0,0 0-1 0 0,-14 10 1 0 0,-12 7-596 0 0,-1-2 1 0 0,0-2 0 0 0,-44 18 0 0 0,-51 17-8788 0 0,96-41 4549 0 0,-63 19-5861 0 0,68-27 7671 0 0</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49.378"/>
    </inkml:context>
    <inkml:brush xml:id="br0">
      <inkml:brushProperty name="width" value="0.035" units="cm"/>
      <inkml:brushProperty name="height" value="0.035" units="cm"/>
      <inkml:brushProperty name="color" value="#FF0066"/>
    </inkml:brush>
  </inkml:definitions>
  <inkml:trace contextRef="#ctx0" brushRef="#br0">987 426 4696 0 0,'0'0'10097'0'0,"-7"7"-8749"0"0,-13 16-87 0 0,1-1 1844 0 0,-41 36 0 0 0,-59 35 4870 0 0,-14 3-6795 0 0,124-91-1180 0 0,-3-4 0 0 0,-6-14 0 0 0,14 5 0 0 0,1 0 0 0 0,1 0 0 0 0,-1 0 0 0 0,1 0 0 0 0,0-1 0 0 0,1 1 0 0 0,0-1 0 0 0,1 0 0 0 0,-1 1 0 0 0,3-16 0 0 0,-2 12 0 0 0,-17-367 0 0 0,8 251 0 0 0,9 114 0 0 0,0-3 0 0 0,-1 0 0 0 0,-1 3 0 0 0,2-1 0 0 0,-1 0 0 0 0,-6 23 0 0 0,2 5 0 0 0,-1 10 0 0 0,2 0 0 0 0,0 0 0 0 0,1 1 0 0 0,2-1 0 0 0,0 1 0 0 0,1 0 0 0 0,2-1 0 0 0,0 1 0 0 0,2-1 0 0 0,0 0 0 0 0,2 0 0 0 0,0 0 0 0 0,12 26 0 0 0,-16-44 0 0 0,18 62 0 0 0,-18-62 0 0 0,-1 0 0 0 0,0 1 0 0 0,0 0 0 0 0,-1-1 0 0 0,1 1 0 0 0,-1-1 0 0 0,0 1 0 0 0,-1 0 0 0 0,1-1 0 0 0,-3 9 0 0 0,-2-3 0 0 0,0-1 0 0 0,-1 0 0 0 0,0-1 0 0 0,0 1 0 0 0,-1-1 0 0 0,0 0 0 0 0,-1-1 0 0 0,0 0 0 0 0,0 0 0 0 0,-1-1 0 0 0,0 0 0 0 0,0 0 0 0 0,-1-1 0 0 0,0 0 0 0 0,0-1 0 0 0,0 0 0 0 0,-16 5 0 0 0,14-2 0 0 0,6-5 0 0 0,1 0 0 0 0,-1-1 0 0 0,1 1 0 0 0,-1-1 0 0 0,0 0 0 0 0,0 0 0 0 0,-11 1 0 0 0,-1 1 0 0 0,3-4 0 0 0,-3-7 0 0 0,9-4 0 0 0,8-3 0 0 0,3 0-103 0 0,-1 1-1 0 0,2 0 1 0 0,0 0 0 0 0,0 1 0 0 0,2-1-1 0 0,10-22 1 0 0,0-3-1059 0 0,6-10-363 0 0,-20 46 1445 0 0,-6 7-29 0 0,-68 84 1097 0 0,-26 29 385 0 0,63-81-485 0 0,5-5-713 0 0,-43 34 0 0 0,65-59-175 0 0,-2-5 0 0 0,-2-13 0 0 0,11 3 0 0 0,0 0 0 0 0,1 0 0 0 0,0 0 0 0 0,1 0 0 0 0,-1 0 0 0 0,2 0 0 0 0,-1 0 0 0 0,1 0 0 0 0,0 0 0 0 0,1 0 0 0 0,2-9 0 0 0,0-4 0 0 0,17-117-32 0 0,6-255 1 0 0,-28 390-3109 0 0,-4-3 5844 0 0,3 4-5216 0 0</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49.726"/>
    </inkml:context>
    <inkml:brush xml:id="br0">
      <inkml:brushProperty name="width" value="0.035" units="cm"/>
      <inkml:brushProperty name="height" value="0.035" units="cm"/>
      <inkml:brushProperty name="color" value="#FF0066"/>
    </inkml:brush>
  </inkml:definitions>
  <inkml:trace contextRef="#ctx0" brushRef="#br0">1 68 7729 0 0,'1'1'7121'0'0,"8"4"-6000"0"0,1-6 6645 0 0,93-43-4275 0 0,-86 45-4502 0 0,-15 0 828 0 0,-1-1 0 0 0,1 0-1 0 0,-1 1 1 0 0,1-1 0 0 0,-1 0 0 0 0,1 0-1 0 0,-1 0 1 0 0,0 0 0 0 0,1 0 0 0 0,-1 0-1 0 0,1-1 1 0 0,-1 1 0 0 0,1 0-1 0 0,1-2 1 0 0,80-25-19017 0 0,-81 26 16280 0 0</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50.069"/>
    </inkml:context>
    <inkml:brush xml:id="br0">
      <inkml:brushProperty name="width" value="0.035" units="cm"/>
      <inkml:brushProperty name="height" value="0.035" units="cm"/>
      <inkml:brushProperty name="color" value="#FF0066"/>
    </inkml:brush>
  </inkml:definitions>
  <inkml:trace contextRef="#ctx0" brushRef="#br0">0 17 11137 0 0,'0'0'13393'0'0,"4"2"-11459"0"0,17 15-37 0 0,-20-16-1803 0 0,1 1 1 0 0,-1-1 0 0 0,1 1 0 0 0,-1-1 0 0 0,1 1-1 0 0,0-1 1 0 0,0 0 0 0 0,0 0 0 0 0,0 0 0 0 0,0 0-1 0 0,0 0 1 0 0,0 0 0 0 0,0 0 0 0 0,0-1-1 0 0,0 1 1 0 0,0-1 0 0 0,0 0 0 0 0,0 0 0 0 0,1 1-1 0 0,-1-1 1 0 0,0 0 0 0 0,0-1 0 0 0,4 0-1 0 0,36-5-1128 0 0,1 3-5450 0 0,-27 2 3721 0 0,-1-1-1 0 0,1 0 0 0 0,0-2 0 0 0,-1 0 0 0 0,0 0 0 0 0,23-11 0 0 0,-16 4-118 0 0</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50.544"/>
    </inkml:context>
    <inkml:brush xml:id="br0">
      <inkml:brushProperty name="width" value="0.035" units="cm"/>
      <inkml:brushProperty name="height" value="0.035" units="cm"/>
      <inkml:brushProperty name="color" value="#FF0066"/>
    </inkml:brush>
  </inkml:definitions>
  <inkml:trace contextRef="#ctx0" brushRef="#br0">181 42 7085 0 0,'0'0'2116'0'0,"-6"-10"995"0"0,5 4 3132 0 0,2 4-5965 0 0,0 1 0 0 0,0-1 0 0 0,0 1 0 0 0,1-1 0 0 0,-1 0 0 0 0,0 1 0 0 0,1 0 0 0 0,-1-1 0 0 0,1 1 0 0 0,-1 0 0 0 0,1 0 0 0 0,0 0 0 0 0,-1 0 0 0 0,1 0 0 0 0,0 0 0 0 0,0 1 0 0 0,-1-1 0 0 0,4 0 0 0 0,-1 0-31 0 0,1 0 0 0 0,-1 1-1 0 0,1-1 1 0 0,-1 1 0 0 0,1 1-1 0 0,0-1 1 0 0,7 2 0 0 0,-1 0-283 0 0,-1 1-1 0 0,1 1 1 0 0,-1 0 0 0 0,0 0 0 0 0,0 1 0 0 0,14 9 0 0 0,18 24-2347 0 0,-19-26 1603 0 0,-15-8 536 0 0,-1 0-1 0 0,0 0 0 0 0,0 1 0 0 0,0 0 0 0 0,-1 0 0 0 0,0 0 0 0 0,11 12 0 0 0,-17-16 796 0 0,-44 12 29 0 0,25-10-127 0 0,0 1 1 0 0,1 0-1 0 0,-1 2 0 0 0,1 0 0 0 0,0 1 0 0 0,0 1 0 0 0,1 0 0 0 0,0 2 1 0 0,1 0-1 0 0,0 0 0 0 0,0 2 0 0 0,1 0 0 0 0,0 1 0 0 0,1 0 0 0 0,1 1 0 0 0,0 0 1 0 0,1 1-1 0 0,1 1 0 0 0,0 0 0 0 0,-14 30 0 0 0,11-19-324 0 0,2 0-1 0 0,1 1 1 0 0,1 0 0 0 0,1 1-1 0 0,2 0 1 0 0,1 0-1 0 0,1 1 1 0 0,2 0 0 0 0,0 0-1 0 0,3-1 1 0 0,0 1-1 0 0,8 55 1 0 0,13-22-1871 0 0,-2-8-6340 0 0,3-7-2909 0 0,-5-15 2595 0 0,-11-21 5516 0 0</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51.142"/>
    </inkml:context>
    <inkml:brush xml:id="br0">
      <inkml:brushProperty name="width" value="0.035" units="cm"/>
      <inkml:brushProperty name="height" value="0.035" units="cm"/>
      <inkml:brushProperty name="color" value="#FF0066"/>
    </inkml:brush>
  </inkml:definitions>
  <inkml:trace contextRef="#ctx0" brushRef="#br0">510 14 6889 0 0,'0'0'2225'0'0,"16"-13"6024"0"0,-13 13-7064 0 0,36 29 3167 0 0,-11 2-2420 0 0,12 14-567 0 0,59 49 1 0 0,-18-25-1493 0 0,-80-67 141 0 0,-1-1 0 0 0,0 0 0 0 0,1 0 0 0 0,-1 1 1 0 0,0-1-1 0 0,0 0 0 0 0,0 0 0 0 0,0 1 0 0 0,0-1 0 0 0,0 0 0 0 0,0 1 1 0 0,0-1-1 0 0,0 0 0 0 0,-1 1 0 0 0,1-1 0 0 0,0 0 0 0 0,-1 0 0 0 0,1 0 1 0 0,-1 1-1 0 0,0-1 0 0 0,1 0 0 0 0,-1 0 0 0 0,0 0 0 0 0,0 0 0 0 0,-1 1 1 0 0,1 0 15 0 0,-8 10 237 0 0,-1 1 0 0 0,-1-2-1 0 0,0 1 1 0 0,0-1 0 0 0,-26 18 0 0 0,-2 3 391 0 0,-399 348 2016 0 0,422-366-3856 0 0,-13 14 2423 0 0,-34 22-1 0 0,11-20-5239 0 0,26-21-1912 0 0,1-6-3598 0 0,-6-18-4054 0 0</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51.521"/>
    </inkml:context>
    <inkml:brush xml:id="br0">
      <inkml:brushProperty name="width" value="0.035" units="cm"/>
      <inkml:brushProperty name="height" value="0.035" units="cm"/>
      <inkml:brushProperty name="color" value="#FF0066"/>
    </inkml:brush>
  </inkml:definitions>
  <inkml:trace contextRef="#ctx0" brushRef="#br0">659 2 6469 0 0,'0'0'2986'0'0,"-2"0"-2428"0"0,1-1 1 0 0,-1 1-1 0 0,1 0 1 0 0,-1 0 0 0 0,1 0-1 0 0,-1 0 1 0 0,1 0-1 0 0,-1 0 1 0 0,0 0-1 0 0,1 0 1 0 0,-1 0-1 0 0,1 1 1 0 0,-3 0-1 0 0,-26 16 3225 0 0,-46 35 0 0 0,-28 36 167 0 0,-78 109-1959 0 0,112-107-5409 0 0,-82 117-19367 0 0,132-180 19855 0 0</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52.322"/>
    </inkml:context>
    <inkml:brush xml:id="br0">
      <inkml:brushProperty name="width" value="0.035" units="cm"/>
      <inkml:brushProperty name="height" value="0.035" units="cm"/>
      <inkml:brushProperty name="color" value="#FF0066"/>
    </inkml:brush>
  </inkml:definitions>
  <inkml:trace contextRef="#ctx0" brushRef="#br0">885 13 5609 0 0,'0'0'1813'0'0,"-5"7"-143"0"0,-41 56 3065 0 0,-3-1 0 0 0,-2-3 0 0 0,-3-2 0 0 0,-63 51 0 0 0,106-100-4735 0 0,-5-2 0 0 0,-6-3 0 0 0,15-5 0 0 0,0 0 0 0 0,1 0 0 0 0,-1 0 0 0 0,0-1 0 0 0,0 0 0 0 0,1 0 0 0 0,0-1 0 0 0,0 0 0 0 0,-7-5 0 0 0,-56-51 0 0 0,15 12 0 0 0,32 31 0 0 0,-2 0 0 0 0,0 1 0 0 0,-1 2 0 0 0,0 0 0 0 0,-2 2 0 0 0,1 1 0 0 0,-52-14 0 0 0,54 18 0 0 0,1 2 0 0 0,3 0 0 0 0,19 4-159 0 0,14 0 13 0 0,13-2-203 0 0,-8 0-190 0 0,101-31-3102 0 0,-72 19 2553 0 0,-17 5 473 0 0,9-3-38 0 0,-17 5 272 0 0,16-4-205 0 0,-36 11 547 0 0,1 6 142 0 0,-2-5-92 0 0,-1 1-1 0 0,0-1 1 0 0,1 0-1 0 0,-1 0 1 0 0,0 0-1 0 0,0 1 1 0 0,1-1-1 0 0,-1 0 1 0 0,0 0-1 0 0,0 1 1 0 0,0-1-1 0 0,1 0 0 0 0,-1 1 1 0 0,0-1-1 0 0,0 0 1 0 0,0 0-1 0 0,0 1 1 0 0,0-1-1 0 0,1 0 1 0 0,-1 1-1 0 0,0-1 1 0 0,0 0-1 0 0,0 1 1 0 0,0-1-1 0 0,0 1 1 0 0,0-1-1 0 0,0 0 1 0 0,0 1-1 0 0,0-1 1 0 0,-1 0-1 0 0,1 1 1 0 0,0-1-1 0 0,0 0 1 0 0,0 0-1 0 0,0 1 1 0 0,0-1-1 0 0,0 0 0 0 0,-1 1 1 0 0,-78 110 3686 0 0,59-87-3033 0 0,1 2 1 0 0,1 0-1 0 0,1 0 1 0 0,2 2-1 0 0,-24 56 1 0 0,35-70-665 0 0,0 0 0 0 0,0 1 0 0 0,1 0 0 0 0,1 0 0 0 0,1-1 0 0 0,0 1 0 0 0,1 0 0 0 0,0 0 0 0 0,3 17 0 0 0,-1-24 0 0 0,0 1 0 0 0,0-1 0 0 0,1 1 0 0 0,0-1 0 0 0,0 0 0 0 0,1 0 0 0 0,0 0 0 0 0,1-1 0 0 0,0 1 0 0 0,0-1 0 0 0,0 0 0 0 0,1-1 0 0 0,0 1 0 0 0,0-1 0 0 0,0 0 0 0 0,15 9 0 0 0,-2-4 0 0 0,0-1 0 0 0,1-1 0 0 0,1 0 0 0 0,-1-2 0 0 0,1 0 0 0 0,36 6 0 0 0,-55-13-26 0 0,0 1 0 0 0,0-1 0 0 0,0 1 0 0 0,0 0 0 0 0,0 0-1 0 0,0 0 1 0 0,-1 0 0 0 0,1 0 0 0 0,0 0 0 0 0,-1 1 0 0 0,1-1 0 0 0,0 0 0 0 0,-1 1 0 0 0,0-1 0 0 0,1 1 0 0 0,-1 0-1 0 0,0-1 1 0 0,0 1 0 0 0,0 0 0 0 0,2 3 0 0 0,-3-3-45 0 0,1-1 1 0 0,-1 0-1 0 0,1 0 0 0 0,-1 0 1 0 0,1 0-1 0 0,0 0 0 0 0,-1 0 1 0 0,1 0-1 0 0,0 0 0 0 0,0 0 1 0 0,0 0-1 0 0,0 0 0 0 0,0 0 1 0 0,0 0-1 0 0,0-1 0 0 0,0 1 1 0 0,0 0-1 0 0,0-1 0 0 0,0 1 1 0 0,0-1-1 0 0,0 1 0 0 0,1-1 0 0 0,-1 1 1 0 0,0-1-1 0 0,0 0 0 0 0,1 0 1 0 0,-1 0-1 0 0,0 0 0 0 0,0 0 1 0 0,1 0-1 0 0,-1 0 0 0 0,0 0 1 0 0,0 0-1 0 0,3-1 0 0 0,18-3-2355 0 0,18-2-4825 0 0,0-2 0 0 0,58-20 1 0 0,-65 14 4191 0 0</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52.665"/>
    </inkml:context>
    <inkml:brush xml:id="br0">
      <inkml:brushProperty name="width" value="0.035" units="cm"/>
      <inkml:brushProperty name="height" value="0.035" units="cm"/>
      <inkml:brushProperty name="color" value="#FF0066"/>
    </inkml:brush>
  </inkml:definitions>
  <inkml:trace contextRef="#ctx0" brushRef="#br0">29 18 10821 0 0,'-11'-4'5777'0'0,"1"-3"-1181"0"0,2 1-724 0 0,24 38-24610 0 0,-9-25 17934 0 0</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6:53.127"/>
    </inkml:context>
    <inkml:brush xml:id="br0">
      <inkml:brushProperty name="width" value="0.035" units="cm"/>
      <inkml:brushProperty name="height" value="0.035" units="cm"/>
      <inkml:brushProperty name="color" value="#FF0066"/>
    </inkml:brush>
  </inkml:definitions>
  <inkml:trace contextRef="#ctx0" brushRef="#br0">7 17 12777 0 0,'-7'8'19790'0'0,"18"-4"-19797"0"0,0-2 1 0 0,0 1-1 0 0,0-1 1 0 0,0-1-1 0 0,0 0 0 0 0,22-1 1 0 0,21-4-3874 0 0,-1-3-5194 0 0,-35 5 4070 0 0,-12 1 3283 0 0,0-1 0 0 0,0 0 0 0 0,1 1 0 0 0,-1-2 0 0 0,11-5 0 0 0,-4 1-1268 0 0</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7:26.408"/>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5662 123 3140 0 0,'40'-32'15892'0'0,"-307"178"-13727"0"0,73-45-971 0 0,-256 141 324 0 0,69-38 203 0 0,236-125-743 0 0,-164 95 432 0 0,-9 7-653 0 0,79-47-587 0 0,196-107-198 0 0,2 1 0 0 0,-71 63 0 0 0,-61 83-18 0 0,-179 196 241 0 0,297-315-93 0 0,-2-2 0 0 0,-2-3 0 0 0,-66 43 0 0 0,-206 115 634 0 0,172-112-264 0 0,74-44-79 0 0,-140 63 0 0 0,122-64 58 0 0,3 4 0 0 0,-140 103 1 0 0,231-152-451 0 0,-67 48-1 0 0,2 4 0 0 0,-68 68 0 0 0,-250 232 0 0 0,363-330 0 0 0,1 1 0 0 0,1 1 0 0 0,2 1 0 0 0,2 1 0 0 0,0 1 0 0 0,2 1 0 0 0,2 1 0 0 0,1 1 0 0 0,-25 74 0 0 0,15-36 0 0 0,-22 61 0 0 0,-45 189 0 0 0,88-284 0 0 0,2 0 0 0 0,2 0 0 0 0,2 0 0 0 0,1 1 0 0 0,2-1 0 0 0,2 0 0 0 0,2 0 0 0 0,1 0 0 0 0,2-1 0 0 0,2 0 0 0 0,18 43 0 0 0,3 4 0 0 0,-6-23 0 0 0,-4 0 0 0 0,-2 2 0 0 0,-3 1 0 0 0,12 91 0 0 0,0 90 0 0 0,8 116 0 0 0,-32-99 0 0 0,4 89 0 0 0,6-170 0 0 0,-12-143 0 0 0,2 0 0 0 0,1-1 0 0 0,3 1 0 0 0,16 49 0 0 0,69 148 0 0 0,-54-143 0 0 0,-25-60 0 0 0,2-1 0 0 0,1-1 0 0 0,32 43 0 0 0,78 84 0 0 0,2 1 0 0 0,-43-35 0 0 0,91 119 0 0 0,-140-198 0 0 0,2-2 0 0 0,1-2 0 0 0,55 42 0 0 0,175 120 0 0 0,-190-149 0 0 0,129 65 0 0 0,-86-51 0 0 0,227 168 0 0 0,-274-182 0 0 0,-2 5 0 0 0,86 88 0 0 0,-58-49 0 0 0,139 105 0 0 0,-202-172 0 0 0,-23-20 0 0 0,0 0 0 0 0,0-1 0 0 0,2-1 0 0 0,-1-1 0 0 0,1 0 0 0 0,38 10 0 0 0,126 20 0 0 0,-130-31 0 0 0,0 3 0 0 0,56 19 0 0 0,1 12 0 0 0,-50-17 0 0 0,0-4 0 0 0,2-1 0 0 0,95 16 0 0 0,77-13 0 0 0,60 10 0 0 0,79 48 0 0 0,-19-4 0 0 0,182 52 0 0 0,38-8 0 0 0,-469-103 0 0 0,-40-9 0 0 0,0-2 0 0 0,130-5 0 0 0,127-36 0 0 0,199-23 0 0 0,-82 11 0 0 0,86 4 0 0 0,-402 35 0 0 0,90-21 0 0 0,9-1 0 0 0,-191 30 0 0 0,-1 0 0 0 0,47 9 0 0 0,30 4 0 0 0,-20-7 0 0 0,-33-3 0 0 0,166 9 0 0 0,1-10 0 0 0,246-28 0 0 0,-391 17 0 0 0,-1-3 0 0 0,0-4 0 0 0,-1-2 0 0 0,0-4 0 0 0,-2-3 0 0 0,-1-3 0 0 0,-1-4 0 0 0,-1-2 0 0 0,115-76 0 0 0,-151 82 0 0 0,-2 0 0 0 0,-1-2 0 0 0,0-1 0 0 0,-3-2 0 0 0,33-47 0 0 0,121-165 0 0 0,-158 209 0 0 0,39-54 0 0 0,-16 51 0 0 0,-33 24 0 0 0,-13 14 0 0 0,38-24 0 0 0,-11 3 0 0 0,3-3 0 0 0,-25 22 0 0 0,24-20 0 0 0,68-70 0 0 0,-88 84 0 0 0,0 1 0 0 0,-1 0 0 0 0,1-1 0 0 0,-2 0 0 0 0,0 0 0 0 0,2-2 0 0 0,1 2 0 0 0,-1 1 0 0 0,2-1 0 0 0,-1 1 0 0 0,0 0 0 0 0,0 1 0 0 0,1-1 0 0 0,-1 0 0 0 0,10-6 0 0 0,0 1 0 0 0,1 0 0 0 0,29-11 0 0 0,-15 8 0 0 0,4-4 0 0 0,-1-1 0 0 0,66-48 0 0 0,-85 53 0 0 0,0-1 0 0 0,-2 0 0 0 0,0-1 0 0 0,-1-1 0 0 0,0-1 0 0 0,15-25 0 0 0,-22 28 0 0 0,0 0 0 0 0,-1-1 0 0 0,0 0 0 0 0,-1 0 0 0 0,-1-1 0 0 0,-1 0 0 0 0,-1 0 0 0 0,0 0 0 0 0,-1-1 0 0 0,-1 1 0 0 0,-1-1 0 0 0,-1 0 0 0 0,0 1 0 0 0,-1-1 0 0 0,-5-21 0 0 0,-40-235 0 0 0,37 238 0 0 0,-2 0 0 0 0,-2 2 0 0 0,-1-1 0 0 0,-2 2 0 0 0,-26-45 0 0 0,-4-19 0 0 0,35 69 0 0 0,-2 0 0 0 0,-1 2 0 0 0,-19-29 0 0 0,31 52 0 0 0,-21-38 0 0 0,18 24 0 0 0,1 2 0 0 0,3-15 0 0 0,-2-72 0 0 0,2 52 0 0 0,-11-82 0 0 0,-35-199 0 0 0,-7 75 0 0 0,4 31 0 0 0,20 14 0 0 0,-11-208 0 0 0,35 332 0 0 0,3 0 0 0 0,9-89 0 0 0,-3-100 0 0 0,-2-47 0 0 0,-4-39 0 0 0,-22 186 0 0 0,-2-4 0 0 0,17 42 0 0 0,-18-180 0 0 0,15 226 0 0 0,-34-128 0 0 0,-34-132 0 0 0,47 197 0 0 0,-6 3 0 0 0,-109-267 0 0 0,60 195 0 0 0,-21-46 0 0 0,85 216 0 0 0,-3 2 0 0 0,-63-90 0 0 0,55 99 0 0 0,-1 1 0 0 0,-71-62 0 0 0,-99-64 0 0 0,18 17 0 0 0,56 37 0 0 0,-5 5 0 0 0,-264-157 0 0 0,284 200 0 0 0,-291-157 0 0 0,330 187 0 0 0,-2 3 0 0 0,-145-39 0 0 0,-176-18 0 0 0,343 80 0 0 0,-803-135 0 0 0,851 145 0 0 0,-260-36 0 0 0,-541-2 0 0 0,693 47 0 0 0,-201 39 0 0 0,273-38 0 0 0,33-6 0 0 0,-5-1 0 0 0,1 1 0 0 0,2-1 0 0 0,-16 1 0 0 0,-1 3 0 0 0,1 0 0 0 0,-41 15 0 0 0,5-2 0 0 0,-239 41-11552 0 0,222-46-3885 0 0,63-11 12463 0 0</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7:29.896"/>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6241 0 4904 0 0,'-145'149'7747'0'0,"8"9"-3681"0"0,-120 173-931 0 0,165-209-1762 0 0,-36 46-234 0 0,-372 462 1449 0 0,-1802 1967 3458 0 0,1439-1687-4637 0 0,446-480-1049 0 0,-486 446-6921 0 0,878-853 6441 0 0,-109 104-4723 0 0,-162 146-12052 0 0,254-235 14039 0 0</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7:30.924"/>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0 1 3664 0 0,'24'22'2661'0'0,"59"57"3186"0"0,-48-43-4035 0 0,45 60 1 0 0,303 433 3167 0 0,247 327-1183 0 0,1476 1517 1067 0 0,-1432-1716-4339 0 0,-250-250-265 0 0,114 101-59 0 0,92 89-222 0 0,-279-235-1162 0 0,-292-298 122 0 0,78 106-1 0 0,-15-22-2157 0 0,-89-112-1302 0 0,42 62-1 0 0,-62-79 2898 0 0,-2-4-626 0 0,0 2 1 0 0,-2-1-1 0 0,10 22 0 0 0,-11-18-654 0 0</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7:47.263"/>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987 689 3696 0 0,'-19'1'3077'0'0,"15"0"-1707"0"0,4-1-1372 0 0,-6 0 902 0 0,1 1-1 0 0,-1-1 1 0 0,0 1-1 0 0,1 1 1 0 0,-1-1-1 0 0,0 1 1 0 0,-6 2-1 0 0,11-2-329 0 0,-5 3 1071 0 0,-2 3-601 0 0,4-4-657 0 0,1 1 97 0 0,-120 139 3981 0 0,84-102-3737 0 0,2 1 1 0 0,2 2-1 0 0,-45 75 1 0 0,-10 55 471 0 0,-61 106-331 0 0,126-241-792 0 0,-117 203 434 0 0,124-205-180 0 0,1 1 0 0 0,2 0 0 0 0,1 1 1 0 0,-13 69-1 0 0,16-54-202 0 0,-6 29 222 0 0,-7 37 295 0 0,-1 63-76 0 0,25-154-566 0 0,1 0 0 0 0,2 0 0 0 0,11 56 0 0 0,-6-45 0 0 0,3 46 0 0 0,-10 8 0 0 0,-14 111 0 0 0,6-138 0 0 0,2 0 0 0 0,4 1 0 0 0,2-1 0 0 0,13 79 0 0 0,22 10 0 0 0,-19-91 0 0 0,12 88 0 0 0,-24-96 0 0 0,-4-31 0 0 0,1-1 0 0 0,2 0 0 0 0,0 0 0 0 0,1 0 0 0 0,2 0 0 0 0,1-1 0 0 0,19 42 0 0 0,4-6 0 0 0,-3 0 0 0 0,23 75 0 0 0,-46-124 0 0 0,1-1 0 0 0,0 0 0 0 0,0 0 0 0 0,2 0 0 0 0,-1-1 0 0 0,1 0 0 0 0,1 0 0 0 0,15 14 0 0 0,-14-16 0 0 0,-1 1 0 0 0,0 1 0 0 0,-1-1 0 0 0,0 2 0 0 0,-1-1 0 0 0,0 1 0 0 0,0 0 0 0 0,4 12 0 0 0,-10-20 0 0 0,2 7 0 0 0,1 0 0 0 0,0 0 0 0 0,0-1 0 0 0,1 1 0 0 0,0-1 0 0 0,0 0 0 0 0,1-1 0 0 0,14 17 0 0 0,-11-19 0 0 0,5 1 0 0 0,14 3 0 0 0,3-6 0 0 0,-22-4 0 0 0,47 12 0 0 0,-36-7 0 0 0,1-1 0 0 0,-3 2 0 0 0,-3-1 0 0 0,0 2 0 0 0,-2 0 0 0 0,-2 0 0 0 0,1 1 0 0 0,1 1 0 0 0,37 26 0 0 0,37 40 0 0 0,-73-65 0 0 0,0 1 0 0 0,1-2 0 0 0,0 0 0 0 0,1 0 0 0 0,0-2 0 0 0,33 12 0 0 0,31 15 0 0 0,-60-22 0 0 0,1-2 0 0 0,0 1 0 0 0,0-2 0 0 0,1-1 0 0 0,0-1 0 0 0,1-1 0 0 0,0 0 0 0 0,0-2 0 0 0,25 2 0 0 0,98-7 0 0 0,-93 0 0 0 0,-18 1 0 0 0,24 1 0 0 0,65 0-320 0 0,-97-2 186 0 0,0-1-1 0 0,-1-2 0 0 0,1 0 0 0 0,47-16 0 0 0,173-53-1184 0 0,-140 46 1061 0 0,77-24-389 0 0,-44 2 672 0 0,-139 48 22 0 0,40-5-153 0 0,54-15-1 0 0,-93 21 106 0 0,219-44-29 0 0,85-16-1742 0 0,-263 53 1486 0 0,0 1 0 0 0,1 2 0 0 0,0 2 0 0 0,-1 2 0 0 0,52 6-1 0 0,-79-5 288 0 0,1 0-1 0 0,-1-2 0 0 0,0 0 1 0 0,0 0-1 0 0,25-7 1 0 0,31-3 100 0 0,25 1-151 0 0,1-4-1 0 0,114-33 1 0 0,-57 3 288 0 0,-104 27-148 0 0,1 2 0 0 0,0 2 0 0 0,1 3 0 0 0,92-6 0 0 0,122 4 254 0 0,-202 8-238 0 0,-7 1-289 0 0,0-2 1 0 0,101-22 0 0 0,-116 15 188 0 0,196-60-425 0 0,-190 53 381 0 0,-1-2 0 0 0,-2-2 1 0 0,50-32-1 0 0,-62 31 227 0 0,-1-2 0 0 0,30-32 0 0 0,-60 56-181 0 0,-2 1 16 0 0,19-8 13 0 0,-18 9-21 0 0,51 4 471 0 0,-45-3-496 0 0,0 1 0 0 0,0 0 0 0 0,-1 0 0 0 0,14 7 0 0 0,24 30 57 0 0,-44-38-17 0 0,1 1-1 0 0,0-1 0 0 0,-1 0 1 0 0,1 0-1 0 0,0 0 1 0 0,0 0-1 0 0,0 0 0 0 0,0 0 1 0 0,0-1-1 0 0,0 1 0 0 0,0-1 1 0 0,0 1-1 0 0,0-1 0 0 0,0 0 1 0 0,0 1-1 0 0,0-1 0 0 0,0 0 1 0 0,0-1-1 0 0,0 1 0 0 0,0 0 1 0 0,0 0-1 0 0,0-1 0 0 0,0 0 1 0 0,0 1-1 0 0,2-2 0 0 0,7-3-59 0 0,0 0-1 0 0,-1-1 0 0 0,16-12 1 0 0,23-11-198 0 0,-1 6 156 0 0,4-6-104 0 0,25-5 47 0 0,-41 18-115 0 0,0-1 1 0 0,36-23 0 0 0,-61 33 218 0 0,-1 0 0 0 0,-1-1-1 0 0,1 0 1 0 0,-1-1-1 0 0,-1 0 1 0 0,0 0 0 0 0,0-1-1 0 0,0 0 1 0 0,-1 0-1 0 0,10-21 1 0 0,37-77-31 0 0,34-85 253 0 0,-83 179-153 0 0,-2 1-1 0 0,1-1 1 0 0,-2 0 0 0 0,0 0 0 0 0,-1-1 0 0 0,0 1-1 0 0,-1 0 1 0 0,-1 0 0 0 0,0 0 0 0 0,-1 0 0 0 0,0 0 0 0 0,-8-25-1 0 0,-5-4-7 0 0,-2 1 0 0 0,-37-65-1 0 0,7 13 3 0 0,28 48-69 0 0,-3 2-1 0 0,-1 0 0 0 0,-3 2 1 0 0,-1 1-1 0 0,-39-47 1 0 0,10 27 24 0 0,-66-66 555 0 0,112 115-440 0 0,0 0 0 0 0,1-1 0 0 0,0 0 0 0 0,1-1 1 0 0,0 0-1 0 0,-7-20 0 0 0,-22-36 63 0 0,26 52-123 0 0,2 0-1 0 0,0-1 1 0 0,1 0 0 0 0,0 0-1 0 0,2-1 1 0 0,-5-27-1 0 0,-19-96 562 0 0,29 138-594 0 0,-9-39 41 0 0,-3 0 0 0 0,-29-69-1 0 0,-27-30-11 0 0,57 109 10 0 0,10 28-72 0 0,1 1 0 0 0,-1-1-1 0 0,0 1 1 0 0,-1-1 0 0 0,1 1 0 0 0,-1 0 0 0 0,-6-9-1 0 0,-60-106-49 0 0,47 80 60 0 0,16 27 38 0 0,0 1 0 0 0,-1-1 0 0 0,-1 2 0 0 0,0-1-1 0 0,0 1 1 0 0,-13-13 0 0 0,14 14 3 0 0,1 0 0 0 0,1 0 0 0 0,-9-22 0 0 0,8 11 5 0 0,3 11-41 0 0,0 1 1 0 0,0-1-1 0 0,-1 1 1 0 0,0 0-1 0 0,0 0 1 0 0,-1 1-1 0 0,0-1 1 0 0,-13-14-1 0 0,0 2-13 0 0,-2 1 1 0 0,-1 1-1 0 0,-27-20 1 0 0,6 6-13 0 0,-1 2 115 0 0,25 19-23 0 0,0-1 0 0 0,-21-19-1 0 0,-14-4-196 0 0,52 35 84 0 0,-42-24 189 0 0,41 24-109 0 0,-26-24 247 0 0,26 21-303 0 0,-17-14 581 0 0,18 17-517 0 0,-38-32 111 0 0,-9-1 435 0 0,47 33-547 0 0,-35-21 269 0 0,7 3-416 0 0,28 18 138 0 0,-1-1-29 0 0,0 0 1 0 0,0 0-1 0 0,0 0 0 0 0,0 0 0 0 0,0 1 0 0 0,-1-1 1 0 0,1 1-1 0 0,0-1 0 0 0,-1 1 0 0 0,0 0 0 0 0,-4-1 0 0 0,-16-10-31 0 0,-53-30 150 0 0,75 41-142 0 0,-45-20-83 0 0,-60-17 228 0 0,61 24-148 0 0,42 13 21 0 0,0 0 17 0 0,-7-2 0 0 0,-39-6-38 0 0,-25-1 80 0 0,72 10-84 0 0,-21-2 122 0 0,14 1-58 0 0,-5-1 38 0 0,0 0 1 0 0,0-1-1 0 0,0-1 0 0 0,0 0 0 0 0,-18-9 1 0 0,30 13-12 0 0,-2-3-40 0 0,-1-1 1 0 0,1 1 0 0 0,0 0 0 0 0,0-1-1 0 0,1 0 1 0 0,-1 0 0 0 0,1 0 0 0 0,-1 0-1 0 0,-3-8 1 0 0,2 5-8 0 0,0 0-7 0 0,0 0 0 0 0,0 1 0 0 0,-1-1 0 0 0,0 1 0 0 0,0 0 0 0 0,0 1 1 0 0,-1 0-1 0 0,0 0 0 0 0,0 0 0 0 0,-14-6 0 0 0,9 4-4 0 0,-32-14-8 0 0,21 12 4 0 0,0-1 0 0 0,-35-22 0 0 0,47 25 4 0 0,-2 0-4 0 0,-1-1 0 0 0,1 1 0 0 0,0 0 0 0 0,-125-57-202 0 0,-277-85 1 0 0,281 106 155 0 0,-469-116-419 0 0,209 95 343 0 0,334 57 173 0 0,0 2 0 0 0,0 4 0 0 0,0 2 0 0 0,-75 11 0 0 0,-114 6 58 0 0,-38 6-40 0 0,283-23-68 0 0,-38 4 62 0 0,1 3 0 0 0,0 1 1 0 0,0 2-1 0 0,1 2 0 0 0,-70 32 0 0 0,-43 46 152 0 0,144-85-209 0 0,-19 12-4 0 0,25-16-2 0 0,-1 0 0 0 0,0 1 0 0 0,1-1 0 0 0,-1 1 0 0 0,1-1 0 0 0,0 1 0 0 0,0 0 0 0 0,-4 5 0 0 0,-2 1 0 0 0,-42 48 0 0 0,50-57 0 0 0,-25 31 0 0 0,19-14 0 0 0,-51 67 0 0 0,50-73 0 0 0,-2 0 0 0 0,1 1 0 0 0,-1 0 0 0 0,-1-1 0 0 0,0 0 0 0 0,1 2 0 0 0,1-2 0 0 0,-1 3 0 0 0,0-1 0 0 0,2 0 0 0 0,0 0 0 0 0,-1-1 0 0 0,0 2 0 0 0,3-2 0 0 0,0 1 0 0 0,-1-1 0 0 0,2-4-349 0 0,-10-72-26827 0 0,8 44 24234 0 0</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7:56.258"/>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3946 2591 4104 0 0,'0'0'11875'0'0,"5"-4"-11378"0"0,14-12-45 0 0,-14 12-37 0 0,-3 1-228 0 0,0 1 1 0 0,0 0-1 0 0,0 0 0 0 0,0 0 0 0 0,1 1 1 0 0,-1-1-1 0 0,0 0 0 0 0,1 1 1 0 0,-1 0-1 0 0,1-1 0 0 0,0 1 1 0 0,2-1-1 0 0,17-10 446 0 0,30-16 330 0 0,-50 28-902 0 0,41-22 170 0 0,82-39-12 0 0,-91 41-179 0 0,-31 18-30 0 0,7-4-11 0 0,-5 2 8 0 0,0 1 14 0 0,38-31 100 0 0,-34 26-47 0 0,0-1-1 0 0,-1-1 1 0 0,0 1 0 0 0,-1-1-1 0 0,7-11 1 0 0,-12 16-33 0 0,-1 0 1 0 0,1 0-1 0 0,-1 0 0 0 0,0 1 1 0 0,0-1-1 0 0,-1 0 0 0 0,1-1 1 0 0,-1 1-1 0 0,-1-6 1 0 0,1 3 45 0 0,0 6 22 0 0,-6-17 168 0 0,6 17-256 0 0,0 0 1 0 0,0 0-1 0 0,0 0 0 0 0,-1 0 0 0 0,1 0 0 0 0,-1 0 1 0 0,0 0-1 0 0,1 0 0 0 0,-1 0 0 0 0,0 0 0 0 0,0 0 1 0 0,0 0-1 0 0,0 0 0 0 0,-1 1 0 0 0,-1-3 1 0 0,-42-34 619 0 0,43 36-560 0 0,-32-23 363 0 0,-9 2-306 0 0,41 22-88 0 0,-32-26 311 0 0,0 1-188 0 0,22 16-158 0 0,1 1 0 0 0,-2 1 0 0 0,1 0 1 0 0,-28-13-1 0 0,39 21 46 0 0,-1-1-48 0 0,-1 0 1 0 0,0 0-1 0 0,1 0 1 0 0,-1 0-1 0 0,1 0 0 0 0,-1-1 1 0 0,1 1-1 0 0,-1-1 1 0 0,1 0-1 0 0,0 1 0 0 0,-3-4 1 0 0,-23-15 170 0 0,-64-17-163 0 0,90 36-18 0 0,-17-9 214 0 0,-2-4-78 0 0,19 12-111 0 0,0 0-17 0 0,1-1-1 0 0,-1 1 0 0 0,0 0 1 0 0,0 0-1 0 0,0 0 0 0 0,-1 0 1 0 0,1 0-1 0 0,0 0 0 0 0,-1 1 1 0 0,1-1-1 0 0,-1 1 0 0 0,-4-3 0 0 0,-2-1 14 0 0,-43-32 415 0 0,50 35-377 0 0,-40-27-58 0 0,36 26 42 0 0,0-1-1 0 0,0 1 0 0 0,0-1 1 0 0,0-1-1 0 0,1 1 1 0 0,-8-9-1 0 0,11 11 59 0 0,-3-2-14 0 0,0 0 0 0 0,1 0 0 0 0,0 0 0 0 0,0 0 1 0 0,0-1-1 0 0,0 1 0 0 0,-3-7 0 0 0,-1 1-17 0 0,-5-9 220 0 0,1 0 0 0 0,1 0 0 0 0,-9-21 0 0 0,20 38-245 0 0,-26-55 340 0 0,25 54-350 0 0,-1-1-16 0 0,-1 0 0 0 0,1 0 0 0 0,0 0 0 0 0,0 0 1 0 0,0 0-1 0 0,0-1 0 0 0,1 1 0 0 0,-2-9 0 0 0,-1 0 67 0 0,-63-208 1178 0 0,52 153-649 0 0,14 66-570 0 0,1-1-38 0 0,0 0 0 0 0,0 0 0 0 0,0 0 1 0 0,0 0-1 0 0,0 0 0 0 0,-1 0 0 0 0,1 0 1 0 0,-1 0-1 0 0,0 0 0 0 0,-1-3 1 0 0,-7-37-36 0 0,4-39-249 0 0,4 75 230 0 0,0 0 0 0 0,-1-1 0 0 0,1 1-1 0 0,-1 0 1 0 0,-1 0 0 0 0,-4-10 0 0 0,-7-21 39 0 0,10 26 21 0 0,0 1 0 0 0,-1 0 0 0 0,0 0 0 0 0,-14-19 0 0 0,18 28-29 0 0,-29-39-378 0 0,-26-30-1148 0 0,54 70 1453 0 0,-36-38-170 0 0,-32-13 47 0 0,68 51 218 0 0,-2-3-29 0 0,0 0-1 0 0,0 1 1 0 0,-1-1 0 0 0,1 1 0 0 0,-1 0 0 0 0,0 0 0 0 0,0 1 0 0 0,-5-3 0 0 0,2 1-13 0 0,-232-131 809 0 0,27 9-653 0 0,96 59-39 0 0,42 23 62 0 0,-108-47 1 0 0,111 59 49 0 0,47 20-103 0 0,-1 0 1 0 0,0 2 0 0 0,0 1-1 0 0,-1 1 1 0 0,0 2 0 0 0,-31-5-1 0 0,-46-5 228 0 0,31 8-59 0 0,0 3 0 0 0,-76 4 0 0 0,78 2-171 0 0,-147 11 170 0 0,139-5-237 0 0,51-4-24 0 0,2 0 0 0 0,2-2 0 0 0,0 2 0 0 0,2-1 0 0 0,-1 1 0 0 0,2-2 0 0 0,-1 0 0 0 0,3 1 0 0 0,-2-1 0 0 0,3 2 0 0 0,-3 0 0 0 0,-7-1 0 0 0,7-1 0 0 0,-2 0 0 0 0,3 1 0 0 0,-5-1 0 0 0,0 1 0 0 0,0-2 0 0 0,2 1 0 0 0,-2 1 0 0 0,3-1 0 0 0,-2 0 0 0 0,0 0 0 0 0,-1-1 0 0 0,0 1 0 0 0,1 0 0 0 0,1-1 0 0 0,3 0 0 0 0,-4 2 0 0 0,-5-2 0 0 0,5 1 0 0 0,-1 0 0 0 0,1 0 0 0 0,1 0 0 0 0,-1 2 0 0 0,1-2 0 0 0,-3 2 0 0 0,-217 14 0 0 0,221-16 0 0 0,3 1 0 0 0,0 2 0 0 0,-3-1 0 0 0,3-1 0 0 0,0 1 0 0 0,3 0-321 0 0,19-3-45 0 0,0 0-1 0 0,0 0 1 0 0,0 0 0 0 0,0 1 0 0 0,0-1 0 0 0,0 1 0 0 0,-1 0 0 0 0,1 0 0 0 0,4 2 0 0 0,3 0-766 0 0,30-2-13336 0 0,-35-2 13351 0 0,0-1-1 0 0,0 1 1 0 0,0-1 0 0 0,-1 0 0 0 0,1 0 0 0 0,7-5 0 0 0,-4 2-589 0 0,6-2-1093 0 0</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8:14.865"/>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622 7 6225 0 0,'11'-7'18773'0'0,"-152"132"-11004"0"0,87-79-7769 0 0,17-16 0 0 0,-2 2 0 0 0,13-10 0 0 0,-82 67 0 0 0,-96 88 0 0 0,197-170 0 0 0,-1 1 0 0 0,-1-1-265 0 0</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24T12:28:15.399"/>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1 5 5068 0 0,'8'-4'16763'0'0,"15"52"-13860"0"0,-3 0 0 0 0,19 69 0 0 0,-7-22-676 0 0,-31-91-2227 0 0,112 280 0 0 0,-95-247 0 0 0,2 0 0 0 0,1-2 0 0 0,2-1 0 0 0,1 0 0 0 0,40 41 0 0 0,-13-14-6355 0 0,-13-16-712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9AF7E6-7624-4541-A205-7C3CB8BF23A1}" type="datetimeFigureOut">
              <a:rPr lang="en-US" smtClean="0"/>
              <a:t>31-Aug-26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D6CBA2-2C57-4AB0-9591-547A3199D703}" type="slidenum">
              <a:rPr lang="en-US" smtClean="0"/>
              <a:t>‹#›</a:t>
            </a:fld>
            <a:endParaRPr lang="en-US"/>
          </a:p>
        </p:txBody>
      </p:sp>
    </p:spTree>
    <p:extLst>
      <p:ext uri="{BB962C8B-B14F-4D97-AF65-F5344CB8AC3E}">
        <p14:creationId xmlns:p14="http://schemas.microsoft.com/office/powerpoint/2010/main" val="2921217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D6CBA2-2C57-4AB0-9591-547A3199D703}" type="slidenum">
              <a:rPr lang="en-US" smtClean="0"/>
              <a:t>6</a:t>
            </a:fld>
            <a:endParaRPr lang="en-US"/>
          </a:p>
        </p:txBody>
      </p:sp>
    </p:spTree>
    <p:extLst>
      <p:ext uri="{BB962C8B-B14F-4D97-AF65-F5344CB8AC3E}">
        <p14:creationId xmlns:p14="http://schemas.microsoft.com/office/powerpoint/2010/main" val="317049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تحقق أولا من صفات الألوهية الواجبة وأثبت العدل بدون البيان ثم ابحث في حقيقة هذا العدل معترفا بعجزك عن فهم كل شيء ومسلما للخالق الحكيم الذي لا يسأل عما يفعل. وإياك إياك أن تتنازل عن صفات الخالق من أجل المخلوق</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تغيب المشيئة الإلهية الأزلية </a:t>
            </a:r>
            <a:r>
              <a:rPr lang="ar-SA"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بداعى</a:t>
            </a: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الحرص على العدل</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بجريان الزمن على الله تعالى بداعي تنزيه الله تعالى عن خلق الشرور</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الخالق ينتظر المخلوق</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الله تعالى يغير قراراته</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إرادة الإنسان في العالم السفلي تهز إرادة الله في العالم العلوي</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علم الله تعالى بالمخلوقات لا يمكن أن يكون علما أزليا</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endParaRPr lang="en-US" dirty="0"/>
          </a:p>
        </p:txBody>
      </p:sp>
      <p:sp>
        <p:nvSpPr>
          <p:cNvPr id="4" name="Slide Number Placeholder 3"/>
          <p:cNvSpPr>
            <a:spLocks noGrp="1"/>
          </p:cNvSpPr>
          <p:nvPr>
            <p:ph type="sldNum" sz="quarter" idx="5"/>
          </p:nvPr>
        </p:nvSpPr>
        <p:spPr/>
        <p:txBody>
          <a:bodyPr/>
          <a:lstStyle/>
          <a:p>
            <a:fld id="{A9D6CBA2-2C57-4AB0-9591-547A3199D703}" type="slidenum">
              <a:rPr lang="en-US" smtClean="0"/>
              <a:t>12</a:t>
            </a:fld>
            <a:endParaRPr lang="en-US"/>
          </a:p>
        </p:txBody>
      </p:sp>
    </p:spTree>
    <p:extLst>
      <p:ext uri="{BB962C8B-B14F-4D97-AF65-F5344CB8AC3E}">
        <p14:creationId xmlns:p14="http://schemas.microsoft.com/office/powerpoint/2010/main" val="1778869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الله تعالى يغير قراراته</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إرادة الإنسان في العالم السفلي تهز إرادة الله في العالم العلوي</a:t>
            </a:r>
            <a:br>
              <a:rPr lang="ar-JO"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br>
              <a:rPr lang="ar-JO"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800" b="1" i="0" dirty="0">
                <a:solidFill>
                  <a:srgbClr val="303030"/>
                </a:solidFill>
                <a:effectLst/>
                <a:highlight>
                  <a:srgbClr val="FFFFFF"/>
                </a:highlight>
                <a:latin typeface="Droid Arabic Naskh"/>
              </a:rPr>
              <a:t>" لا تسبوا الدهر فإن الله هو الدهر " ( وقد يكون اللفظ المذكور جاء بسبب طريقة ترجمة السؤال ) ، وقد رواه مسلم عن أبي هريرة ( 5827 ) ، وفي لفظ آخر: " لا يسب أحدكم الدهر فإن الله هو الدهر " ، وفي لفظ آخر : " لا يقولن أحدكم يا خيبة الدهر فإن الله هو الدهر " ، وفي لفظ : " قال الله عز وجل : يؤذيني ابن آدم يقول يا خيبة الدهر فلا يقولن يا خيبة الدهر فأنا الدهر أقلب الليل والنهار فإذا شئت قبضتهما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علم الله تعالى بالمخلوقات لا يمكن أن يكون علما أزليا</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endParaRPr lang="en-US" dirty="0"/>
          </a:p>
        </p:txBody>
      </p:sp>
      <p:sp>
        <p:nvSpPr>
          <p:cNvPr id="4" name="Slide Number Placeholder 3"/>
          <p:cNvSpPr>
            <a:spLocks noGrp="1"/>
          </p:cNvSpPr>
          <p:nvPr>
            <p:ph type="sldNum" sz="quarter" idx="5"/>
          </p:nvPr>
        </p:nvSpPr>
        <p:spPr/>
        <p:txBody>
          <a:bodyPr/>
          <a:lstStyle/>
          <a:p>
            <a:fld id="{A9D6CBA2-2C57-4AB0-9591-547A3199D703}" type="slidenum">
              <a:rPr lang="en-US" smtClean="0"/>
              <a:t>14</a:t>
            </a:fld>
            <a:endParaRPr lang="en-US"/>
          </a:p>
        </p:txBody>
      </p:sp>
    </p:spTree>
    <p:extLst>
      <p:ext uri="{BB962C8B-B14F-4D97-AF65-F5344CB8AC3E}">
        <p14:creationId xmlns:p14="http://schemas.microsoft.com/office/powerpoint/2010/main" val="1108335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تغيب المشيئة الإلهية الأزلية </a:t>
            </a:r>
            <a:r>
              <a:rPr lang="ar-SA"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بداعى</a:t>
            </a: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الحرص على العدل</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بجريان الزمن على الله تعالى بداعي تنزيه الله تعالى عن خلق الشرور</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الخالق ينتظر المخلوق</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الله تعالى يغير قراراته</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إرادة الإنسان في العالم السفلي تهز إرادة الله في العالم العلوي</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علم الله تعالى بالمخلوقات لا يمكن أن يكون علما أزليا</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5"/>
          </p:nvPr>
        </p:nvSpPr>
        <p:spPr/>
        <p:txBody>
          <a:bodyPr/>
          <a:lstStyle/>
          <a:p>
            <a:fld id="{A9D6CBA2-2C57-4AB0-9591-547A3199D703}" type="slidenum">
              <a:rPr lang="en-US" smtClean="0"/>
              <a:t>19</a:t>
            </a:fld>
            <a:endParaRPr lang="en-US"/>
          </a:p>
        </p:txBody>
      </p:sp>
    </p:spTree>
    <p:extLst>
      <p:ext uri="{BB962C8B-B14F-4D97-AF65-F5344CB8AC3E}">
        <p14:creationId xmlns:p14="http://schemas.microsoft.com/office/powerpoint/2010/main" val="1043978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لنفرض يا أخي أنني دخلت معك إلى عرفة كبيرة. أما أنت فتقدمت باستقامة إلى الأمام وأما أنا فانحرفت إلى اليسار بمقدار زاوية معينة. أنت يحلو لك أن تصف الأجسام داخل الغرفة بناء على نظام تفضله أنت وهو (يمينك، أمامك، فوقك) وأما أنا فيحلو لي أن أصف الأجسام بناء على نظام أفضله أنا وهو (يميني، أمامي، فوقي)</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ولكن بما أنني انحرفت إلى اليسار قليلا بمقدار زاوية معينة فإن يميني هو خليط من يمينك وأمامك</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وأمامي هو خليط من أمامك ويسارك (أو يمينك...ليس هناك فرق جوهري)</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أما فوقي فهو فوقك</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وكذلك زمني هو زمنك</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الاختلاف في الوصف يفسر بعملية دوران في العالم الرباعي بمقدار الزاوية المعينة</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يمكنك أن تتصور دورانا بشكل آخر (بأن أكون مستلقيا على الأرض على سبيل المثال) بحيث يصير فوقي خليطا من يمينك وأمامك مثلا</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الأمر المهم في النظرية النسبية هي أنها اكتشفت دورانا يجعل زمني خليطا من زمنك وأمامك!!!! وهذا الأمر تعرفه البشرية منذ 100 عام تقريبا...ولكن الاهتمام به في علم الكلام معدوم للأسف</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ما هو هذا الدوران الخطير؟</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هذا الدوران الزماني الذي يجعل زماني خليطا من زمانك ومكانك هو التحرك بسرعة معينة. والسرعة المعينة هي التي تحدد الزاوية المعينة للدوران</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ماذا يعني هذا؟</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هذا يعني أنني عندما أنطلق في قطار وأتركك تنتظرني على الرصيف فإن ساعتي ستبدأ بقياس زمني أنا الذي أصبح خليطا من زمنك أنت ومن أمامك أنت</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الزمان بالنسبة لي هو خليط من الزمان والمكان بالنسبة لك</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لنفرض أنني سافرت في القطار بسرعة كبيرة ثم عدت وتوقف القطار. هذا يعني أنني درت بمقدار زاوية معينة ثم درت بالاتجاه المخالف وعدت بمقدار نفس الزاوية الأولى. الآن مكاني هو مكانك وزماني هو زمانك. وأنت قد سرت مسافة في الزمن أثناء رحلتي (حسب زمنك أنت) وأنا سرت مسافة في الزمن (حسب زمني أنا)...الآن بعد أن التقينا واتحد زماننا هل من الضروري أن تكون المسافات الزمنية التي قطعناها متساوية؟؟؟</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الجواب هو: لا</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ساعتي التي سافرت معي سجلت فترة فراق تختلف عن ساعتك أنت التي بقيت معك</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في الحياة العملية يكون الاختلاف قليلا جدا لأن الزاوية تكون صغيرة جدا إلا إذا كانت السرعة تقارب سرعة الضوء</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أما إذا كانت السرعة كبيرة جدا (قريبة من سرعة الضوء) فإن من الممكن أن أسافر لمدة شهر على حسب زمني أنا ثم أعود إليك وأجد أن عمرك أصبح 100 سنة (وأجدك إن شاء الله لا تزال بصحة وعافية!! وقد زوجت أولاد أحفادك)</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شيء غريب حقا!!! ولكنه صحيح وهناك تجارب علمية تثبت هذا بالنسبة للجسيمات النووية غير المستقرة التي تنطلق بسرعات قريبة من سرعات الضوء. هذه الجسيمات تعيش أكثر بكثير مما ينبغي لأنها تحسب الزمن بناء على نظامها المفضل الذي هو خليط من زماننا ومكاننا ويكون بطيئا جدا (يجوز أن تقول إن الزمن يتوقف عند سرعة الضوء)</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dirty="0"/>
          </a:p>
        </p:txBody>
      </p:sp>
      <p:sp>
        <p:nvSpPr>
          <p:cNvPr id="4" name="Slide Number Placeholder 3"/>
          <p:cNvSpPr>
            <a:spLocks noGrp="1"/>
          </p:cNvSpPr>
          <p:nvPr>
            <p:ph type="sldNum" sz="quarter" idx="5"/>
          </p:nvPr>
        </p:nvSpPr>
        <p:spPr/>
        <p:txBody>
          <a:bodyPr/>
          <a:lstStyle/>
          <a:p>
            <a:fld id="{A9D6CBA2-2C57-4AB0-9591-547A3199D703}" type="slidenum">
              <a:rPr lang="en-US" smtClean="0"/>
              <a:t>21</a:t>
            </a:fld>
            <a:endParaRPr lang="en-US"/>
          </a:p>
        </p:txBody>
      </p:sp>
    </p:spTree>
    <p:extLst>
      <p:ext uri="{BB962C8B-B14F-4D97-AF65-F5344CB8AC3E}">
        <p14:creationId xmlns:p14="http://schemas.microsoft.com/office/powerpoint/2010/main" val="2687519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لنفرض يا أخي أنني دخلت معك إلى عرفة كبيرة. أما أنت فتقدمت باستقامة إلى الأمام وأما أنا فانحرفت إلى اليسار بمقدار زاوية معينة. أنت يحلو لك أن تصف الأجسام داخل الغرفة بناء على نظام تفضله أنت وهو (يمينك، أمامك، فوقك) وأما أنا فيحلو لي أن أصف الأجسام بناء على نظام أفضله أنا وهو (يميني، أمامي، فوقي)</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ولكن بما أنني انحرفت إلى اليسار قليلا بمقدار زاوية معينة فإن يميني هو خليط من يمينك وأمامك</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وأمامي هو خليط من أمامك ويسارك (أو يمينك...ليس هناك فرق جوهري)</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أما فوقي فهو فوقك</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وكذلك زمني هو زمنك</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الاختلاف في الوصف يفسر بعملية دوران في العالم الرباعي بمقدار الزاوية المعينة</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يمكنك أن تتصور دورانا بشكل آخر (بأن أكون مستلقيا على الأرض على سبيل المثال) بحيث يصير فوقي خليطا من يمينك وأمامك مثلا</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الأمر المهم في النظرية النسبية هي أنها اكتشفت دورانا يجعل زمني خليطا من زمنك وأمامك!!!! وهذا الأمر تعرفه البشرية منذ 100 عام تقريبا...ولكن الاهتمام به في علم الكلام معدوم للأسف</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ما هو هذا الدوران الخطير؟</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هذا الدوران الزماني الذي يجعل زماني خليطا من زمانك ومكانك هو التحرك بسرعة معينة. والسرعة المعينة هي التي تحدد الزاوية المعينة للدوران</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ماذا يعني هذا؟</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هذا يعني أنني عندما أنطلق في قطار وأتركك تنتظرني على الرصيف فإن ساعتي ستبدأ بقياس زمني أنا الذي أصبح خليطا من زمنك أنت ومن أمامك أنت</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الزمان بالنسبة لي هو خليط من الزمان والمكان بالنسبة لك</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لنفرض أنني سافرت في القطار بسرعة كبيرة ثم عدت وتوقف القطار. هذا يعني أنني درت بمقدار زاوية معينة ثم درت بالاتجاه المخالف وعدت بمقدار نفس الزاوية الأولى. الآن مكاني هو مكانك وزماني هو زمانك. وأنت قد سرت مسافة في الزمن أثناء رحلتي (حسب زمنك أنت) وأنا سرت مسافة في الزمن (حسب زمني أنا)...الآن بعد أن التقينا واتحد زماننا هل من الضروري أن تكون المسافات الزمنية التي قطعناها متساوية؟؟؟</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الجواب هو: لا</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ساعتي التي سافرت معي سجلت فترة فراق تختلف عن ساعتك أنت التي بقيت معك</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في الحياة العملية يكون الاختلاف قليلا جدا لأن الزاوية تكون صغيرة جدا إلا إذا كانت السرعة تقارب سرعة الضوء</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أما إذا كانت السرعة كبيرة جدا (قريبة من سرعة الضوء) فإن من الممكن أن أسافر لمدة شهر على حسب زمني أنا ثم أعود إليك وأجد أن عمرك أصبح 100 سنة (وأجدك إن شاء الله لا تزال بصحة وعافية!! وقد زوجت أولاد أحفادك)</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شيء غريب حقا!!! ولكنه صحيح وهناك تجارب علمية تثبت هذا بالنسبة للجسيمات النووية غير المستقرة التي تنطلق بسرعات قريبة من سرعات الضوء. هذه الجسيمات تعيش أكثر بكثير مما ينبغي لأنها تحسب الزمن بناء على نظامها المفضل الذي هو خليط من زماننا ومكاننا ويكون بطيئا جدا (يجوز أن تقول إن الزمن يتوقف عند سرعة الضوء)</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السؤال الذي يطرح نفسه هو: هل من الممكن أن أكبر زاوية الدوران الزمانية بحيث يصبح زماني أنا هو أمامك فقط بدون أي خليط من زمانك؟ أو أن أكبر زاوية الدوران بحيث يصير المستقبل في زماني هو الماضي في زمانك؟ هل من الممكن أن تكسر السببية الزمانية؟</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الجواب هو: لا يمكن ذلك بالنسبة للأجسام المادية (التي لها كتلة موجبة). الأجسام المادية تحتاج إلى ما لا نهاية له من طاقة حتى تصل إلى سرعة الضوء. إذن سرعة الضوء (التي تكافئ زاوية دوران زمانية مقدارها 45 درجة) هي سرعة قصوى لا يمكن تخطيها. ولهذا فإن ترتيب الأحداث على حسب وصفي لها في زماني وعلى حسب وصفك أنت لها في زمانك لا يختلف. إذا كان وصف أ في زمانك يحدث قبل وصف ب في زمانك فإن وصف أ في زماني يحدث قبل وصف ب في زماني أيضا</a:t>
            </a: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السببية الزمانية</a:t>
            </a:r>
            <a: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 (Causality) </a:t>
            </a: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لا تنكسر في النظرية النسبية الخاصة. ولكن مفهوم الزمن المطلق هو الذي يضيع معناه. ويتجلى المعنى الهندسي للزمن... الزمن هو ترتيب خاص ... وهذا الترتيب نسبي وغير مطلق</a:t>
            </a:r>
            <a: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أنا أقر أن هناك معنى سببيا يبقى مشتركا ومحفوظا بالنسبة للأوصاف النسبية المختلفة للأجسام المادية</a:t>
            </a: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r>
              <a:rPr lang="ar-SA" sz="1800" dirty="0">
                <a:solidFill>
                  <a:srgbClr val="000000"/>
                </a:solidFill>
                <a:effectLst/>
                <a:ea typeface="Times New Roman" panose="02020603050405020304" pitchFamily="18" charset="0"/>
                <a:cs typeface="Verdana" panose="020B0604030504040204" pitchFamily="34" charset="0"/>
              </a:rPr>
              <a:t> </a:t>
            </a: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(هذا حسب النظرية النسبية....</a:t>
            </a:r>
            <a:r>
              <a:rPr lang="ar-SA" sz="1800" dirty="0">
                <a:solidFill>
                  <a:srgbClr val="000000"/>
                </a:solidFill>
                <a:effectLst/>
                <a:ea typeface="Times New Roman" panose="02020603050405020304" pitchFamily="18" charset="0"/>
                <a:cs typeface="Verdana" panose="020B0604030504040204" pitchFamily="34" charset="0"/>
              </a:rPr>
              <a:t> </a:t>
            </a: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أما حسب نظرية الكم فإن المفاهيم ستتغير بشكل أكثر راديكالية بكثير)</a:t>
            </a:r>
            <a:r>
              <a:rPr lang="ar-SA" sz="1800" dirty="0">
                <a:solidFill>
                  <a:srgbClr val="000000"/>
                </a:solidFill>
                <a:effectLst/>
                <a:ea typeface="Times New Roman" panose="02020603050405020304" pitchFamily="18" charset="0"/>
                <a:cs typeface="Verdana" panose="020B0604030504040204" pitchFamily="34" charset="0"/>
              </a:rPr>
              <a:t> </a:t>
            </a:r>
            <a:r>
              <a:rPr lang="ar-SA"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أنا أقر أن هناك نوعا من الترتيب المتفق عليه للحوادث المادية حسب النظرية النسبية. ولكن ... ألا نخطو خطوة بسيطة واضحة ونرفض صحة هذا الترتيب في حق رب العالمين</a:t>
            </a:r>
            <a: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لنقل إن العبد يرى بالنسبة لزمانه أحداثا يفسرها على أنها</a:t>
            </a:r>
            <a: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الله يمتحنه</a:t>
            </a: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ثم يقبل هو على المعصية</a:t>
            </a: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ثم يعاقبه الله</a:t>
            </a: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ثم يتوب هو من المعصية</a:t>
            </a:r>
            <a: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ثم يثيبه الله</a:t>
            </a: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ثم يموت هو</a:t>
            </a: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ثم يبعثه الله</a:t>
            </a: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العبد يفسرها على أنها أحداث مرتبة ترتيبا زمنيا محددا يربطه هو بما يفهمه وعيه على أنه السببية</a:t>
            </a: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هل يجوز أن نفرض صحة هذا الترتيب بإطلاق في حق الله تعالى؟ أليس فرض مثل هذا الترتيب في حق الله تعالى هو إجراء للزمن عليه؟ أليس الصحيح أن نقول: قبل وأمام وفوق وإلى اليمين .... كل هذه عند الله سواء ؟؟؟</a:t>
            </a: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أليس الصحيح أن نقول: هذه الأحداث التي يراها العبد مرتبة ترتيبا سببيا هي كلها عند الله تعالى سواء ولا قبل ولا بعد؟؟</a:t>
            </a:r>
            <a:b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نعم هذا هو الصحيح</a:t>
            </a:r>
            <a:r>
              <a:rPr lang="en-US" sz="1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en-US" dirty="0"/>
          </a:p>
        </p:txBody>
      </p:sp>
      <p:sp>
        <p:nvSpPr>
          <p:cNvPr id="4" name="Slide Number Placeholder 3"/>
          <p:cNvSpPr>
            <a:spLocks noGrp="1"/>
          </p:cNvSpPr>
          <p:nvPr>
            <p:ph type="sldNum" sz="quarter" idx="5"/>
          </p:nvPr>
        </p:nvSpPr>
        <p:spPr/>
        <p:txBody>
          <a:bodyPr/>
          <a:lstStyle/>
          <a:p>
            <a:fld id="{A9D6CBA2-2C57-4AB0-9591-547A3199D703}" type="slidenum">
              <a:rPr lang="en-US" smtClean="0"/>
              <a:t>22</a:t>
            </a:fld>
            <a:endParaRPr lang="en-US"/>
          </a:p>
        </p:txBody>
      </p:sp>
    </p:spTree>
    <p:extLst>
      <p:ext uri="{BB962C8B-B14F-4D97-AF65-F5344CB8AC3E}">
        <p14:creationId xmlns:p14="http://schemas.microsoft.com/office/powerpoint/2010/main" val="2023826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JO" sz="1800" dirty="0">
                <a:effectLst/>
                <a:latin typeface="Calibri" panose="020F0502020204030204" pitchFamily="34" charset="0"/>
                <a:ea typeface="Calibri" panose="020F0502020204030204" pitchFamily="34" charset="0"/>
                <a:cs typeface="Arial" panose="020B0604020202020204" pitchFamily="34" charset="0"/>
              </a:rPr>
              <a:t>هناك نظريتان للزمن: النظرية "أ" تعتبر الموجود بحق فقط اللحظة الآنية (الحاضر)، أما الماضي فقد وُجد ثم انعدم. وأما المستقبل فإنه لم يوجد بعد. النظرية "ب" تعتبر الماضي موجودا والحاضر موجودا والمستقبل موجودا وأن سير الزمان وهم. حسب النظرية "ب" فإن جميع ارتباطات الزمن في عالمنا يمكن اختزالها منطقيا في مقارنات زمنية باستخدام "قبل" و"بعد". أما النظرية "أ" فهي تعتبر أن هناك مفهوما حقيقيا مستقلا هو "الآن". علماء الكلام واللاهوت تقليديا يحبون النظرية "أ" وكثير من الفيزيائيين في القرن العشرين يميلون إلى النظرية "ب" بسبب تعلقهم بمفهوم الزمكان في النظرية النسبية العامة. </a:t>
            </a:r>
            <a:endParaRPr lang="en-US" dirty="0"/>
          </a:p>
        </p:txBody>
      </p:sp>
      <p:sp>
        <p:nvSpPr>
          <p:cNvPr id="4" name="Slide Number Placeholder 3"/>
          <p:cNvSpPr>
            <a:spLocks noGrp="1"/>
          </p:cNvSpPr>
          <p:nvPr>
            <p:ph type="sldNum" sz="quarter" idx="5"/>
          </p:nvPr>
        </p:nvSpPr>
        <p:spPr/>
        <p:txBody>
          <a:bodyPr/>
          <a:lstStyle/>
          <a:p>
            <a:fld id="{A9D6CBA2-2C57-4AB0-9591-547A3199D703}" type="slidenum">
              <a:rPr lang="en-US" smtClean="0"/>
              <a:t>23</a:t>
            </a:fld>
            <a:endParaRPr lang="en-US"/>
          </a:p>
        </p:txBody>
      </p:sp>
    </p:spTree>
    <p:extLst>
      <p:ext uri="{BB962C8B-B14F-4D97-AF65-F5344CB8AC3E}">
        <p14:creationId xmlns:p14="http://schemas.microsoft.com/office/powerpoint/2010/main" val="379557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ar-SA" sz="1800" dirty="0">
                <a:effectLst/>
                <a:latin typeface="Times New Roman" panose="02020603050405020304" pitchFamily="18" charset="0"/>
                <a:ea typeface="Times New Roman" panose="02020603050405020304" pitchFamily="18" charset="0"/>
              </a:rPr>
              <a:t>القليلون هم الذين تسوقهم البراهين الفلسفية إلى الإيمان .. ولكن هذه البراهين ضرورية لأنها تقطع الحجة</a:t>
            </a:r>
            <a:r>
              <a:rPr lang="en-US" sz="1800" dirty="0">
                <a:effectLst/>
                <a:latin typeface="Times New Roman" panose="02020603050405020304" pitchFamily="18" charset="0"/>
                <a:ea typeface="Times New Roman" panose="02020603050405020304" pitchFamily="18" charset="0"/>
              </a:rPr>
              <a:t>... </a:t>
            </a:r>
          </a:p>
          <a:p>
            <a:endParaRPr lang="en-US" dirty="0"/>
          </a:p>
        </p:txBody>
      </p:sp>
      <p:sp>
        <p:nvSpPr>
          <p:cNvPr id="4" name="Slide Number Placeholder 3"/>
          <p:cNvSpPr>
            <a:spLocks noGrp="1"/>
          </p:cNvSpPr>
          <p:nvPr>
            <p:ph type="sldNum" sz="quarter" idx="5"/>
          </p:nvPr>
        </p:nvSpPr>
        <p:spPr/>
        <p:txBody>
          <a:bodyPr/>
          <a:lstStyle/>
          <a:p>
            <a:fld id="{A9D6CBA2-2C57-4AB0-9591-547A3199D703}" type="slidenum">
              <a:rPr lang="en-US" smtClean="0"/>
              <a:t>26</a:t>
            </a:fld>
            <a:endParaRPr lang="en-US"/>
          </a:p>
        </p:txBody>
      </p:sp>
    </p:spTree>
    <p:extLst>
      <p:ext uri="{BB962C8B-B14F-4D97-AF65-F5344CB8AC3E}">
        <p14:creationId xmlns:p14="http://schemas.microsoft.com/office/powerpoint/2010/main" val="3270310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JO" dirty="0"/>
              <a:t>لماذا هناك تفريق بين اللانهاية في الخارج واللانهاية الفعلية بالشكل العام؟ تصور مسألة رياضية توصلت فيها إلى أن مربع عدد الموظفين 4. لن تقبل بعدد للموظفين هو سالب اثنين!!  </a:t>
            </a:r>
            <a:endParaRPr lang="en-US" dirty="0"/>
          </a:p>
        </p:txBody>
      </p:sp>
      <p:sp>
        <p:nvSpPr>
          <p:cNvPr id="4" name="Slide Number Placeholder 3"/>
          <p:cNvSpPr>
            <a:spLocks noGrp="1"/>
          </p:cNvSpPr>
          <p:nvPr>
            <p:ph type="sldNum" sz="quarter" idx="5"/>
          </p:nvPr>
        </p:nvSpPr>
        <p:spPr/>
        <p:txBody>
          <a:bodyPr/>
          <a:lstStyle/>
          <a:p>
            <a:fld id="{A9D6CBA2-2C57-4AB0-9591-547A3199D703}" type="slidenum">
              <a:rPr lang="en-US" smtClean="0"/>
              <a:t>27</a:t>
            </a:fld>
            <a:endParaRPr lang="en-US"/>
          </a:p>
        </p:txBody>
      </p:sp>
    </p:spTree>
    <p:extLst>
      <p:ext uri="{BB962C8B-B14F-4D97-AF65-F5344CB8AC3E}">
        <p14:creationId xmlns:p14="http://schemas.microsoft.com/office/powerpoint/2010/main" val="24148536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228600" algn="r" rtl="1">
              <a:lnSpc>
                <a:spcPts val="1920"/>
              </a:lnSpc>
              <a:spcBef>
                <a:spcPts val="0"/>
              </a:spcBef>
              <a:spcAft>
                <a:spcPts val="800"/>
              </a:spcAft>
            </a:pPr>
            <a:r>
              <a:rPr lang="ar-SA" sz="1800" dirty="0">
                <a:solidFill>
                  <a:srgbClr val="757575"/>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t> </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10.</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هناك رياضيون غير قليلين يرفضون صلاحية مفهوم اللانهاية في الرياضيات (مثل أتباع المدرسة الحدسية</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Intuitionism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a:t>
            </a:r>
            <a:r>
              <a:rPr lang="ar-JO" sz="1800" dirty="0" err="1">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كرونكر</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Kronecker</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a:t>
            </a:r>
            <a:r>
              <a:rPr lang="ar-JO" sz="1800" dirty="0" err="1">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وبروور</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Brouwer</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على سبيل المثال) بغض النظر عن قناعاتهم بشأن إمكانية الوجود الخارجي للانهاية.</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11.</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مسألة اللانهاية الفيزيائية يقصد بها الوجود الخارجي (في عالم الحقيقة لا في عالم الأفكار) للانهاية من ناحية الحصول أو من ناحية الإمكان: هل عمر العالم ما لا نهاية؟ هل يجوز وجود أجرام كثافتها لانهاية؟ هل يمر الجسيم في مسيره في الفضاء بلانهاية من النقاط؟</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12.</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كل الإجابات على هذه المسائل واردة عند مفكرين محترمين:</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13.</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راسل </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Russel</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وكانتور</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Cantor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يؤمنان باللانهاية الرياضية واللانهاية الفيزيائية</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14.</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أرسطو ومصطفى صبري لا يؤمنان لا باللانهاية الرياضية ولا باللانهاية الفيزيائية (على الرغم من أن القول بأزلية العالم عند أرسطو تستدعي القول باللانهاية بالفعل بخلاف دعواه بأنها ما لا نهاية بالقوة!!)</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15.</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هيلبرت</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Hilbert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a:t>
            </a:r>
            <a:r>
              <a:rPr lang="ar-JO" sz="1800" dirty="0" err="1">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وغودل</a:t>
            </a:r>
            <a:r>
              <a:rPr lang="en-US" sz="1800" dirty="0" err="1">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Goedel</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يؤمنان باللانهاية الرياضية ويرفضان اللانهاية الفيزيائية</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16.</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أفلاطون </a:t>
            </a:r>
            <a:r>
              <a:rPr lang="ar-JO" sz="1800" dirty="0" err="1">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وبروور</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Brouwer</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يؤمنان باللانهاية الفيزيائية ويرفضان اللانهاية الرياضية</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17.</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يبدو أن كانت </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Kant</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لا يعتقد أن مسألة اللانهاية يمكن حسمها بالعقل المحض</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18.</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أنا عن نفسي غير متحقق من اللانهاية الرياضية (وأعترف بعدم أهليتي) ولكني مقتنع تماما باللانهاية الفيزيائية وذلك لأسباب عقائدية في جوهرها.</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9D6CBA2-2C57-4AB0-9591-547A3199D703}" type="slidenum">
              <a:rPr lang="en-US" smtClean="0"/>
              <a:t>28</a:t>
            </a:fld>
            <a:endParaRPr lang="en-US"/>
          </a:p>
        </p:txBody>
      </p:sp>
    </p:spTree>
    <p:extLst>
      <p:ext uri="{BB962C8B-B14F-4D97-AF65-F5344CB8AC3E}">
        <p14:creationId xmlns:p14="http://schemas.microsoft.com/office/powerpoint/2010/main" val="2245217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228600" algn="r" rtl="1">
              <a:lnSpc>
                <a:spcPts val="1920"/>
              </a:lnSpc>
              <a:spcBef>
                <a:spcPts val="0"/>
              </a:spcBef>
              <a:spcAft>
                <a:spcPts val="800"/>
              </a:spcAft>
            </a:pPr>
            <a:r>
              <a:rPr lang="ar-SA" sz="1800" dirty="0">
                <a:solidFill>
                  <a:srgbClr val="757575"/>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t> </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34.</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في هذا السياق يناقش كريغ مثالا (هو مصباح تومسون</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Thomson’s Lamp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وضعه فيلسوف اسمه تومسون ليدلل على استحالة صورة محددة من اللانهاية اسمها "المهمة الخارقة" </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Supertask</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35.</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راجع فيلسوف آخر اسمه </a:t>
            </a:r>
            <a:r>
              <a:rPr lang="ar-JO" sz="1800" dirty="0" err="1">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بينيسراف</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a:t>
            </a:r>
            <a:r>
              <a:rPr lang="en-US" sz="1800" dirty="0" err="1">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Benecerraf</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مصباح تومسون وبين أن تومسون مخلّ في تحليله واعترف تومسون بهذا وعاد عن القول بالاستحالة (وكذلك فعل غيره)</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36.</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نبه كريغ إلى تفصيل دقيق يعتمد على السببية يجعل مصباح تومسون مستحيلا.</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 </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وأنا أرد على كريغ هنا وأقول له: إن ما تنفيه هو وجود سبب طبيعي لحالة مصباح تومسون الأخيرة.. أنت تسأل: ما الذي يرجح حالة المصباح </a:t>
            </a:r>
            <a:r>
              <a:rPr lang="ar-JO" sz="1800" dirty="0" err="1">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المضيئ</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على حالة المصباح المطفأ بعد عدد غير نهائي من التقلبات وتجيب: ليس هناك أي سبب. ولكن المصباح يجب أن يتخذ حالة واحدة من الحالتين ومن المستحيل ترجيح واحدة على الأخرى وهذا يعني أن الأمر مستحيل. أقول: هذا لا يصلح لرد من يقول بأن السبب هو الإرادة الإلهية أو لمن ينفي السببية أصلا- (إضافة جديدة)</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37.</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وهذا يكفي للتدليل على استحالة أزلية العالم الذي تعتمد فيه كل لحظة في الوجود على ما سبقها.</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38.</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ولهذا ترى فلاسفة مسيحيين مناصرين لكريغ في المجمل يخالفونه عندما ينفي اللانهاية تماما ويقولون له: أنت لا تحتاج لهذا!!! (مثل </a:t>
            </a:r>
            <a:r>
              <a:rPr lang="en-US" sz="1800" dirty="0" err="1">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Pruss</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صفحته مفيدة </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http://alexanderpruss.com</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lnSpc>
                <a:spcPts val="1920"/>
              </a:lnSpc>
              <a:spcBef>
                <a:spcPts val="0"/>
              </a:spcBef>
              <a:spcAft>
                <a:spcPts val="800"/>
              </a:spcAft>
            </a:pP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39.</a:t>
            </a:r>
            <a:r>
              <a:rPr lang="ar-SA" sz="1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وكذلك ترى فلاسفة مسيحيين آخرين  يخالفونه ويرفضون الانصياع لحجة الحدوث (بسبب عدم اقتناعهم بآرائه في اللانهاية لما تثبته من نقص في حق الله تعالى</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 </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&lt;نفي تعلق علم الله تعالى بلانهاية من المعلومات&gt; أو بسبب عدم إيمانهم بحقيقة تميز الزمان عن المكان أو تميز الماضي عن المستقبل &lt;</a:t>
            </a:r>
            <a:r>
              <a:rPr lang="en-US" sz="18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B- versus A-Theories of Time</a:t>
            </a:r>
            <a:r>
              <a:rPr lang="ar-JO" sz="1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&gt;!!!)</a:t>
            </a:r>
            <a:endParaRPr lang="en-US" sz="1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9D6CBA2-2C57-4AB0-9591-547A3199D703}" type="slidenum">
              <a:rPr lang="en-US" smtClean="0"/>
              <a:t>32</a:t>
            </a:fld>
            <a:endParaRPr lang="en-US"/>
          </a:p>
        </p:txBody>
      </p:sp>
    </p:spTree>
    <p:extLst>
      <p:ext uri="{BB962C8B-B14F-4D97-AF65-F5344CB8AC3E}">
        <p14:creationId xmlns:p14="http://schemas.microsoft.com/office/powerpoint/2010/main" val="7060368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JO" dirty="0"/>
              <a:t>إجابات لا تقنع الكثيرين. ولكنها ولا ريب أفضل من كل إجابات مصطفى صبري وأقرانه</a:t>
            </a:r>
            <a:endParaRPr lang="en-US" dirty="0"/>
          </a:p>
        </p:txBody>
      </p:sp>
      <p:sp>
        <p:nvSpPr>
          <p:cNvPr id="4" name="Slide Number Placeholder 3"/>
          <p:cNvSpPr>
            <a:spLocks noGrp="1"/>
          </p:cNvSpPr>
          <p:nvPr>
            <p:ph type="sldNum" sz="quarter" idx="5"/>
          </p:nvPr>
        </p:nvSpPr>
        <p:spPr/>
        <p:txBody>
          <a:bodyPr/>
          <a:lstStyle/>
          <a:p>
            <a:fld id="{A9D6CBA2-2C57-4AB0-9591-547A3199D703}" type="slidenum">
              <a:rPr lang="en-US" smtClean="0"/>
              <a:t>34</a:t>
            </a:fld>
            <a:endParaRPr lang="en-US"/>
          </a:p>
        </p:txBody>
      </p:sp>
    </p:spTree>
    <p:extLst>
      <p:ext uri="{BB962C8B-B14F-4D97-AF65-F5344CB8AC3E}">
        <p14:creationId xmlns:p14="http://schemas.microsoft.com/office/powerpoint/2010/main" val="1475896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2272D-5390-E6CC-EACE-E94D59E0FC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0B8050-6FB1-D1FD-97E1-B97305F786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11DB15-7099-391F-CE14-EB542E770775}"/>
              </a:ext>
            </a:extLst>
          </p:cNvPr>
          <p:cNvSpPr>
            <a:spLocks noGrp="1"/>
          </p:cNvSpPr>
          <p:nvPr>
            <p:ph type="dt" sz="half" idx="10"/>
          </p:nvPr>
        </p:nvSpPr>
        <p:spPr/>
        <p:txBody>
          <a:bodyPr/>
          <a:lstStyle/>
          <a:p>
            <a:fld id="{FBA801D0-8DDA-4C63-9188-63186F740D2B}" type="datetimeFigureOut">
              <a:rPr lang="en-US" smtClean="0"/>
              <a:t>31-Aug-26</a:t>
            </a:fld>
            <a:endParaRPr lang="en-US"/>
          </a:p>
        </p:txBody>
      </p:sp>
      <p:sp>
        <p:nvSpPr>
          <p:cNvPr id="5" name="Footer Placeholder 4">
            <a:extLst>
              <a:ext uri="{FF2B5EF4-FFF2-40B4-BE49-F238E27FC236}">
                <a16:creationId xmlns:a16="http://schemas.microsoft.com/office/drawing/2014/main" id="{E5C21EE1-B0A9-36D7-417F-414F322FDF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303C92-DD8E-2A19-6055-BE060C7C6E38}"/>
              </a:ext>
            </a:extLst>
          </p:cNvPr>
          <p:cNvSpPr>
            <a:spLocks noGrp="1"/>
          </p:cNvSpPr>
          <p:nvPr>
            <p:ph type="sldNum" sz="quarter" idx="12"/>
          </p:nvPr>
        </p:nvSpPr>
        <p:spPr/>
        <p:txBody>
          <a:bodyPr/>
          <a:lstStyle/>
          <a:p>
            <a:fld id="{C04DAA35-6F89-4F4C-8CC6-E2CCF46E09B9}" type="slidenum">
              <a:rPr lang="en-US" smtClean="0"/>
              <a:t>‹#›</a:t>
            </a:fld>
            <a:endParaRPr lang="en-US"/>
          </a:p>
        </p:txBody>
      </p:sp>
    </p:spTree>
    <p:extLst>
      <p:ext uri="{BB962C8B-B14F-4D97-AF65-F5344CB8AC3E}">
        <p14:creationId xmlns:p14="http://schemas.microsoft.com/office/powerpoint/2010/main" val="2116969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6BA1E-BAFB-2F8A-B9F6-1DF93DD0ED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D61DD9-C678-E58B-9130-4981D95C4C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C96B00-C926-4401-E9FE-535E97E9628D}"/>
              </a:ext>
            </a:extLst>
          </p:cNvPr>
          <p:cNvSpPr>
            <a:spLocks noGrp="1"/>
          </p:cNvSpPr>
          <p:nvPr>
            <p:ph type="dt" sz="half" idx="10"/>
          </p:nvPr>
        </p:nvSpPr>
        <p:spPr/>
        <p:txBody>
          <a:bodyPr/>
          <a:lstStyle/>
          <a:p>
            <a:fld id="{FBA801D0-8DDA-4C63-9188-63186F740D2B}" type="datetimeFigureOut">
              <a:rPr lang="en-US" smtClean="0"/>
              <a:t>31-Aug-26</a:t>
            </a:fld>
            <a:endParaRPr lang="en-US"/>
          </a:p>
        </p:txBody>
      </p:sp>
      <p:sp>
        <p:nvSpPr>
          <p:cNvPr id="5" name="Footer Placeholder 4">
            <a:extLst>
              <a:ext uri="{FF2B5EF4-FFF2-40B4-BE49-F238E27FC236}">
                <a16:creationId xmlns:a16="http://schemas.microsoft.com/office/drawing/2014/main" id="{E51E8D22-28BC-EA8F-790A-8F5E474396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B260C-A14F-31BF-C2B5-0DA82D604516}"/>
              </a:ext>
            </a:extLst>
          </p:cNvPr>
          <p:cNvSpPr>
            <a:spLocks noGrp="1"/>
          </p:cNvSpPr>
          <p:nvPr>
            <p:ph type="sldNum" sz="quarter" idx="12"/>
          </p:nvPr>
        </p:nvSpPr>
        <p:spPr/>
        <p:txBody>
          <a:bodyPr/>
          <a:lstStyle/>
          <a:p>
            <a:fld id="{C04DAA35-6F89-4F4C-8CC6-E2CCF46E09B9}" type="slidenum">
              <a:rPr lang="en-US" smtClean="0"/>
              <a:t>‹#›</a:t>
            </a:fld>
            <a:endParaRPr lang="en-US"/>
          </a:p>
        </p:txBody>
      </p:sp>
    </p:spTree>
    <p:extLst>
      <p:ext uri="{BB962C8B-B14F-4D97-AF65-F5344CB8AC3E}">
        <p14:creationId xmlns:p14="http://schemas.microsoft.com/office/powerpoint/2010/main" val="857235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CD506-DDAF-EEE2-FF64-4E14FA88A6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645FE7-6FA3-5337-D275-6FD6B017AB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19CC13-3000-675E-A2C5-9856694A7A15}"/>
              </a:ext>
            </a:extLst>
          </p:cNvPr>
          <p:cNvSpPr>
            <a:spLocks noGrp="1"/>
          </p:cNvSpPr>
          <p:nvPr>
            <p:ph type="dt" sz="half" idx="10"/>
          </p:nvPr>
        </p:nvSpPr>
        <p:spPr/>
        <p:txBody>
          <a:bodyPr/>
          <a:lstStyle/>
          <a:p>
            <a:fld id="{FBA801D0-8DDA-4C63-9188-63186F740D2B}" type="datetimeFigureOut">
              <a:rPr lang="en-US" smtClean="0"/>
              <a:t>31-Aug-26</a:t>
            </a:fld>
            <a:endParaRPr lang="en-US"/>
          </a:p>
        </p:txBody>
      </p:sp>
      <p:sp>
        <p:nvSpPr>
          <p:cNvPr id="5" name="Footer Placeholder 4">
            <a:extLst>
              <a:ext uri="{FF2B5EF4-FFF2-40B4-BE49-F238E27FC236}">
                <a16:creationId xmlns:a16="http://schemas.microsoft.com/office/drawing/2014/main" id="{9F811066-7BC6-E232-80F9-A68BE7B428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B1E566-5737-D3F4-6249-C0BB12076593}"/>
              </a:ext>
            </a:extLst>
          </p:cNvPr>
          <p:cNvSpPr>
            <a:spLocks noGrp="1"/>
          </p:cNvSpPr>
          <p:nvPr>
            <p:ph type="sldNum" sz="quarter" idx="12"/>
          </p:nvPr>
        </p:nvSpPr>
        <p:spPr/>
        <p:txBody>
          <a:bodyPr/>
          <a:lstStyle/>
          <a:p>
            <a:fld id="{C04DAA35-6F89-4F4C-8CC6-E2CCF46E09B9}" type="slidenum">
              <a:rPr lang="en-US" smtClean="0"/>
              <a:t>‹#›</a:t>
            </a:fld>
            <a:endParaRPr lang="en-US"/>
          </a:p>
        </p:txBody>
      </p:sp>
    </p:spTree>
    <p:extLst>
      <p:ext uri="{BB962C8B-B14F-4D97-AF65-F5344CB8AC3E}">
        <p14:creationId xmlns:p14="http://schemas.microsoft.com/office/powerpoint/2010/main" val="3665983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879C6-4EEE-6D64-602A-86280F622E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42D3D2-7581-2CCF-1D5D-35B8FAB150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9BA476-2719-9174-110B-0055DEE669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9D99E3-D142-8A76-E3B1-60E7CD1EA833}"/>
              </a:ext>
            </a:extLst>
          </p:cNvPr>
          <p:cNvSpPr>
            <a:spLocks noGrp="1"/>
          </p:cNvSpPr>
          <p:nvPr>
            <p:ph type="dt" sz="half" idx="10"/>
          </p:nvPr>
        </p:nvSpPr>
        <p:spPr/>
        <p:txBody>
          <a:bodyPr/>
          <a:lstStyle/>
          <a:p>
            <a:fld id="{FBA801D0-8DDA-4C63-9188-63186F740D2B}" type="datetimeFigureOut">
              <a:rPr lang="en-US" smtClean="0"/>
              <a:t>31-Aug-26</a:t>
            </a:fld>
            <a:endParaRPr lang="en-US"/>
          </a:p>
        </p:txBody>
      </p:sp>
      <p:sp>
        <p:nvSpPr>
          <p:cNvPr id="6" name="Footer Placeholder 5">
            <a:extLst>
              <a:ext uri="{FF2B5EF4-FFF2-40B4-BE49-F238E27FC236}">
                <a16:creationId xmlns:a16="http://schemas.microsoft.com/office/drawing/2014/main" id="{8AE91B2A-3F7D-F12F-202E-BF256C4CA4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D2D941-365C-EF77-013F-8252628D4AC2}"/>
              </a:ext>
            </a:extLst>
          </p:cNvPr>
          <p:cNvSpPr>
            <a:spLocks noGrp="1"/>
          </p:cNvSpPr>
          <p:nvPr>
            <p:ph type="sldNum" sz="quarter" idx="12"/>
          </p:nvPr>
        </p:nvSpPr>
        <p:spPr/>
        <p:txBody>
          <a:bodyPr/>
          <a:lstStyle/>
          <a:p>
            <a:fld id="{C04DAA35-6F89-4F4C-8CC6-E2CCF46E09B9}" type="slidenum">
              <a:rPr lang="en-US" smtClean="0"/>
              <a:t>‹#›</a:t>
            </a:fld>
            <a:endParaRPr lang="en-US"/>
          </a:p>
        </p:txBody>
      </p:sp>
    </p:spTree>
    <p:extLst>
      <p:ext uri="{BB962C8B-B14F-4D97-AF65-F5344CB8AC3E}">
        <p14:creationId xmlns:p14="http://schemas.microsoft.com/office/powerpoint/2010/main" val="2074922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F4E61-E261-55F9-DDB1-92EFC08CAE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A80E17-5767-CFE2-61BF-8B3DAA073E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0342F0-8EB2-2E12-E6A7-9868189CF2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F5EC37-4A52-2DF1-5C0B-B5180058A2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8A5629-886D-6F2A-3FAE-7041BE32A3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725CBC-581F-D5B7-2853-BAB499B401B9}"/>
              </a:ext>
            </a:extLst>
          </p:cNvPr>
          <p:cNvSpPr>
            <a:spLocks noGrp="1"/>
          </p:cNvSpPr>
          <p:nvPr>
            <p:ph type="dt" sz="half" idx="10"/>
          </p:nvPr>
        </p:nvSpPr>
        <p:spPr/>
        <p:txBody>
          <a:bodyPr/>
          <a:lstStyle/>
          <a:p>
            <a:fld id="{FBA801D0-8DDA-4C63-9188-63186F740D2B}" type="datetimeFigureOut">
              <a:rPr lang="en-US" smtClean="0"/>
              <a:t>31-Aug-26</a:t>
            </a:fld>
            <a:endParaRPr lang="en-US"/>
          </a:p>
        </p:txBody>
      </p:sp>
      <p:sp>
        <p:nvSpPr>
          <p:cNvPr id="8" name="Footer Placeholder 7">
            <a:extLst>
              <a:ext uri="{FF2B5EF4-FFF2-40B4-BE49-F238E27FC236}">
                <a16:creationId xmlns:a16="http://schemas.microsoft.com/office/drawing/2014/main" id="{F8EE548C-D4E4-D788-D7B4-F5D529A58C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29F364-3BEA-8FB2-9DAD-2AC2B6A611DF}"/>
              </a:ext>
            </a:extLst>
          </p:cNvPr>
          <p:cNvSpPr>
            <a:spLocks noGrp="1"/>
          </p:cNvSpPr>
          <p:nvPr>
            <p:ph type="sldNum" sz="quarter" idx="12"/>
          </p:nvPr>
        </p:nvSpPr>
        <p:spPr/>
        <p:txBody>
          <a:bodyPr/>
          <a:lstStyle/>
          <a:p>
            <a:fld id="{C04DAA35-6F89-4F4C-8CC6-E2CCF46E09B9}" type="slidenum">
              <a:rPr lang="en-US" smtClean="0"/>
              <a:t>‹#›</a:t>
            </a:fld>
            <a:endParaRPr lang="en-US"/>
          </a:p>
        </p:txBody>
      </p:sp>
    </p:spTree>
    <p:extLst>
      <p:ext uri="{BB962C8B-B14F-4D97-AF65-F5344CB8AC3E}">
        <p14:creationId xmlns:p14="http://schemas.microsoft.com/office/powerpoint/2010/main" val="2769293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74555-2966-2436-4B37-DD005DE5DA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99E8B7-F036-987D-13D9-2654AA9219A6}"/>
              </a:ext>
            </a:extLst>
          </p:cNvPr>
          <p:cNvSpPr>
            <a:spLocks noGrp="1"/>
          </p:cNvSpPr>
          <p:nvPr>
            <p:ph type="dt" sz="half" idx="10"/>
          </p:nvPr>
        </p:nvSpPr>
        <p:spPr/>
        <p:txBody>
          <a:bodyPr/>
          <a:lstStyle/>
          <a:p>
            <a:fld id="{FBA801D0-8DDA-4C63-9188-63186F740D2B}" type="datetimeFigureOut">
              <a:rPr lang="en-US" smtClean="0"/>
              <a:t>31-Aug-26</a:t>
            </a:fld>
            <a:endParaRPr lang="en-US"/>
          </a:p>
        </p:txBody>
      </p:sp>
      <p:sp>
        <p:nvSpPr>
          <p:cNvPr id="4" name="Footer Placeholder 3">
            <a:extLst>
              <a:ext uri="{FF2B5EF4-FFF2-40B4-BE49-F238E27FC236}">
                <a16:creationId xmlns:a16="http://schemas.microsoft.com/office/drawing/2014/main" id="{F27935AF-713A-743A-A583-1D64761BCF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23BF6E-7266-EC79-F997-CDCB649CE99D}"/>
              </a:ext>
            </a:extLst>
          </p:cNvPr>
          <p:cNvSpPr>
            <a:spLocks noGrp="1"/>
          </p:cNvSpPr>
          <p:nvPr>
            <p:ph type="sldNum" sz="quarter" idx="12"/>
          </p:nvPr>
        </p:nvSpPr>
        <p:spPr/>
        <p:txBody>
          <a:bodyPr/>
          <a:lstStyle/>
          <a:p>
            <a:fld id="{C04DAA35-6F89-4F4C-8CC6-E2CCF46E09B9}" type="slidenum">
              <a:rPr lang="en-US" smtClean="0"/>
              <a:t>‹#›</a:t>
            </a:fld>
            <a:endParaRPr lang="en-US"/>
          </a:p>
        </p:txBody>
      </p:sp>
    </p:spTree>
    <p:extLst>
      <p:ext uri="{BB962C8B-B14F-4D97-AF65-F5344CB8AC3E}">
        <p14:creationId xmlns:p14="http://schemas.microsoft.com/office/powerpoint/2010/main" val="1020223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5153F3-CB1C-A6E3-7204-D6291EF17838}"/>
              </a:ext>
            </a:extLst>
          </p:cNvPr>
          <p:cNvSpPr>
            <a:spLocks noGrp="1"/>
          </p:cNvSpPr>
          <p:nvPr>
            <p:ph type="dt" sz="half" idx="10"/>
          </p:nvPr>
        </p:nvSpPr>
        <p:spPr/>
        <p:txBody>
          <a:bodyPr/>
          <a:lstStyle/>
          <a:p>
            <a:fld id="{FBA801D0-8DDA-4C63-9188-63186F740D2B}" type="datetimeFigureOut">
              <a:rPr lang="en-US" smtClean="0"/>
              <a:t>31-Aug-26</a:t>
            </a:fld>
            <a:endParaRPr lang="en-US"/>
          </a:p>
        </p:txBody>
      </p:sp>
      <p:sp>
        <p:nvSpPr>
          <p:cNvPr id="3" name="Footer Placeholder 2">
            <a:extLst>
              <a:ext uri="{FF2B5EF4-FFF2-40B4-BE49-F238E27FC236}">
                <a16:creationId xmlns:a16="http://schemas.microsoft.com/office/drawing/2014/main" id="{3956B348-6C7D-5B03-FB51-375BFCE019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6B3BAC-A11A-7057-180F-E85226A9C862}"/>
              </a:ext>
            </a:extLst>
          </p:cNvPr>
          <p:cNvSpPr>
            <a:spLocks noGrp="1"/>
          </p:cNvSpPr>
          <p:nvPr>
            <p:ph type="sldNum" sz="quarter" idx="12"/>
          </p:nvPr>
        </p:nvSpPr>
        <p:spPr/>
        <p:txBody>
          <a:bodyPr/>
          <a:lstStyle/>
          <a:p>
            <a:fld id="{C04DAA35-6F89-4F4C-8CC6-E2CCF46E09B9}" type="slidenum">
              <a:rPr lang="en-US" smtClean="0"/>
              <a:t>‹#›</a:t>
            </a:fld>
            <a:endParaRPr lang="en-US"/>
          </a:p>
        </p:txBody>
      </p:sp>
    </p:spTree>
    <p:extLst>
      <p:ext uri="{BB962C8B-B14F-4D97-AF65-F5344CB8AC3E}">
        <p14:creationId xmlns:p14="http://schemas.microsoft.com/office/powerpoint/2010/main" val="476103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17F17-BE72-1CF4-F130-D1E3D32753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015C0E-BCEB-6BE6-2164-9DD4B47D14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6C4939-D606-AD8D-1013-DD5AD482C9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A75B12-602C-D2D9-B955-60E009ADAD63}"/>
              </a:ext>
            </a:extLst>
          </p:cNvPr>
          <p:cNvSpPr>
            <a:spLocks noGrp="1"/>
          </p:cNvSpPr>
          <p:nvPr>
            <p:ph type="dt" sz="half" idx="10"/>
          </p:nvPr>
        </p:nvSpPr>
        <p:spPr/>
        <p:txBody>
          <a:bodyPr/>
          <a:lstStyle/>
          <a:p>
            <a:fld id="{FBA801D0-8DDA-4C63-9188-63186F740D2B}" type="datetimeFigureOut">
              <a:rPr lang="en-US" smtClean="0"/>
              <a:t>31-Aug-26</a:t>
            </a:fld>
            <a:endParaRPr lang="en-US"/>
          </a:p>
        </p:txBody>
      </p:sp>
      <p:sp>
        <p:nvSpPr>
          <p:cNvPr id="6" name="Footer Placeholder 5">
            <a:extLst>
              <a:ext uri="{FF2B5EF4-FFF2-40B4-BE49-F238E27FC236}">
                <a16:creationId xmlns:a16="http://schemas.microsoft.com/office/drawing/2014/main" id="{1776E2A9-835D-455A-7D01-F3F70137A5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CE65EF-7830-D768-2952-6B9AA19D7B46}"/>
              </a:ext>
            </a:extLst>
          </p:cNvPr>
          <p:cNvSpPr>
            <a:spLocks noGrp="1"/>
          </p:cNvSpPr>
          <p:nvPr>
            <p:ph type="sldNum" sz="quarter" idx="12"/>
          </p:nvPr>
        </p:nvSpPr>
        <p:spPr/>
        <p:txBody>
          <a:bodyPr/>
          <a:lstStyle/>
          <a:p>
            <a:fld id="{C04DAA35-6F89-4F4C-8CC6-E2CCF46E09B9}" type="slidenum">
              <a:rPr lang="en-US" smtClean="0"/>
              <a:t>‹#›</a:t>
            </a:fld>
            <a:endParaRPr lang="en-US"/>
          </a:p>
        </p:txBody>
      </p:sp>
    </p:spTree>
    <p:extLst>
      <p:ext uri="{BB962C8B-B14F-4D97-AF65-F5344CB8AC3E}">
        <p14:creationId xmlns:p14="http://schemas.microsoft.com/office/powerpoint/2010/main" val="3198082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FA22-DA17-73FD-C770-929514B1EF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40E70B2-95D6-5150-6A29-2505AA2707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A0E559-6A76-397F-0084-20A8CC06FD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53D682-D367-8D68-BD97-83FB1F2EF6EE}"/>
              </a:ext>
            </a:extLst>
          </p:cNvPr>
          <p:cNvSpPr>
            <a:spLocks noGrp="1"/>
          </p:cNvSpPr>
          <p:nvPr>
            <p:ph type="dt" sz="half" idx="10"/>
          </p:nvPr>
        </p:nvSpPr>
        <p:spPr/>
        <p:txBody>
          <a:bodyPr/>
          <a:lstStyle/>
          <a:p>
            <a:fld id="{FBA801D0-8DDA-4C63-9188-63186F740D2B}" type="datetimeFigureOut">
              <a:rPr lang="en-US" smtClean="0"/>
              <a:t>31-Aug-26</a:t>
            </a:fld>
            <a:endParaRPr lang="en-US"/>
          </a:p>
        </p:txBody>
      </p:sp>
      <p:sp>
        <p:nvSpPr>
          <p:cNvPr id="6" name="Footer Placeholder 5">
            <a:extLst>
              <a:ext uri="{FF2B5EF4-FFF2-40B4-BE49-F238E27FC236}">
                <a16:creationId xmlns:a16="http://schemas.microsoft.com/office/drawing/2014/main" id="{1CC1AACC-97D7-8C4E-5BB3-7D57BCD318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D8ED72-1B12-0B20-E744-1E250BD9E696}"/>
              </a:ext>
            </a:extLst>
          </p:cNvPr>
          <p:cNvSpPr>
            <a:spLocks noGrp="1"/>
          </p:cNvSpPr>
          <p:nvPr>
            <p:ph type="sldNum" sz="quarter" idx="12"/>
          </p:nvPr>
        </p:nvSpPr>
        <p:spPr/>
        <p:txBody>
          <a:bodyPr/>
          <a:lstStyle/>
          <a:p>
            <a:fld id="{C04DAA35-6F89-4F4C-8CC6-E2CCF46E09B9}" type="slidenum">
              <a:rPr lang="en-US" smtClean="0"/>
              <a:t>‹#›</a:t>
            </a:fld>
            <a:endParaRPr lang="en-US"/>
          </a:p>
        </p:txBody>
      </p:sp>
    </p:spTree>
    <p:extLst>
      <p:ext uri="{BB962C8B-B14F-4D97-AF65-F5344CB8AC3E}">
        <p14:creationId xmlns:p14="http://schemas.microsoft.com/office/powerpoint/2010/main" val="281977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F681E-3EBC-4824-B8F6-B5D9F7B07A9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E94E3D-5923-DF38-0EF5-01AF592E6F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3EF8AF-1E5A-7979-5B39-20AE08D55773}"/>
              </a:ext>
            </a:extLst>
          </p:cNvPr>
          <p:cNvSpPr>
            <a:spLocks noGrp="1"/>
          </p:cNvSpPr>
          <p:nvPr>
            <p:ph type="dt" sz="half" idx="10"/>
          </p:nvPr>
        </p:nvSpPr>
        <p:spPr/>
        <p:txBody>
          <a:bodyPr/>
          <a:lstStyle/>
          <a:p>
            <a:fld id="{FBA801D0-8DDA-4C63-9188-63186F740D2B}" type="datetimeFigureOut">
              <a:rPr lang="en-US" smtClean="0"/>
              <a:t>31-Aug-26</a:t>
            </a:fld>
            <a:endParaRPr lang="en-US"/>
          </a:p>
        </p:txBody>
      </p:sp>
      <p:sp>
        <p:nvSpPr>
          <p:cNvPr id="5" name="Footer Placeholder 4">
            <a:extLst>
              <a:ext uri="{FF2B5EF4-FFF2-40B4-BE49-F238E27FC236}">
                <a16:creationId xmlns:a16="http://schemas.microsoft.com/office/drawing/2014/main" id="{45B21290-7AF3-5462-76DC-454E332212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DF0CE3-39E1-BC8A-933A-2A2B34117B8C}"/>
              </a:ext>
            </a:extLst>
          </p:cNvPr>
          <p:cNvSpPr>
            <a:spLocks noGrp="1"/>
          </p:cNvSpPr>
          <p:nvPr>
            <p:ph type="sldNum" sz="quarter" idx="12"/>
          </p:nvPr>
        </p:nvSpPr>
        <p:spPr/>
        <p:txBody>
          <a:bodyPr/>
          <a:lstStyle/>
          <a:p>
            <a:fld id="{C04DAA35-6F89-4F4C-8CC6-E2CCF46E09B9}" type="slidenum">
              <a:rPr lang="en-US" smtClean="0"/>
              <a:t>‹#›</a:t>
            </a:fld>
            <a:endParaRPr lang="en-US"/>
          </a:p>
        </p:txBody>
      </p:sp>
    </p:spTree>
    <p:extLst>
      <p:ext uri="{BB962C8B-B14F-4D97-AF65-F5344CB8AC3E}">
        <p14:creationId xmlns:p14="http://schemas.microsoft.com/office/powerpoint/2010/main" val="3213764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FEB395-07ED-B807-FCEC-B42AD7A069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752198F-230A-C6EB-473C-E564C51453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C3966C-137F-DBCF-73E5-7C00CDD1BB10}"/>
              </a:ext>
            </a:extLst>
          </p:cNvPr>
          <p:cNvSpPr>
            <a:spLocks noGrp="1"/>
          </p:cNvSpPr>
          <p:nvPr>
            <p:ph type="dt" sz="half" idx="10"/>
          </p:nvPr>
        </p:nvSpPr>
        <p:spPr/>
        <p:txBody>
          <a:bodyPr/>
          <a:lstStyle/>
          <a:p>
            <a:fld id="{FBA801D0-8DDA-4C63-9188-63186F740D2B}" type="datetimeFigureOut">
              <a:rPr lang="en-US" smtClean="0"/>
              <a:t>31-Aug-26</a:t>
            </a:fld>
            <a:endParaRPr lang="en-US"/>
          </a:p>
        </p:txBody>
      </p:sp>
      <p:sp>
        <p:nvSpPr>
          <p:cNvPr id="5" name="Footer Placeholder 4">
            <a:extLst>
              <a:ext uri="{FF2B5EF4-FFF2-40B4-BE49-F238E27FC236}">
                <a16:creationId xmlns:a16="http://schemas.microsoft.com/office/drawing/2014/main" id="{E4E45EEA-FBE0-54D2-0C66-84AAA42209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591CBF-CC5D-97FB-3FCF-BF79020B2C5E}"/>
              </a:ext>
            </a:extLst>
          </p:cNvPr>
          <p:cNvSpPr>
            <a:spLocks noGrp="1"/>
          </p:cNvSpPr>
          <p:nvPr>
            <p:ph type="sldNum" sz="quarter" idx="12"/>
          </p:nvPr>
        </p:nvSpPr>
        <p:spPr/>
        <p:txBody>
          <a:bodyPr/>
          <a:lstStyle/>
          <a:p>
            <a:fld id="{C04DAA35-6F89-4F4C-8CC6-E2CCF46E09B9}" type="slidenum">
              <a:rPr lang="en-US" smtClean="0"/>
              <a:t>‹#›</a:t>
            </a:fld>
            <a:endParaRPr lang="en-US"/>
          </a:p>
        </p:txBody>
      </p:sp>
    </p:spTree>
    <p:extLst>
      <p:ext uri="{BB962C8B-B14F-4D97-AF65-F5344CB8AC3E}">
        <p14:creationId xmlns:p14="http://schemas.microsoft.com/office/powerpoint/2010/main" val="24209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9EB243-7646-8A69-29AD-04828B56E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5CCDBD-D42F-EFBA-C85A-595136FD4D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F8DD09-AC40-9CE4-A4BA-0ED88E3DC1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A801D0-8DDA-4C63-9188-63186F740D2B}" type="datetimeFigureOut">
              <a:rPr lang="en-US" smtClean="0"/>
              <a:t>31-Aug-26</a:t>
            </a:fld>
            <a:endParaRPr lang="en-US"/>
          </a:p>
        </p:txBody>
      </p:sp>
      <p:sp>
        <p:nvSpPr>
          <p:cNvPr id="5" name="Footer Placeholder 4">
            <a:extLst>
              <a:ext uri="{FF2B5EF4-FFF2-40B4-BE49-F238E27FC236}">
                <a16:creationId xmlns:a16="http://schemas.microsoft.com/office/drawing/2014/main" id="{A1839CF6-38E6-F818-D82D-D3FFE7DDB7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6AF117-0CAD-B93F-361A-E67696D35D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4DAA35-6F89-4F4C-8CC6-E2CCF46E09B9}" type="slidenum">
              <a:rPr lang="en-US" smtClean="0"/>
              <a:t>‹#›</a:t>
            </a:fld>
            <a:endParaRPr lang="en-US"/>
          </a:p>
        </p:txBody>
      </p:sp>
    </p:spTree>
    <p:extLst>
      <p:ext uri="{BB962C8B-B14F-4D97-AF65-F5344CB8AC3E}">
        <p14:creationId xmlns:p14="http://schemas.microsoft.com/office/powerpoint/2010/main" val="658371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17" Type="http://schemas.openxmlformats.org/officeDocument/2006/relationships/customXml" Target="../ink/ink57.xml"/><Relationship Id="rId21" Type="http://schemas.openxmlformats.org/officeDocument/2006/relationships/customXml" Target="../ink/ink9.xml"/><Relationship Id="rId63" Type="http://schemas.openxmlformats.org/officeDocument/2006/relationships/customXml" Target="../ink/ink30.xml"/><Relationship Id="rId159" Type="http://schemas.openxmlformats.org/officeDocument/2006/relationships/customXml" Target="../ink/ink78.xml"/><Relationship Id="rId170" Type="http://schemas.openxmlformats.org/officeDocument/2006/relationships/image" Target="../media/image86.png"/><Relationship Id="rId226" Type="http://schemas.openxmlformats.org/officeDocument/2006/relationships/image" Target="../media/image114.png"/><Relationship Id="rId268" Type="http://schemas.openxmlformats.org/officeDocument/2006/relationships/image" Target="../media/image135.png"/><Relationship Id="rId32" Type="http://schemas.openxmlformats.org/officeDocument/2006/relationships/image" Target="../media/image17.png"/><Relationship Id="rId74" Type="http://schemas.openxmlformats.org/officeDocument/2006/relationships/image" Target="../media/image38.png"/><Relationship Id="rId128" Type="http://schemas.openxmlformats.org/officeDocument/2006/relationships/image" Target="../media/image65.png"/><Relationship Id="rId5" Type="http://schemas.openxmlformats.org/officeDocument/2006/relationships/customXml" Target="../ink/ink1.xml"/><Relationship Id="rId181" Type="http://schemas.openxmlformats.org/officeDocument/2006/relationships/customXml" Target="../ink/ink89.xml"/><Relationship Id="rId237" Type="http://schemas.openxmlformats.org/officeDocument/2006/relationships/customXml" Target="../ink/ink117.xml"/><Relationship Id="rId279" Type="http://schemas.openxmlformats.org/officeDocument/2006/relationships/customXml" Target="../ink/ink138.xml"/><Relationship Id="rId43" Type="http://schemas.openxmlformats.org/officeDocument/2006/relationships/customXml" Target="../ink/ink20.xml"/><Relationship Id="rId139" Type="http://schemas.openxmlformats.org/officeDocument/2006/relationships/customXml" Target="../ink/ink68.xml"/><Relationship Id="rId290" Type="http://schemas.openxmlformats.org/officeDocument/2006/relationships/image" Target="../media/image146.png"/><Relationship Id="rId85" Type="http://schemas.openxmlformats.org/officeDocument/2006/relationships/customXml" Target="../ink/ink41.xml"/><Relationship Id="rId150" Type="http://schemas.openxmlformats.org/officeDocument/2006/relationships/image" Target="../media/image76.png"/><Relationship Id="rId192" Type="http://schemas.openxmlformats.org/officeDocument/2006/relationships/image" Target="../media/image97.png"/><Relationship Id="rId206" Type="http://schemas.openxmlformats.org/officeDocument/2006/relationships/image" Target="../media/image104.png"/><Relationship Id="rId248" Type="http://schemas.openxmlformats.org/officeDocument/2006/relationships/image" Target="../media/image125.png"/><Relationship Id="rId269" Type="http://schemas.openxmlformats.org/officeDocument/2006/relationships/customXml" Target="../ink/ink133.xml"/><Relationship Id="rId12" Type="http://schemas.openxmlformats.org/officeDocument/2006/relationships/image" Target="../media/image7.png"/><Relationship Id="rId33" Type="http://schemas.openxmlformats.org/officeDocument/2006/relationships/customXml" Target="../ink/ink15.xml"/><Relationship Id="rId108" Type="http://schemas.openxmlformats.org/officeDocument/2006/relationships/image" Target="../media/image55.png"/><Relationship Id="rId129" Type="http://schemas.openxmlformats.org/officeDocument/2006/relationships/customXml" Target="../ink/ink63.xml"/><Relationship Id="rId280" Type="http://schemas.openxmlformats.org/officeDocument/2006/relationships/image" Target="../media/image141.png"/><Relationship Id="rId54" Type="http://schemas.openxmlformats.org/officeDocument/2006/relationships/image" Target="../media/image28.png"/><Relationship Id="rId75" Type="http://schemas.openxmlformats.org/officeDocument/2006/relationships/customXml" Target="../ink/ink36.xml"/><Relationship Id="rId96" Type="http://schemas.openxmlformats.org/officeDocument/2006/relationships/image" Target="../media/image49.png"/><Relationship Id="rId140" Type="http://schemas.openxmlformats.org/officeDocument/2006/relationships/image" Target="../media/image71.png"/><Relationship Id="rId161" Type="http://schemas.openxmlformats.org/officeDocument/2006/relationships/customXml" Target="../ink/ink79.xml"/><Relationship Id="rId182" Type="http://schemas.openxmlformats.org/officeDocument/2006/relationships/image" Target="../media/image92.png"/><Relationship Id="rId217" Type="http://schemas.openxmlformats.org/officeDocument/2006/relationships/customXml" Target="../ink/ink107.xml"/><Relationship Id="rId6" Type="http://schemas.openxmlformats.org/officeDocument/2006/relationships/image" Target="../media/image4.png"/><Relationship Id="rId238" Type="http://schemas.openxmlformats.org/officeDocument/2006/relationships/image" Target="../media/image120.png"/><Relationship Id="rId259" Type="http://schemas.openxmlformats.org/officeDocument/2006/relationships/customXml" Target="../ink/ink128.xml"/><Relationship Id="rId23" Type="http://schemas.openxmlformats.org/officeDocument/2006/relationships/customXml" Target="../ink/ink10.xml"/><Relationship Id="rId119" Type="http://schemas.openxmlformats.org/officeDocument/2006/relationships/customXml" Target="../ink/ink58.xml"/><Relationship Id="rId270" Type="http://schemas.openxmlformats.org/officeDocument/2006/relationships/image" Target="../media/image136.png"/><Relationship Id="rId291" Type="http://schemas.openxmlformats.org/officeDocument/2006/relationships/customXml" Target="../ink/ink144.xml"/><Relationship Id="rId44" Type="http://schemas.openxmlformats.org/officeDocument/2006/relationships/image" Target="../media/image23.png"/><Relationship Id="rId65" Type="http://schemas.openxmlformats.org/officeDocument/2006/relationships/customXml" Target="../ink/ink31.xml"/><Relationship Id="rId86" Type="http://schemas.openxmlformats.org/officeDocument/2006/relationships/image" Target="../media/image44.png"/><Relationship Id="rId130" Type="http://schemas.openxmlformats.org/officeDocument/2006/relationships/image" Target="../media/image66.png"/><Relationship Id="rId151" Type="http://schemas.openxmlformats.org/officeDocument/2006/relationships/customXml" Target="../ink/ink74.xml"/><Relationship Id="rId172" Type="http://schemas.openxmlformats.org/officeDocument/2006/relationships/image" Target="../media/image87.png"/><Relationship Id="rId193" Type="http://schemas.openxmlformats.org/officeDocument/2006/relationships/customXml" Target="../ink/ink95.xml"/><Relationship Id="rId207" Type="http://schemas.openxmlformats.org/officeDocument/2006/relationships/customXml" Target="../ink/ink102.xml"/><Relationship Id="rId228" Type="http://schemas.openxmlformats.org/officeDocument/2006/relationships/image" Target="../media/image115.png"/><Relationship Id="rId249" Type="http://schemas.openxmlformats.org/officeDocument/2006/relationships/customXml" Target="../ink/ink123.xml"/><Relationship Id="rId13" Type="http://schemas.openxmlformats.org/officeDocument/2006/relationships/customXml" Target="../ink/ink5.xml"/><Relationship Id="rId109" Type="http://schemas.openxmlformats.org/officeDocument/2006/relationships/customXml" Target="../ink/ink53.xml"/><Relationship Id="rId260" Type="http://schemas.openxmlformats.org/officeDocument/2006/relationships/image" Target="../media/image131.png"/><Relationship Id="rId281" Type="http://schemas.openxmlformats.org/officeDocument/2006/relationships/customXml" Target="../ink/ink139.xml"/><Relationship Id="rId34" Type="http://schemas.openxmlformats.org/officeDocument/2006/relationships/image" Target="../media/image18.png"/><Relationship Id="rId55" Type="http://schemas.openxmlformats.org/officeDocument/2006/relationships/customXml" Target="../ink/ink26.xml"/><Relationship Id="rId76" Type="http://schemas.openxmlformats.org/officeDocument/2006/relationships/image" Target="../media/image39.png"/><Relationship Id="rId97" Type="http://schemas.openxmlformats.org/officeDocument/2006/relationships/customXml" Target="../ink/ink47.xml"/><Relationship Id="rId120" Type="http://schemas.openxmlformats.org/officeDocument/2006/relationships/image" Target="../media/image61.png"/><Relationship Id="rId141" Type="http://schemas.openxmlformats.org/officeDocument/2006/relationships/customXml" Target="../ink/ink69.xml"/><Relationship Id="rId7" Type="http://schemas.openxmlformats.org/officeDocument/2006/relationships/customXml" Target="../ink/ink2.xml"/><Relationship Id="rId162" Type="http://schemas.openxmlformats.org/officeDocument/2006/relationships/image" Target="../media/image82.png"/><Relationship Id="rId183" Type="http://schemas.openxmlformats.org/officeDocument/2006/relationships/customXml" Target="../ink/ink90.xml"/><Relationship Id="rId218" Type="http://schemas.openxmlformats.org/officeDocument/2006/relationships/image" Target="../media/image110.png"/><Relationship Id="rId239" Type="http://schemas.openxmlformats.org/officeDocument/2006/relationships/customXml" Target="../ink/ink118.xml"/><Relationship Id="rId250" Type="http://schemas.openxmlformats.org/officeDocument/2006/relationships/image" Target="../media/image126.png"/><Relationship Id="rId271" Type="http://schemas.openxmlformats.org/officeDocument/2006/relationships/customXml" Target="../ink/ink134.xml"/><Relationship Id="rId292" Type="http://schemas.openxmlformats.org/officeDocument/2006/relationships/image" Target="../media/image147.png"/><Relationship Id="rId24" Type="http://schemas.openxmlformats.org/officeDocument/2006/relationships/image" Target="../media/image13.png"/><Relationship Id="rId45" Type="http://schemas.openxmlformats.org/officeDocument/2006/relationships/customXml" Target="../ink/ink21.xml"/><Relationship Id="rId66" Type="http://schemas.openxmlformats.org/officeDocument/2006/relationships/image" Target="../media/image34.png"/><Relationship Id="rId87" Type="http://schemas.openxmlformats.org/officeDocument/2006/relationships/customXml" Target="../ink/ink42.xml"/><Relationship Id="rId110" Type="http://schemas.openxmlformats.org/officeDocument/2006/relationships/image" Target="../media/image56.png"/><Relationship Id="rId131" Type="http://schemas.openxmlformats.org/officeDocument/2006/relationships/customXml" Target="../ink/ink64.xml"/><Relationship Id="rId152" Type="http://schemas.openxmlformats.org/officeDocument/2006/relationships/image" Target="../media/image77.png"/><Relationship Id="rId173" Type="http://schemas.openxmlformats.org/officeDocument/2006/relationships/customXml" Target="../ink/ink85.xml"/><Relationship Id="rId194" Type="http://schemas.openxmlformats.org/officeDocument/2006/relationships/image" Target="../media/image98.png"/><Relationship Id="rId208" Type="http://schemas.openxmlformats.org/officeDocument/2006/relationships/image" Target="../media/image105.png"/><Relationship Id="rId229" Type="http://schemas.openxmlformats.org/officeDocument/2006/relationships/customXml" Target="../ink/ink113.xml"/><Relationship Id="rId240" Type="http://schemas.openxmlformats.org/officeDocument/2006/relationships/image" Target="../media/image121.png"/><Relationship Id="rId261" Type="http://schemas.openxmlformats.org/officeDocument/2006/relationships/customXml" Target="../ink/ink129.xml"/><Relationship Id="rId14" Type="http://schemas.openxmlformats.org/officeDocument/2006/relationships/image" Target="../media/image8.png"/><Relationship Id="rId35" Type="http://schemas.openxmlformats.org/officeDocument/2006/relationships/customXml" Target="../ink/ink16.xml"/><Relationship Id="rId56" Type="http://schemas.openxmlformats.org/officeDocument/2006/relationships/image" Target="../media/image29.png"/><Relationship Id="rId77" Type="http://schemas.openxmlformats.org/officeDocument/2006/relationships/customXml" Target="../ink/ink37.xml"/><Relationship Id="rId100" Type="http://schemas.openxmlformats.org/officeDocument/2006/relationships/image" Target="../media/image51.png"/><Relationship Id="rId282" Type="http://schemas.openxmlformats.org/officeDocument/2006/relationships/image" Target="../media/image142.png"/><Relationship Id="rId8" Type="http://schemas.openxmlformats.org/officeDocument/2006/relationships/image" Target="../media/image5.png"/><Relationship Id="rId98" Type="http://schemas.openxmlformats.org/officeDocument/2006/relationships/image" Target="../media/image50.png"/><Relationship Id="rId121" Type="http://schemas.openxmlformats.org/officeDocument/2006/relationships/customXml" Target="../ink/ink59.xml"/><Relationship Id="rId142" Type="http://schemas.openxmlformats.org/officeDocument/2006/relationships/image" Target="../media/image72.png"/><Relationship Id="rId163" Type="http://schemas.openxmlformats.org/officeDocument/2006/relationships/customXml" Target="../ink/ink80.xml"/><Relationship Id="rId184" Type="http://schemas.openxmlformats.org/officeDocument/2006/relationships/image" Target="../media/image93.png"/><Relationship Id="rId219" Type="http://schemas.openxmlformats.org/officeDocument/2006/relationships/customXml" Target="../ink/ink108.xml"/><Relationship Id="rId230" Type="http://schemas.openxmlformats.org/officeDocument/2006/relationships/image" Target="../media/image116.png"/><Relationship Id="rId251" Type="http://schemas.openxmlformats.org/officeDocument/2006/relationships/customXml" Target="../ink/ink124.xml"/><Relationship Id="rId25" Type="http://schemas.openxmlformats.org/officeDocument/2006/relationships/customXml" Target="../ink/ink11.xml"/><Relationship Id="rId46" Type="http://schemas.openxmlformats.org/officeDocument/2006/relationships/image" Target="../media/image24.png"/><Relationship Id="rId67" Type="http://schemas.openxmlformats.org/officeDocument/2006/relationships/customXml" Target="../ink/ink32.xml"/><Relationship Id="rId272" Type="http://schemas.openxmlformats.org/officeDocument/2006/relationships/image" Target="../media/image137.png"/><Relationship Id="rId88" Type="http://schemas.openxmlformats.org/officeDocument/2006/relationships/image" Target="../media/image45.png"/><Relationship Id="rId111" Type="http://schemas.openxmlformats.org/officeDocument/2006/relationships/customXml" Target="../ink/ink54.xml"/><Relationship Id="rId132" Type="http://schemas.openxmlformats.org/officeDocument/2006/relationships/image" Target="../media/image67.png"/><Relationship Id="rId153" Type="http://schemas.openxmlformats.org/officeDocument/2006/relationships/customXml" Target="../ink/ink75.xml"/><Relationship Id="rId174" Type="http://schemas.openxmlformats.org/officeDocument/2006/relationships/image" Target="../media/image88.png"/><Relationship Id="rId195" Type="http://schemas.openxmlformats.org/officeDocument/2006/relationships/customXml" Target="../ink/ink96.xml"/><Relationship Id="rId209" Type="http://schemas.openxmlformats.org/officeDocument/2006/relationships/customXml" Target="../ink/ink103.xml"/><Relationship Id="rId220" Type="http://schemas.openxmlformats.org/officeDocument/2006/relationships/image" Target="../media/image111.png"/><Relationship Id="rId241" Type="http://schemas.openxmlformats.org/officeDocument/2006/relationships/customXml" Target="../ink/ink119.xml"/><Relationship Id="rId15" Type="http://schemas.openxmlformats.org/officeDocument/2006/relationships/customXml" Target="../ink/ink6.xml"/><Relationship Id="rId36" Type="http://schemas.openxmlformats.org/officeDocument/2006/relationships/image" Target="../media/image19.png"/><Relationship Id="rId57" Type="http://schemas.openxmlformats.org/officeDocument/2006/relationships/customXml" Target="../ink/ink27.xml"/><Relationship Id="rId262" Type="http://schemas.openxmlformats.org/officeDocument/2006/relationships/image" Target="../media/image132.png"/><Relationship Id="rId283" Type="http://schemas.openxmlformats.org/officeDocument/2006/relationships/customXml" Target="../ink/ink140.xml"/><Relationship Id="rId78" Type="http://schemas.openxmlformats.org/officeDocument/2006/relationships/image" Target="../media/image40.png"/><Relationship Id="rId99" Type="http://schemas.openxmlformats.org/officeDocument/2006/relationships/customXml" Target="../ink/ink48.xml"/><Relationship Id="rId101" Type="http://schemas.openxmlformats.org/officeDocument/2006/relationships/customXml" Target="../ink/ink49.xml"/><Relationship Id="rId122" Type="http://schemas.openxmlformats.org/officeDocument/2006/relationships/image" Target="../media/image62.png"/><Relationship Id="rId143" Type="http://schemas.openxmlformats.org/officeDocument/2006/relationships/customXml" Target="../ink/ink70.xml"/><Relationship Id="rId164" Type="http://schemas.openxmlformats.org/officeDocument/2006/relationships/image" Target="../media/image83.png"/><Relationship Id="rId185" Type="http://schemas.openxmlformats.org/officeDocument/2006/relationships/customXml" Target="../ink/ink91.xml"/><Relationship Id="rId9" Type="http://schemas.openxmlformats.org/officeDocument/2006/relationships/customXml" Target="../ink/ink3.xml"/><Relationship Id="rId210" Type="http://schemas.openxmlformats.org/officeDocument/2006/relationships/image" Target="../media/image106.png"/><Relationship Id="rId26" Type="http://schemas.openxmlformats.org/officeDocument/2006/relationships/image" Target="../media/image14.png"/><Relationship Id="rId231" Type="http://schemas.openxmlformats.org/officeDocument/2006/relationships/customXml" Target="../ink/ink114.xml"/><Relationship Id="rId252" Type="http://schemas.openxmlformats.org/officeDocument/2006/relationships/image" Target="../media/image127.png"/><Relationship Id="rId273" Type="http://schemas.openxmlformats.org/officeDocument/2006/relationships/customXml" Target="../ink/ink135.xml"/><Relationship Id="rId47" Type="http://schemas.openxmlformats.org/officeDocument/2006/relationships/customXml" Target="../ink/ink22.xml"/><Relationship Id="rId68" Type="http://schemas.openxmlformats.org/officeDocument/2006/relationships/image" Target="../media/image35.png"/><Relationship Id="rId89" Type="http://schemas.openxmlformats.org/officeDocument/2006/relationships/customXml" Target="../ink/ink43.xml"/><Relationship Id="rId112" Type="http://schemas.openxmlformats.org/officeDocument/2006/relationships/image" Target="../media/image57.png"/><Relationship Id="rId133" Type="http://schemas.openxmlformats.org/officeDocument/2006/relationships/customXml" Target="../ink/ink65.xml"/><Relationship Id="rId154" Type="http://schemas.openxmlformats.org/officeDocument/2006/relationships/image" Target="../media/image78.png"/><Relationship Id="rId175" Type="http://schemas.openxmlformats.org/officeDocument/2006/relationships/customXml" Target="../ink/ink86.xml"/><Relationship Id="rId196" Type="http://schemas.openxmlformats.org/officeDocument/2006/relationships/image" Target="../media/image99.png"/><Relationship Id="rId200" Type="http://schemas.openxmlformats.org/officeDocument/2006/relationships/image" Target="../media/image101.png"/><Relationship Id="rId16" Type="http://schemas.openxmlformats.org/officeDocument/2006/relationships/image" Target="../media/image9.png"/><Relationship Id="rId221" Type="http://schemas.openxmlformats.org/officeDocument/2006/relationships/customXml" Target="../ink/ink109.xml"/><Relationship Id="rId242" Type="http://schemas.openxmlformats.org/officeDocument/2006/relationships/image" Target="../media/image122.png"/><Relationship Id="rId263" Type="http://schemas.openxmlformats.org/officeDocument/2006/relationships/customXml" Target="../ink/ink130.xml"/><Relationship Id="rId284" Type="http://schemas.openxmlformats.org/officeDocument/2006/relationships/image" Target="../media/image143.png"/><Relationship Id="rId37" Type="http://schemas.openxmlformats.org/officeDocument/2006/relationships/customXml" Target="../ink/ink17.xml"/><Relationship Id="rId58" Type="http://schemas.openxmlformats.org/officeDocument/2006/relationships/image" Target="../media/image30.png"/><Relationship Id="rId79" Type="http://schemas.openxmlformats.org/officeDocument/2006/relationships/customXml" Target="../ink/ink38.xml"/><Relationship Id="rId102" Type="http://schemas.openxmlformats.org/officeDocument/2006/relationships/image" Target="../media/image52.png"/><Relationship Id="rId123" Type="http://schemas.openxmlformats.org/officeDocument/2006/relationships/customXml" Target="../ink/ink60.xml"/><Relationship Id="rId144" Type="http://schemas.openxmlformats.org/officeDocument/2006/relationships/image" Target="../media/image73.png"/><Relationship Id="rId90" Type="http://schemas.openxmlformats.org/officeDocument/2006/relationships/image" Target="../media/image46.png"/><Relationship Id="rId165" Type="http://schemas.openxmlformats.org/officeDocument/2006/relationships/customXml" Target="../ink/ink81.xml"/><Relationship Id="rId186" Type="http://schemas.openxmlformats.org/officeDocument/2006/relationships/image" Target="../media/image94.png"/><Relationship Id="rId211" Type="http://schemas.openxmlformats.org/officeDocument/2006/relationships/customXml" Target="../ink/ink104.xml"/><Relationship Id="rId232" Type="http://schemas.openxmlformats.org/officeDocument/2006/relationships/image" Target="../media/image117.png"/><Relationship Id="rId253" Type="http://schemas.openxmlformats.org/officeDocument/2006/relationships/customXml" Target="../ink/ink125.xml"/><Relationship Id="rId274" Type="http://schemas.openxmlformats.org/officeDocument/2006/relationships/image" Target="../media/image138.png"/><Relationship Id="rId27" Type="http://schemas.openxmlformats.org/officeDocument/2006/relationships/customXml" Target="../ink/ink12.xml"/><Relationship Id="rId48" Type="http://schemas.openxmlformats.org/officeDocument/2006/relationships/image" Target="../media/image25.png"/><Relationship Id="rId69" Type="http://schemas.openxmlformats.org/officeDocument/2006/relationships/customXml" Target="../ink/ink33.xml"/><Relationship Id="rId113" Type="http://schemas.openxmlformats.org/officeDocument/2006/relationships/customXml" Target="../ink/ink55.xml"/><Relationship Id="rId134" Type="http://schemas.openxmlformats.org/officeDocument/2006/relationships/image" Target="../media/image68.png"/><Relationship Id="rId80" Type="http://schemas.openxmlformats.org/officeDocument/2006/relationships/image" Target="../media/image41.png"/><Relationship Id="rId155" Type="http://schemas.openxmlformats.org/officeDocument/2006/relationships/customXml" Target="../ink/ink76.xml"/><Relationship Id="rId176" Type="http://schemas.openxmlformats.org/officeDocument/2006/relationships/image" Target="../media/image89.png"/><Relationship Id="rId197" Type="http://schemas.openxmlformats.org/officeDocument/2006/relationships/customXml" Target="../ink/ink97.xml"/><Relationship Id="rId201" Type="http://schemas.openxmlformats.org/officeDocument/2006/relationships/customXml" Target="../ink/ink99.xml"/><Relationship Id="rId222" Type="http://schemas.openxmlformats.org/officeDocument/2006/relationships/image" Target="../media/image112.png"/><Relationship Id="rId243" Type="http://schemas.openxmlformats.org/officeDocument/2006/relationships/customXml" Target="../ink/ink120.xml"/><Relationship Id="rId264" Type="http://schemas.openxmlformats.org/officeDocument/2006/relationships/image" Target="../media/image133.png"/><Relationship Id="rId285" Type="http://schemas.openxmlformats.org/officeDocument/2006/relationships/customXml" Target="../ink/ink141.xml"/><Relationship Id="rId17" Type="http://schemas.openxmlformats.org/officeDocument/2006/relationships/customXml" Target="../ink/ink7.xml"/><Relationship Id="rId38" Type="http://schemas.openxmlformats.org/officeDocument/2006/relationships/image" Target="../media/image20.png"/><Relationship Id="rId59" Type="http://schemas.openxmlformats.org/officeDocument/2006/relationships/customXml" Target="../ink/ink28.xml"/><Relationship Id="rId103" Type="http://schemas.openxmlformats.org/officeDocument/2006/relationships/customXml" Target="../ink/ink50.xml"/><Relationship Id="rId124" Type="http://schemas.openxmlformats.org/officeDocument/2006/relationships/image" Target="../media/image63.png"/><Relationship Id="rId70" Type="http://schemas.openxmlformats.org/officeDocument/2006/relationships/image" Target="../media/image36.png"/><Relationship Id="rId91" Type="http://schemas.openxmlformats.org/officeDocument/2006/relationships/customXml" Target="../ink/ink44.xml"/><Relationship Id="rId145" Type="http://schemas.openxmlformats.org/officeDocument/2006/relationships/customXml" Target="../ink/ink71.xml"/><Relationship Id="rId166" Type="http://schemas.openxmlformats.org/officeDocument/2006/relationships/image" Target="../media/image84.png"/><Relationship Id="rId187" Type="http://schemas.openxmlformats.org/officeDocument/2006/relationships/customXml" Target="../ink/ink92.xml"/><Relationship Id="rId1" Type="http://schemas.openxmlformats.org/officeDocument/2006/relationships/slideLayout" Target="../slideLayouts/slideLayout7.xml"/><Relationship Id="rId212" Type="http://schemas.openxmlformats.org/officeDocument/2006/relationships/image" Target="../media/image107.png"/><Relationship Id="rId233" Type="http://schemas.openxmlformats.org/officeDocument/2006/relationships/customXml" Target="../ink/ink115.xml"/><Relationship Id="rId254" Type="http://schemas.openxmlformats.org/officeDocument/2006/relationships/image" Target="../media/image128.png"/><Relationship Id="rId28" Type="http://schemas.openxmlformats.org/officeDocument/2006/relationships/image" Target="../media/image15.png"/><Relationship Id="rId49" Type="http://schemas.openxmlformats.org/officeDocument/2006/relationships/customXml" Target="../ink/ink23.xml"/><Relationship Id="rId114" Type="http://schemas.openxmlformats.org/officeDocument/2006/relationships/image" Target="../media/image58.png"/><Relationship Id="rId275" Type="http://schemas.openxmlformats.org/officeDocument/2006/relationships/customXml" Target="../ink/ink136.xml"/><Relationship Id="rId60" Type="http://schemas.openxmlformats.org/officeDocument/2006/relationships/image" Target="../media/image31.png"/><Relationship Id="rId81" Type="http://schemas.openxmlformats.org/officeDocument/2006/relationships/customXml" Target="../ink/ink39.xml"/><Relationship Id="rId135" Type="http://schemas.openxmlformats.org/officeDocument/2006/relationships/customXml" Target="../ink/ink66.xml"/><Relationship Id="rId156" Type="http://schemas.openxmlformats.org/officeDocument/2006/relationships/image" Target="../media/image79.png"/><Relationship Id="rId177" Type="http://schemas.openxmlformats.org/officeDocument/2006/relationships/customXml" Target="../ink/ink87.xml"/><Relationship Id="rId198" Type="http://schemas.openxmlformats.org/officeDocument/2006/relationships/image" Target="../media/image100.png"/><Relationship Id="rId202" Type="http://schemas.openxmlformats.org/officeDocument/2006/relationships/image" Target="../media/image102.png"/><Relationship Id="rId223" Type="http://schemas.openxmlformats.org/officeDocument/2006/relationships/customXml" Target="../ink/ink110.xml"/><Relationship Id="rId244" Type="http://schemas.openxmlformats.org/officeDocument/2006/relationships/image" Target="../media/image123.png"/><Relationship Id="rId18" Type="http://schemas.openxmlformats.org/officeDocument/2006/relationships/image" Target="../media/image10.png"/><Relationship Id="rId39" Type="http://schemas.openxmlformats.org/officeDocument/2006/relationships/customXml" Target="../ink/ink18.xml"/><Relationship Id="rId265" Type="http://schemas.openxmlformats.org/officeDocument/2006/relationships/customXml" Target="../ink/ink131.xml"/><Relationship Id="rId286" Type="http://schemas.openxmlformats.org/officeDocument/2006/relationships/image" Target="../media/image144.png"/><Relationship Id="rId50" Type="http://schemas.openxmlformats.org/officeDocument/2006/relationships/image" Target="../media/image26.png"/><Relationship Id="rId104" Type="http://schemas.openxmlformats.org/officeDocument/2006/relationships/image" Target="../media/image53.png"/><Relationship Id="rId125" Type="http://schemas.openxmlformats.org/officeDocument/2006/relationships/customXml" Target="../ink/ink61.xml"/><Relationship Id="rId146" Type="http://schemas.openxmlformats.org/officeDocument/2006/relationships/image" Target="../media/image74.png"/><Relationship Id="rId167" Type="http://schemas.openxmlformats.org/officeDocument/2006/relationships/customXml" Target="../ink/ink82.xml"/><Relationship Id="rId188" Type="http://schemas.openxmlformats.org/officeDocument/2006/relationships/image" Target="../media/image95.png"/><Relationship Id="rId71" Type="http://schemas.openxmlformats.org/officeDocument/2006/relationships/customXml" Target="../ink/ink34.xml"/><Relationship Id="rId92" Type="http://schemas.openxmlformats.org/officeDocument/2006/relationships/image" Target="../media/image47.png"/><Relationship Id="rId213" Type="http://schemas.openxmlformats.org/officeDocument/2006/relationships/customXml" Target="../ink/ink105.xml"/><Relationship Id="rId234" Type="http://schemas.openxmlformats.org/officeDocument/2006/relationships/image" Target="../media/image118.png"/><Relationship Id="rId2" Type="http://schemas.openxmlformats.org/officeDocument/2006/relationships/image" Target="../media/image1.jpeg"/><Relationship Id="rId29" Type="http://schemas.openxmlformats.org/officeDocument/2006/relationships/customXml" Target="../ink/ink13.xml"/><Relationship Id="rId255" Type="http://schemas.openxmlformats.org/officeDocument/2006/relationships/customXml" Target="../ink/ink126.xml"/><Relationship Id="rId276" Type="http://schemas.openxmlformats.org/officeDocument/2006/relationships/image" Target="../media/image139.png"/><Relationship Id="rId40" Type="http://schemas.openxmlformats.org/officeDocument/2006/relationships/image" Target="../media/image21.png"/><Relationship Id="rId115" Type="http://schemas.openxmlformats.org/officeDocument/2006/relationships/customXml" Target="../ink/ink56.xml"/><Relationship Id="rId136" Type="http://schemas.openxmlformats.org/officeDocument/2006/relationships/image" Target="../media/image69.png"/><Relationship Id="rId157" Type="http://schemas.openxmlformats.org/officeDocument/2006/relationships/customXml" Target="../ink/ink77.xml"/><Relationship Id="rId178" Type="http://schemas.openxmlformats.org/officeDocument/2006/relationships/image" Target="../media/image90.png"/><Relationship Id="rId61" Type="http://schemas.openxmlformats.org/officeDocument/2006/relationships/customXml" Target="../ink/ink29.xml"/><Relationship Id="rId82" Type="http://schemas.openxmlformats.org/officeDocument/2006/relationships/image" Target="../media/image42.png"/><Relationship Id="rId199" Type="http://schemas.openxmlformats.org/officeDocument/2006/relationships/customXml" Target="../ink/ink98.xml"/><Relationship Id="rId203" Type="http://schemas.openxmlformats.org/officeDocument/2006/relationships/customXml" Target="../ink/ink100.xml"/><Relationship Id="rId19" Type="http://schemas.openxmlformats.org/officeDocument/2006/relationships/customXml" Target="../ink/ink8.xml"/><Relationship Id="rId224" Type="http://schemas.openxmlformats.org/officeDocument/2006/relationships/image" Target="../media/image113.png"/><Relationship Id="rId245" Type="http://schemas.openxmlformats.org/officeDocument/2006/relationships/customXml" Target="../ink/ink121.xml"/><Relationship Id="rId266" Type="http://schemas.openxmlformats.org/officeDocument/2006/relationships/image" Target="../media/image134.png"/><Relationship Id="rId287" Type="http://schemas.openxmlformats.org/officeDocument/2006/relationships/customXml" Target="../ink/ink142.xml"/><Relationship Id="rId30" Type="http://schemas.openxmlformats.org/officeDocument/2006/relationships/image" Target="../media/image16.png"/><Relationship Id="rId105" Type="http://schemas.openxmlformats.org/officeDocument/2006/relationships/customXml" Target="../ink/ink51.xml"/><Relationship Id="rId126" Type="http://schemas.openxmlformats.org/officeDocument/2006/relationships/image" Target="../media/image64.png"/><Relationship Id="rId147" Type="http://schemas.openxmlformats.org/officeDocument/2006/relationships/customXml" Target="../ink/ink72.xml"/><Relationship Id="rId168" Type="http://schemas.openxmlformats.org/officeDocument/2006/relationships/image" Target="../media/image85.png"/><Relationship Id="rId51" Type="http://schemas.openxmlformats.org/officeDocument/2006/relationships/customXml" Target="../ink/ink24.xml"/><Relationship Id="rId72" Type="http://schemas.openxmlformats.org/officeDocument/2006/relationships/image" Target="../media/image37.png"/><Relationship Id="rId93" Type="http://schemas.openxmlformats.org/officeDocument/2006/relationships/customXml" Target="../ink/ink45.xml"/><Relationship Id="rId189" Type="http://schemas.openxmlformats.org/officeDocument/2006/relationships/customXml" Target="../ink/ink93.xml"/><Relationship Id="rId3" Type="http://schemas.openxmlformats.org/officeDocument/2006/relationships/image" Target="../media/image2.jpeg"/><Relationship Id="rId214" Type="http://schemas.openxmlformats.org/officeDocument/2006/relationships/image" Target="../media/image108.png"/><Relationship Id="rId235" Type="http://schemas.openxmlformats.org/officeDocument/2006/relationships/customXml" Target="../ink/ink116.xml"/><Relationship Id="rId256" Type="http://schemas.openxmlformats.org/officeDocument/2006/relationships/image" Target="../media/image129.png"/><Relationship Id="rId277" Type="http://schemas.openxmlformats.org/officeDocument/2006/relationships/customXml" Target="../ink/ink137.xml"/><Relationship Id="rId116" Type="http://schemas.openxmlformats.org/officeDocument/2006/relationships/image" Target="../media/image59.png"/><Relationship Id="rId137" Type="http://schemas.openxmlformats.org/officeDocument/2006/relationships/customXml" Target="../ink/ink67.xml"/><Relationship Id="rId158" Type="http://schemas.openxmlformats.org/officeDocument/2006/relationships/image" Target="../media/image80.png"/><Relationship Id="rId20" Type="http://schemas.openxmlformats.org/officeDocument/2006/relationships/image" Target="../media/image11.png"/><Relationship Id="rId41" Type="http://schemas.openxmlformats.org/officeDocument/2006/relationships/customXml" Target="../ink/ink19.xml"/><Relationship Id="rId62" Type="http://schemas.openxmlformats.org/officeDocument/2006/relationships/image" Target="../media/image32.png"/><Relationship Id="rId83" Type="http://schemas.openxmlformats.org/officeDocument/2006/relationships/customXml" Target="../ink/ink40.xml"/><Relationship Id="rId179" Type="http://schemas.openxmlformats.org/officeDocument/2006/relationships/customXml" Target="../ink/ink88.xml"/><Relationship Id="rId190" Type="http://schemas.openxmlformats.org/officeDocument/2006/relationships/image" Target="../media/image96.png"/><Relationship Id="rId204" Type="http://schemas.openxmlformats.org/officeDocument/2006/relationships/image" Target="../media/image103.png"/><Relationship Id="rId225" Type="http://schemas.openxmlformats.org/officeDocument/2006/relationships/customXml" Target="../ink/ink111.xml"/><Relationship Id="rId246" Type="http://schemas.openxmlformats.org/officeDocument/2006/relationships/image" Target="../media/image124.png"/><Relationship Id="rId267" Type="http://schemas.openxmlformats.org/officeDocument/2006/relationships/customXml" Target="../ink/ink132.xml"/><Relationship Id="rId288" Type="http://schemas.openxmlformats.org/officeDocument/2006/relationships/image" Target="../media/image145.png"/><Relationship Id="rId106" Type="http://schemas.openxmlformats.org/officeDocument/2006/relationships/image" Target="../media/image54.png"/><Relationship Id="rId127" Type="http://schemas.openxmlformats.org/officeDocument/2006/relationships/customXml" Target="../ink/ink62.xml"/><Relationship Id="rId10" Type="http://schemas.openxmlformats.org/officeDocument/2006/relationships/image" Target="../media/image6.png"/><Relationship Id="rId31" Type="http://schemas.openxmlformats.org/officeDocument/2006/relationships/customXml" Target="../ink/ink14.xml"/><Relationship Id="rId52" Type="http://schemas.openxmlformats.org/officeDocument/2006/relationships/image" Target="../media/image27.png"/><Relationship Id="rId73" Type="http://schemas.openxmlformats.org/officeDocument/2006/relationships/customXml" Target="../ink/ink35.xml"/><Relationship Id="rId94" Type="http://schemas.openxmlformats.org/officeDocument/2006/relationships/image" Target="../media/image48.png"/><Relationship Id="rId148" Type="http://schemas.openxmlformats.org/officeDocument/2006/relationships/image" Target="../media/image75.png"/><Relationship Id="rId169" Type="http://schemas.openxmlformats.org/officeDocument/2006/relationships/customXml" Target="../ink/ink83.xml"/><Relationship Id="rId4" Type="http://schemas.openxmlformats.org/officeDocument/2006/relationships/image" Target="../media/image3.jpeg"/><Relationship Id="rId180" Type="http://schemas.openxmlformats.org/officeDocument/2006/relationships/image" Target="../media/image91.png"/><Relationship Id="rId215" Type="http://schemas.openxmlformats.org/officeDocument/2006/relationships/customXml" Target="../ink/ink106.xml"/><Relationship Id="rId236" Type="http://schemas.openxmlformats.org/officeDocument/2006/relationships/image" Target="../media/image119.png"/><Relationship Id="rId257" Type="http://schemas.openxmlformats.org/officeDocument/2006/relationships/customXml" Target="../ink/ink127.xml"/><Relationship Id="rId278" Type="http://schemas.openxmlformats.org/officeDocument/2006/relationships/image" Target="../media/image140.png"/><Relationship Id="rId42" Type="http://schemas.openxmlformats.org/officeDocument/2006/relationships/image" Target="../media/image22.png"/><Relationship Id="rId84" Type="http://schemas.openxmlformats.org/officeDocument/2006/relationships/image" Target="../media/image43.png"/><Relationship Id="rId138" Type="http://schemas.openxmlformats.org/officeDocument/2006/relationships/image" Target="../media/image70.png"/><Relationship Id="rId191" Type="http://schemas.openxmlformats.org/officeDocument/2006/relationships/customXml" Target="../ink/ink94.xml"/><Relationship Id="rId205" Type="http://schemas.openxmlformats.org/officeDocument/2006/relationships/customXml" Target="../ink/ink101.xml"/><Relationship Id="rId247" Type="http://schemas.openxmlformats.org/officeDocument/2006/relationships/customXml" Target="../ink/ink122.xml"/><Relationship Id="rId107" Type="http://schemas.openxmlformats.org/officeDocument/2006/relationships/customXml" Target="../ink/ink52.xml"/><Relationship Id="rId289" Type="http://schemas.openxmlformats.org/officeDocument/2006/relationships/customXml" Target="../ink/ink143.xml"/><Relationship Id="rId11" Type="http://schemas.openxmlformats.org/officeDocument/2006/relationships/customXml" Target="../ink/ink4.xml"/><Relationship Id="rId53" Type="http://schemas.openxmlformats.org/officeDocument/2006/relationships/customXml" Target="../ink/ink25.xml"/><Relationship Id="rId149" Type="http://schemas.openxmlformats.org/officeDocument/2006/relationships/customXml" Target="../ink/ink73.xml"/><Relationship Id="rId95" Type="http://schemas.openxmlformats.org/officeDocument/2006/relationships/customXml" Target="../ink/ink46.xml"/><Relationship Id="rId160" Type="http://schemas.openxmlformats.org/officeDocument/2006/relationships/image" Target="../media/image81.png"/><Relationship Id="rId216" Type="http://schemas.openxmlformats.org/officeDocument/2006/relationships/image" Target="../media/image109.png"/><Relationship Id="rId258" Type="http://schemas.openxmlformats.org/officeDocument/2006/relationships/image" Target="../media/image130.png"/><Relationship Id="rId22" Type="http://schemas.openxmlformats.org/officeDocument/2006/relationships/image" Target="../media/image12.png"/><Relationship Id="rId64" Type="http://schemas.openxmlformats.org/officeDocument/2006/relationships/image" Target="../media/image33.png"/><Relationship Id="rId118" Type="http://schemas.openxmlformats.org/officeDocument/2006/relationships/image" Target="../media/image60.png"/><Relationship Id="rId171" Type="http://schemas.openxmlformats.org/officeDocument/2006/relationships/customXml" Target="../ink/ink84.xml"/><Relationship Id="rId227" Type="http://schemas.openxmlformats.org/officeDocument/2006/relationships/customXml" Target="../ink/ink112.xml"/></Relationships>
</file>

<file path=ppt/slides/_rels/slide3.xml.rels><?xml version="1.0" encoding="UTF-8" standalone="yes"?>
<Relationships xmlns="http://schemas.openxmlformats.org/package/2006/relationships"><Relationship Id="rId26" Type="http://schemas.openxmlformats.org/officeDocument/2006/relationships/image" Target="../media/image1010.png"/><Relationship Id="rId21" Type="http://schemas.openxmlformats.org/officeDocument/2006/relationships/customXml" Target="../ink/ink154.xml"/><Relationship Id="rId42" Type="http://schemas.openxmlformats.org/officeDocument/2006/relationships/image" Target="../media/image1090.png"/><Relationship Id="rId47" Type="http://schemas.openxmlformats.org/officeDocument/2006/relationships/customXml" Target="../ink/ink167.xml"/><Relationship Id="rId63" Type="http://schemas.openxmlformats.org/officeDocument/2006/relationships/customXml" Target="../ink/ink175.xml"/><Relationship Id="rId68" Type="http://schemas.openxmlformats.org/officeDocument/2006/relationships/image" Target="../media/image1220.png"/><Relationship Id="rId7" Type="http://schemas.openxmlformats.org/officeDocument/2006/relationships/customXml" Target="../ink/ink147.xml"/><Relationship Id="rId2" Type="http://schemas.openxmlformats.org/officeDocument/2006/relationships/image" Target="../media/image148.png"/><Relationship Id="rId16" Type="http://schemas.openxmlformats.org/officeDocument/2006/relationships/image" Target="../media/image9610.png"/><Relationship Id="rId29" Type="http://schemas.openxmlformats.org/officeDocument/2006/relationships/customXml" Target="../ink/ink158.xml"/><Relationship Id="rId11" Type="http://schemas.openxmlformats.org/officeDocument/2006/relationships/customXml" Target="../ink/ink149.xml"/><Relationship Id="rId24" Type="http://schemas.openxmlformats.org/officeDocument/2006/relationships/image" Target="../media/image1000.png"/><Relationship Id="rId32" Type="http://schemas.openxmlformats.org/officeDocument/2006/relationships/image" Target="../media/image1040.png"/><Relationship Id="rId37" Type="http://schemas.openxmlformats.org/officeDocument/2006/relationships/customXml" Target="../ink/ink162.xml"/><Relationship Id="rId40" Type="http://schemas.openxmlformats.org/officeDocument/2006/relationships/image" Target="../media/image1080.png"/><Relationship Id="rId45" Type="http://schemas.openxmlformats.org/officeDocument/2006/relationships/customXml" Target="../ink/ink166.xml"/><Relationship Id="rId53" Type="http://schemas.openxmlformats.org/officeDocument/2006/relationships/customXml" Target="../ink/ink170.xml"/><Relationship Id="rId58" Type="http://schemas.openxmlformats.org/officeDocument/2006/relationships/image" Target="../media/image1170.png"/><Relationship Id="rId66" Type="http://schemas.openxmlformats.org/officeDocument/2006/relationships/image" Target="../media/image1210.png"/><Relationship Id="rId5" Type="http://schemas.openxmlformats.org/officeDocument/2006/relationships/customXml" Target="../ink/ink146.xml"/><Relationship Id="rId61" Type="http://schemas.openxmlformats.org/officeDocument/2006/relationships/customXml" Target="../ink/ink174.xml"/><Relationship Id="rId19" Type="http://schemas.openxmlformats.org/officeDocument/2006/relationships/customXml" Target="../ink/ink153.xml"/><Relationship Id="rId14" Type="http://schemas.openxmlformats.org/officeDocument/2006/relationships/image" Target="../media/image9510.png"/><Relationship Id="rId22" Type="http://schemas.openxmlformats.org/officeDocument/2006/relationships/image" Target="../media/image990.png"/><Relationship Id="rId27" Type="http://schemas.openxmlformats.org/officeDocument/2006/relationships/customXml" Target="../ink/ink157.xml"/><Relationship Id="rId30" Type="http://schemas.openxmlformats.org/officeDocument/2006/relationships/image" Target="../media/image1030.png"/><Relationship Id="rId35" Type="http://schemas.openxmlformats.org/officeDocument/2006/relationships/customXml" Target="../ink/ink161.xml"/><Relationship Id="rId43" Type="http://schemas.openxmlformats.org/officeDocument/2006/relationships/customXml" Target="../ink/ink165.xml"/><Relationship Id="rId48" Type="http://schemas.openxmlformats.org/officeDocument/2006/relationships/image" Target="../media/image1120.png"/><Relationship Id="rId56" Type="http://schemas.openxmlformats.org/officeDocument/2006/relationships/image" Target="../media/image1160.png"/><Relationship Id="rId64" Type="http://schemas.openxmlformats.org/officeDocument/2006/relationships/image" Target="../media/image1200.png"/><Relationship Id="rId69" Type="http://schemas.openxmlformats.org/officeDocument/2006/relationships/customXml" Target="../ink/ink178.xml"/><Relationship Id="rId8" Type="http://schemas.openxmlformats.org/officeDocument/2006/relationships/image" Target="../media/image9210.png"/><Relationship Id="rId51" Type="http://schemas.openxmlformats.org/officeDocument/2006/relationships/customXml" Target="../ink/ink169.xml"/><Relationship Id="rId3" Type="http://schemas.openxmlformats.org/officeDocument/2006/relationships/customXml" Target="../ink/ink145.xml"/><Relationship Id="rId12" Type="http://schemas.openxmlformats.org/officeDocument/2006/relationships/image" Target="../media/image9410.png"/><Relationship Id="rId17" Type="http://schemas.openxmlformats.org/officeDocument/2006/relationships/customXml" Target="../ink/ink152.xml"/><Relationship Id="rId25" Type="http://schemas.openxmlformats.org/officeDocument/2006/relationships/customXml" Target="../ink/ink156.xml"/><Relationship Id="rId33" Type="http://schemas.openxmlformats.org/officeDocument/2006/relationships/customXml" Target="../ink/ink160.xml"/><Relationship Id="rId38" Type="http://schemas.openxmlformats.org/officeDocument/2006/relationships/image" Target="../media/image1070.png"/><Relationship Id="rId46" Type="http://schemas.openxmlformats.org/officeDocument/2006/relationships/image" Target="../media/image1110.png"/><Relationship Id="rId59" Type="http://schemas.openxmlformats.org/officeDocument/2006/relationships/customXml" Target="../ink/ink173.xml"/><Relationship Id="rId67" Type="http://schemas.openxmlformats.org/officeDocument/2006/relationships/customXml" Target="../ink/ink177.xml"/><Relationship Id="rId20" Type="http://schemas.openxmlformats.org/officeDocument/2006/relationships/image" Target="../media/image980.png"/><Relationship Id="rId41" Type="http://schemas.openxmlformats.org/officeDocument/2006/relationships/customXml" Target="../ink/ink164.xml"/><Relationship Id="rId54" Type="http://schemas.openxmlformats.org/officeDocument/2006/relationships/image" Target="../media/image1150.png"/><Relationship Id="rId62" Type="http://schemas.openxmlformats.org/officeDocument/2006/relationships/image" Target="../media/image1190.png"/><Relationship Id="rId70" Type="http://schemas.openxmlformats.org/officeDocument/2006/relationships/image" Target="../media/image1230.png"/><Relationship Id="rId1" Type="http://schemas.openxmlformats.org/officeDocument/2006/relationships/slideLayout" Target="../slideLayouts/slideLayout7.xml"/><Relationship Id="rId6" Type="http://schemas.openxmlformats.org/officeDocument/2006/relationships/image" Target="../media/image9110.png"/><Relationship Id="rId15" Type="http://schemas.openxmlformats.org/officeDocument/2006/relationships/customXml" Target="../ink/ink151.xml"/><Relationship Id="rId23" Type="http://schemas.openxmlformats.org/officeDocument/2006/relationships/customXml" Target="../ink/ink155.xml"/><Relationship Id="rId28" Type="http://schemas.openxmlformats.org/officeDocument/2006/relationships/image" Target="../media/image1020.png"/><Relationship Id="rId36" Type="http://schemas.openxmlformats.org/officeDocument/2006/relationships/image" Target="../media/image1060.png"/><Relationship Id="rId49" Type="http://schemas.openxmlformats.org/officeDocument/2006/relationships/customXml" Target="../ink/ink168.xml"/><Relationship Id="rId57" Type="http://schemas.openxmlformats.org/officeDocument/2006/relationships/customXml" Target="../ink/ink172.xml"/><Relationship Id="rId10" Type="http://schemas.openxmlformats.org/officeDocument/2006/relationships/image" Target="../media/image9310.png"/><Relationship Id="rId31" Type="http://schemas.openxmlformats.org/officeDocument/2006/relationships/customXml" Target="../ink/ink159.xml"/><Relationship Id="rId44" Type="http://schemas.openxmlformats.org/officeDocument/2006/relationships/image" Target="../media/image1100.png"/><Relationship Id="rId52" Type="http://schemas.openxmlformats.org/officeDocument/2006/relationships/image" Target="../media/image1140.png"/><Relationship Id="rId60" Type="http://schemas.openxmlformats.org/officeDocument/2006/relationships/image" Target="../media/image1180.png"/><Relationship Id="rId65" Type="http://schemas.openxmlformats.org/officeDocument/2006/relationships/customXml" Target="../ink/ink176.xml"/><Relationship Id="rId4" Type="http://schemas.openxmlformats.org/officeDocument/2006/relationships/image" Target="../media/image9010.png"/><Relationship Id="rId9" Type="http://schemas.openxmlformats.org/officeDocument/2006/relationships/customXml" Target="../ink/ink148.xml"/><Relationship Id="rId13" Type="http://schemas.openxmlformats.org/officeDocument/2006/relationships/customXml" Target="../ink/ink150.xml"/><Relationship Id="rId18" Type="http://schemas.openxmlformats.org/officeDocument/2006/relationships/image" Target="../media/image978.png"/><Relationship Id="rId39" Type="http://schemas.openxmlformats.org/officeDocument/2006/relationships/customXml" Target="../ink/ink163.xml"/><Relationship Id="rId34" Type="http://schemas.openxmlformats.org/officeDocument/2006/relationships/image" Target="../media/image1050.png"/><Relationship Id="rId50" Type="http://schemas.openxmlformats.org/officeDocument/2006/relationships/image" Target="../media/image1130.png"/><Relationship Id="rId55" Type="http://schemas.openxmlformats.org/officeDocument/2006/relationships/customXml" Target="../ink/ink171.xml"/></Relationships>
</file>

<file path=ppt/slides/_rels/slide4.xml.rels><?xml version="1.0" encoding="UTF-8" standalone="yes"?>
<Relationships xmlns="http://schemas.openxmlformats.org/package/2006/relationships"><Relationship Id="rId117" Type="http://schemas.openxmlformats.org/officeDocument/2006/relationships/customXml" Target="../ink/ink227.xml"/><Relationship Id="rId299" Type="http://schemas.openxmlformats.org/officeDocument/2006/relationships/customXml" Target="../ink/ink318.xml"/><Relationship Id="rId21" Type="http://schemas.openxmlformats.org/officeDocument/2006/relationships/image" Target="../media/image1330.png"/><Relationship Id="rId159" Type="http://schemas.openxmlformats.org/officeDocument/2006/relationships/customXml" Target="../ink/ink248.xml"/><Relationship Id="rId324" Type="http://schemas.openxmlformats.org/officeDocument/2006/relationships/image" Target="../media/image274.png"/><Relationship Id="rId170" Type="http://schemas.openxmlformats.org/officeDocument/2006/relationships/image" Target="../media/image207.png"/><Relationship Id="rId226" Type="http://schemas.openxmlformats.org/officeDocument/2006/relationships/image" Target="../media/image235.png"/><Relationship Id="rId268" Type="http://schemas.openxmlformats.org/officeDocument/2006/relationships/image" Target="../media/image160.png"/><Relationship Id="rId32" Type="http://schemas.openxmlformats.org/officeDocument/2006/relationships/customXml" Target="../ink/ink194.xml"/><Relationship Id="rId128" Type="http://schemas.openxmlformats.org/officeDocument/2006/relationships/image" Target="../media/image186.png"/><Relationship Id="rId5" Type="http://schemas.openxmlformats.org/officeDocument/2006/relationships/image" Target="../media/image1250.png"/><Relationship Id="rId181" Type="http://schemas.openxmlformats.org/officeDocument/2006/relationships/customXml" Target="../ink/ink259.xml"/><Relationship Id="rId237" Type="http://schemas.openxmlformats.org/officeDocument/2006/relationships/customXml" Target="../ink/ink287.xml"/><Relationship Id="rId279" Type="http://schemas.openxmlformats.org/officeDocument/2006/relationships/customXml" Target="../ink/ink308.xml"/><Relationship Id="rId43" Type="http://schemas.openxmlformats.org/officeDocument/2006/relationships/image" Target="../media/image1440.png"/><Relationship Id="rId139" Type="http://schemas.openxmlformats.org/officeDocument/2006/relationships/customXml" Target="../ink/ink238.xml"/><Relationship Id="rId290" Type="http://schemas.openxmlformats.org/officeDocument/2006/relationships/image" Target="../media/image257.png"/><Relationship Id="rId304" Type="http://schemas.openxmlformats.org/officeDocument/2006/relationships/image" Target="../media/image264.png"/><Relationship Id="rId85" Type="http://schemas.openxmlformats.org/officeDocument/2006/relationships/image" Target="../media/image165.png"/><Relationship Id="rId150" Type="http://schemas.openxmlformats.org/officeDocument/2006/relationships/image" Target="../media/image197.png"/><Relationship Id="rId192" Type="http://schemas.openxmlformats.org/officeDocument/2006/relationships/image" Target="../media/image218.png"/><Relationship Id="rId206" Type="http://schemas.openxmlformats.org/officeDocument/2006/relationships/image" Target="../media/image225.png"/><Relationship Id="rId248" Type="http://schemas.openxmlformats.org/officeDocument/2006/relationships/image" Target="../media/image246.png"/><Relationship Id="rId12" Type="http://schemas.openxmlformats.org/officeDocument/2006/relationships/customXml" Target="../ink/ink184.xml"/><Relationship Id="rId108" Type="http://schemas.openxmlformats.org/officeDocument/2006/relationships/customXml" Target="../ink/ink222.xml"/><Relationship Id="rId315" Type="http://schemas.openxmlformats.org/officeDocument/2006/relationships/customXml" Target="../ink/ink326.xml"/><Relationship Id="rId54" Type="http://schemas.openxmlformats.org/officeDocument/2006/relationships/customXml" Target="../ink/ink205.xml"/><Relationship Id="rId96" Type="http://schemas.openxmlformats.org/officeDocument/2006/relationships/customXml" Target="../ink/ink216.xml"/><Relationship Id="rId161" Type="http://schemas.openxmlformats.org/officeDocument/2006/relationships/customXml" Target="../ink/ink249.xml"/><Relationship Id="rId217" Type="http://schemas.openxmlformats.org/officeDocument/2006/relationships/customXml" Target="../ink/ink277.xml"/><Relationship Id="rId6" Type="http://schemas.openxmlformats.org/officeDocument/2006/relationships/customXml" Target="../ink/ink181.xml"/><Relationship Id="rId238" Type="http://schemas.openxmlformats.org/officeDocument/2006/relationships/image" Target="../media/image241.png"/><Relationship Id="rId259" Type="http://schemas.openxmlformats.org/officeDocument/2006/relationships/customXml" Target="../ink/ink298.xml"/><Relationship Id="rId23" Type="http://schemas.openxmlformats.org/officeDocument/2006/relationships/image" Target="../media/image1340.png"/><Relationship Id="rId119" Type="http://schemas.openxmlformats.org/officeDocument/2006/relationships/customXml" Target="../ink/ink228.xml"/><Relationship Id="rId270" Type="http://schemas.openxmlformats.org/officeDocument/2006/relationships/image" Target="../media/image161.png"/><Relationship Id="rId291" Type="http://schemas.openxmlformats.org/officeDocument/2006/relationships/customXml" Target="../ink/ink314.xml"/><Relationship Id="rId305" Type="http://schemas.openxmlformats.org/officeDocument/2006/relationships/customXml" Target="../ink/ink321.xml"/><Relationship Id="rId44" Type="http://schemas.openxmlformats.org/officeDocument/2006/relationships/customXml" Target="../ink/ink200.xml"/><Relationship Id="rId86" Type="http://schemas.openxmlformats.org/officeDocument/2006/relationships/customXml" Target="../ink/ink211.xml"/><Relationship Id="rId130" Type="http://schemas.openxmlformats.org/officeDocument/2006/relationships/image" Target="../media/image187.png"/><Relationship Id="rId151" Type="http://schemas.openxmlformats.org/officeDocument/2006/relationships/customXml" Target="../ink/ink244.xml"/><Relationship Id="rId172" Type="http://schemas.openxmlformats.org/officeDocument/2006/relationships/image" Target="../media/image208.png"/><Relationship Id="rId193" Type="http://schemas.openxmlformats.org/officeDocument/2006/relationships/customXml" Target="../ink/ink265.xml"/><Relationship Id="rId207" Type="http://schemas.openxmlformats.org/officeDocument/2006/relationships/customXml" Target="../ink/ink272.xml"/><Relationship Id="rId228" Type="http://schemas.openxmlformats.org/officeDocument/2006/relationships/image" Target="../media/image236.png"/><Relationship Id="rId249" Type="http://schemas.openxmlformats.org/officeDocument/2006/relationships/customXml" Target="../ink/ink293.xml"/><Relationship Id="rId13" Type="http://schemas.openxmlformats.org/officeDocument/2006/relationships/image" Target="../media/image1290.png"/><Relationship Id="rId109" Type="http://schemas.openxmlformats.org/officeDocument/2006/relationships/image" Target="../media/image177.png"/><Relationship Id="rId260" Type="http://schemas.openxmlformats.org/officeDocument/2006/relationships/image" Target="../media/image156.png"/><Relationship Id="rId281" Type="http://schemas.openxmlformats.org/officeDocument/2006/relationships/customXml" Target="../ink/ink309.xml"/><Relationship Id="rId316" Type="http://schemas.openxmlformats.org/officeDocument/2006/relationships/image" Target="../media/image270.png"/><Relationship Id="rId34" Type="http://schemas.openxmlformats.org/officeDocument/2006/relationships/customXml" Target="../ink/ink195.xml"/><Relationship Id="rId55" Type="http://schemas.openxmlformats.org/officeDocument/2006/relationships/image" Target="../media/image150.png"/><Relationship Id="rId97" Type="http://schemas.openxmlformats.org/officeDocument/2006/relationships/image" Target="../media/image171.png"/><Relationship Id="rId120" Type="http://schemas.openxmlformats.org/officeDocument/2006/relationships/image" Target="../media/image182.png"/><Relationship Id="rId141" Type="http://schemas.openxmlformats.org/officeDocument/2006/relationships/customXml" Target="../ink/ink239.xml"/><Relationship Id="rId7" Type="http://schemas.openxmlformats.org/officeDocument/2006/relationships/image" Target="../media/image1260.png"/><Relationship Id="rId162" Type="http://schemas.openxmlformats.org/officeDocument/2006/relationships/image" Target="../media/image203.png"/><Relationship Id="rId183" Type="http://schemas.openxmlformats.org/officeDocument/2006/relationships/customXml" Target="../ink/ink260.xml"/><Relationship Id="rId218" Type="http://schemas.openxmlformats.org/officeDocument/2006/relationships/image" Target="../media/image231.png"/><Relationship Id="rId239" Type="http://schemas.openxmlformats.org/officeDocument/2006/relationships/customXml" Target="../ink/ink288.xml"/><Relationship Id="rId250" Type="http://schemas.openxmlformats.org/officeDocument/2006/relationships/image" Target="../media/image247.png"/><Relationship Id="rId271" Type="http://schemas.openxmlformats.org/officeDocument/2006/relationships/customXml" Target="../ink/ink304.xml"/><Relationship Id="rId292" Type="http://schemas.openxmlformats.org/officeDocument/2006/relationships/image" Target="../media/image258.png"/><Relationship Id="rId306" Type="http://schemas.openxmlformats.org/officeDocument/2006/relationships/image" Target="../media/image265.png"/><Relationship Id="rId24" Type="http://schemas.openxmlformats.org/officeDocument/2006/relationships/customXml" Target="../ink/ink190.xml"/><Relationship Id="rId45" Type="http://schemas.openxmlformats.org/officeDocument/2006/relationships/image" Target="../media/image1450.png"/><Relationship Id="rId87" Type="http://schemas.openxmlformats.org/officeDocument/2006/relationships/image" Target="../media/image166.png"/><Relationship Id="rId110" Type="http://schemas.openxmlformats.org/officeDocument/2006/relationships/customXml" Target="../ink/ink223.xml"/><Relationship Id="rId131" Type="http://schemas.openxmlformats.org/officeDocument/2006/relationships/customXml" Target="../ink/ink234.xml"/><Relationship Id="rId152" Type="http://schemas.openxmlformats.org/officeDocument/2006/relationships/image" Target="../media/image198.png"/><Relationship Id="rId173" Type="http://schemas.openxmlformats.org/officeDocument/2006/relationships/customXml" Target="../ink/ink255.xml"/><Relationship Id="rId194" Type="http://schemas.openxmlformats.org/officeDocument/2006/relationships/image" Target="../media/image219.png"/><Relationship Id="rId208" Type="http://schemas.openxmlformats.org/officeDocument/2006/relationships/image" Target="../media/image226.png"/><Relationship Id="rId229" Type="http://schemas.openxmlformats.org/officeDocument/2006/relationships/customXml" Target="../ink/ink283.xml"/><Relationship Id="rId240" Type="http://schemas.openxmlformats.org/officeDocument/2006/relationships/image" Target="../media/image242.png"/><Relationship Id="rId261" Type="http://schemas.openxmlformats.org/officeDocument/2006/relationships/customXml" Target="../ink/ink299.xml"/><Relationship Id="rId14" Type="http://schemas.openxmlformats.org/officeDocument/2006/relationships/customXml" Target="../ink/ink185.xml"/><Relationship Id="rId35" Type="http://schemas.openxmlformats.org/officeDocument/2006/relationships/image" Target="../media/image1400.png"/><Relationship Id="rId56" Type="http://schemas.openxmlformats.org/officeDocument/2006/relationships/customXml" Target="../ink/ink206.xml"/><Relationship Id="rId100" Type="http://schemas.openxmlformats.org/officeDocument/2006/relationships/customXml" Target="../ink/ink218.xml"/><Relationship Id="rId282" Type="http://schemas.openxmlformats.org/officeDocument/2006/relationships/image" Target="../media/image253.png"/><Relationship Id="rId317" Type="http://schemas.openxmlformats.org/officeDocument/2006/relationships/customXml" Target="../ink/ink327.xml"/><Relationship Id="rId8" Type="http://schemas.openxmlformats.org/officeDocument/2006/relationships/customXml" Target="../ink/ink182.xml"/><Relationship Id="rId98" Type="http://schemas.openxmlformats.org/officeDocument/2006/relationships/customXml" Target="../ink/ink217.xml"/><Relationship Id="rId121" Type="http://schemas.openxmlformats.org/officeDocument/2006/relationships/customXml" Target="../ink/ink229.xml"/><Relationship Id="rId142" Type="http://schemas.openxmlformats.org/officeDocument/2006/relationships/image" Target="../media/image193.png"/><Relationship Id="rId163" Type="http://schemas.openxmlformats.org/officeDocument/2006/relationships/customXml" Target="../ink/ink250.xml"/><Relationship Id="rId184" Type="http://schemas.openxmlformats.org/officeDocument/2006/relationships/image" Target="../media/image214.png"/><Relationship Id="rId219" Type="http://schemas.openxmlformats.org/officeDocument/2006/relationships/customXml" Target="../ink/ink278.xml"/><Relationship Id="rId230" Type="http://schemas.openxmlformats.org/officeDocument/2006/relationships/image" Target="../media/image237.png"/><Relationship Id="rId251" Type="http://schemas.openxmlformats.org/officeDocument/2006/relationships/customXml" Target="../ink/ink294.xml"/><Relationship Id="rId25" Type="http://schemas.openxmlformats.org/officeDocument/2006/relationships/image" Target="../media/image1350.png"/><Relationship Id="rId46" Type="http://schemas.openxmlformats.org/officeDocument/2006/relationships/customXml" Target="../ink/ink201.xml"/><Relationship Id="rId272" Type="http://schemas.openxmlformats.org/officeDocument/2006/relationships/image" Target="../media/image248.png"/><Relationship Id="rId293" Type="http://schemas.openxmlformats.org/officeDocument/2006/relationships/customXml" Target="../ink/ink315.xml"/><Relationship Id="rId307" Type="http://schemas.openxmlformats.org/officeDocument/2006/relationships/customXml" Target="../ink/ink322.xml"/><Relationship Id="rId88" Type="http://schemas.openxmlformats.org/officeDocument/2006/relationships/customXml" Target="../ink/ink212.xml"/><Relationship Id="rId111" Type="http://schemas.openxmlformats.org/officeDocument/2006/relationships/customXml" Target="../ink/ink224.xml"/><Relationship Id="rId132" Type="http://schemas.openxmlformats.org/officeDocument/2006/relationships/image" Target="../media/image188.png"/><Relationship Id="rId153" Type="http://schemas.openxmlformats.org/officeDocument/2006/relationships/customXml" Target="../ink/ink245.xml"/><Relationship Id="rId174" Type="http://schemas.openxmlformats.org/officeDocument/2006/relationships/image" Target="../media/image209.png"/><Relationship Id="rId195" Type="http://schemas.openxmlformats.org/officeDocument/2006/relationships/customXml" Target="../ink/ink266.xml"/><Relationship Id="rId209" Type="http://schemas.openxmlformats.org/officeDocument/2006/relationships/customXml" Target="../ink/ink273.xml"/><Relationship Id="rId220" Type="http://schemas.openxmlformats.org/officeDocument/2006/relationships/image" Target="../media/image232.png"/><Relationship Id="rId241" Type="http://schemas.openxmlformats.org/officeDocument/2006/relationships/customXml" Target="../ink/ink289.xml"/><Relationship Id="rId15" Type="http://schemas.openxmlformats.org/officeDocument/2006/relationships/image" Target="../media/image1300.png"/><Relationship Id="rId36" Type="http://schemas.openxmlformats.org/officeDocument/2006/relationships/customXml" Target="../ink/ink196.xml"/><Relationship Id="rId57" Type="http://schemas.openxmlformats.org/officeDocument/2006/relationships/image" Target="../media/image151.png"/><Relationship Id="rId262" Type="http://schemas.openxmlformats.org/officeDocument/2006/relationships/image" Target="../media/image157.png"/><Relationship Id="rId283" Type="http://schemas.openxmlformats.org/officeDocument/2006/relationships/customXml" Target="../ink/ink310.xml"/><Relationship Id="rId318" Type="http://schemas.openxmlformats.org/officeDocument/2006/relationships/image" Target="../media/image271.png"/><Relationship Id="rId99" Type="http://schemas.openxmlformats.org/officeDocument/2006/relationships/image" Target="../media/image172.png"/><Relationship Id="rId101" Type="http://schemas.openxmlformats.org/officeDocument/2006/relationships/image" Target="../media/image173.png"/><Relationship Id="rId122" Type="http://schemas.openxmlformats.org/officeDocument/2006/relationships/image" Target="../media/image183.png"/><Relationship Id="rId143" Type="http://schemas.openxmlformats.org/officeDocument/2006/relationships/customXml" Target="../ink/ink240.xml"/><Relationship Id="rId164" Type="http://schemas.openxmlformats.org/officeDocument/2006/relationships/image" Target="../media/image204.png"/><Relationship Id="rId185" Type="http://schemas.openxmlformats.org/officeDocument/2006/relationships/customXml" Target="../ink/ink261.xml"/><Relationship Id="rId9" Type="http://schemas.openxmlformats.org/officeDocument/2006/relationships/image" Target="../media/image1270.png"/><Relationship Id="rId210" Type="http://schemas.openxmlformats.org/officeDocument/2006/relationships/image" Target="../media/image227.png"/><Relationship Id="rId26" Type="http://schemas.openxmlformats.org/officeDocument/2006/relationships/customXml" Target="../ink/ink191.xml"/><Relationship Id="rId231" Type="http://schemas.openxmlformats.org/officeDocument/2006/relationships/customXml" Target="../ink/ink284.xml"/><Relationship Id="rId252" Type="http://schemas.openxmlformats.org/officeDocument/2006/relationships/image" Target="../media/image152.png"/><Relationship Id="rId273" Type="http://schemas.openxmlformats.org/officeDocument/2006/relationships/customXml" Target="../ink/ink305.xml"/><Relationship Id="rId294" Type="http://schemas.openxmlformats.org/officeDocument/2006/relationships/image" Target="../media/image259.png"/><Relationship Id="rId308" Type="http://schemas.openxmlformats.org/officeDocument/2006/relationships/image" Target="../media/image266.png"/><Relationship Id="rId47" Type="http://schemas.openxmlformats.org/officeDocument/2006/relationships/image" Target="../media/image1460.png"/><Relationship Id="rId89" Type="http://schemas.openxmlformats.org/officeDocument/2006/relationships/image" Target="../media/image167.png"/><Relationship Id="rId112" Type="http://schemas.openxmlformats.org/officeDocument/2006/relationships/image" Target="../media/image178.png"/><Relationship Id="rId133" Type="http://schemas.openxmlformats.org/officeDocument/2006/relationships/customXml" Target="../ink/ink235.xml"/><Relationship Id="rId154" Type="http://schemas.openxmlformats.org/officeDocument/2006/relationships/image" Target="../media/image199.png"/><Relationship Id="rId175" Type="http://schemas.openxmlformats.org/officeDocument/2006/relationships/customXml" Target="../ink/ink256.xml"/><Relationship Id="rId196" Type="http://schemas.openxmlformats.org/officeDocument/2006/relationships/image" Target="../media/image220.png"/><Relationship Id="rId200" Type="http://schemas.openxmlformats.org/officeDocument/2006/relationships/image" Target="../media/image222.png"/><Relationship Id="rId16" Type="http://schemas.openxmlformats.org/officeDocument/2006/relationships/customXml" Target="../ink/ink186.xml"/><Relationship Id="rId221" Type="http://schemas.openxmlformats.org/officeDocument/2006/relationships/customXml" Target="../ink/ink279.xml"/><Relationship Id="rId242" Type="http://schemas.openxmlformats.org/officeDocument/2006/relationships/image" Target="../media/image243.png"/><Relationship Id="rId263" Type="http://schemas.openxmlformats.org/officeDocument/2006/relationships/customXml" Target="../ink/ink300.xml"/><Relationship Id="rId284" Type="http://schemas.openxmlformats.org/officeDocument/2006/relationships/image" Target="../media/image254.png"/><Relationship Id="rId319" Type="http://schemas.openxmlformats.org/officeDocument/2006/relationships/customXml" Target="../ink/ink328.xml"/><Relationship Id="rId37" Type="http://schemas.openxmlformats.org/officeDocument/2006/relationships/image" Target="../media/image1410.png"/><Relationship Id="rId58" Type="http://schemas.openxmlformats.org/officeDocument/2006/relationships/customXml" Target="../ink/ink207.xml"/><Relationship Id="rId79" Type="http://schemas.openxmlformats.org/officeDocument/2006/relationships/image" Target="../media/image162.png"/><Relationship Id="rId102" Type="http://schemas.openxmlformats.org/officeDocument/2006/relationships/customXml" Target="../ink/ink219.xml"/><Relationship Id="rId123" Type="http://schemas.openxmlformats.org/officeDocument/2006/relationships/customXml" Target="../ink/ink230.xml"/><Relationship Id="rId144" Type="http://schemas.openxmlformats.org/officeDocument/2006/relationships/image" Target="../media/image194.png"/><Relationship Id="rId90" Type="http://schemas.openxmlformats.org/officeDocument/2006/relationships/customXml" Target="../ink/ink213.xml"/><Relationship Id="rId165" Type="http://schemas.openxmlformats.org/officeDocument/2006/relationships/customXml" Target="../ink/ink251.xml"/><Relationship Id="rId186" Type="http://schemas.openxmlformats.org/officeDocument/2006/relationships/image" Target="../media/image215.png"/><Relationship Id="rId211" Type="http://schemas.openxmlformats.org/officeDocument/2006/relationships/customXml" Target="../ink/ink274.xml"/><Relationship Id="rId232" Type="http://schemas.openxmlformats.org/officeDocument/2006/relationships/image" Target="../media/image238.png"/><Relationship Id="rId253" Type="http://schemas.openxmlformats.org/officeDocument/2006/relationships/customXml" Target="../ink/ink295.xml"/><Relationship Id="rId274" Type="http://schemas.openxmlformats.org/officeDocument/2006/relationships/image" Target="../media/image249.png"/><Relationship Id="rId295" Type="http://schemas.openxmlformats.org/officeDocument/2006/relationships/customXml" Target="../ink/ink316.xml"/><Relationship Id="rId309" Type="http://schemas.openxmlformats.org/officeDocument/2006/relationships/customXml" Target="../ink/ink323.xml"/><Relationship Id="rId27" Type="http://schemas.openxmlformats.org/officeDocument/2006/relationships/image" Target="../media/image1360.png"/><Relationship Id="rId48" Type="http://schemas.openxmlformats.org/officeDocument/2006/relationships/customXml" Target="../ink/ink202.xml"/><Relationship Id="rId113" Type="http://schemas.openxmlformats.org/officeDocument/2006/relationships/customXml" Target="../ink/ink225.xml"/><Relationship Id="rId134" Type="http://schemas.openxmlformats.org/officeDocument/2006/relationships/image" Target="../media/image189.png"/><Relationship Id="rId320" Type="http://schemas.openxmlformats.org/officeDocument/2006/relationships/image" Target="../media/image272.png"/><Relationship Id="rId80" Type="http://schemas.openxmlformats.org/officeDocument/2006/relationships/customXml" Target="../ink/ink208.xml"/><Relationship Id="rId155" Type="http://schemas.openxmlformats.org/officeDocument/2006/relationships/customXml" Target="../ink/ink246.xml"/><Relationship Id="rId176" Type="http://schemas.openxmlformats.org/officeDocument/2006/relationships/image" Target="../media/image210.png"/><Relationship Id="rId197" Type="http://schemas.openxmlformats.org/officeDocument/2006/relationships/customXml" Target="../ink/ink267.xml"/><Relationship Id="rId201" Type="http://schemas.openxmlformats.org/officeDocument/2006/relationships/customXml" Target="../ink/ink269.xml"/><Relationship Id="rId222" Type="http://schemas.openxmlformats.org/officeDocument/2006/relationships/image" Target="../media/image233.png"/><Relationship Id="rId243" Type="http://schemas.openxmlformats.org/officeDocument/2006/relationships/customXml" Target="../ink/ink290.xml"/><Relationship Id="rId264" Type="http://schemas.openxmlformats.org/officeDocument/2006/relationships/image" Target="../media/image158.png"/><Relationship Id="rId285" Type="http://schemas.openxmlformats.org/officeDocument/2006/relationships/customXml" Target="../ink/ink311.xml"/><Relationship Id="rId17" Type="http://schemas.openxmlformats.org/officeDocument/2006/relationships/image" Target="../media/image1310.png"/><Relationship Id="rId38" Type="http://schemas.openxmlformats.org/officeDocument/2006/relationships/customXml" Target="../ink/ink197.xml"/><Relationship Id="rId103" Type="http://schemas.openxmlformats.org/officeDocument/2006/relationships/image" Target="../media/image174.png"/><Relationship Id="rId124" Type="http://schemas.openxmlformats.org/officeDocument/2006/relationships/image" Target="../media/image184.png"/><Relationship Id="rId310" Type="http://schemas.openxmlformats.org/officeDocument/2006/relationships/image" Target="../media/image267.png"/><Relationship Id="rId91" Type="http://schemas.openxmlformats.org/officeDocument/2006/relationships/image" Target="../media/image168.png"/><Relationship Id="rId145" Type="http://schemas.openxmlformats.org/officeDocument/2006/relationships/customXml" Target="../ink/ink241.xml"/><Relationship Id="rId166" Type="http://schemas.openxmlformats.org/officeDocument/2006/relationships/image" Target="../media/image205.png"/><Relationship Id="rId187" Type="http://schemas.openxmlformats.org/officeDocument/2006/relationships/customXml" Target="../ink/ink262.xml"/><Relationship Id="rId1" Type="http://schemas.openxmlformats.org/officeDocument/2006/relationships/slideLayout" Target="../slideLayouts/slideLayout7.xml"/><Relationship Id="rId212" Type="http://schemas.openxmlformats.org/officeDocument/2006/relationships/image" Target="../media/image228.png"/><Relationship Id="rId233" Type="http://schemas.openxmlformats.org/officeDocument/2006/relationships/customXml" Target="../ink/ink285.xml"/><Relationship Id="rId254" Type="http://schemas.openxmlformats.org/officeDocument/2006/relationships/image" Target="../media/image153.png"/><Relationship Id="rId28" Type="http://schemas.openxmlformats.org/officeDocument/2006/relationships/customXml" Target="../ink/ink192.xml"/><Relationship Id="rId49" Type="http://schemas.openxmlformats.org/officeDocument/2006/relationships/image" Target="../media/image1470.png"/><Relationship Id="rId114" Type="http://schemas.openxmlformats.org/officeDocument/2006/relationships/image" Target="../media/image179.png"/><Relationship Id="rId275" Type="http://schemas.openxmlformats.org/officeDocument/2006/relationships/customXml" Target="../ink/ink306.xml"/><Relationship Id="rId296" Type="http://schemas.openxmlformats.org/officeDocument/2006/relationships/image" Target="../media/image260.png"/><Relationship Id="rId300" Type="http://schemas.openxmlformats.org/officeDocument/2006/relationships/image" Target="../media/image262.png"/><Relationship Id="rId81" Type="http://schemas.openxmlformats.org/officeDocument/2006/relationships/image" Target="../media/image163.png"/><Relationship Id="rId135" Type="http://schemas.openxmlformats.org/officeDocument/2006/relationships/customXml" Target="../ink/ink236.xml"/><Relationship Id="rId156" Type="http://schemas.openxmlformats.org/officeDocument/2006/relationships/image" Target="../media/image200.png"/><Relationship Id="rId177" Type="http://schemas.openxmlformats.org/officeDocument/2006/relationships/customXml" Target="../ink/ink257.xml"/><Relationship Id="rId198" Type="http://schemas.openxmlformats.org/officeDocument/2006/relationships/image" Target="../media/image221.png"/><Relationship Id="rId321" Type="http://schemas.openxmlformats.org/officeDocument/2006/relationships/customXml" Target="../ink/ink329.xml"/><Relationship Id="rId202" Type="http://schemas.openxmlformats.org/officeDocument/2006/relationships/image" Target="../media/image223.png"/><Relationship Id="rId223" Type="http://schemas.openxmlformats.org/officeDocument/2006/relationships/customXml" Target="../ink/ink280.xml"/><Relationship Id="rId244" Type="http://schemas.openxmlformats.org/officeDocument/2006/relationships/image" Target="../media/image244.png"/><Relationship Id="rId18" Type="http://schemas.openxmlformats.org/officeDocument/2006/relationships/customXml" Target="../ink/ink187.xml"/><Relationship Id="rId39" Type="http://schemas.openxmlformats.org/officeDocument/2006/relationships/image" Target="../media/image1420.png"/><Relationship Id="rId265" Type="http://schemas.openxmlformats.org/officeDocument/2006/relationships/customXml" Target="../ink/ink301.xml"/><Relationship Id="rId286" Type="http://schemas.openxmlformats.org/officeDocument/2006/relationships/image" Target="../media/image255.png"/><Relationship Id="rId50" Type="http://schemas.openxmlformats.org/officeDocument/2006/relationships/customXml" Target="../ink/ink203.xml"/><Relationship Id="rId104" Type="http://schemas.openxmlformats.org/officeDocument/2006/relationships/customXml" Target="../ink/ink220.xml"/><Relationship Id="rId125" Type="http://schemas.openxmlformats.org/officeDocument/2006/relationships/customXml" Target="../ink/ink231.xml"/><Relationship Id="rId146" Type="http://schemas.openxmlformats.org/officeDocument/2006/relationships/image" Target="../media/image195.png"/><Relationship Id="rId167" Type="http://schemas.openxmlformats.org/officeDocument/2006/relationships/customXml" Target="../ink/ink252.xml"/><Relationship Id="rId188" Type="http://schemas.openxmlformats.org/officeDocument/2006/relationships/image" Target="../media/image216.png"/><Relationship Id="rId311" Type="http://schemas.openxmlformats.org/officeDocument/2006/relationships/customXml" Target="../ink/ink324.xml"/><Relationship Id="rId92" Type="http://schemas.openxmlformats.org/officeDocument/2006/relationships/customXml" Target="../ink/ink214.xml"/><Relationship Id="rId213" Type="http://schemas.openxmlformats.org/officeDocument/2006/relationships/customXml" Target="../ink/ink275.xml"/><Relationship Id="rId234" Type="http://schemas.openxmlformats.org/officeDocument/2006/relationships/image" Target="../media/image239.png"/><Relationship Id="rId2" Type="http://schemas.openxmlformats.org/officeDocument/2006/relationships/customXml" Target="../ink/ink179.xml"/><Relationship Id="rId29" Type="http://schemas.openxmlformats.org/officeDocument/2006/relationships/image" Target="../media/image1370.png"/><Relationship Id="rId255" Type="http://schemas.openxmlformats.org/officeDocument/2006/relationships/customXml" Target="../ink/ink296.xml"/><Relationship Id="rId276" Type="http://schemas.openxmlformats.org/officeDocument/2006/relationships/image" Target="../media/image250.png"/><Relationship Id="rId297" Type="http://schemas.openxmlformats.org/officeDocument/2006/relationships/customXml" Target="../ink/ink317.xml"/><Relationship Id="rId40" Type="http://schemas.openxmlformats.org/officeDocument/2006/relationships/customXml" Target="../ink/ink198.xml"/><Relationship Id="rId115" Type="http://schemas.openxmlformats.org/officeDocument/2006/relationships/customXml" Target="../ink/ink226.xml"/><Relationship Id="rId136" Type="http://schemas.openxmlformats.org/officeDocument/2006/relationships/image" Target="../media/image190.png"/><Relationship Id="rId157" Type="http://schemas.openxmlformats.org/officeDocument/2006/relationships/customXml" Target="../ink/ink247.xml"/><Relationship Id="rId178" Type="http://schemas.openxmlformats.org/officeDocument/2006/relationships/image" Target="../media/image211.png"/><Relationship Id="rId301" Type="http://schemas.openxmlformats.org/officeDocument/2006/relationships/customXml" Target="../ink/ink319.xml"/><Relationship Id="rId322" Type="http://schemas.openxmlformats.org/officeDocument/2006/relationships/image" Target="../media/image273.png"/><Relationship Id="rId82" Type="http://schemas.openxmlformats.org/officeDocument/2006/relationships/customXml" Target="../ink/ink209.xml"/><Relationship Id="rId199" Type="http://schemas.openxmlformats.org/officeDocument/2006/relationships/customXml" Target="../ink/ink268.xml"/><Relationship Id="rId203" Type="http://schemas.openxmlformats.org/officeDocument/2006/relationships/customXml" Target="../ink/ink270.xml"/><Relationship Id="rId19" Type="http://schemas.openxmlformats.org/officeDocument/2006/relationships/image" Target="../media/image1320.png"/><Relationship Id="rId224" Type="http://schemas.openxmlformats.org/officeDocument/2006/relationships/image" Target="../media/image234.png"/><Relationship Id="rId245" Type="http://schemas.openxmlformats.org/officeDocument/2006/relationships/customXml" Target="../ink/ink291.xml"/><Relationship Id="rId266" Type="http://schemas.openxmlformats.org/officeDocument/2006/relationships/image" Target="../media/image159.png"/><Relationship Id="rId287" Type="http://schemas.openxmlformats.org/officeDocument/2006/relationships/customXml" Target="../ink/ink312.xml"/><Relationship Id="rId30" Type="http://schemas.openxmlformats.org/officeDocument/2006/relationships/customXml" Target="../ink/ink193.xml"/><Relationship Id="rId105" Type="http://schemas.openxmlformats.org/officeDocument/2006/relationships/image" Target="../media/image175.png"/><Relationship Id="rId126" Type="http://schemas.openxmlformats.org/officeDocument/2006/relationships/image" Target="../media/image185.png"/><Relationship Id="rId147" Type="http://schemas.openxmlformats.org/officeDocument/2006/relationships/customXml" Target="../ink/ink242.xml"/><Relationship Id="rId168" Type="http://schemas.openxmlformats.org/officeDocument/2006/relationships/image" Target="../media/image206.png"/><Relationship Id="rId312" Type="http://schemas.openxmlformats.org/officeDocument/2006/relationships/image" Target="../media/image268.png"/><Relationship Id="rId51" Type="http://schemas.openxmlformats.org/officeDocument/2006/relationships/image" Target="../media/image1480.png"/><Relationship Id="rId93" Type="http://schemas.openxmlformats.org/officeDocument/2006/relationships/image" Target="../media/image169.png"/><Relationship Id="rId189" Type="http://schemas.openxmlformats.org/officeDocument/2006/relationships/customXml" Target="../ink/ink263.xml"/><Relationship Id="rId3" Type="http://schemas.openxmlformats.org/officeDocument/2006/relationships/image" Target="../media/image1240.png"/><Relationship Id="rId214" Type="http://schemas.openxmlformats.org/officeDocument/2006/relationships/image" Target="../media/image229.png"/><Relationship Id="rId235" Type="http://schemas.openxmlformats.org/officeDocument/2006/relationships/customXml" Target="../ink/ink286.xml"/><Relationship Id="rId256" Type="http://schemas.openxmlformats.org/officeDocument/2006/relationships/image" Target="../media/image154.png"/><Relationship Id="rId277" Type="http://schemas.openxmlformats.org/officeDocument/2006/relationships/customXml" Target="../ink/ink307.xml"/><Relationship Id="rId298" Type="http://schemas.openxmlformats.org/officeDocument/2006/relationships/image" Target="../media/image261.png"/><Relationship Id="rId116" Type="http://schemas.openxmlformats.org/officeDocument/2006/relationships/image" Target="../media/image180.png"/><Relationship Id="rId137" Type="http://schemas.openxmlformats.org/officeDocument/2006/relationships/customXml" Target="../ink/ink237.xml"/><Relationship Id="rId158" Type="http://schemas.openxmlformats.org/officeDocument/2006/relationships/image" Target="../media/image201.png"/><Relationship Id="rId302" Type="http://schemas.openxmlformats.org/officeDocument/2006/relationships/image" Target="../media/image263.png"/><Relationship Id="rId323" Type="http://schemas.openxmlformats.org/officeDocument/2006/relationships/customXml" Target="../ink/ink330.xml"/><Relationship Id="rId20" Type="http://schemas.openxmlformats.org/officeDocument/2006/relationships/customXml" Target="../ink/ink188.xml"/><Relationship Id="rId41" Type="http://schemas.openxmlformats.org/officeDocument/2006/relationships/image" Target="../media/image1430.png"/><Relationship Id="rId83" Type="http://schemas.openxmlformats.org/officeDocument/2006/relationships/image" Target="../media/image164.png"/><Relationship Id="rId179" Type="http://schemas.openxmlformats.org/officeDocument/2006/relationships/customXml" Target="../ink/ink258.xml"/><Relationship Id="rId190" Type="http://schemas.openxmlformats.org/officeDocument/2006/relationships/image" Target="../media/image217.png"/><Relationship Id="rId204" Type="http://schemas.openxmlformats.org/officeDocument/2006/relationships/image" Target="../media/image224.png"/><Relationship Id="rId225" Type="http://schemas.openxmlformats.org/officeDocument/2006/relationships/customXml" Target="../ink/ink281.xml"/><Relationship Id="rId246" Type="http://schemas.openxmlformats.org/officeDocument/2006/relationships/image" Target="../media/image245.png"/><Relationship Id="rId267" Type="http://schemas.openxmlformats.org/officeDocument/2006/relationships/customXml" Target="../ink/ink302.xml"/><Relationship Id="rId288" Type="http://schemas.openxmlformats.org/officeDocument/2006/relationships/image" Target="../media/image256.png"/><Relationship Id="rId106" Type="http://schemas.openxmlformats.org/officeDocument/2006/relationships/customXml" Target="../ink/ink221.xml"/><Relationship Id="rId127" Type="http://schemas.openxmlformats.org/officeDocument/2006/relationships/customXml" Target="../ink/ink232.xml"/><Relationship Id="rId313" Type="http://schemas.openxmlformats.org/officeDocument/2006/relationships/customXml" Target="../ink/ink325.xml"/><Relationship Id="rId10" Type="http://schemas.openxmlformats.org/officeDocument/2006/relationships/customXml" Target="../ink/ink183.xml"/><Relationship Id="rId31" Type="http://schemas.openxmlformats.org/officeDocument/2006/relationships/image" Target="../media/image1380.png"/><Relationship Id="rId52" Type="http://schemas.openxmlformats.org/officeDocument/2006/relationships/customXml" Target="../ink/ink204.xml"/><Relationship Id="rId94" Type="http://schemas.openxmlformats.org/officeDocument/2006/relationships/customXml" Target="../ink/ink215.xml"/><Relationship Id="rId148" Type="http://schemas.openxmlformats.org/officeDocument/2006/relationships/image" Target="../media/image196.png"/><Relationship Id="rId169" Type="http://schemas.openxmlformats.org/officeDocument/2006/relationships/customXml" Target="../ink/ink253.xml"/><Relationship Id="rId4" Type="http://schemas.openxmlformats.org/officeDocument/2006/relationships/customXml" Target="../ink/ink180.xml"/><Relationship Id="rId180" Type="http://schemas.openxmlformats.org/officeDocument/2006/relationships/image" Target="../media/image212.png"/><Relationship Id="rId215" Type="http://schemas.openxmlformats.org/officeDocument/2006/relationships/customXml" Target="../ink/ink276.xml"/><Relationship Id="rId236" Type="http://schemas.openxmlformats.org/officeDocument/2006/relationships/image" Target="../media/image240.png"/><Relationship Id="rId257" Type="http://schemas.openxmlformats.org/officeDocument/2006/relationships/customXml" Target="../ink/ink297.xml"/><Relationship Id="rId278" Type="http://schemas.openxmlformats.org/officeDocument/2006/relationships/image" Target="../media/image251.png"/><Relationship Id="rId303" Type="http://schemas.openxmlformats.org/officeDocument/2006/relationships/customXml" Target="../ink/ink320.xml"/><Relationship Id="rId42" Type="http://schemas.openxmlformats.org/officeDocument/2006/relationships/customXml" Target="../ink/ink199.xml"/><Relationship Id="rId84" Type="http://schemas.openxmlformats.org/officeDocument/2006/relationships/customXml" Target="../ink/ink210.xml"/><Relationship Id="rId138" Type="http://schemas.openxmlformats.org/officeDocument/2006/relationships/image" Target="../media/image191.png"/><Relationship Id="rId191" Type="http://schemas.openxmlformats.org/officeDocument/2006/relationships/customXml" Target="../ink/ink264.xml"/><Relationship Id="rId205" Type="http://schemas.openxmlformats.org/officeDocument/2006/relationships/customXml" Target="../ink/ink271.xml"/><Relationship Id="rId247" Type="http://schemas.openxmlformats.org/officeDocument/2006/relationships/customXml" Target="../ink/ink292.xml"/><Relationship Id="rId107" Type="http://schemas.openxmlformats.org/officeDocument/2006/relationships/image" Target="../media/image176.png"/><Relationship Id="rId289" Type="http://schemas.openxmlformats.org/officeDocument/2006/relationships/customXml" Target="../ink/ink313.xml"/><Relationship Id="rId11" Type="http://schemas.openxmlformats.org/officeDocument/2006/relationships/image" Target="../media/image1280.png"/><Relationship Id="rId53" Type="http://schemas.openxmlformats.org/officeDocument/2006/relationships/image" Target="../media/image149.png"/><Relationship Id="rId149" Type="http://schemas.openxmlformats.org/officeDocument/2006/relationships/customXml" Target="../ink/ink243.xml"/><Relationship Id="rId314" Type="http://schemas.openxmlformats.org/officeDocument/2006/relationships/image" Target="../media/image269.png"/><Relationship Id="rId95" Type="http://schemas.openxmlformats.org/officeDocument/2006/relationships/image" Target="../media/image170.png"/><Relationship Id="rId160" Type="http://schemas.openxmlformats.org/officeDocument/2006/relationships/image" Target="../media/image202.png"/><Relationship Id="rId216" Type="http://schemas.openxmlformats.org/officeDocument/2006/relationships/image" Target="../media/image230.png"/><Relationship Id="rId258" Type="http://schemas.openxmlformats.org/officeDocument/2006/relationships/image" Target="../media/image155.png"/><Relationship Id="rId22" Type="http://schemas.openxmlformats.org/officeDocument/2006/relationships/customXml" Target="../ink/ink189.xml"/><Relationship Id="rId118" Type="http://schemas.openxmlformats.org/officeDocument/2006/relationships/image" Target="../media/image181.png"/><Relationship Id="rId171" Type="http://schemas.openxmlformats.org/officeDocument/2006/relationships/customXml" Target="../ink/ink254.xml"/><Relationship Id="rId227" Type="http://schemas.openxmlformats.org/officeDocument/2006/relationships/customXml" Target="../ink/ink282.xml"/><Relationship Id="rId269" Type="http://schemas.openxmlformats.org/officeDocument/2006/relationships/customXml" Target="../ink/ink303.xml"/><Relationship Id="rId33" Type="http://schemas.openxmlformats.org/officeDocument/2006/relationships/image" Target="../media/image1390.png"/><Relationship Id="rId129" Type="http://schemas.openxmlformats.org/officeDocument/2006/relationships/customXml" Target="../ink/ink233.xml"/><Relationship Id="rId280" Type="http://schemas.openxmlformats.org/officeDocument/2006/relationships/image" Target="../media/image252.png"/><Relationship Id="rId140" Type="http://schemas.openxmlformats.org/officeDocument/2006/relationships/image" Target="../media/image192.png"/><Relationship Id="rId182" Type="http://schemas.openxmlformats.org/officeDocument/2006/relationships/image" Target="../media/image2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17" Type="http://schemas.openxmlformats.org/officeDocument/2006/relationships/customXml" Target="../ink/ink363.xml"/><Relationship Id="rId299" Type="http://schemas.openxmlformats.org/officeDocument/2006/relationships/image" Target="../media/image315.png"/><Relationship Id="rId159" Type="http://schemas.openxmlformats.org/officeDocument/2006/relationships/customXml" Target="../ink/ink384.xml"/><Relationship Id="rId324" Type="http://schemas.openxmlformats.org/officeDocument/2006/relationships/image" Target="../media/image327.png"/><Relationship Id="rId366" Type="http://schemas.openxmlformats.org/officeDocument/2006/relationships/image" Target="../media/image348.png"/><Relationship Id="rId170" Type="http://schemas.openxmlformats.org/officeDocument/2006/relationships/image" Target="../media/image207.png"/><Relationship Id="rId226" Type="http://schemas.openxmlformats.org/officeDocument/2006/relationships/image" Target="../media/image290.png"/><Relationship Id="rId433" Type="http://schemas.openxmlformats.org/officeDocument/2006/relationships/customXml" Target="../ink/ink522.xml"/><Relationship Id="rId268" Type="http://schemas.openxmlformats.org/officeDocument/2006/relationships/image" Target="../media/image300.png"/><Relationship Id="rId128" Type="http://schemas.openxmlformats.org/officeDocument/2006/relationships/image" Target="../media/image186.png"/><Relationship Id="rId335" Type="http://schemas.openxmlformats.org/officeDocument/2006/relationships/customXml" Target="../ink/ink473.xml"/><Relationship Id="rId377" Type="http://schemas.openxmlformats.org/officeDocument/2006/relationships/customXml" Target="../ink/ink494.xml"/><Relationship Id="rId5" Type="http://schemas.openxmlformats.org/officeDocument/2006/relationships/image" Target="../media/image1250.png"/><Relationship Id="rId181" Type="http://schemas.openxmlformats.org/officeDocument/2006/relationships/customXml" Target="../ink/ink395.xml"/><Relationship Id="rId237" Type="http://schemas.openxmlformats.org/officeDocument/2006/relationships/customXml" Target="../ink/ink423.xml"/><Relationship Id="rId402" Type="http://schemas.openxmlformats.org/officeDocument/2006/relationships/image" Target="../media/image366.png"/><Relationship Id="rId279" Type="http://schemas.openxmlformats.org/officeDocument/2006/relationships/image" Target="../media/image305.png"/><Relationship Id="rId139" Type="http://schemas.openxmlformats.org/officeDocument/2006/relationships/customXml" Target="../ink/ink374.xml"/><Relationship Id="rId290" Type="http://schemas.openxmlformats.org/officeDocument/2006/relationships/customXml" Target="../ink/ink450.xml"/><Relationship Id="rId304" Type="http://schemas.openxmlformats.org/officeDocument/2006/relationships/customXml" Target="../ink/ink457.xml"/><Relationship Id="rId346" Type="http://schemas.openxmlformats.org/officeDocument/2006/relationships/image" Target="../media/image338.png"/><Relationship Id="rId388" Type="http://schemas.openxmlformats.org/officeDocument/2006/relationships/image" Target="../media/image359.png"/><Relationship Id="rId85" Type="http://schemas.openxmlformats.org/officeDocument/2006/relationships/image" Target="../media/image165.png"/><Relationship Id="rId150" Type="http://schemas.openxmlformats.org/officeDocument/2006/relationships/image" Target="../media/image197.png"/><Relationship Id="rId192" Type="http://schemas.openxmlformats.org/officeDocument/2006/relationships/image" Target="../media/image218.png"/><Relationship Id="rId206" Type="http://schemas.openxmlformats.org/officeDocument/2006/relationships/image" Target="../media/image225.png"/><Relationship Id="rId413" Type="http://schemas.openxmlformats.org/officeDocument/2006/relationships/customXml" Target="../ink/ink512.xml"/><Relationship Id="rId248" Type="http://schemas.openxmlformats.org/officeDocument/2006/relationships/image" Target="../media/image246.png"/><Relationship Id="rId12" Type="http://schemas.openxmlformats.org/officeDocument/2006/relationships/customXml" Target="../ink/ink336.xml"/><Relationship Id="rId108" Type="http://schemas.openxmlformats.org/officeDocument/2006/relationships/customXml" Target="../ink/ink358.xml"/><Relationship Id="rId315" Type="http://schemas.openxmlformats.org/officeDocument/2006/relationships/customXml" Target="../ink/ink463.xml"/><Relationship Id="rId357" Type="http://schemas.openxmlformats.org/officeDocument/2006/relationships/customXml" Target="../ink/ink484.xml"/><Relationship Id="rId54" Type="http://schemas.openxmlformats.org/officeDocument/2006/relationships/customXml" Target="../ink/ink341.xml"/><Relationship Id="rId96" Type="http://schemas.openxmlformats.org/officeDocument/2006/relationships/customXml" Target="../ink/ink352.xml"/><Relationship Id="rId161" Type="http://schemas.openxmlformats.org/officeDocument/2006/relationships/customXml" Target="../ink/ink385.xml"/><Relationship Id="rId217" Type="http://schemas.openxmlformats.org/officeDocument/2006/relationships/customXml" Target="../ink/ink413.xml"/><Relationship Id="rId399" Type="http://schemas.openxmlformats.org/officeDocument/2006/relationships/customXml" Target="../ink/ink505.xml"/><Relationship Id="rId259" Type="http://schemas.openxmlformats.org/officeDocument/2006/relationships/customXml" Target="../ink/ink434.xml"/><Relationship Id="rId424" Type="http://schemas.openxmlformats.org/officeDocument/2006/relationships/image" Target="../media/image377.png"/><Relationship Id="rId119" Type="http://schemas.openxmlformats.org/officeDocument/2006/relationships/customXml" Target="../ink/ink364.xml"/><Relationship Id="rId270" Type="http://schemas.openxmlformats.org/officeDocument/2006/relationships/image" Target="../media/image301.png"/><Relationship Id="rId326" Type="http://schemas.openxmlformats.org/officeDocument/2006/relationships/image" Target="../media/image328.png"/><Relationship Id="rId130" Type="http://schemas.openxmlformats.org/officeDocument/2006/relationships/image" Target="../media/image187.png"/><Relationship Id="rId368" Type="http://schemas.openxmlformats.org/officeDocument/2006/relationships/image" Target="../media/image349.png"/><Relationship Id="rId172" Type="http://schemas.openxmlformats.org/officeDocument/2006/relationships/image" Target="../media/image208.png"/><Relationship Id="rId228" Type="http://schemas.openxmlformats.org/officeDocument/2006/relationships/image" Target="../media/image291.png"/><Relationship Id="rId435" Type="http://schemas.openxmlformats.org/officeDocument/2006/relationships/customXml" Target="../ink/ink523.xml"/><Relationship Id="rId281" Type="http://schemas.openxmlformats.org/officeDocument/2006/relationships/image" Target="../media/image306.png"/><Relationship Id="rId337" Type="http://schemas.openxmlformats.org/officeDocument/2006/relationships/customXml" Target="../ink/ink474.xml"/><Relationship Id="rId141" Type="http://schemas.openxmlformats.org/officeDocument/2006/relationships/customXml" Target="../ink/ink375.xml"/><Relationship Id="rId379" Type="http://schemas.openxmlformats.org/officeDocument/2006/relationships/customXml" Target="../ink/ink495.xml"/><Relationship Id="rId7" Type="http://schemas.openxmlformats.org/officeDocument/2006/relationships/image" Target="../media/image1260.png"/><Relationship Id="rId183" Type="http://schemas.openxmlformats.org/officeDocument/2006/relationships/customXml" Target="../ink/ink396.xml"/><Relationship Id="rId239" Type="http://schemas.openxmlformats.org/officeDocument/2006/relationships/customXml" Target="../ink/ink424.xml"/><Relationship Id="rId390" Type="http://schemas.openxmlformats.org/officeDocument/2006/relationships/image" Target="../media/image360.png"/><Relationship Id="rId404" Type="http://schemas.openxmlformats.org/officeDocument/2006/relationships/image" Target="../media/image367.png"/><Relationship Id="rId250" Type="http://schemas.openxmlformats.org/officeDocument/2006/relationships/image" Target="../media/image247.png"/><Relationship Id="rId292" Type="http://schemas.openxmlformats.org/officeDocument/2006/relationships/customXml" Target="../ink/ink451.xml"/><Relationship Id="rId306" Type="http://schemas.openxmlformats.org/officeDocument/2006/relationships/customXml" Target="../ink/ink458.xml"/><Relationship Id="rId45" Type="http://schemas.openxmlformats.org/officeDocument/2006/relationships/image" Target="../media/image1450.png"/><Relationship Id="rId87" Type="http://schemas.openxmlformats.org/officeDocument/2006/relationships/image" Target="../media/image166.png"/><Relationship Id="rId110" Type="http://schemas.openxmlformats.org/officeDocument/2006/relationships/customXml" Target="../ink/ink359.xml"/><Relationship Id="rId348" Type="http://schemas.openxmlformats.org/officeDocument/2006/relationships/image" Target="../media/image339.png"/><Relationship Id="rId152" Type="http://schemas.openxmlformats.org/officeDocument/2006/relationships/image" Target="../media/image198.png"/><Relationship Id="rId194" Type="http://schemas.openxmlformats.org/officeDocument/2006/relationships/image" Target="../media/image219.png"/><Relationship Id="rId208" Type="http://schemas.openxmlformats.org/officeDocument/2006/relationships/image" Target="../media/image226.png"/><Relationship Id="rId415" Type="http://schemas.openxmlformats.org/officeDocument/2006/relationships/customXml" Target="../ink/ink513.xml"/><Relationship Id="rId261" Type="http://schemas.openxmlformats.org/officeDocument/2006/relationships/customXml" Target="../ink/ink435.xml"/><Relationship Id="rId56" Type="http://schemas.openxmlformats.org/officeDocument/2006/relationships/customXml" Target="../ink/ink342.xml"/><Relationship Id="rId317" Type="http://schemas.openxmlformats.org/officeDocument/2006/relationships/customXml" Target="../ink/ink464.xml"/><Relationship Id="rId359" Type="http://schemas.openxmlformats.org/officeDocument/2006/relationships/customXml" Target="../ink/ink485.xml"/><Relationship Id="rId98" Type="http://schemas.openxmlformats.org/officeDocument/2006/relationships/customXml" Target="../ink/ink353.xml"/><Relationship Id="rId121" Type="http://schemas.openxmlformats.org/officeDocument/2006/relationships/customXml" Target="../ink/ink365.xml"/><Relationship Id="rId163" Type="http://schemas.openxmlformats.org/officeDocument/2006/relationships/customXml" Target="../ink/ink386.xml"/><Relationship Id="rId219" Type="http://schemas.openxmlformats.org/officeDocument/2006/relationships/customXml" Target="../ink/ink414.xml"/><Relationship Id="rId370" Type="http://schemas.openxmlformats.org/officeDocument/2006/relationships/image" Target="../media/image350.png"/><Relationship Id="rId426" Type="http://schemas.openxmlformats.org/officeDocument/2006/relationships/image" Target="../media/image378.png"/><Relationship Id="rId230" Type="http://schemas.openxmlformats.org/officeDocument/2006/relationships/image" Target="../media/image237.png"/><Relationship Id="rId272" Type="http://schemas.openxmlformats.org/officeDocument/2006/relationships/image" Target="../media/image302.png"/><Relationship Id="rId328" Type="http://schemas.openxmlformats.org/officeDocument/2006/relationships/image" Target="../media/image329.png"/><Relationship Id="rId132" Type="http://schemas.openxmlformats.org/officeDocument/2006/relationships/image" Target="../media/image188.png"/><Relationship Id="rId174" Type="http://schemas.openxmlformats.org/officeDocument/2006/relationships/image" Target="../media/image209.png"/><Relationship Id="rId381" Type="http://schemas.openxmlformats.org/officeDocument/2006/relationships/customXml" Target="../ink/ink496.xml"/><Relationship Id="rId241" Type="http://schemas.openxmlformats.org/officeDocument/2006/relationships/customXml" Target="../ink/ink425.xml"/><Relationship Id="rId437" Type="http://schemas.openxmlformats.org/officeDocument/2006/relationships/customXml" Target="../ink/ink524.xml"/><Relationship Id="rId283" Type="http://schemas.openxmlformats.org/officeDocument/2006/relationships/image" Target="../media/image307.png"/><Relationship Id="rId339" Type="http://schemas.openxmlformats.org/officeDocument/2006/relationships/customXml" Target="../ink/ink475.xml"/><Relationship Id="rId101" Type="http://schemas.openxmlformats.org/officeDocument/2006/relationships/image" Target="../media/image173.png"/><Relationship Id="rId143" Type="http://schemas.openxmlformats.org/officeDocument/2006/relationships/customXml" Target="../ink/ink376.xml"/><Relationship Id="rId185" Type="http://schemas.openxmlformats.org/officeDocument/2006/relationships/customXml" Target="../ink/ink397.xml"/><Relationship Id="rId350" Type="http://schemas.openxmlformats.org/officeDocument/2006/relationships/image" Target="../media/image340.png"/><Relationship Id="rId406" Type="http://schemas.openxmlformats.org/officeDocument/2006/relationships/image" Target="../media/image368.png"/><Relationship Id="rId9" Type="http://schemas.openxmlformats.org/officeDocument/2006/relationships/image" Target="../media/image1270.png"/><Relationship Id="rId210" Type="http://schemas.openxmlformats.org/officeDocument/2006/relationships/image" Target="../media/image227.png"/><Relationship Id="rId392" Type="http://schemas.openxmlformats.org/officeDocument/2006/relationships/image" Target="../media/image361.png"/><Relationship Id="rId252" Type="http://schemas.openxmlformats.org/officeDocument/2006/relationships/image" Target="../media/image292.png"/><Relationship Id="rId294" Type="http://schemas.openxmlformats.org/officeDocument/2006/relationships/customXml" Target="../ink/ink452.xml"/><Relationship Id="rId308" Type="http://schemas.openxmlformats.org/officeDocument/2006/relationships/customXml" Target="../ink/ink459.xml"/><Relationship Id="rId47" Type="http://schemas.openxmlformats.org/officeDocument/2006/relationships/image" Target="../media/image1460.png"/><Relationship Id="rId89" Type="http://schemas.openxmlformats.org/officeDocument/2006/relationships/image" Target="../media/image167.png"/><Relationship Id="rId112" Type="http://schemas.openxmlformats.org/officeDocument/2006/relationships/image" Target="../media/image178.png"/><Relationship Id="rId133" Type="http://schemas.openxmlformats.org/officeDocument/2006/relationships/customXml" Target="../ink/ink371.xml"/><Relationship Id="rId154" Type="http://schemas.openxmlformats.org/officeDocument/2006/relationships/image" Target="../media/image199.png"/><Relationship Id="rId175" Type="http://schemas.openxmlformats.org/officeDocument/2006/relationships/customXml" Target="../ink/ink392.xml"/><Relationship Id="rId340" Type="http://schemas.openxmlformats.org/officeDocument/2006/relationships/image" Target="../media/image335.png"/><Relationship Id="rId361" Type="http://schemas.openxmlformats.org/officeDocument/2006/relationships/customXml" Target="../ink/ink486.xml"/><Relationship Id="rId196" Type="http://schemas.openxmlformats.org/officeDocument/2006/relationships/image" Target="../media/image220.png"/><Relationship Id="rId200" Type="http://schemas.openxmlformats.org/officeDocument/2006/relationships/image" Target="../media/image222.png"/><Relationship Id="rId382" Type="http://schemas.openxmlformats.org/officeDocument/2006/relationships/image" Target="../media/image356.png"/><Relationship Id="rId417" Type="http://schemas.openxmlformats.org/officeDocument/2006/relationships/customXml" Target="../ink/ink514.xml"/><Relationship Id="rId438" Type="http://schemas.openxmlformats.org/officeDocument/2006/relationships/image" Target="../media/image384.png"/><Relationship Id="rId221" Type="http://schemas.openxmlformats.org/officeDocument/2006/relationships/customXml" Target="../ink/ink415.xml"/><Relationship Id="rId242" Type="http://schemas.openxmlformats.org/officeDocument/2006/relationships/image" Target="../media/image243.png"/><Relationship Id="rId263" Type="http://schemas.openxmlformats.org/officeDocument/2006/relationships/customXml" Target="../ink/ink436.xml"/><Relationship Id="rId284" Type="http://schemas.openxmlformats.org/officeDocument/2006/relationships/customXml" Target="../ink/ink447.xml"/><Relationship Id="rId319" Type="http://schemas.openxmlformats.org/officeDocument/2006/relationships/customXml" Target="../ink/ink465.xml"/><Relationship Id="rId58" Type="http://schemas.openxmlformats.org/officeDocument/2006/relationships/customXml" Target="../ink/ink343.xml"/><Relationship Id="rId79" Type="http://schemas.openxmlformats.org/officeDocument/2006/relationships/image" Target="../media/image162.png"/><Relationship Id="rId102" Type="http://schemas.openxmlformats.org/officeDocument/2006/relationships/customXml" Target="../ink/ink355.xml"/><Relationship Id="rId123" Type="http://schemas.openxmlformats.org/officeDocument/2006/relationships/customXml" Target="../ink/ink366.xml"/><Relationship Id="rId144" Type="http://schemas.openxmlformats.org/officeDocument/2006/relationships/image" Target="../media/image194.png"/><Relationship Id="rId330" Type="http://schemas.openxmlformats.org/officeDocument/2006/relationships/image" Target="../media/image330.png"/><Relationship Id="rId90" Type="http://schemas.openxmlformats.org/officeDocument/2006/relationships/customXml" Target="../ink/ink349.xml"/><Relationship Id="rId165" Type="http://schemas.openxmlformats.org/officeDocument/2006/relationships/customXml" Target="../ink/ink387.xml"/><Relationship Id="rId186" Type="http://schemas.openxmlformats.org/officeDocument/2006/relationships/image" Target="../media/image283.png"/><Relationship Id="rId351" Type="http://schemas.openxmlformats.org/officeDocument/2006/relationships/customXml" Target="../ink/ink481.xml"/><Relationship Id="rId372" Type="http://schemas.openxmlformats.org/officeDocument/2006/relationships/image" Target="../media/image351.png"/><Relationship Id="rId393" Type="http://schemas.openxmlformats.org/officeDocument/2006/relationships/customXml" Target="../ink/ink502.xml"/><Relationship Id="rId407" Type="http://schemas.openxmlformats.org/officeDocument/2006/relationships/customXml" Target="../ink/ink509.xml"/><Relationship Id="rId428" Type="http://schemas.openxmlformats.org/officeDocument/2006/relationships/image" Target="../media/image379.png"/><Relationship Id="rId211" Type="http://schemas.openxmlformats.org/officeDocument/2006/relationships/customXml" Target="../ink/ink410.xml"/><Relationship Id="rId232" Type="http://schemas.openxmlformats.org/officeDocument/2006/relationships/image" Target="../media/image238.png"/><Relationship Id="rId253" Type="http://schemas.openxmlformats.org/officeDocument/2006/relationships/customXml" Target="../ink/ink431.xml"/><Relationship Id="rId274" Type="http://schemas.openxmlformats.org/officeDocument/2006/relationships/image" Target="../media/image303.png"/><Relationship Id="rId295" Type="http://schemas.openxmlformats.org/officeDocument/2006/relationships/image" Target="../media/image313.png"/><Relationship Id="rId309" Type="http://schemas.openxmlformats.org/officeDocument/2006/relationships/image" Target="../media/image320.png"/><Relationship Id="rId48" Type="http://schemas.openxmlformats.org/officeDocument/2006/relationships/customXml" Target="../ink/ink338.xml"/><Relationship Id="rId113" Type="http://schemas.openxmlformats.org/officeDocument/2006/relationships/customXml" Target="../ink/ink361.xml"/><Relationship Id="rId134" Type="http://schemas.openxmlformats.org/officeDocument/2006/relationships/image" Target="../media/image189.png"/><Relationship Id="rId320" Type="http://schemas.openxmlformats.org/officeDocument/2006/relationships/image" Target="../media/image325.png"/><Relationship Id="rId80" Type="http://schemas.openxmlformats.org/officeDocument/2006/relationships/customXml" Target="../ink/ink344.xml"/><Relationship Id="rId155" Type="http://schemas.openxmlformats.org/officeDocument/2006/relationships/customXml" Target="../ink/ink382.xml"/><Relationship Id="rId176" Type="http://schemas.openxmlformats.org/officeDocument/2006/relationships/image" Target="../media/image278.png"/><Relationship Id="rId197" Type="http://schemas.openxmlformats.org/officeDocument/2006/relationships/customXml" Target="../ink/ink403.xml"/><Relationship Id="rId341" Type="http://schemas.openxmlformats.org/officeDocument/2006/relationships/customXml" Target="../ink/ink476.xml"/><Relationship Id="rId362" Type="http://schemas.openxmlformats.org/officeDocument/2006/relationships/image" Target="../media/image346.png"/><Relationship Id="rId383" Type="http://schemas.openxmlformats.org/officeDocument/2006/relationships/customXml" Target="../ink/ink497.xml"/><Relationship Id="rId418" Type="http://schemas.openxmlformats.org/officeDocument/2006/relationships/image" Target="../media/image374.png"/><Relationship Id="rId201" Type="http://schemas.openxmlformats.org/officeDocument/2006/relationships/customXml" Target="../ink/ink405.xml"/><Relationship Id="rId222" Type="http://schemas.openxmlformats.org/officeDocument/2006/relationships/image" Target="../media/image288.png"/><Relationship Id="rId243" Type="http://schemas.openxmlformats.org/officeDocument/2006/relationships/customXml" Target="../ink/ink426.xml"/><Relationship Id="rId264" Type="http://schemas.openxmlformats.org/officeDocument/2006/relationships/image" Target="../media/image298.png"/><Relationship Id="rId285" Type="http://schemas.openxmlformats.org/officeDocument/2006/relationships/image" Target="../media/image308.png"/><Relationship Id="rId103" Type="http://schemas.openxmlformats.org/officeDocument/2006/relationships/image" Target="../media/image174.png"/><Relationship Id="rId124" Type="http://schemas.openxmlformats.org/officeDocument/2006/relationships/image" Target="../media/image184.png"/><Relationship Id="rId310" Type="http://schemas.openxmlformats.org/officeDocument/2006/relationships/customXml" Target="../ink/ink460.xml"/><Relationship Id="rId91" Type="http://schemas.openxmlformats.org/officeDocument/2006/relationships/image" Target="../media/image168.png"/><Relationship Id="rId145" Type="http://schemas.openxmlformats.org/officeDocument/2006/relationships/customXml" Target="../ink/ink377.xml"/><Relationship Id="rId166" Type="http://schemas.openxmlformats.org/officeDocument/2006/relationships/image" Target="../media/image205.png"/><Relationship Id="rId187" Type="http://schemas.openxmlformats.org/officeDocument/2006/relationships/customXml" Target="../ink/ink398.xml"/><Relationship Id="rId331" Type="http://schemas.openxmlformats.org/officeDocument/2006/relationships/customXml" Target="../ink/ink471.xml"/><Relationship Id="rId352" Type="http://schemas.openxmlformats.org/officeDocument/2006/relationships/image" Target="../media/image341.png"/><Relationship Id="rId373" Type="http://schemas.openxmlformats.org/officeDocument/2006/relationships/customXml" Target="../ink/ink492.xml"/><Relationship Id="rId394" Type="http://schemas.openxmlformats.org/officeDocument/2006/relationships/image" Target="../media/image362.png"/><Relationship Id="rId408" Type="http://schemas.openxmlformats.org/officeDocument/2006/relationships/image" Target="../media/image369.png"/><Relationship Id="rId429" Type="http://schemas.openxmlformats.org/officeDocument/2006/relationships/customXml" Target="../ink/ink520.xml"/><Relationship Id="rId1" Type="http://schemas.openxmlformats.org/officeDocument/2006/relationships/slideLayout" Target="../slideLayouts/slideLayout7.xml"/><Relationship Id="rId212" Type="http://schemas.openxmlformats.org/officeDocument/2006/relationships/image" Target="../media/image228.png"/><Relationship Id="rId233" Type="http://schemas.openxmlformats.org/officeDocument/2006/relationships/customXml" Target="../ink/ink421.xml"/><Relationship Id="rId254" Type="http://schemas.openxmlformats.org/officeDocument/2006/relationships/image" Target="../media/image293.png"/><Relationship Id="rId49" Type="http://schemas.openxmlformats.org/officeDocument/2006/relationships/image" Target="../media/image1470.png"/><Relationship Id="rId114" Type="http://schemas.openxmlformats.org/officeDocument/2006/relationships/image" Target="../media/image179.png"/><Relationship Id="rId275" Type="http://schemas.openxmlformats.org/officeDocument/2006/relationships/customXml" Target="../ink/ink442.xml"/><Relationship Id="rId296" Type="http://schemas.openxmlformats.org/officeDocument/2006/relationships/customXml" Target="../ink/ink453.xml"/><Relationship Id="rId300" Type="http://schemas.openxmlformats.org/officeDocument/2006/relationships/customXml" Target="../ink/ink455.xml"/><Relationship Id="rId81" Type="http://schemas.openxmlformats.org/officeDocument/2006/relationships/image" Target="../media/image163.png"/><Relationship Id="rId135" Type="http://schemas.openxmlformats.org/officeDocument/2006/relationships/customXml" Target="../ink/ink372.xml"/><Relationship Id="rId156" Type="http://schemas.openxmlformats.org/officeDocument/2006/relationships/image" Target="../media/image200.png"/><Relationship Id="rId177" Type="http://schemas.openxmlformats.org/officeDocument/2006/relationships/customXml" Target="../ink/ink393.xml"/><Relationship Id="rId198" Type="http://schemas.openxmlformats.org/officeDocument/2006/relationships/image" Target="../media/image221.png"/><Relationship Id="rId321" Type="http://schemas.openxmlformats.org/officeDocument/2006/relationships/customXml" Target="../ink/ink466.xml"/><Relationship Id="rId342" Type="http://schemas.openxmlformats.org/officeDocument/2006/relationships/image" Target="../media/image336.png"/><Relationship Id="rId363" Type="http://schemas.openxmlformats.org/officeDocument/2006/relationships/customXml" Target="../ink/ink487.xml"/><Relationship Id="rId384" Type="http://schemas.openxmlformats.org/officeDocument/2006/relationships/image" Target="../media/image357.png"/><Relationship Id="rId419" Type="http://schemas.openxmlformats.org/officeDocument/2006/relationships/customXml" Target="../ink/ink515.xml"/><Relationship Id="rId202" Type="http://schemas.openxmlformats.org/officeDocument/2006/relationships/image" Target="../media/image223.png"/><Relationship Id="rId223" Type="http://schemas.openxmlformats.org/officeDocument/2006/relationships/customXml" Target="../ink/ink416.xml"/><Relationship Id="rId244" Type="http://schemas.openxmlformats.org/officeDocument/2006/relationships/image" Target="../media/image244.png"/><Relationship Id="rId430" Type="http://schemas.openxmlformats.org/officeDocument/2006/relationships/image" Target="../media/image380.png"/><Relationship Id="rId265" Type="http://schemas.openxmlformats.org/officeDocument/2006/relationships/customXml" Target="../ink/ink437.xml"/><Relationship Id="rId286" Type="http://schemas.openxmlformats.org/officeDocument/2006/relationships/customXml" Target="../ink/ink448.xml"/><Relationship Id="rId50" Type="http://schemas.openxmlformats.org/officeDocument/2006/relationships/customXml" Target="../ink/ink339.xml"/><Relationship Id="rId104" Type="http://schemas.openxmlformats.org/officeDocument/2006/relationships/customXml" Target="../ink/ink356.xml"/><Relationship Id="rId125" Type="http://schemas.openxmlformats.org/officeDocument/2006/relationships/customXml" Target="../ink/ink367.xml"/><Relationship Id="rId146" Type="http://schemas.openxmlformats.org/officeDocument/2006/relationships/image" Target="../media/image195.png"/><Relationship Id="rId167" Type="http://schemas.openxmlformats.org/officeDocument/2006/relationships/customXml" Target="../ink/ink388.xml"/><Relationship Id="rId188" Type="http://schemas.openxmlformats.org/officeDocument/2006/relationships/image" Target="../media/image284.png"/><Relationship Id="rId311" Type="http://schemas.openxmlformats.org/officeDocument/2006/relationships/customXml" Target="../ink/ink461.xml"/><Relationship Id="rId332" Type="http://schemas.openxmlformats.org/officeDocument/2006/relationships/image" Target="../media/image331.png"/><Relationship Id="rId353" Type="http://schemas.openxmlformats.org/officeDocument/2006/relationships/customXml" Target="../ink/ink482.xml"/><Relationship Id="rId374" Type="http://schemas.openxmlformats.org/officeDocument/2006/relationships/image" Target="../media/image352.png"/><Relationship Id="rId395" Type="http://schemas.openxmlformats.org/officeDocument/2006/relationships/customXml" Target="../ink/ink503.xml"/><Relationship Id="rId409" Type="http://schemas.openxmlformats.org/officeDocument/2006/relationships/customXml" Target="../ink/ink510.xml"/><Relationship Id="rId92" Type="http://schemas.openxmlformats.org/officeDocument/2006/relationships/customXml" Target="../ink/ink350.xml"/><Relationship Id="rId213" Type="http://schemas.openxmlformats.org/officeDocument/2006/relationships/customXml" Target="../ink/ink411.xml"/><Relationship Id="rId234" Type="http://schemas.openxmlformats.org/officeDocument/2006/relationships/image" Target="../media/image239.png"/><Relationship Id="rId420" Type="http://schemas.openxmlformats.org/officeDocument/2006/relationships/image" Target="../media/image375.png"/><Relationship Id="rId2" Type="http://schemas.openxmlformats.org/officeDocument/2006/relationships/customXml" Target="../ink/ink331.xml"/><Relationship Id="rId255" Type="http://schemas.openxmlformats.org/officeDocument/2006/relationships/customXml" Target="../ink/ink432.xml"/><Relationship Id="rId276" Type="http://schemas.openxmlformats.org/officeDocument/2006/relationships/customXml" Target="../ink/ink443.xml"/><Relationship Id="rId297" Type="http://schemas.openxmlformats.org/officeDocument/2006/relationships/image" Target="../media/image314.png"/><Relationship Id="rId115" Type="http://schemas.openxmlformats.org/officeDocument/2006/relationships/customXml" Target="../ink/ink362.xml"/><Relationship Id="rId136" Type="http://schemas.openxmlformats.org/officeDocument/2006/relationships/image" Target="../media/image276.png"/><Relationship Id="rId157" Type="http://schemas.openxmlformats.org/officeDocument/2006/relationships/customXml" Target="../ink/ink383.xml"/><Relationship Id="rId178" Type="http://schemas.openxmlformats.org/officeDocument/2006/relationships/image" Target="../media/image279.png"/><Relationship Id="rId301" Type="http://schemas.openxmlformats.org/officeDocument/2006/relationships/image" Target="../media/image316.png"/><Relationship Id="rId322" Type="http://schemas.openxmlformats.org/officeDocument/2006/relationships/image" Target="../media/image326.png"/><Relationship Id="rId343" Type="http://schemas.openxmlformats.org/officeDocument/2006/relationships/customXml" Target="../ink/ink477.xml"/><Relationship Id="rId364" Type="http://schemas.openxmlformats.org/officeDocument/2006/relationships/image" Target="../media/image347.png"/><Relationship Id="rId82" Type="http://schemas.openxmlformats.org/officeDocument/2006/relationships/customXml" Target="../ink/ink345.xml"/><Relationship Id="rId199" Type="http://schemas.openxmlformats.org/officeDocument/2006/relationships/customXml" Target="../ink/ink404.xml"/><Relationship Id="rId203" Type="http://schemas.openxmlformats.org/officeDocument/2006/relationships/customXml" Target="../ink/ink406.xml"/><Relationship Id="rId385" Type="http://schemas.openxmlformats.org/officeDocument/2006/relationships/customXml" Target="../ink/ink498.xml"/><Relationship Id="rId224" Type="http://schemas.openxmlformats.org/officeDocument/2006/relationships/image" Target="../media/image289.png"/><Relationship Id="rId245" Type="http://schemas.openxmlformats.org/officeDocument/2006/relationships/customXml" Target="../ink/ink427.xml"/><Relationship Id="rId266" Type="http://schemas.openxmlformats.org/officeDocument/2006/relationships/image" Target="../media/image299.png"/><Relationship Id="rId287" Type="http://schemas.openxmlformats.org/officeDocument/2006/relationships/image" Target="../media/image309.png"/><Relationship Id="rId410" Type="http://schemas.openxmlformats.org/officeDocument/2006/relationships/image" Target="../media/image370.png"/><Relationship Id="rId431" Type="http://schemas.openxmlformats.org/officeDocument/2006/relationships/customXml" Target="../ink/ink521.xml"/><Relationship Id="rId105" Type="http://schemas.openxmlformats.org/officeDocument/2006/relationships/image" Target="../media/image175.png"/><Relationship Id="rId126" Type="http://schemas.openxmlformats.org/officeDocument/2006/relationships/image" Target="../media/image185.png"/><Relationship Id="rId147" Type="http://schemas.openxmlformats.org/officeDocument/2006/relationships/customXml" Target="../ink/ink378.xml"/><Relationship Id="rId168" Type="http://schemas.openxmlformats.org/officeDocument/2006/relationships/image" Target="../media/image206.png"/><Relationship Id="rId312" Type="http://schemas.openxmlformats.org/officeDocument/2006/relationships/image" Target="../media/image321.png"/><Relationship Id="rId333" Type="http://schemas.openxmlformats.org/officeDocument/2006/relationships/customXml" Target="../ink/ink472.xml"/><Relationship Id="rId354" Type="http://schemas.openxmlformats.org/officeDocument/2006/relationships/image" Target="../media/image342.png"/><Relationship Id="rId51" Type="http://schemas.openxmlformats.org/officeDocument/2006/relationships/image" Target="../media/image1480.png"/><Relationship Id="rId93" Type="http://schemas.openxmlformats.org/officeDocument/2006/relationships/image" Target="../media/image169.png"/><Relationship Id="rId189" Type="http://schemas.openxmlformats.org/officeDocument/2006/relationships/customXml" Target="../ink/ink399.xml"/><Relationship Id="rId375" Type="http://schemas.openxmlformats.org/officeDocument/2006/relationships/customXml" Target="../ink/ink493.xml"/><Relationship Id="rId396" Type="http://schemas.openxmlformats.org/officeDocument/2006/relationships/image" Target="../media/image363.png"/><Relationship Id="rId3" Type="http://schemas.openxmlformats.org/officeDocument/2006/relationships/image" Target="../media/image1240.png"/><Relationship Id="rId214" Type="http://schemas.openxmlformats.org/officeDocument/2006/relationships/image" Target="../media/image229.png"/><Relationship Id="rId235" Type="http://schemas.openxmlformats.org/officeDocument/2006/relationships/customXml" Target="../ink/ink422.xml"/><Relationship Id="rId256" Type="http://schemas.openxmlformats.org/officeDocument/2006/relationships/image" Target="../media/image294.png"/><Relationship Id="rId277" Type="http://schemas.openxmlformats.org/officeDocument/2006/relationships/image" Target="../media/image304.png"/><Relationship Id="rId298" Type="http://schemas.openxmlformats.org/officeDocument/2006/relationships/customXml" Target="../ink/ink454.xml"/><Relationship Id="rId400" Type="http://schemas.openxmlformats.org/officeDocument/2006/relationships/image" Target="../media/image365.png"/><Relationship Id="rId421" Type="http://schemas.openxmlformats.org/officeDocument/2006/relationships/customXml" Target="../ink/ink516.xml"/><Relationship Id="rId116" Type="http://schemas.openxmlformats.org/officeDocument/2006/relationships/image" Target="../media/image180.png"/><Relationship Id="rId137" Type="http://schemas.openxmlformats.org/officeDocument/2006/relationships/customXml" Target="../ink/ink373.xml"/><Relationship Id="rId158" Type="http://schemas.openxmlformats.org/officeDocument/2006/relationships/image" Target="../media/image201.png"/><Relationship Id="rId302" Type="http://schemas.openxmlformats.org/officeDocument/2006/relationships/customXml" Target="../ink/ink456.xml"/><Relationship Id="rId323" Type="http://schemas.openxmlformats.org/officeDocument/2006/relationships/customXml" Target="../ink/ink467.xml"/><Relationship Id="rId344" Type="http://schemas.openxmlformats.org/officeDocument/2006/relationships/image" Target="../media/image337.png"/><Relationship Id="rId83" Type="http://schemas.openxmlformats.org/officeDocument/2006/relationships/image" Target="../media/image164.png"/><Relationship Id="rId179" Type="http://schemas.openxmlformats.org/officeDocument/2006/relationships/customXml" Target="../ink/ink394.xml"/><Relationship Id="rId365" Type="http://schemas.openxmlformats.org/officeDocument/2006/relationships/customXml" Target="../ink/ink488.xml"/><Relationship Id="rId386" Type="http://schemas.openxmlformats.org/officeDocument/2006/relationships/image" Target="../media/image358.png"/><Relationship Id="rId190" Type="http://schemas.openxmlformats.org/officeDocument/2006/relationships/image" Target="../media/image217.png"/><Relationship Id="rId204" Type="http://schemas.openxmlformats.org/officeDocument/2006/relationships/image" Target="../media/image285.png"/><Relationship Id="rId225" Type="http://schemas.openxmlformats.org/officeDocument/2006/relationships/customXml" Target="../ink/ink417.xml"/><Relationship Id="rId246" Type="http://schemas.openxmlformats.org/officeDocument/2006/relationships/image" Target="../media/image245.png"/><Relationship Id="rId267" Type="http://schemas.openxmlformats.org/officeDocument/2006/relationships/customXml" Target="../ink/ink438.xml"/><Relationship Id="rId288" Type="http://schemas.openxmlformats.org/officeDocument/2006/relationships/customXml" Target="../ink/ink449.xml"/><Relationship Id="rId411" Type="http://schemas.openxmlformats.org/officeDocument/2006/relationships/customXml" Target="../ink/ink511.xml"/><Relationship Id="rId432" Type="http://schemas.openxmlformats.org/officeDocument/2006/relationships/image" Target="../media/image381.png"/><Relationship Id="rId106" Type="http://schemas.openxmlformats.org/officeDocument/2006/relationships/customXml" Target="../ink/ink357.xml"/><Relationship Id="rId127" Type="http://schemas.openxmlformats.org/officeDocument/2006/relationships/customXml" Target="../ink/ink368.xml"/><Relationship Id="rId313" Type="http://schemas.openxmlformats.org/officeDocument/2006/relationships/customXml" Target="../ink/ink462.xml"/><Relationship Id="rId10" Type="http://schemas.openxmlformats.org/officeDocument/2006/relationships/customXml" Target="../ink/ink335.xml"/><Relationship Id="rId52" Type="http://schemas.openxmlformats.org/officeDocument/2006/relationships/customXml" Target="../ink/ink340.xml"/><Relationship Id="rId94" Type="http://schemas.openxmlformats.org/officeDocument/2006/relationships/customXml" Target="../ink/ink351.xml"/><Relationship Id="rId148" Type="http://schemas.openxmlformats.org/officeDocument/2006/relationships/image" Target="../media/image196.png"/><Relationship Id="rId169" Type="http://schemas.openxmlformats.org/officeDocument/2006/relationships/customXml" Target="../ink/ink389.xml"/><Relationship Id="rId334" Type="http://schemas.openxmlformats.org/officeDocument/2006/relationships/image" Target="../media/image332.png"/><Relationship Id="rId355" Type="http://schemas.openxmlformats.org/officeDocument/2006/relationships/customXml" Target="../ink/ink483.xml"/><Relationship Id="rId376" Type="http://schemas.openxmlformats.org/officeDocument/2006/relationships/image" Target="../media/image353.png"/><Relationship Id="rId397" Type="http://schemas.openxmlformats.org/officeDocument/2006/relationships/customXml" Target="../ink/ink504.xml"/><Relationship Id="rId4" Type="http://schemas.openxmlformats.org/officeDocument/2006/relationships/customXml" Target="../ink/ink332.xml"/><Relationship Id="rId180" Type="http://schemas.openxmlformats.org/officeDocument/2006/relationships/image" Target="../media/image280.png"/><Relationship Id="rId215" Type="http://schemas.openxmlformats.org/officeDocument/2006/relationships/customXml" Target="../ink/ink412.xml"/><Relationship Id="rId236" Type="http://schemas.openxmlformats.org/officeDocument/2006/relationships/image" Target="../media/image240.png"/><Relationship Id="rId257" Type="http://schemas.openxmlformats.org/officeDocument/2006/relationships/customXml" Target="../ink/ink433.xml"/><Relationship Id="rId278" Type="http://schemas.openxmlformats.org/officeDocument/2006/relationships/customXml" Target="../ink/ink444.xml"/><Relationship Id="rId401" Type="http://schemas.openxmlformats.org/officeDocument/2006/relationships/customXml" Target="../ink/ink506.xml"/><Relationship Id="rId422" Type="http://schemas.openxmlformats.org/officeDocument/2006/relationships/image" Target="../media/image376.png"/><Relationship Id="rId303" Type="http://schemas.openxmlformats.org/officeDocument/2006/relationships/image" Target="../media/image317.png"/><Relationship Id="rId84" Type="http://schemas.openxmlformats.org/officeDocument/2006/relationships/customXml" Target="../ink/ink346.xml"/><Relationship Id="rId138" Type="http://schemas.openxmlformats.org/officeDocument/2006/relationships/image" Target="../media/image277.png"/><Relationship Id="rId345" Type="http://schemas.openxmlformats.org/officeDocument/2006/relationships/customXml" Target="../ink/ink478.xml"/><Relationship Id="rId387" Type="http://schemas.openxmlformats.org/officeDocument/2006/relationships/customXml" Target="../ink/ink499.xml"/><Relationship Id="rId191" Type="http://schemas.openxmlformats.org/officeDocument/2006/relationships/customXml" Target="../ink/ink400.xml"/><Relationship Id="rId205" Type="http://schemas.openxmlformats.org/officeDocument/2006/relationships/customXml" Target="../ink/ink407.xml"/><Relationship Id="rId247" Type="http://schemas.openxmlformats.org/officeDocument/2006/relationships/customXml" Target="../ink/ink428.xml"/><Relationship Id="rId412" Type="http://schemas.openxmlformats.org/officeDocument/2006/relationships/image" Target="../media/image371.png"/><Relationship Id="rId107" Type="http://schemas.openxmlformats.org/officeDocument/2006/relationships/image" Target="../media/image176.png"/><Relationship Id="rId289" Type="http://schemas.openxmlformats.org/officeDocument/2006/relationships/image" Target="../media/image310.png"/><Relationship Id="rId11" Type="http://schemas.openxmlformats.org/officeDocument/2006/relationships/image" Target="../media/image1280.png"/><Relationship Id="rId53" Type="http://schemas.openxmlformats.org/officeDocument/2006/relationships/image" Target="../media/image149.png"/><Relationship Id="rId149" Type="http://schemas.openxmlformats.org/officeDocument/2006/relationships/customXml" Target="../ink/ink379.xml"/><Relationship Id="rId314" Type="http://schemas.openxmlformats.org/officeDocument/2006/relationships/image" Target="../media/image322.png"/><Relationship Id="rId356" Type="http://schemas.openxmlformats.org/officeDocument/2006/relationships/image" Target="../media/image343.png"/><Relationship Id="rId398" Type="http://schemas.openxmlformats.org/officeDocument/2006/relationships/image" Target="../media/image364.png"/><Relationship Id="rId95" Type="http://schemas.openxmlformats.org/officeDocument/2006/relationships/image" Target="../media/image170.png"/><Relationship Id="rId160" Type="http://schemas.openxmlformats.org/officeDocument/2006/relationships/image" Target="../media/image202.png"/><Relationship Id="rId216" Type="http://schemas.openxmlformats.org/officeDocument/2006/relationships/image" Target="../media/image230.png"/><Relationship Id="rId423" Type="http://schemas.openxmlformats.org/officeDocument/2006/relationships/customXml" Target="../ink/ink517.xml"/><Relationship Id="rId258" Type="http://schemas.openxmlformats.org/officeDocument/2006/relationships/image" Target="../media/image295.png"/><Relationship Id="rId118" Type="http://schemas.openxmlformats.org/officeDocument/2006/relationships/image" Target="../media/image181.png"/><Relationship Id="rId325" Type="http://schemas.openxmlformats.org/officeDocument/2006/relationships/customXml" Target="../ink/ink468.xml"/><Relationship Id="rId367" Type="http://schemas.openxmlformats.org/officeDocument/2006/relationships/customXml" Target="../ink/ink489.xml"/><Relationship Id="rId171" Type="http://schemas.openxmlformats.org/officeDocument/2006/relationships/customXml" Target="../ink/ink390.xml"/><Relationship Id="rId227" Type="http://schemas.openxmlformats.org/officeDocument/2006/relationships/customXml" Target="../ink/ink418.xml"/><Relationship Id="rId269" Type="http://schemas.openxmlformats.org/officeDocument/2006/relationships/customXml" Target="../ink/ink439.xml"/><Relationship Id="rId434" Type="http://schemas.openxmlformats.org/officeDocument/2006/relationships/image" Target="../media/image382.png"/><Relationship Id="rId129" Type="http://schemas.openxmlformats.org/officeDocument/2006/relationships/customXml" Target="../ink/ink369.xml"/><Relationship Id="rId280" Type="http://schemas.openxmlformats.org/officeDocument/2006/relationships/customXml" Target="../ink/ink445.xml"/><Relationship Id="rId336" Type="http://schemas.openxmlformats.org/officeDocument/2006/relationships/image" Target="../media/image333.png"/><Relationship Id="rId140" Type="http://schemas.openxmlformats.org/officeDocument/2006/relationships/image" Target="../media/image192.png"/><Relationship Id="rId182" Type="http://schemas.openxmlformats.org/officeDocument/2006/relationships/image" Target="../media/image281.png"/><Relationship Id="rId378" Type="http://schemas.openxmlformats.org/officeDocument/2006/relationships/image" Target="../media/image354.png"/><Relationship Id="rId403" Type="http://schemas.openxmlformats.org/officeDocument/2006/relationships/customXml" Target="../ink/ink507.xml"/><Relationship Id="rId6" Type="http://schemas.openxmlformats.org/officeDocument/2006/relationships/customXml" Target="../ink/ink333.xml"/><Relationship Id="rId238" Type="http://schemas.openxmlformats.org/officeDocument/2006/relationships/image" Target="../media/image241.png"/><Relationship Id="rId291" Type="http://schemas.openxmlformats.org/officeDocument/2006/relationships/image" Target="../media/image311.png"/><Relationship Id="rId305" Type="http://schemas.openxmlformats.org/officeDocument/2006/relationships/image" Target="../media/image318.png"/><Relationship Id="rId347" Type="http://schemas.openxmlformats.org/officeDocument/2006/relationships/customXml" Target="../ink/ink479.xml"/><Relationship Id="rId86" Type="http://schemas.openxmlformats.org/officeDocument/2006/relationships/customXml" Target="../ink/ink347.xml"/><Relationship Id="rId151" Type="http://schemas.openxmlformats.org/officeDocument/2006/relationships/customXml" Target="../ink/ink380.xml"/><Relationship Id="rId389" Type="http://schemas.openxmlformats.org/officeDocument/2006/relationships/customXml" Target="../ink/ink500.xml"/><Relationship Id="rId193" Type="http://schemas.openxmlformats.org/officeDocument/2006/relationships/customXml" Target="../ink/ink401.xml"/><Relationship Id="rId207" Type="http://schemas.openxmlformats.org/officeDocument/2006/relationships/customXml" Target="../ink/ink408.xml"/><Relationship Id="rId249" Type="http://schemas.openxmlformats.org/officeDocument/2006/relationships/customXml" Target="../ink/ink429.xml"/><Relationship Id="rId414" Type="http://schemas.openxmlformats.org/officeDocument/2006/relationships/image" Target="../media/image372.png"/><Relationship Id="rId109" Type="http://schemas.openxmlformats.org/officeDocument/2006/relationships/image" Target="../media/image177.png"/><Relationship Id="rId260" Type="http://schemas.openxmlformats.org/officeDocument/2006/relationships/image" Target="../media/image296.png"/><Relationship Id="rId316" Type="http://schemas.openxmlformats.org/officeDocument/2006/relationships/image" Target="../media/image323.png"/><Relationship Id="rId55" Type="http://schemas.openxmlformats.org/officeDocument/2006/relationships/image" Target="../media/image150.png"/><Relationship Id="rId97" Type="http://schemas.openxmlformats.org/officeDocument/2006/relationships/image" Target="../media/image171.png"/><Relationship Id="rId120" Type="http://schemas.openxmlformats.org/officeDocument/2006/relationships/image" Target="../media/image182.png"/><Relationship Id="rId358" Type="http://schemas.openxmlformats.org/officeDocument/2006/relationships/image" Target="../media/image344.png"/><Relationship Id="rId162" Type="http://schemas.openxmlformats.org/officeDocument/2006/relationships/image" Target="../media/image203.png"/><Relationship Id="rId218" Type="http://schemas.openxmlformats.org/officeDocument/2006/relationships/image" Target="../media/image286.png"/><Relationship Id="rId425" Type="http://schemas.openxmlformats.org/officeDocument/2006/relationships/customXml" Target="../ink/ink518.xml"/><Relationship Id="rId271" Type="http://schemas.openxmlformats.org/officeDocument/2006/relationships/customXml" Target="../ink/ink440.xml"/><Relationship Id="rId131" Type="http://schemas.openxmlformats.org/officeDocument/2006/relationships/customXml" Target="../ink/ink370.xml"/><Relationship Id="rId327" Type="http://schemas.openxmlformats.org/officeDocument/2006/relationships/customXml" Target="../ink/ink469.xml"/><Relationship Id="rId369" Type="http://schemas.openxmlformats.org/officeDocument/2006/relationships/customXml" Target="../ink/ink490.xml"/><Relationship Id="rId173" Type="http://schemas.openxmlformats.org/officeDocument/2006/relationships/customXml" Target="../ink/ink391.xml"/><Relationship Id="rId229" Type="http://schemas.openxmlformats.org/officeDocument/2006/relationships/customXml" Target="../ink/ink419.xml"/><Relationship Id="rId380" Type="http://schemas.openxmlformats.org/officeDocument/2006/relationships/image" Target="../media/image355.png"/><Relationship Id="rId436" Type="http://schemas.openxmlformats.org/officeDocument/2006/relationships/image" Target="../media/image383.png"/><Relationship Id="rId240" Type="http://schemas.openxmlformats.org/officeDocument/2006/relationships/image" Target="../media/image242.png"/><Relationship Id="rId100" Type="http://schemas.openxmlformats.org/officeDocument/2006/relationships/customXml" Target="../ink/ink354.xml"/><Relationship Id="rId282" Type="http://schemas.openxmlformats.org/officeDocument/2006/relationships/customXml" Target="../ink/ink446.xml"/><Relationship Id="rId338" Type="http://schemas.openxmlformats.org/officeDocument/2006/relationships/image" Target="../media/image334.png"/><Relationship Id="rId8" Type="http://schemas.openxmlformats.org/officeDocument/2006/relationships/customXml" Target="../ink/ink334.xml"/><Relationship Id="rId142" Type="http://schemas.openxmlformats.org/officeDocument/2006/relationships/image" Target="../media/image193.png"/><Relationship Id="rId184" Type="http://schemas.openxmlformats.org/officeDocument/2006/relationships/image" Target="../media/image282.png"/><Relationship Id="rId391" Type="http://schemas.openxmlformats.org/officeDocument/2006/relationships/customXml" Target="../ink/ink501.xml"/><Relationship Id="rId405" Type="http://schemas.openxmlformats.org/officeDocument/2006/relationships/customXml" Target="../ink/ink508.xml"/><Relationship Id="rId251" Type="http://schemas.openxmlformats.org/officeDocument/2006/relationships/customXml" Target="../ink/ink430.xml"/><Relationship Id="rId46" Type="http://schemas.openxmlformats.org/officeDocument/2006/relationships/customXml" Target="../ink/ink337.xml"/><Relationship Id="rId293" Type="http://schemas.openxmlformats.org/officeDocument/2006/relationships/image" Target="../media/image312.png"/><Relationship Id="rId307" Type="http://schemas.openxmlformats.org/officeDocument/2006/relationships/image" Target="../media/image319.png"/><Relationship Id="rId349" Type="http://schemas.openxmlformats.org/officeDocument/2006/relationships/customXml" Target="../ink/ink480.xml"/><Relationship Id="rId88" Type="http://schemas.openxmlformats.org/officeDocument/2006/relationships/customXml" Target="../ink/ink348.xml"/><Relationship Id="rId111" Type="http://schemas.openxmlformats.org/officeDocument/2006/relationships/customXml" Target="../ink/ink360.xml"/><Relationship Id="rId153" Type="http://schemas.openxmlformats.org/officeDocument/2006/relationships/customXml" Target="../ink/ink381.xml"/><Relationship Id="rId195" Type="http://schemas.openxmlformats.org/officeDocument/2006/relationships/customXml" Target="../ink/ink402.xml"/><Relationship Id="rId209" Type="http://schemas.openxmlformats.org/officeDocument/2006/relationships/customXml" Target="../ink/ink409.xml"/><Relationship Id="rId360" Type="http://schemas.openxmlformats.org/officeDocument/2006/relationships/image" Target="../media/image345.png"/><Relationship Id="rId416" Type="http://schemas.openxmlformats.org/officeDocument/2006/relationships/image" Target="../media/image373.png"/><Relationship Id="rId220" Type="http://schemas.openxmlformats.org/officeDocument/2006/relationships/image" Target="../media/image287.png"/><Relationship Id="rId57" Type="http://schemas.openxmlformats.org/officeDocument/2006/relationships/image" Target="../media/image275.png"/><Relationship Id="rId262" Type="http://schemas.openxmlformats.org/officeDocument/2006/relationships/image" Target="../media/image297.png"/><Relationship Id="rId318" Type="http://schemas.openxmlformats.org/officeDocument/2006/relationships/image" Target="../media/image324.png"/><Relationship Id="rId99" Type="http://schemas.openxmlformats.org/officeDocument/2006/relationships/image" Target="../media/image172.png"/><Relationship Id="rId122" Type="http://schemas.openxmlformats.org/officeDocument/2006/relationships/image" Target="../media/image183.png"/><Relationship Id="rId164" Type="http://schemas.openxmlformats.org/officeDocument/2006/relationships/image" Target="../media/image204.png"/><Relationship Id="rId371" Type="http://schemas.openxmlformats.org/officeDocument/2006/relationships/customXml" Target="../ink/ink491.xml"/><Relationship Id="rId427" Type="http://schemas.openxmlformats.org/officeDocument/2006/relationships/customXml" Target="../ink/ink519.xml"/><Relationship Id="rId231" Type="http://schemas.openxmlformats.org/officeDocument/2006/relationships/customXml" Target="../ink/ink420.xml"/><Relationship Id="rId273" Type="http://schemas.openxmlformats.org/officeDocument/2006/relationships/customXml" Target="../ink/ink441.xml"/><Relationship Id="rId329" Type="http://schemas.openxmlformats.org/officeDocument/2006/relationships/customXml" Target="../ink/ink47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17" Type="http://schemas.openxmlformats.org/officeDocument/2006/relationships/image" Target="../media/image442.png"/><Relationship Id="rId21" Type="http://schemas.openxmlformats.org/officeDocument/2006/relationships/image" Target="../media/image394.png"/><Relationship Id="rId42" Type="http://schemas.openxmlformats.org/officeDocument/2006/relationships/customXml" Target="../ink/ink545.xml"/><Relationship Id="rId63" Type="http://schemas.openxmlformats.org/officeDocument/2006/relationships/image" Target="../media/image415.png"/><Relationship Id="rId84" Type="http://schemas.openxmlformats.org/officeDocument/2006/relationships/customXml" Target="../ink/ink566.xml"/><Relationship Id="rId138" Type="http://schemas.openxmlformats.org/officeDocument/2006/relationships/customXml" Target="../ink/ink593.xml"/><Relationship Id="rId159" Type="http://schemas.openxmlformats.org/officeDocument/2006/relationships/image" Target="../media/image463.png"/><Relationship Id="rId170" Type="http://schemas.openxmlformats.org/officeDocument/2006/relationships/customXml" Target="../ink/ink609.xml"/><Relationship Id="rId191" Type="http://schemas.openxmlformats.org/officeDocument/2006/relationships/image" Target="../media/image478.png"/><Relationship Id="rId205" Type="http://schemas.openxmlformats.org/officeDocument/2006/relationships/customXml" Target="../ink/ink627.xml"/><Relationship Id="rId107" Type="http://schemas.openxmlformats.org/officeDocument/2006/relationships/image" Target="../media/image437.png"/><Relationship Id="rId11" Type="http://schemas.openxmlformats.org/officeDocument/2006/relationships/image" Target="../media/image389.png"/><Relationship Id="rId32" Type="http://schemas.openxmlformats.org/officeDocument/2006/relationships/customXml" Target="../ink/ink540.xml"/><Relationship Id="rId53" Type="http://schemas.openxmlformats.org/officeDocument/2006/relationships/image" Target="../media/image410.png"/><Relationship Id="rId74" Type="http://schemas.openxmlformats.org/officeDocument/2006/relationships/customXml" Target="../ink/ink561.xml"/><Relationship Id="rId128" Type="http://schemas.openxmlformats.org/officeDocument/2006/relationships/customXml" Target="../ink/ink588.xml"/><Relationship Id="rId149" Type="http://schemas.openxmlformats.org/officeDocument/2006/relationships/image" Target="../media/image458.png"/><Relationship Id="rId5" Type="http://schemas.openxmlformats.org/officeDocument/2006/relationships/image" Target="../media/image386.png"/><Relationship Id="rId95" Type="http://schemas.openxmlformats.org/officeDocument/2006/relationships/image" Target="../media/image431.png"/><Relationship Id="rId160" Type="http://schemas.openxmlformats.org/officeDocument/2006/relationships/customXml" Target="../ink/ink604.xml"/><Relationship Id="rId181" Type="http://schemas.openxmlformats.org/officeDocument/2006/relationships/image" Target="../media/image473.png"/><Relationship Id="rId216" Type="http://schemas.openxmlformats.org/officeDocument/2006/relationships/customXml" Target="../ink/ink633.xml"/><Relationship Id="rId22" Type="http://schemas.openxmlformats.org/officeDocument/2006/relationships/customXml" Target="../ink/ink535.xml"/><Relationship Id="rId43" Type="http://schemas.openxmlformats.org/officeDocument/2006/relationships/image" Target="../media/image405.png"/><Relationship Id="rId64" Type="http://schemas.openxmlformats.org/officeDocument/2006/relationships/customXml" Target="../ink/ink556.xml"/><Relationship Id="rId118" Type="http://schemas.openxmlformats.org/officeDocument/2006/relationships/customXml" Target="../ink/ink583.xml"/><Relationship Id="rId139" Type="http://schemas.openxmlformats.org/officeDocument/2006/relationships/image" Target="../media/image453.png"/><Relationship Id="rId85" Type="http://schemas.openxmlformats.org/officeDocument/2006/relationships/image" Target="../media/image426.png"/><Relationship Id="rId150" Type="http://schemas.openxmlformats.org/officeDocument/2006/relationships/customXml" Target="../ink/ink599.xml"/><Relationship Id="rId171" Type="http://schemas.openxmlformats.org/officeDocument/2006/relationships/image" Target="../media/image469.png"/><Relationship Id="rId192" Type="http://schemas.openxmlformats.org/officeDocument/2006/relationships/customXml" Target="../ink/ink620.xml"/><Relationship Id="rId206" Type="http://schemas.openxmlformats.org/officeDocument/2006/relationships/image" Target="../media/image485.png"/><Relationship Id="rId12" Type="http://schemas.openxmlformats.org/officeDocument/2006/relationships/customXml" Target="../ink/ink530.xml"/><Relationship Id="rId33" Type="http://schemas.openxmlformats.org/officeDocument/2006/relationships/image" Target="../media/image400.png"/><Relationship Id="rId108" Type="http://schemas.openxmlformats.org/officeDocument/2006/relationships/customXml" Target="../ink/ink578.xml"/><Relationship Id="rId129" Type="http://schemas.openxmlformats.org/officeDocument/2006/relationships/image" Target="../media/image448.png"/><Relationship Id="rId54" Type="http://schemas.openxmlformats.org/officeDocument/2006/relationships/customXml" Target="../ink/ink551.xml"/><Relationship Id="rId75" Type="http://schemas.openxmlformats.org/officeDocument/2006/relationships/image" Target="../media/image421.png"/><Relationship Id="rId96" Type="http://schemas.openxmlformats.org/officeDocument/2006/relationships/customXml" Target="../ink/ink572.xml"/><Relationship Id="rId140" Type="http://schemas.openxmlformats.org/officeDocument/2006/relationships/customXml" Target="../ink/ink594.xml"/><Relationship Id="rId161" Type="http://schemas.openxmlformats.org/officeDocument/2006/relationships/image" Target="../media/image464.png"/><Relationship Id="rId182" Type="http://schemas.openxmlformats.org/officeDocument/2006/relationships/customXml" Target="../ink/ink615.xml"/><Relationship Id="rId217" Type="http://schemas.openxmlformats.org/officeDocument/2006/relationships/image" Target="../media/image490.png"/><Relationship Id="rId6" Type="http://schemas.openxmlformats.org/officeDocument/2006/relationships/customXml" Target="../ink/ink527.xml"/><Relationship Id="rId23" Type="http://schemas.openxmlformats.org/officeDocument/2006/relationships/image" Target="../media/image395.png"/><Relationship Id="rId119" Type="http://schemas.openxmlformats.org/officeDocument/2006/relationships/image" Target="../media/image443.png"/><Relationship Id="rId44" Type="http://schemas.openxmlformats.org/officeDocument/2006/relationships/customXml" Target="../ink/ink546.xml"/><Relationship Id="rId65" Type="http://schemas.openxmlformats.org/officeDocument/2006/relationships/image" Target="../media/image416.png"/><Relationship Id="rId86" Type="http://schemas.openxmlformats.org/officeDocument/2006/relationships/customXml" Target="../ink/ink567.xml"/><Relationship Id="rId130" Type="http://schemas.openxmlformats.org/officeDocument/2006/relationships/customXml" Target="../ink/ink589.xml"/><Relationship Id="rId151" Type="http://schemas.openxmlformats.org/officeDocument/2006/relationships/image" Target="../media/image459.png"/><Relationship Id="rId172" Type="http://schemas.openxmlformats.org/officeDocument/2006/relationships/customXml" Target="../ink/ink610.xml"/><Relationship Id="rId193" Type="http://schemas.openxmlformats.org/officeDocument/2006/relationships/image" Target="../media/image479.png"/><Relationship Id="rId207" Type="http://schemas.openxmlformats.org/officeDocument/2006/relationships/customXml" Target="../ink/ink628.xml"/><Relationship Id="rId13" Type="http://schemas.openxmlformats.org/officeDocument/2006/relationships/image" Target="../media/image390.png"/><Relationship Id="rId109" Type="http://schemas.openxmlformats.org/officeDocument/2006/relationships/image" Target="../media/image438.png"/><Relationship Id="rId34" Type="http://schemas.openxmlformats.org/officeDocument/2006/relationships/customXml" Target="../ink/ink541.xml"/><Relationship Id="rId55" Type="http://schemas.openxmlformats.org/officeDocument/2006/relationships/image" Target="../media/image411.png"/><Relationship Id="rId76" Type="http://schemas.openxmlformats.org/officeDocument/2006/relationships/customXml" Target="../ink/ink562.xml"/><Relationship Id="rId97" Type="http://schemas.openxmlformats.org/officeDocument/2006/relationships/image" Target="../media/image432.png"/><Relationship Id="rId120" Type="http://schemas.openxmlformats.org/officeDocument/2006/relationships/customXml" Target="../ink/ink584.xml"/><Relationship Id="rId141" Type="http://schemas.openxmlformats.org/officeDocument/2006/relationships/image" Target="../media/image454.png"/><Relationship Id="rId7" Type="http://schemas.openxmlformats.org/officeDocument/2006/relationships/image" Target="../media/image387.png"/><Relationship Id="rId162" Type="http://schemas.openxmlformats.org/officeDocument/2006/relationships/customXml" Target="../ink/ink605.xml"/><Relationship Id="rId183" Type="http://schemas.openxmlformats.org/officeDocument/2006/relationships/image" Target="../media/image474.png"/><Relationship Id="rId218" Type="http://schemas.openxmlformats.org/officeDocument/2006/relationships/customXml" Target="../ink/ink634.xml"/><Relationship Id="rId24" Type="http://schemas.openxmlformats.org/officeDocument/2006/relationships/customXml" Target="../ink/ink536.xml"/><Relationship Id="rId45" Type="http://schemas.openxmlformats.org/officeDocument/2006/relationships/image" Target="../media/image406.png"/><Relationship Id="rId66" Type="http://schemas.openxmlformats.org/officeDocument/2006/relationships/customXml" Target="../ink/ink557.xml"/><Relationship Id="rId87" Type="http://schemas.openxmlformats.org/officeDocument/2006/relationships/image" Target="../media/image427.png"/><Relationship Id="rId110" Type="http://schemas.openxmlformats.org/officeDocument/2006/relationships/customXml" Target="../ink/ink579.xml"/><Relationship Id="rId131" Type="http://schemas.openxmlformats.org/officeDocument/2006/relationships/image" Target="../media/image449.png"/><Relationship Id="rId152" Type="http://schemas.openxmlformats.org/officeDocument/2006/relationships/customXml" Target="../ink/ink600.xml"/><Relationship Id="rId173" Type="http://schemas.openxmlformats.org/officeDocument/2006/relationships/image" Target="../media/image470.png"/><Relationship Id="rId194" Type="http://schemas.openxmlformats.org/officeDocument/2006/relationships/customXml" Target="../ink/ink621.xml"/><Relationship Id="rId208" Type="http://schemas.openxmlformats.org/officeDocument/2006/relationships/image" Target="../media/image486.png"/><Relationship Id="rId14" Type="http://schemas.openxmlformats.org/officeDocument/2006/relationships/customXml" Target="../ink/ink531.xml"/><Relationship Id="rId35" Type="http://schemas.openxmlformats.org/officeDocument/2006/relationships/image" Target="../media/image401.png"/><Relationship Id="rId56" Type="http://schemas.openxmlformats.org/officeDocument/2006/relationships/customXml" Target="../ink/ink552.xml"/><Relationship Id="rId77" Type="http://schemas.openxmlformats.org/officeDocument/2006/relationships/image" Target="../media/image422.png"/><Relationship Id="rId100" Type="http://schemas.openxmlformats.org/officeDocument/2006/relationships/customXml" Target="../ink/ink574.xml"/><Relationship Id="rId8" Type="http://schemas.openxmlformats.org/officeDocument/2006/relationships/customXml" Target="../ink/ink528.xml"/><Relationship Id="rId98" Type="http://schemas.openxmlformats.org/officeDocument/2006/relationships/customXml" Target="../ink/ink573.xml"/><Relationship Id="rId121" Type="http://schemas.openxmlformats.org/officeDocument/2006/relationships/image" Target="../media/image444.png"/><Relationship Id="rId142" Type="http://schemas.openxmlformats.org/officeDocument/2006/relationships/customXml" Target="../ink/ink595.xml"/><Relationship Id="rId163" Type="http://schemas.openxmlformats.org/officeDocument/2006/relationships/image" Target="../media/image465.png"/><Relationship Id="rId184" Type="http://schemas.openxmlformats.org/officeDocument/2006/relationships/customXml" Target="../ink/ink616.xml"/><Relationship Id="rId219" Type="http://schemas.openxmlformats.org/officeDocument/2006/relationships/image" Target="../media/image491.png"/><Relationship Id="rId3" Type="http://schemas.openxmlformats.org/officeDocument/2006/relationships/image" Target="../media/image385.png"/><Relationship Id="rId214" Type="http://schemas.openxmlformats.org/officeDocument/2006/relationships/customXml" Target="../ink/ink632.xml"/><Relationship Id="rId25" Type="http://schemas.openxmlformats.org/officeDocument/2006/relationships/image" Target="../media/image396.png"/><Relationship Id="rId46" Type="http://schemas.openxmlformats.org/officeDocument/2006/relationships/customXml" Target="../ink/ink547.xml"/><Relationship Id="rId67" Type="http://schemas.openxmlformats.org/officeDocument/2006/relationships/image" Target="../media/image417.png"/><Relationship Id="rId116" Type="http://schemas.openxmlformats.org/officeDocument/2006/relationships/customXml" Target="../ink/ink582.xml"/><Relationship Id="rId137" Type="http://schemas.openxmlformats.org/officeDocument/2006/relationships/image" Target="../media/image452.png"/><Relationship Id="rId158" Type="http://schemas.openxmlformats.org/officeDocument/2006/relationships/customXml" Target="../ink/ink603.xml"/><Relationship Id="rId20" Type="http://schemas.openxmlformats.org/officeDocument/2006/relationships/customXml" Target="../ink/ink534.xml"/><Relationship Id="rId41" Type="http://schemas.openxmlformats.org/officeDocument/2006/relationships/image" Target="../media/image404.png"/><Relationship Id="rId62" Type="http://schemas.openxmlformats.org/officeDocument/2006/relationships/customXml" Target="../ink/ink555.xml"/><Relationship Id="rId83" Type="http://schemas.openxmlformats.org/officeDocument/2006/relationships/image" Target="../media/image425.png"/><Relationship Id="rId88" Type="http://schemas.openxmlformats.org/officeDocument/2006/relationships/customXml" Target="../ink/ink568.xml"/><Relationship Id="rId111" Type="http://schemas.openxmlformats.org/officeDocument/2006/relationships/image" Target="../media/image439.png"/><Relationship Id="rId132" Type="http://schemas.openxmlformats.org/officeDocument/2006/relationships/customXml" Target="../ink/ink590.xml"/><Relationship Id="rId153" Type="http://schemas.openxmlformats.org/officeDocument/2006/relationships/image" Target="../media/image460.png"/><Relationship Id="rId174" Type="http://schemas.openxmlformats.org/officeDocument/2006/relationships/customXml" Target="../ink/ink611.xml"/><Relationship Id="rId179" Type="http://schemas.openxmlformats.org/officeDocument/2006/relationships/image" Target="../media/image472.png"/><Relationship Id="rId195" Type="http://schemas.openxmlformats.org/officeDocument/2006/relationships/customXml" Target="../ink/ink622.xml"/><Relationship Id="rId209" Type="http://schemas.openxmlformats.org/officeDocument/2006/relationships/customXml" Target="../ink/ink629.xml"/><Relationship Id="rId190" Type="http://schemas.openxmlformats.org/officeDocument/2006/relationships/customXml" Target="../ink/ink619.xml"/><Relationship Id="rId204" Type="http://schemas.openxmlformats.org/officeDocument/2006/relationships/image" Target="../media/image484.png"/><Relationship Id="rId220" Type="http://schemas.openxmlformats.org/officeDocument/2006/relationships/customXml" Target="../ink/ink635.xml"/><Relationship Id="rId225" Type="http://schemas.openxmlformats.org/officeDocument/2006/relationships/image" Target="../media/image494.png"/><Relationship Id="rId15" Type="http://schemas.openxmlformats.org/officeDocument/2006/relationships/image" Target="../media/image391.png"/><Relationship Id="rId36" Type="http://schemas.openxmlformats.org/officeDocument/2006/relationships/customXml" Target="../ink/ink542.xml"/><Relationship Id="rId57" Type="http://schemas.openxmlformats.org/officeDocument/2006/relationships/image" Target="../media/image412.png"/><Relationship Id="rId106" Type="http://schemas.openxmlformats.org/officeDocument/2006/relationships/customXml" Target="../ink/ink577.xml"/><Relationship Id="rId127" Type="http://schemas.openxmlformats.org/officeDocument/2006/relationships/image" Target="../media/image447.png"/><Relationship Id="rId10" Type="http://schemas.openxmlformats.org/officeDocument/2006/relationships/customXml" Target="../ink/ink529.xml"/><Relationship Id="rId31" Type="http://schemas.openxmlformats.org/officeDocument/2006/relationships/image" Target="../media/image399.png"/><Relationship Id="rId52" Type="http://schemas.openxmlformats.org/officeDocument/2006/relationships/customXml" Target="../ink/ink550.xml"/><Relationship Id="rId73" Type="http://schemas.openxmlformats.org/officeDocument/2006/relationships/image" Target="../media/image420.png"/><Relationship Id="rId78" Type="http://schemas.openxmlformats.org/officeDocument/2006/relationships/customXml" Target="../ink/ink563.xml"/><Relationship Id="rId94" Type="http://schemas.openxmlformats.org/officeDocument/2006/relationships/customXml" Target="../ink/ink571.xml"/><Relationship Id="rId99" Type="http://schemas.openxmlformats.org/officeDocument/2006/relationships/image" Target="../media/image433.png"/><Relationship Id="rId101" Type="http://schemas.openxmlformats.org/officeDocument/2006/relationships/image" Target="../media/image434.png"/><Relationship Id="rId122" Type="http://schemas.openxmlformats.org/officeDocument/2006/relationships/customXml" Target="../ink/ink585.xml"/><Relationship Id="rId143" Type="http://schemas.openxmlformats.org/officeDocument/2006/relationships/image" Target="../media/image455.png"/><Relationship Id="rId148" Type="http://schemas.openxmlformats.org/officeDocument/2006/relationships/customXml" Target="../ink/ink598.xml"/><Relationship Id="rId164" Type="http://schemas.openxmlformats.org/officeDocument/2006/relationships/customXml" Target="../ink/ink606.xml"/><Relationship Id="rId169" Type="http://schemas.openxmlformats.org/officeDocument/2006/relationships/image" Target="../media/image468.png"/><Relationship Id="rId185" Type="http://schemas.openxmlformats.org/officeDocument/2006/relationships/image" Target="../media/image475.png"/><Relationship Id="rId4" Type="http://schemas.openxmlformats.org/officeDocument/2006/relationships/customXml" Target="../ink/ink526.xml"/><Relationship Id="rId9" Type="http://schemas.openxmlformats.org/officeDocument/2006/relationships/image" Target="../media/image388.png"/><Relationship Id="rId180" Type="http://schemas.openxmlformats.org/officeDocument/2006/relationships/customXml" Target="../ink/ink614.xml"/><Relationship Id="rId210" Type="http://schemas.openxmlformats.org/officeDocument/2006/relationships/image" Target="../media/image487.png"/><Relationship Id="rId215" Type="http://schemas.openxmlformats.org/officeDocument/2006/relationships/image" Target="../media/image489.png"/><Relationship Id="rId26" Type="http://schemas.openxmlformats.org/officeDocument/2006/relationships/customXml" Target="../ink/ink537.xml"/><Relationship Id="rId47" Type="http://schemas.openxmlformats.org/officeDocument/2006/relationships/image" Target="../media/image407.png"/><Relationship Id="rId68" Type="http://schemas.openxmlformats.org/officeDocument/2006/relationships/customXml" Target="../ink/ink558.xml"/><Relationship Id="rId89" Type="http://schemas.openxmlformats.org/officeDocument/2006/relationships/image" Target="../media/image428.png"/><Relationship Id="rId112" Type="http://schemas.openxmlformats.org/officeDocument/2006/relationships/customXml" Target="../ink/ink580.xml"/><Relationship Id="rId133" Type="http://schemas.openxmlformats.org/officeDocument/2006/relationships/image" Target="../media/image450.png"/><Relationship Id="rId154" Type="http://schemas.openxmlformats.org/officeDocument/2006/relationships/customXml" Target="../ink/ink601.xml"/><Relationship Id="rId175" Type="http://schemas.openxmlformats.org/officeDocument/2006/relationships/image" Target="../media/image471.png"/><Relationship Id="rId196" Type="http://schemas.openxmlformats.org/officeDocument/2006/relationships/image" Target="../media/image480.png"/><Relationship Id="rId200" Type="http://schemas.openxmlformats.org/officeDocument/2006/relationships/image" Target="../media/image482.png"/><Relationship Id="rId16" Type="http://schemas.openxmlformats.org/officeDocument/2006/relationships/customXml" Target="../ink/ink532.xml"/><Relationship Id="rId221" Type="http://schemas.openxmlformats.org/officeDocument/2006/relationships/image" Target="../media/image492.png"/><Relationship Id="rId37" Type="http://schemas.openxmlformats.org/officeDocument/2006/relationships/image" Target="../media/image402.png"/><Relationship Id="rId58" Type="http://schemas.openxmlformats.org/officeDocument/2006/relationships/customXml" Target="../ink/ink553.xml"/><Relationship Id="rId79" Type="http://schemas.openxmlformats.org/officeDocument/2006/relationships/image" Target="../media/image423.png"/><Relationship Id="rId102" Type="http://schemas.openxmlformats.org/officeDocument/2006/relationships/customXml" Target="../ink/ink575.xml"/><Relationship Id="rId123" Type="http://schemas.openxmlformats.org/officeDocument/2006/relationships/image" Target="../media/image445.png"/><Relationship Id="rId144" Type="http://schemas.openxmlformats.org/officeDocument/2006/relationships/customXml" Target="../ink/ink596.xml"/><Relationship Id="rId90" Type="http://schemas.openxmlformats.org/officeDocument/2006/relationships/customXml" Target="../ink/ink569.xml"/><Relationship Id="rId165" Type="http://schemas.openxmlformats.org/officeDocument/2006/relationships/image" Target="../media/image466.png"/><Relationship Id="rId186" Type="http://schemas.openxmlformats.org/officeDocument/2006/relationships/customXml" Target="../ink/ink617.xml"/><Relationship Id="rId211" Type="http://schemas.openxmlformats.org/officeDocument/2006/relationships/customXml" Target="../ink/ink630.xml"/><Relationship Id="rId27" Type="http://schemas.openxmlformats.org/officeDocument/2006/relationships/image" Target="../media/image397.png"/><Relationship Id="rId48" Type="http://schemas.openxmlformats.org/officeDocument/2006/relationships/customXml" Target="../ink/ink548.xml"/><Relationship Id="rId69" Type="http://schemas.openxmlformats.org/officeDocument/2006/relationships/image" Target="../media/image418.png"/><Relationship Id="rId113" Type="http://schemas.openxmlformats.org/officeDocument/2006/relationships/image" Target="../media/image440.png"/><Relationship Id="rId134" Type="http://schemas.openxmlformats.org/officeDocument/2006/relationships/customXml" Target="../ink/ink591.xml"/><Relationship Id="rId80" Type="http://schemas.openxmlformats.org/officeDocument/2006/relationships/customXml" Target="../ink/ink564.xml"/><Relationship Id="rId155" Type="http://schemas.openxmlformats.org/officeDocument/2006/relationships/image" Target="../media/image461.png"/><Relationship Id="rId176" Type="http://schemas.openxmlformats.org/officeDocument/2006/relationships/customXml" Target="../ink/ink612.xml"/><Relationship Id="rId197" Type="http://schemas.openxmlformats.org/officeDocument/2006/relationships/customXml" Target="../ink/ink623.xml"/><Relationship Id="rId201" Type="http://schemas.openxmlformats.org/officeDocument/2006/relationships/customXml" Target="../ink/ink625.xml"/><Relationship Id="rId222" Type="http://schemas.openxmlformats.org/officeDocument/2006/relationships/customXml" Target="../ink/ink636.xml"/><Relationship Id="rId17" Type="http://schemas.openxmlformats.org/officeDocument/2006/relationships/image" Target="../media/image392.png"/><Relationship Id="rId38" Type="http://schemas.openxmlformats.org/officeDocument/2006/relationships/customXml" Target="../ink/ink543.xml"/><Relationship Id="rId59" Type="http://schemas.openxmlformats.org/officeDocument/2006/relationships/image" Target="../media/image413.png"/><Relationship Id="rId103" Type="http://schemas.openxmlformats.org/officeDocument/2006/relationships/image" Target="../media/image435.png"/><Relationship Id="rId124" Type="http://schemas.openxmlformats.org/officeDocument/2006/relationships/customXml" Target="../ink/ink586.xml"/><Relationship Id="rId70" Type="http://schemas.openxmlformats.org/officeDocument/2006/relationships/customXml" Target="../ink/ink559.xml"/><Relationship Id="rId91" Type="http://schemas.openxmlformats.org/officeDocument/2006/relationships/image" Target="../media/image429.png"/><Relationship Id="rId145" Type="http://schemas.openxmlformats.org/officeDocument/2006/relationships/image" Target="../media/image456.png"/><Relationship Id="rId166" Type="http://schemas.openxmlformats.org/officeDocument/2006/relationships/customXml" Target="../ink/ink607.xml"/><Relationship Id="rId187" Type="http://schemas.openxmlformats.org/officeDocument/2006/relationships/image" Target="../media/image476.png"/><Relationship Id="rId1" Type="http://schemas.openxmlformats.org/officeDocument/2006/relationships/slideLayout" Target="../slideLayouts/slideLayout7.xml"/><Relationship Id="rId212" Type="http://schemas.openxmlformats.org/officeDocument/2006/relationships/customXml" Target="../ink/ink631.xml"/><Relationship Id="rId28" Type="http://schemas.openxmlformats.org/officeDocument/2006/relationships/customXml" Target="../ink/ink538.xml"/><Relationship Id="rId49" Type="http://schemas.openxmlformats.org/officeDocument/2006/relationships/image" Target="../media/image408.png"/><Relationship Id="rId114" Type="http://schemas.openxmlformats.org/officeDocument/2006/relationships/customXml" Target="../ink/ink581.xml"/><Relationship Id="rId60" Type="http://schemas.openxmlformats.org/officeDocument/2006/relationships/customXml" Target="../ink/ink554.xml"/><Relationship Id="rId81" Type="http://schemas.openxmlformats.org/officeDocument/2006/relationships/image" Target="../media/image424.png"/><Relationship Id="rId135" Type="http://schemas.openxmlformats.org/officeDocument/2006/relationships/image" Target="../media/image451.png"/><Relationship Id="rId156" Type="http://schemas.openxmlformats.org/officeDocument/2006/relationships/customXml" Target="../ink/ink602.xml"/><Relationship Id="rId177" Type="http://schemas.openxmlformats.org/officeDocument/2006/relationships/image" Target="../media/image303.png"/><Relationship Id="rId198" Type="http://schemas.openxmlformats.org/officeDocument/2006/relationships/image" Target="../media/image481.png"/><Relationship Id="rId202" Type="http://schemas.openxmlformats.org/officeDocument/2006/relationships/image" Target="../media/image483.png"/><Relationship Id="rId223" Type="http://schemas.openxmlformats.org/officeDocument/2006/relationships/image" Target="../media/image493.png"/><Relationship Id="rId18" Type="http://schemas.openxmlformats.org/officeDocument/2006/relationships/customXml" Target="../ink/ink533.xml"/><Relationship Id="rId39" Type="http://schemas.openxmlformats.org/officeDocument/2006/relationships/image" Target="../media/image403.png"/><Relationship Id="rId50" Type="http://schemas.openxmlformats.org/officeDocument/2006/relationships/customXml" Target="../ink/ink549.xml"/><Relationship Id="rId104" Type="http://schemas.openxmlformats.org/officeDocument/2006/relationships/customXml" Target="../ink/ink576.xml"/><Relationship Id="rId125" Type="http://schemas.openxmlformats.org/officeDocument/2006/relationships/image" Target="../media/image446.png"/><Relationship Id="rId146" Type="http://schemas.openxmlformats.org/officeDocument/2006/relationships/customXml" Target="../ink/ink597.xml"/><Relationship Id="rId167" Type="http://schemas.openxmlformats.org/officeDocument/2006/relationships/image" Target="../media/image467.png"/><Relationship Id="rId188" Type="http://schemas.openxmlformats.org/officeDocument/2006/relationships/customXml" Target="../ink/ink618.xml"/><Relationship Id="rId71" Type="http://schemas.openxmlformats.org/officeDocument/2006/relationships/image" Target="../media/image419.png"/><Relationship Id="rId92" Type="http://schemas.openxmlformats.org/officeDocument/2006/relationships/customXml" Target="../ink/ink570.xml"/><Relationship Id="rId213" Type="http://schemas.openxmlformats.org/officeDocument/2006/relationships/image" Target="../media/image488.png"/><Relationship Id="rId2" Type="http://schemas.openxmlformats.org/officeDocument/2006/relationships/customXml" Target="../ink/ink525.xml"/><Relationship Id="rId29" Type="http://schemas.openxmlformats.org/officeDocument/2006/relationships/image" Target="../media/image398.png"/><Relationship Id="rId40" Type="http://schemas.openxmlformats.org/officeDocument/2006/relationships/customXml" Target="../ink/ink544.xml"/><Relationship Id="rId115" Type="http://schemas.openxmlformats.org/officeDocument/2006/relationships/image" Target="../media/image441.png"/><Relationship Id="rId136" Type="http://schemas.openxmlformats.org/officeDocument/2006/relationships/customXml" Target="../ink/ink592.xml"/><Relationship Id="rId157" Type="http://schemas.openxmlformats.org/officeDocument/2006/relationships/image" Target="../media/image462.png"/><Relationship Id="rId178" Type="http://schemas.openxmlformats.org/officeDocument/2006/relationships/customXml" Target="../ink/ink613.xml"/><Relationship Id="rId61" Type="http://schemas.openxmlformats.org/officeDocument/2006/relationships/image" Target="../media/image414.png"/><Relationship Id="rId82" Type="http://schemas.openxmlformats.org/officeDocument/2006/relationships/customXml" Target="../ink/ink565.xml"/><Relationship Id="rId199" Type="http://schemas.openxmlformats.org/officeDocument/2006/relationships/customXml" Target="../ink/ink624.xml"/><Relationship Id="rId203" Type="http://schemas.openxmlformats.org/officeDocument/2006/relationships/customXml" Target="../ink/ink626.xml"/><Relationship Id="rId19" Type="http://schemas.openxmlformats.org/officeDocument/2006/relationships/image" Target="../media/image393.png"/><Relationship Id="rId224" Type="http://schemas.openxmlformats.org/officeDocument/2006/relationships/customXml" Target="../ink/ink637.xml"/><Relationship Id="rId30" Type="http://schemas.openxmlformats.org/officeDocument/2006/relationships/customXml" Target="../ink/ink539.xml"/><Relationship Id="rId105" Type="http://schemas.openxmlformats.org/officeDocument/2006/relationships/image" Target="../media/image436.png"/><Relationship Id="rId126" Type="http://schemas.openxmlformats.org/officeDocument/2006/relationships/customXml" Target="../ink/ink587.xml"/><Relationship Id="rId147" Type="http://schemas.openxmlformats.org/officeDocument/2006/relationships/image" Target="../media/image457.png"/><Relationship Id="rId168" Type="http://schemas.openxmlformats.org/officeDocument/2006/relationships/customXml" Target="../ink/ink608.xml"/><Relationship Id="rId51" Type="http://schemas.openxmlformats.org/officeDocument/2006/relationships/image" Target="../media/image409.png"/><Relationship Id="rId72" Type="http://schemas.openxmlformats.org/officeDocument/2006/relationships/customXml" Target="../ink/ink560.xml"/><Relationship Id="rId93" Type="http://schemas.openxmlformats.org/officeDocument/2006/relationships/image" Target="../media/image430.png"/><Relationship Id="rId189" Type="http://schemas.openxmlformats.org/officeDocument/2006/relationships/image" Target="../media/image477.png"/></Relationships>
</file>

<file path=ppt/slides/_rels/slide11.xml.rels><?xml version="1.0" encoding="UTF-8" standalone="yes"?>
<Relationships xmlns="http://schemas.openxmlformats.org/package/2006/relationships"><Relationship Id="rId26" Type="http://schemas.openxmlformats.org/officeDocument/2006/relationships/customXml" Target="../ink/ink650.xml"/><Relationship Id="rId117" Type="http://schemas.openxmlformats.org/officeDocument/2006/relationships/image" Target="../media/image552.png"/><Relationship Id="rId21" Type="http://schemas.openxmlformats.org/officeDocument/2006/relationships/image" Target="../media/image504.png"/><Relationship Id="rId42" Type="http://schemas.openxmlformats.org/officeDocument/2006/relationships/customXml" Target="../ink/ink658.xml"/><Relationship Id="rId47" Type="http://schemas.openxmlformats.org/officeDocument/2006/relationships/image" Target="../media/image517.png"/><Relationship Id="rId63" Type="http://schemas.openxmlformats.org/officeDocument/2006/relationships/image" Target="../media/image525.png"/><Relationship Id="rId68" Type="http://schemas.openxmlformats.org/officeDocument/2006/relationships/customXml" Target="../ink/ink671.xml"/><Relationship Id="rId84" Type="http://schemas.openxmlformats.org/officeDocument/2006/relationships/customXml" Target="../ink/ink679.xml"/><Relationship Id="rId89" Type="http://schemas.openxmlformats.org/officeDocument/2006/relationships/image" Target="../media/image538.png"/><Relationship Id="rId112" Type="http://schemas.openxmlformats.org/officeDocument/2006/relationships/customXml" Target="../ink/ink693.xml"/><Relationship Id="rId16" Type="http://schemas.openxmlformats.org/officeDocument/2006/relationships/customXml" Target="../ink/ink645.xml"/><Relationship Id="rId107" Type="http://schemas.openxmlformats.org/officeDocument/2006/relationships/image" Target="../media/image547.png"/><Relationship Id="rId11" Type="http://schemas.openxmlformats.org/officeDocument/2006/relationships/image" Target="../media/image499.png"/><Relationship Id="rId32" Type="http://schemas.openxmlformats.org/officeDocument/2006/relationships/customXml" Target="../ink/ink653.xml"/><Relationship Id="rId37" Type="http://schemas.openxmlformats.org/officeDocument/2006/relationships/image" Target="../media/image512.png"/><Relationship Id="rId53" Type="http://schemas.openxmlformats.org/officeDocument/2006/relationships/image" Target="../media/image520.png"/><Relationship Id="rId58" Type="http://schemas.openxmlformats.org/officeDocument/2006/relationships/customXml" Target="../ink/ink666.xml"/><Relationship Id="rId74" Type="http://schemas.openxmlformats.org/officeDocument/2006/relationships/customXml" Target="../ink/ink674.xml"/><Relationship Id="rId79" Type="http://schemas.openxmlformats.org/officeDocument/2006/relationships/image" Target="../media/image533.png"/><Relationship Id="rId102" Type="http://schemas.openxmlformats.org/officeDocument/2006/relationships/customXml" Target="../ink/ink688.xml"/><Relationship Id="rId123" Type="http://schemas.openxmlformats.org/officeDocument/2006/relationships/image" Target="../media/image555.png"/><Relationship Id="rId5" Type="http://schemas.openxmlformats.org/officeDocument/2006/relationships/image" Target="../media/image496.png"/><Relationship Id="rId90" Type="http://schemas.openxmlformats.org/officeDocument/2006/relationships/customXml" Target="../ink/ink682.xml"/><Relationship Id="rId95" Type="http://schemas.openxmlformats.org/officeDocument/2006/relationships/image" Target="../media/image541.png"/><Relationship Id="rId22" Type="http://schemas.openxmlformats.org/officeDocument/2006/relationships/customXml" Target="../ink/ink648.xml"/><Relationship Id="rId27" Type="http://schemas.openxmlformats.org/officeDocument/2006/relationships/image" Target="../media/image507.png"/><Relationship Id="rId43" Type="http://schemas.openxmlformats.org/officeDocument/2006/relationships/image" Target="../media/image515.png"/><Relationship Id="rId48" Type="http://schemas.openxmlformats.org/officeDocument/2006/relationships/customXml" Target="../ink/ink661.xml"/><Relationship Id="rId64" Type="http://schemas.openxmlformats.org/officeDocument/2006/relationships/customXml" Target="../ink/ink669.xml"/><Relationship Id="rId69" Type="http://schemas.openxmlformats.org/officeDocument/2006/relationships/image" Target="../media/image528.png"/><Relationship Id="rId113" Type="http://schemas.openxmlformats.org/officeDocument/2006/relationships/image" Target="../media/image550.png"/><Relationship Id="rId118" Type="http://schemas.openxmlformats.org/officeDocument/2006/relationships/customXml" Target="../ink/ink696.xml"/><Relationship Id="rId80" Type="http://schemas.openxmlformats.org/officeDocument/2006/relationships/customXml" Target="../ink/ink677.xml"/><Relationship Id="rId85" Type="http://schemas.openxmlformats.org/officeDocument/2006/relationships/image" Target="../media/image536.png"/><Relationship Id="rId12" Type="http://schemas.openxmlformats.org/officeDocument/2006/relationships/customXml" Target="../ink/ink643.xml"/><Relationship Id="rId17" Type="http://schemas.openxmlformats.org/officeDocument/2006/relationships/image" Target="../media/image502.png"/><Relationship Id="rId33" Type="http://schemas.openxmlformats.org/officeDocument/2006/relationships/image" Target="../media/image510.png"/><Relationship Id="rId38" Type="http://schemas.openxmlformats.org/officeDocument/2006/relationships/customXml" Target="../ink/ink656.xml"/><Relationship Id="rId59" Type="http://schemas.openxmlformats.org/officeDocument/2006/relationships/image" Target="../media/image523.png"/><Relationship Id="rId103" Type="http://schemas.openxmlformats.org/officeDocument/2006/relationships/image" Target="../media/image545.png"/><Relationship Id="rId108" Type="http://schemas.openxmlformats.org/officeDocument/2006/relationships/customXml" Target="../ink/ink691.xml"/><Relationship Id="rId54" Type="http://schemas.openxmlformats.org/officeDocument/2006/relationships/customXml" Target="../ink/ink664.xml"/><Relationship Id="rId70" Type="http://schemas.openxmlformats.org/officeDocument/2006/relationships/customXml" Target="../ink/ink672.xml"/><Relationship Id="rId75" Type="http://schemas.openxmlformats.org/officeDocument/2006/relationships/image" Target="../media/image531.png"/><Relationship Id="rId91" Type="http://schemas.openxmlformats.org/officeDocument/2006/relationships/image" Target="../media/image539.png"/><Relationship Id="rId96" Type="http://schemas.openxmlformats.org/officeDocument/2006/relationships/customXml" Target="../ink/ink685.xml"/><Relationship Id="rId1" Type="http://schemas.openxmlformats.org/officeDocument/2006/relationships/slideLayout" Target="../slideLayouts/slideLayout7.xml"/><Relationship Id="rId6" Type="http://schemas.openxmlformats.org/officeDocument/2006/relationships/customXml" Target="../ink/ink640.xml"/><Relationship Id="rId23" Type="http://schemas.openxmlformats.org/officeDocument/2006/relationships/image" Target="../media/image505.png"/><Relationship Id="rId28" Type="http://schemas.openxmlformats.org/officeDocument/2006/relationships/customXml" Target="../ink/ink651.xml"/><Relationship Id="rId49" Type="http://schemas.openxmlformats.org/officeDocument/2006/relationships/image" Target="../media/image518.png"/><Relationship Id="rId114" Type="http://schemas.openxmlformats.org/officeDocument/2006/relationships/customXml" Target="../ink/ink694.xml"/><Relationship Id="rId119" Type="http://schemas.openxmlformats.org/officeDocument/2006/relationships/image" Target="../media/image553.png"/><Relationship Id="rId44" Type="http://schemas.openxmlformats.org/officeDocument/2006/relationships/customXml" Target="../ink/ink659.xml"/><Relationship Id="rId60" Type="http://schemas.openxmlformats.org/officeDocument/2006/relationships/customXml" Target="../ink/ink667.xml"/><Relationship Id="rId65" Type="http://schemas.openxmlformats.org/officeDocument/2006/relationships/image" Target="../media/image526.png"/><Relationship Id="rId81" Type="http://schemas.openxmlformats.org/officeDocument/2006/relationships/image" Target="../media/image534.png"/><Relationship Id="rId86" Type="http://schemas.openxmlformats.org/officeDocument/2006/relationships/customXml" Target="../ink/ink680.xml"/><Relationship Id="rId4" Type="http://schemas.openxmlformats.org/officeDocument/2006/relationships/customXml" Target="../ink/ink639.xml"/><Relationship Id="rId9" Type="http://schemas.openxmlformats.org/officeDocument/2006/relationships/image" Target="../media/image498.png"/><Relationship Id="rId13" Type="http://schemas.openxmlformats.org/officeDocument/2006/relationships/image" Target="../media/image500.png"/><Relationship Id="rId18" Type="http://schemas.openxmlformats.org/officeDocument/2006/relationships/customXml" Target="../ink/ink646.xml"/><Relationship Id="rId39" Type="http://schemas.openxmlformats.org/officeDocument/2006/relationships/image" Target="../media/image513.png"/><Relationship Id="rId109" Type="http://schemas.openxmlformats.org/officeDocument/2006/relationships/image" Target="../media/image548.png"/><Relationship Id="rId34" Type="http://schemas.openxmlformats.org/officeDocument/2006/relationships/customXml" Target="../ink/ink654.xml"/><Relationship Id="rId50" Type="http://schemas.openxmlformats.org/officeDocument/2006/relationships/customXml" Target="../ink/ink662.xml"/><Relationship Id="rId55" Type="http://schemas.openxmlformats.org/officeDocument/2006/relationships/image" Target="../media/image521.png"/><Relationship Id="rId76" Type="http://schemas.openxmlformats.org/officeDocument/2006/relationships/customXml" Target="../ink/ink675.xml"/><Relationship Id="rId97" Type="http://schemas.openxmlformats.org/officeDocument/2006/relationships/image" Target="../media/image542.png"/><Relationship Id="rId104" Type="http://schemas.openxmlformats.org/officeDocument/2006/relationships/customXml" Target="../ink/ink689.xml"/><Relationship Id="rId120" Type="http://schemas.openxmlformats.org/officeDocument/2006/relationships/customXml" Target="../ink/ink697.xml"/><Relationship Id="rId7" Type="http://schemas.openxmlformats.org/officeDocument/2006/relationships/image" Target="../media/image497.png"/><Relationship Id="rId71" Type="http://schemas.openxmlformats.org/officeDocument/2006/relationships/image" Target="../media/image529.png"/><Relationship Id="rId92" Type="http://schemas.openxmlformats.org/officeDocument/2006/relationships/customXml" Target="../ink/ink683.xml"/><Relationship Id="rId2" Type="http://schemas.openxmlformats.org/officeDocument/2006/relationships/customXml" Target="../ink/ink638.xml"/><Relationship Id="rId29" Type="http://schemas.openxmlformats.org/officeDocument/2006/relationships/image" Target="../media/image508.png"/><Relationship Id="rId24" Type="http://schemas.openxmlformats.org/officeDocument/2006/relationships/customXml" Target="../ink/ink649.xml"/><Relationship Id="rId40" Type="http://schemas.openxmlformats.org/officeDocument/2006/relationships/customXml" Target="../ink/ink657.xml"/><Relationship Id="rId45" Type="http://schemas.openxmlformats.org/officeDocument/2006/relationships/image" Target="../media/image516.png"/><Relationship Id="rId66" Type="http://schemas.openxmlformats.org/officeDocument/2006/relationships/customXml" Target="../ink/ink670.xml"/><Relationship Id="rId87" Type="http://schemas.openxmlformats.org/officeDocument/2006/relationships/image" Target="../media/image537.png"/><Relationship Id="rId110" Type="http://schemas.openxmlformats.org/officeDocument/2006/relationships/customXml" Target="../ink/ink692.xml"/><Relationship Id="rId115" Type="http://schemas.openxmlformats.org/officeDocument/2006/relationships/image" Target="../media/image551.png"/><Relationship Id="rId61" Type="http://schemas.openxmlformats.org/officeDocument/2006/relationships/image" Target="../media/image524.png"/><Relationship Id="rId82" Type="http://schemas.openxmlformats.org/officeDocument/2006/relationships/customXml" Target="../ink/ink678.xml"/><Relationship Id="rId19" Type="http://schemas.openxmlformats.org/officeDocument/2006/relationships/image" Target="../media/image503.png"/><Relationship Id="rId14" Type="http://schemas.openxmlformats.org/officeDocument/2006/relationships/customXml" Target="../ink/ink644.xml"/><Relationship Id="rId30" Type="http://schemas.openxmlformats.org/officeDocument/2006/relationships/customXml" Target="../ink/ink652.xml"/><Relationship Id="rId35" Type="http://schemas.openxmlformats.org/officeDocument/2006/relationships/image" Target="../media/image511.png"/><Relationship Id="rId56" Type="http://schemas.openxmlformats.org/officeDocument/2006/relationships/customXml" Target="../ink/ink665.xml"/><Relationship Id="rId77" Type="http://schemas.openxmlformats.org/officeDocument/2006/relationships/image" Target="../media/image532.png"/><Relationship Id="rId100" Type="http://schemas.openxmlformats.org/officeDocument/2006/relationships/customXml" Target="../ink/ink687.xml"/><Relationship Id="rId105" Type="http://schemas.openxmlformats.org/officeDocument/2006/relationships/image" Target="../media/image546.png"/><Relationship Id="rId8" Type="http://schemas.openxmlformats.org/officeDocument/2006/relationships/customXml" Target="../ink/ink641.xml"/><Relationship Id="rId51" Type="http://schemas.openxmlformats.org/officeDocument/2006/relationships/image" Target="../media/image519.png"/><Relationship Id="rId72" Type="http://schemas.openxmlformats.org/officeDocument/2006/relationships/customXml" Target="../ink/ink673.xml"/><Relationship Id="rId93" Type="http://schemas.openxmlformats.org/officeDocument/2006/relationships/image" Target="../media/image540.png"/><Relationship Id="rId98" Type="http://schemas.openxmlformats.org/officeDocument/2006/relationships/customXml" Target="../ink/ink686.xml"/><Relationship Id="rId121" Type="http://schemas.openxmlformats.org/officeDocument/2006/relationships/image" Target="../media/image554.png"/><Relationship Id="rId3" Type="http://schemas.openxmlformats.org/officeDocument/2006/relationships/image" Target="../media/image495.png"/><Relationship Id="rId25" Type="http://schemas.openxmlformats.org/officeDocument/2006/relationships/image" Target="../media/image506.png"/><Relationship Id="rId46" Type="http://schemas.openxmlformats.org/officeDocument/2006/relationships/customXml" Target="../ink/ink660.xml"/><Relationship Id="rId67" Type="http://schemas.openxmlformats.org/officeDocument/2006/relationships/image" Target="../media/image527.png"/><Relationship Id="rId116" Type="http://schemas.openxmlformats.org/officeDocument/2006/relationships/customXml" Target="../ink/ink695.xml"/><Relationship Id="rId20" Type="http://schemas.openxmlformats.org/officeDocument/2006/relationships/customXml" Target="../ink/ink647.xml"/><Relationship Id="rId41" Type="http://schemas.openxmlformats.org/officeDocument/2006/relationships/image" Target="../media/image514.png"/><Relationship Id="rId62" Type="http://schemas.openxmlformats.org/officeDocument/2006/relationships/customXml" Target="../ink/ink668.xml"/><Relationship Id="rId83" Type="http://schemas.openxmlformats.org/officeDocument/2006/relationships/image" Target="../media/image535.png"/><Relationship Id="rId88" Type="http://schemas.openxmlformats.org/officeDocument/2006/relationships/customXml" Target="../ink/ink681.xml"/><Relationship Id="rId111" Type="http://schemas.openxmlformats.org/officeDocument/2006/relationships/image" Target="../media/image549.png"/><Relationship Id="rId15" Type="http://schemas.openxmlformats.org/officeDocument/2006/relationships/image" Target="../media/image501.png"/><Relationship Id="rId36" Type="http://schemas.openxmlformats.org/officeDocument/2006/relationships/customXml" Target="../ink/ink655.xml"/><Relationship Id="rId57" Type="http://schemas.openxmlformats.org/officeDocument/2006/relationships/image" Target="../media/image522.png"/><Relationship Id="rId106" Type="http://schemas.openxmlformats.org/officeDocument/2006/relationships/customXml" Target="../ink/ink690.xml"/><Relationship Id="rId10" Type="http://schemas.openxmlformats.org/officeDocument/2006/relationships/customXml" Target="../ink/ink642.xml"/><Relationship Id="rId31" Type="http://schemas.openxmlformats.org/officeDocument/2006/relationships/image" Target="../media/image509.png"/><Relationship Id="rId52" Type="http://schemas.openxmlformats.org/officeDocument/2006/relationships/customXml" Target="../ink/ink663.xml"/><Relationship Id="rId73" Type="http://schemas.openxmlformats.org/officeDocument/2006/relationships/image" Target="../media/image530.png"/><Relationship Id="rId78" Type="http://schemas.openxmlformats.org/officeDocument/2006/relationships/customXml" Target="../ink/ink676.xml"/><Relationship Id="rId94" Type="http://schemas.openxmlformats.org/officeDocument/2006/relationships/customXml" Target="../ink/ink684.xml"/><Relationship Id="rId99" Type="http://schemas.openxmlformats.org/officeDocument/2006/relationships/image" Target="../media/image543.png"/><Relationship Id="rId101" Type="http://schemas.openxmlformats.org/officeDocument/2006/relationships/image" Target="../media/image544.png"/><Relationship Id="rId122" Type="http://schemas.openxmlformats.org/officeDocument/2006/relationships/customXml" Target="../ink/ink69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customXml" Target="../ink/ink701.xml"/><Relationship Id="rId13" Type="http://schemas.openxmlformats.org/officeDocument/2006/relationships/image" Target="../media/image562.png"/><Relationship Id="rId18" Type="http://schemas.openxmlformats.org/officeDocument/2006/relationships/customXml" Target="../ink/ink706.xml"/><Relationship Id="rId3" Type="http://schemas.openxmlformats.org/officeDocument/2006/relationships/image" Target="../media/image556.png"/><Relationship Id="rId21" Type="http://schemas.openxmlformats.org/officeDocument/2006/relationships/image" Target="../media/image566.png"/><Relationship Id="rId7" Type="http://schemas.openxmlformats.org/officeDocument/2006/relationships/image" Target="../media/image559.png"/><Relationship Id="rId12" Type="http://schemas.openxmlformats.org/officeDocument/2006/relationships/customXml" Target="../ink/ink703.xml"/><Relationship Id="rId17" Type="http://schemas.openxmlformats.org/officeDocument/2006/relationships/image" Target="../media/image564.png"/><Relationship Id="rId2" Type="http://schemas.openxmlformats.org/officeDocument/2006/relationships/notesSlide" Target="../notesSlides/notesSlide5.xml"/><Relationship Id="rId16" Type="http://schemas.openxmlformats.org/officeDocument/2006/relationships/customXml" Target="../ink/ink705.xml"/><Relationship Id="rId20" Type="http://schemas.openxmlformats.org/officeDocument/2006/relationships/customXml" Target="../ink/ink707.xml"/><Relationship Id="rId1" Type="http://schemas.openxmlformats.org/officeDocument/2006/relationships/slideLayout" Target="../slideLayouts/slideLayout7.xml"/><Relationship Id="rId6" Type="http://schemas.openxmlformats.org/officeDocument/2006/relationships/customXml" Target="../ink/ink700.xml"/><Relationship Id="rId11" Type="http://schemas.openxmlformats.org/officeDocument/2006/relationships/image" Target="../media/image561.png"/><Relationship Id="rId5" Type="http://schemas.openxmlformats.org/officeDocument/2006/relationships/image" Target="../media/image558.png"/><Relationship Id="rId15" Type="http://schemas.openxmlformats.org/officeDocument/2006/relationships/image" Target="../media/image563.png"/><Relationship Id="rId23" Type="http://schemas.openxmlformats.org/officeDocument/2006/relationships/image" Target="../media/image567.png"/><Relationship Id="rId10" Type="http://schemas.openxmlformats.org/officeDocument/2006/relationships/customXml" Target="../ink/ink702.xml"/><Relationship Id="rId19" Type="http://schemas.openxmlformats.org/officeDocument/2006/relationships/image" Target="../media/image565.png"/><Relationship Id="rId4" Type="http://schemas.openxmlformats.org/officeDocument/2006/relationships/customXml" Target="../ink/ink699.xml"/><Relationship Id="rId9" Type="http://schemas.openxmlformats.org/officeDocument/2006/relationships/image" Target="../media/image560.png"/><Relationship Id="rId14" Type="http://schemas.openxmlformats.org/officeDocument/2006/relationships/customXml" Target="../ink/ink704.xml"/><Relationship Id="rId22" Type="http://schemas.openxmlformats.org/officeDocument/2006/relationships/customXml" Target="../ink/ink70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6" Type="http://schemas.openxmlformats.org/officeDocument/2006/relationships/image" Target="../media/image579.png"/><Relationship Id="rId21" Type="http://schemas.openxmlformats.org/officeDocument/2006/relationships/customXml" Target="../ink/ink718.xml"/><Relationship Id="rId42" Type="http://schemas.openxmlformats.org/officeDocument/2006/relationships/image" Target="../media/image587.png"/><Relationship Id="rId47" Type="http://schemas.openxmlformats.org/officeDocument/2006/relationships/customXml" Target="../ink/ink731.xml"/><Relationship Id="rId63" Type="http://schemas.openxmlformats.org/officeDocument/2006/relationships/customXml" Target="../ink/ink739.xml"/><Relationship Id="rId68" Type="http://schemas.openxmlformats.org/officeDocument/2006/relationships/image" Target="../media/image600.png"/><Relationship Id="rId16" Type="http://schemas.openxmlformats.org/officeDocument/2006/relationships/image" Target="../media/image574.png"/><Relationship Id="rId11" Type="http://schemas.openxmlformats.org/officeDocument/2006/relationships/customXml" Target="../ink/ink713.xml"/><Relationship Id="rId24" Type="http://schemas.openxmlformats.org/officeDocument/2006/relationships/image" Target="../media/image578.png"/><Relationship Id="rId32" Type="http://schemas.openxmlformats.org/officeDocument/2006/relationships/image" Target="../media/image582.png"/><Relationship Id="rId37" Type="http://schemas.openxmlformats.org/officeDocument/2006/relationships/customXml" Target="../ink/ink726.xml"/><Relationship Id="rId40" Type="http://schemas.openxmlformats.org/officeDocument/2006/relationships/image" Target="../media/image586.png"/><Relationship Id="rId45" Type="http://schemas.openxmlformats.org/officeDocument/2006/relationships/customXml" Target="../ink/ink730.xml"/><Relationship Id="rId53" Type="http://schemas.openxmlformats.org/officeDocument/2006/relationships/customXml" Target="../ink/ink734.xml"/><Relationship Id="rId58" Type="http://schemas.openxmlformats.org/officeDocument/2006/relationships/image" Target="../media/image595.png"/><Relationship Id="rId66" Type="http://schemas.openxmlformats.org/officeDocument/2006/relationships/image" Target="../media/image599.png"/><Relationship Id="rId74" Type="http://schemas.openxmlformats.org/officeDocument/2006/relationships/image" Target="../media/image603.png"/><Relationship Id="rId5" Type="http://schemas.openxmlformats.org/officeDocument/2006/relationships/customXml" Target="../ink/ink710.xml"/><Relationship Id="rId61" Type="http://schemas.openxmlformats.org/officeDocument/2006/relationships/customXml" Target="../ink/ink738.xml"/><Relationship Id="rId19" Type="http://schemas.openxmlformats.org/officeDocument/2006/relationships/customXml" Target="../ink/ink717.xml"/><Relationship Id="rId14" Type="http://schemas.openxmlformats.org/officeDocument/2006/relationships/image" Target="../media/image573.png"/><Relationship Id="rId22" Type="http://schemas.openxmlformats.org/officeDocument/2006/relationships/image" Target="../media/image577.png"/><Relationship Id="rId27" Type="http://schemas.openxmlformats.org/officeDocument/2006/relationships/customXml" Target="../ink/ink721.xml"/><Relationship Id="rId30" Type="http://schemas.openxmlformats.org/officeDocument/2006/relationships/image" Target="../media/image581.png"/><Relationship Id="rId35" Type="http://schemas.openxmlformats.org/officeDocument/2006/relationships/customXml" Target="../ink/ink725.xml"/><Relationship Id="rId43" Type="http://schemas.openxmlformats.org/officeDocument/2006/relationships/customXml" Target="../ink/ink729.xml"/><Relationship Id="rId48" Type="http://schemas.openxmlformats.org/officeDocument/2006/relationships/image" Target="../media/image590.png"/><Relationship Id="rId56" Type="http://schemas.openxmlformats.org/officeDocument/2006/relationships/image" Target="../media/image594.png"/><Relationship Id="rId64" Type="http://schemas.openxmlformats.org/officeDocument/2006/relationships/image" Target="../media/image598.png"/><Relationship Id="rId69" Type="http://schemas.openxmlformats.org/officeDocument/2006/relationships/customXml" Target="../ink/ink742.xml"/><Relationship Id="rId77" Type="http://schemas.openxmlformats.org/officeDocument/2006/relationships/customXml" Target="../ink/ink746.xml"/><Relationship Id="rId8" Type="http://schemas.openxmlformats.org/officeDocument/2006/relationships/image" Target="../media/image570.png"/><Relationship Id="rId51" Type="http://schemas.openxmlformats.org/officeDocument/2006/relationships/customXml" Target="../ink/ink733.xml"/><Relationship Id="rId72" Type="http://schemas.openxmlformats.org/officeDocument/2006/relationships/image" Target="../media/image602.png"/><Relationship Id="rId3" Type="http://schemas.openxmlformats.org/officeDocument/2006/relationships/customXml" Target="../ink/ink709.xml"/><Relationship Id="rId12" Type="http://schemas.openxmlformats.org/officeDocument/2006/relationships/image" Target="../media/image572.png"/><Relationship Id="rId17" Type="http://schemas.openxmlformats.org/officeDocument/2006/relationships/customXml" Target="../ink/ink716.xml"/><Relationship Id="rId25" Type="http://schemas.openxmlformats.org/officeDocument/2006/relationships/customXml" Target="../ink/ink720.xml"/><Relationship Id="rId33" Type="http://schemas.openxmlformats.org/officeDocument/2006/relationships/customXml" Target="../ink/ink724.xml"/><Relationship Id="rId38" Type="http://schemas.openxmlformats.org/officeDocument/2006/relationships/image" Target="../media/image585.png"/><Relationship Id="rId46" Type="http://schemas.openxmlformats.org/officeDocument/2006/relationships/image" Target="../media/image589.png"/><Relationship Id="rId59" Type="http://schemas.openxmlformats.org/officeDocument/2006/relationships/customXml" Target="../ink/ink737.xml"/><Relationship Id="rId67" Type="http://schemas.openxmlformats.org/officeDocument/2006/relationships/customXml" Target="../ink/ink741.xml"/><Relationship Id="rId20" Type="http://schemas.openxmlformats.org/officeDocument/2006/relationships/image" Target="../media/image576.png"/><Relationship Id="rId41" Type="http://schemas.openxmlformats.org/officeDocument/2006/relationships/customXml" Target="../ink/ink728.xml"/><Relationship Id="rId54" Type="http://schemas.openxmlformats.org/officeDocument/2006/relationships/image" Target="../media/image593.png"/><Relationship Id="rId62" Type="http://schemas.openxmlformats.org/officeDocument/2006/relationships/image" Target="../media/image597.png"/><Relationship Id="rId70" Type="http://schemas.openxmlformats.org/officeDocument/2006/relationships/image" Target="../media/image601.png"/><Relationship Id="rId75" Type="http://schemas.openxmlformats.org/officeDocument/2006/relationships/customXml" Target="../ink/ink745.xml"/><Relationship Id="rId1" Type="http://schemas.openxmlformats.org/officeDocument/2006/relationships/slideLayout" Target="../slideLayouts/slideLayout7.xml"/><Relationship Id="rId6" Type="http://schemas.openxmlformats.org/officeDocument/2006/relationships/image" Target="../media/image569.png"/><Relationship Id="rId15" Type="http://schemas.openxmlformats.org/officeDocument/2006/relationships/customXml" Target="../ink/ink715.xml"/><Relationship Id="rId23" Type="http://schemas.openxmlformats.org/officeDocument/2006/relationships/customXml" Target="../ink/ink719.xml"/><Relationship Id="rId28" Type="http://schemas.openxmlformats.org/officeDocument/2006/relationships/image" Target="../media/image580.png"/><Relationship Id="rId36" Type="http://schemas.openxmlformats.org/officeDocument/2006/relationships/image" Target="../media/image584.png"/><Relationship Id="rId49" Type="http://schemas.openxmlformats.org/officeDocument/2006/relationships/customXml" Target="../ink/ink732.xml"/><Relationship Id="rId57" Type="http://schemas.openxmlformats.org/officeDocument/2006/relationships/customXml" Target="../ink/ink736.xml"/><Relationship Id="rId10" Type="http://schemas.openxmlformats.org/officeDocument/2006/relationships/image" Target="../media/image571.png"/><Relationship Id="rId31" Type="http://schemas.openxmlformats.org/officeDocument/2006/relationships/customXml" Target="../ink/ink723.xml"/><Relationship Id="rId44" Type="http://schemas.openxmlformats.org/officeDocument/2006/relationships/image" Target="../media/image588.png"/><Relationship Id="rId52" Type="http://schemas.openxmlformats.org/officeDocument/2006/relationships/image" Target="../media/image592.png"/><Relationship Id="rId60" Type="http://schemas.openxmlformats.org/officeDocument/2006/relationships/image" Target="../media/image596.png"/><Relationship Id="rId65" Type="http://schemas.openxmlformats.org/officeDocument/2006/relationships/customXml" Target="../ink/ink740.xml"/><Relationship Id="rId73" Type="http://schemas.openxmlformats.org/officeDocument/2006/relationships/customXml" Target="../ink/ink744.xml"/><Relationship Id="rId78" Type="http://schemas.openxmlformats.org/officeDocument/2006/relationships/image" Target="../media/image605.png"/><Relationship Id="rId4" Type="http://schemas.openxmlformats.org/officeDocument/2006/relationships/image" Target="../media/image568.png"/><Relationship Id="rId9" Type="http://schemas.openxmlformats.org/officeDocument/2006/relationships/customXml" Target="../ink/ink712.xml"/><Relationship Id="rId13" Type="http://schemas.openxmlformats.org/officeDocument/2006/relationships/customXml" Target="../ink/ink714.xml"/><Relationship Id="rId18" Type="http://schemas.openxmlformats.org/officeDocument/2006/relationships/image" Target="../media/image575.png"/><Relationship Id="rId39" Type="http://schemas.openxmlformats.org/officeDocument/2006/relationships/customXml" Target="../ink/ink727.xml"/><Relationship Id="rId34" Type="http://schemas.openxmlformats.org/officeDocument/2006/relationships/image" Target="../media/image583.png"/><Relationship Id="rId50" Type="http://schemas.openxmlformats.org/officeDocument/2006/relationships/image" Target="../media/image591.png"/><Relationship Id="rId55" Type="http://schemas.openxmlformats.org/officeDocument/2006/relationships/customXml" Target="../ink/ink735.xml"/><Relationship Id="rId76" Type="http://schemas.openxmlformats.org/officeDocument/2006/relationships/image" Target="../media/image604.png"/><Relationship Id="rId7" Type="http://schemas.openxmlformats.org/officeDocument/2006/relationships/customXml" Target="../ink/ink711.xml"/><Relationship Id="rId71" Type="http://schemas.openxmlformats.org/officeDocument/2006/relationships/customXml" Target="../ink/ink743.xml"/><Relationship Id="rId2" Type="http://schemas.openxmlformats.org/officeDocument/2006/relationships/notesSlide" Target="../notesSlides/notesSlide7.xml"/><Relationship Id="rId29" Type="http://schemas.openxmlformats.org/officeDocument/2006/relationships/customXml" Target="../ink/ink722.xml"/></Relationships>
</file>

<file path=ppt/slides/_rels/slide24.xml.rels><?xml version="1.0" encoding="UTF-8" standalone="yes"?>
<Relationships xmlns="http://schemas.openxmlformats.org/package/2006/relationships"><Relationship Id="rId13" Type="http://schemas.openxmlformats.org/officeDocument/2006/relationships/image" Target="../media/image611.png"/><Relationship Id="rId18" Type="http://schemas.openxmlformats.org/officeDocument/2006/relationships/customXml" Target="../ink/ink755.xml"/><Relationship Id="rId26" Type="http://schemas.openxmlformats.org/officeDocument/2006/relationships/customXml" Target="../ink/ink759.xml"/><Relationship Id="rId39" Type="http://schemas.openxmlformats.org/officeDocument/2006/relationships/image" Target="../media/image624.png"/><Relationship Id="rId21" Type="http://schemas.openxmlformats.org/officeDocument/2006/relationships/image" Target="../media/image615.png"/><Relationship Id="rId34" Type="http://schemas.openxmlformats.org/officeDocument/2006/relationships/customXml" Target="../ink/ink763.xml"/><Relationship Id="rId42" Type="http://schemas.openxmlformats.org/officeDocument/2006/relationships/customXml" Target="../ink/ink767.xml"/><Relationship Id="rId47" Type="http://schemas.openxmlformats.org/officeDocument/2006/relationships/image" Target="../media/image628.png"/><Relationship Id="rId50" Type="http://schemas.openxmlformats.org/officeDocument/2006/relationships/customXml" Target="../ink/ink771.xml"/><Relationship Id="rId7" Type="http://schemas.openxmlformats.org/officeDocument/2006/relationships/image" Target="../media/image608.png"/><Relationship Id="rId2" Type="http://schemas.openxmlformats.org/officeDocument/2006/relationships/customXml" Target="../ink/ink747.xml"/><Relationship Id="rId16" Type="http://schemas.openxmlformats.org/officeDocument/2006/relationships/customXml" Target="../ink/ink754.xml"/><Relationship Id="rId29" Type="http://schemas.openxmlformats.org/officeDocument/2006/relationships/image" Target="../media/image619.png"/><Relationship Id="rId11" Type="http://schemas.openxmlformats.org/officeDocument/2006/relationships/image" Target="../media/image610.png"/><Relationship Id="rId24" Type="http://schemas.openxmlformats.org/officeDocument/2006/relationships/customXml" Target="../ink/ink758.xml"/><Relationship Id="rId32" Type="http://schemas.openxmlformats.org/officeDocument/2006/relationships/customXml" Target="../ink/ink762.xml"/><Relationship Id="rId37" Type="http://schemas.openxmlformats.org/officeDocument/2006/relationships/image" Target="../media/image623.png"/><Relationship Id="rId40" Type="http://schemas.openxmlformats.org/officeDocument/2006/relationships/customXml" Target="../ink/ink766.xml"/><Relationship Id="rId45" Type="http://schemas.openxmlformats.org/officeDocument/2006/relationships/image" Target="../media/image627.png"/><Relationship Id="rId5" Type="http://schemas.openxmlformats.org/officeDocument/2006/relationships/image" Target="../media/image607.png"/><Relationship Id="rId15" Type="http://schemas.openxmlformats.org/officeDocument/2006/relationships/image" Target="../media/image612.png"/><Relationship Id="rId23" Type="http://schemas.openxmlformats.org/officeDocument/2006/relationships/image" Target="../media/image616.png"/><Relationship Id="rId28" Type="http://schemas.openxmlformats.org/officeDocument/2006/relationships/customXml" Target="../ink/ink760.xml"/><Relationship Id="rId36" Type="http://schemas.openxmlformats.org/officeDocument/2006/relationships/customXml" Target="../ink/ink764.xml"/><Relationship Id="rId49" Type="http://schemas.openxmlformats.org/officeDocument/2006/relationships/image" Target="../media/image629.png"/><Relationship Id="rId10" Type="http://schemas.openxmlformats.org/officeDocument/2006/relationships/customXml" Target="../ink/ink751.xml"/><Relationship Id="rId19" Type="http://schemas.openxmlformats.org/officeDocument/2006/relationships/image" Target="../media/image614.png"/><Relationship Id="rId31" Type="http://schemas.openxmlformats.org/officeDocument/2006/relationships/image" Target="../media/image620.png"/><Relationship Id="rId44" Type="http://schemas.openxmlformats.org/officeDocument/2006/relationships/customXml" Target="../ink/ink768.xml"/><Relationship Id="rId4" Type="http://schemas.openxmlformats.org/officeDocument/2006/relationships/customXml" Target="../ink/ink748.xml"/><Relationship Id="rId9" Type="http://schemas.openxmlformats.org/officeDocument/2006/relationships/image" Target="../media/image609.png"/><Relationship Id="rId14" Type="http://schemas.openxmlformats.org/officeDocument/2006/relationships/customXml" Target="../ink/ink753.xml"/><Relationship Id="rId22" Type="http://schemas.openxmlformats.org/officeDocument/2006/relationships/customXml" Target="../ink/ink757.xml"/><Relationship Id="rId27" Type="http://schemas.openxmlformats.org/officeDocument/2006/relationships/image" Target="../media/image618.png"/><Relationship Id="rId30" Type="http://schemas.openxmlformats.org/officeDocument/2006/relationships/customXml" Target="../ink/ink761.xml"/><Relationship Id="rId35" Type="http://schemas.openxmlformats.org/officeDocument/2006/relationships/image" Target="../media/image622.png"/><Relationship Id="rId43" Type="http://schemas.openxmlformats.org/officeDocument/2006/relationships/image" Target="../media/image626.png"/><Relationship Id="rId48" Type="http://schemas.openxmlformats.org/officeDocument/2006/relationships/customXml" Target="../ink/ink770.xml"/><Relationship Id="rId8" Type="http://schemas.openxmlformats.org/officeDocument/2006/relationships/customXml" Target="../ink/ink750.xml"/><Relationship Id="rId51" Type="http://schemas.openxmlformats.org/officeDocument/2006/relationships/image" Target="../media/image630.png"/><Relationship Id="rId3" Type="http://schemas.openxmlformats.org/officeDocument/2006/relationships/image" Target="../media/image606.png"/><Relationship Id="rId12" Type="http://schemas.openxmlformats.org/officeDocument/2006/relationships/customXml" Target="../ink/ink752.xml"/><Relationship Id="rId17" Type="http://schemas.openxmlformats.org/officeDocument/2006/relationships/image" Target="../media/image613.png"/><Relationship Id="rId25" Type="http://schemas.openxmlformats.org/officeDocument/2006/relationships/image" Target="../media/image617.png"/><Relationship Id="rId33" Type="http://schemas.openxmlformats.org/officeDocument/2006/relationships/image" Target="../media/image621.png"/><Relationship Id="rId38" Type="http://schemas.openxmlformats.org/officeDocument/2006/relationships/customXml" Target="../ink/ink765.xml"/><Relationship Id="rId46" Type="http://schemas.openxmlformats.org/officeDocument/2006/relationships/customXml" Target="../ink/ink769.xml"/><Relationship Id="rId20" Type="http://schemas.openxmlformats.org/officeDocument/2006/relationships/customXml" Target="../ink/ink756.xml"/><Relationship Id="rId41" Type="http://schemas.openxmlformats.org/officeDocument/2006/relationships/image" Target="../media/image625.png"/><Relationship Id="rId1" Type="http://schemas.openxmlformats.org/officeDocument/2006/relationships/slideLayout" Target="../slideLayouts/slideLayout7.xml"/><Relationship Id="rId6" Type="http://schemas.openxmlformats.org/officeDocument/2006/relationships/customXml" Target="../ink/ink74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17" Type="http://schemas.openxmlformats.org/officeDocument/2006/relationships/image" Target="../media/image688.png"/><Relationship Id="rId299" Type="http://schemas.openxmlformats.org/officeDocument/2006/relationships/image" Target="../media/image779.png"/><Relationship Id="rId21" Type="http://schemas.openxmlformats.org/officeDocument/2006/relationships/image" Target="../media/image640.png"/><Relationship Id="rId63" Type="http://schemas.openxmlformats.org/officeDocument/2006/relationships/image" Target="../media/image661.png"/><Relationship Id="rId159" Type="http://schemas.openxmlformats.org/officeDocument/2006/relationships/image" Target="../media/image709.png"/><Relationship Id="rId324" Type="http://schemas.openxmlformats.org/officeDocument/2006/relationships/customXml" Target="../ink/ink932.xml"/><Relationship Id="rId366" Type="http://schemas.openxmlformats.org/officeDocument/2006/relationships/customXml" Target="../ink/ink953.xml"/><Relationship Id="rId170" Type="http://schemas.openxmlformats.org/officeDocument/2006/relationships/customXml" Target="../ink/ink855.xml"/><Relationship Id="rId226" Type="http://schemas.openxmlformats.org/officeDocument/2006/relationships/customXml" Target="../ink/ink883.xml"/><Relationship Id="rId268" Type="http://schemas.openxmlformats.org/officeDocument/2006/relationships/customXml" Target="../ink/ink904.xml"/><Relationship Id="rId32" Type="http://schemas.openxmlformats.org/officeDocument/2006/relationships/customXml" Target="../ink/ink786.xml"/><Relationship Id="rId74" Type="http://schemas.openxmlformats.org/officeDocument/2006/relationships/customXml" Target="../ink/ink807.xml"/><Relationship Id="rId128" Type="http://schemas.openxmlformats.org/officeDocument/2006/relationships/customXml" Target="../ink/ink834.xml"/><Relationship Id="rId335" Type="http://schemas.openxmlformats.org/officeDocument/2006/relationships/image" Target="../media/image797.png"/><Relationship Id="rId377" Type="http://schemas.openxmlformats.org/officeDocument/2006/relationships/image" Target="../media/image818.png"/><Relationship Id="rId5" Type="http://schemas.openxmlformats.org/officeDocument/2006/relationships/image" Target="../media/image632.png"/><Relationship Id="rId181" Type="http://schemas.openxmlformats.org/officeDocument/2006/relationships/image" Target="../media/image720.png"/><Relationship Id="rId237" Type="http://schemas.openxmlformats.org/officeDocument/2006/relationships/image" Target="../media/image748.png"/><Relationship Id="rId279" Type="http://schemas.openxmlformats.org/officeDocument/2006/relationships/image" Target="../media/image769.png"/><Relationship Id="rId43" Type="http://schemas.openxmlformats.org/officeDocument/2006/relationships/image" Target="../media/image651.png"/><Relationship Id="rId139" Type="http://schemas.openxmlformats.org/officeDocument/2006/relationships/image" Target="../media/image699.png"/><Relationship Id="rId290" Type="http://schemas.openxmlformats.org/officeDocument/2006/relationships/customXml" Target="../ink/ink915.xml"/><Relationship Id="rId304" Type="http://schemas.openxmlformats.org/officeDocument/2006/relationships/customXml" Target="../ink/ink922.xml"/><Relationship Id="rId346" Type="http://schemas.openxmlformats.org/officeDocument/2006/relationships/customXml" Target="../ink/ink943.xml"/><Relationship Id="rId85" Type="http://schemas.openxmlformats.org/officeDocument/2006/relationships/image" Target="../media/image672.png"/><Relationship Id="rId150" Type="http://schemas.openxmlformats.org/officeDocument/2006/relationships/customXml" Target="../ink/ink845.xml"/><Relationship Id="rId192" Type="http://schemas.openxmlformats.org/officeDocument/2006/relationships/customXml" Target="../ink/ink866.xml"/><Relationship Id="rId206" Type="http://schemas.openxmlformats.org/officeDocument/2006/relationships/customXml" Target="../ink/ink873.xml"/><Relationship Id="rId248" Type="http://schemas.openxmlformats.org/officeDocument/2006/relationships/customXml" Target="../ink/ink894.xml"/><Relationship Id="rId12" Type="http://schemas.openxmlformats.org/officeDocument/2006/relationships/customXml" Target="../ink/ink776.xml"/><Relationship Id="rId108" Type="http://schemas.openxmlformats.org/officeDocument/2006/relationships/customXml" Target="../ink/ink824.xml"/><Relationship Id="rId315" Type="http://schemas.openxmlformats.org/officeDocument/2006/relationships/image" Target="../media/image787.png"/><Relationship Id="rId357" Type="http://schemas.openxmlformats.org/officeDocument/2006/relationships/image" Target="../media/image808.png"/><Relationship Id="rId54" Type="http://schemas.openxmlformats.org/officeDocument/2006/relationships/customXml" Target="../ink/ink797.xml"/><Relationship Id="rId96" Type="http://schemas.openxmlformats.org/officeDocument/2006/relationships/customXml" Target="../ink/ink818.xml"/><Relationship Id="rId161" Type="http://schemas.openxmlformats.org/officeDocument/2006/relationships/image" Target="../media/image710.png"/><Relationship Id="rId217" Type="http://schemas.openxmlformats.org/officeDocument/2006/relationships/image" Target="../media/image738.png"/><Relationship Id="rId259" Type="http://schemas.openxmlformats.org/officeDocument/2006/relationships/image" Target="../media/image759.png"/><Relationship Id="rId23" Type="http://schemas.openxmlformats.org/officeDocument/2006/relationships/image" Target="../media/image641.png"/><Relationship Id="rId119" Type="http://schemas.openxmlformats.org/officeDocument/2006/relationships/image" Target="../media/image689.png"/><Relationship Id="rId270" Type="http://schemas.openxmlformats.org/officeDocument/2006/relationships/customXml" Target="../ink/ink905.xml"/><Relationship Id="rId326" Type="http://schemas.openxmlformats.org/officeDocument/2006/relationships/customXml" Target="../ink/ink933.xml"/><Relationship Id="rId65" Type="http://schemas.openxmlformats.org/officeDocument/2006/relationships/image" Target="../media/image662.png"/><Relationship Id="rId130" Type="http://schemas.openxmlformats.org/officeDocument/2006/relationships/customXml" Target="../ink/ink835.xml"/><Relationship Id="rId368" Type="http://schemas.openxmlformats.org/officeDocument/2006/relationships/customXml" Target="../ink/ink954.xml"/><Relationship Id="rId172" Type="http://schemas.openxmlformats.org/officeDocument/2006/relationships/customXml" Target="../ink/ink856.xml"/><Relationship Id="rId228" Type="http://schemas.openxmlformats.org/officeDocument/2006/relationships/customXml" Target="../ink/ink884.xml"/><Relationship Id="rId281" Type="http://schemas.openxmlformats.org/officeDocument/2006/relationships/image" Target="../media/image770.png"/><Relationship Id="rId337" Type="http://schemas.openxmlformats.org/officeDocument/2006/relationships/image" Target="../media/image798.png"/><Relationship Id="rId34" Type="http://schemas.openxmlformats.org/officeDocument/2006/relationships/customXml" Target="../ink/ink787.xml"/><Relationship Id="rId76" Type="http://schemas.openxmlformats.org/officeDocument/2006/relationships/customXml" Target="../ink/ink808.xml"/><Relationship Id="rId141" Type="http://schemas.openxmlformats.org/officeDocument/2006/relationships/image" Target="../media/image700.png"/><Relationship Id="rId7" Type="http://schemas.openxmlformats.org/officeDocument/2006/relationships/image" Target="../media/image633.png"/><Relationship Id="rId183" Type="http://schemas.openxmlformats.org/officeDocument/2006/relationships/image" Target="../media/image721.png"/><Relationship Id="rId239" Type="http://schemas.openxmlformats.org/officeDocument/2006/relationships/image" Target="../media/image749.png"/><Relationship Id="rId250" Type="http://schemas.openxmlformats.org/officeDocument/2006/relationships/customXml" Target="../ink/ink895.xml"/><Relationship Id="rId292" Type="http://schemas.openxmlformats.org/officeDocument/2006/relationships/customXml" Target="../ink/ink916.xml"/><Relationship Id="rId306" Type="http://schemas.openxmlformats.org/officeDocument/2006/relationships/customXml" Target="../ink/ink923.xml"/><Relationship Id="rId45" Type="http://schemas.openxmlformats.org/officeDocument/2006/relationships/image" Target="../media/image652.png"/><Relationship Id="rId87" Type="http://schemas.openxmlformats.org/officeDocument/2006/relationships/image" Target="../media/image673.png"/><Relationship Id="rId110" Type="http://schemas.openxmlformats.org/officeDocument/2006/relationships/customXml" Target="../ink/ink825.xml"/><Relationship Id="rId348" Type="http://schemas.openxmlformats.org/officeDocument/2006/relationships/customXml" Target="../ink/ink944.xml"/><Relationship Id="rId152" Type="http://schemas.openxmlformats.org/officeDocument/2006/relationships/customXml" Target="../ink/ink846.xml"/><Relationship Id="rId194" Type="http://schemas.openxmlformats.org/officeDocument/2006/relationships/customXml" Target="../ink/ink867.xml"/><Relationship Id="rId208" Type="http://schemas.openxmlformats.org/officeDocument/2006/relationships/customXml" Target="../ink/ink874.xml"/><Relationship Id="rId261" Type="http://schemas.openxmlformats.org/officeDocument/2006/relationships/image" Target="../media/image760.png"/><Relationship Id="rId14" Type="http://schemas.openxmlformats.org/officeDocument/2006/relationships/customXml" Target="../ink/ink777.xml"/><Relationship Id="rId56" Type="http://schemas.openxmlformats.org/officeDocument/2006/relationships/customXml" Target="../ink/ink798.xml"/><Relationship Id="rId317" Type="http://schemas.openxmlformats.org/officeDocument/2006/relationships/image" Target="../media/image788.png"/><Relationship Id="rId359" Type="http://schemas.openxmlformats.org/officeDocument/2006/relationships/image" Target="../media/image809.png"/><Relationship Id="rId98" Type="http://schemas.openxmlformats.org/officeDocument/2006/relationships/customXml" Target="../ink/ink819.xml"/><Relationship Id="rId121" Type="http://schemas.openxmlformats.org/officeDocument/2006/relationships/image" Target="../media/image690.png"/><Relationship Id="rId163" Type="http://schemas.openxmlformats.org/officeDocument/2006/relationships/image" Target="../media/image711.png"/><Relationship Id="rId219" Type="http://schemas.openxmlformats.org/officeDocument/2006/relationships/image" Target="../media/image739.png"/><Relationship Id="rId370" Type="http://schemas.openxmlformats.org/officeDocument/2006/relationships/customXml" Target="../ink/ink955.xml"/><Relationship Id="rId230" Type="http://schemas.openxmlformats.org/officeDocument/2006/relationships/customXml" Target="../ink/ink885.xml"/><Relationship Id="rId25" Type="http://schemas.openxmlformats.org/officeDocument/2006/relationships/image" Target="../media/image642.png"/><Relationship Id="rId67" Type="http://schemas.openxmlformats.org/officeDocument/2006/relationships/image" Target="../media/image663.png"/><Relationship Id="rId272" Type="http://schemas.openxmlformats.org/officeDocument/2006/relationships/customXml" Target="../ink/ink906.xml"/><Relationship Id="rId328" Type="http://schemas.openxmlformats.org/officeDocument/2006/relationships/customXml" Target="../ink/ink934.xml"/><Relationship Id="rId132" Type="http://schemas.openxmlformats.org/officeDocument/2006/relationships/customXml" Target="../ink/ink836.xml"/><Relationship Id="rId174" Type="http://schemas.openxmlformats.org/officeDocument/2006/relationships/customXml" Target="../ink/ink857.xml"/><Relationship Id="rId241" Type="http://schemas.openxmlformats.org/officeDocument/2006/relationships/image" Target="../media/image750.png"/><Relationship Id="rId36" Type="http://schemas.openxmlformats.org/officeDocument/2006/relationships/customXml" Target="../ink/ink788.xml"/><Relationship Id="rId283" Type="http://schemas.openxmlformats.org/officeDocument/2006/relationships/image" Target="../media/image771.png"/><Relationship Id="rId339" Type="http://schemas.openxmlformats.org/officeDocument/2006/relationships/image" Target="../media/image799.png"/><Relationship Id="rId78" Type="http://schemas.openxmlformats.org/officeDocument/2006/relationships/customXml" Target="../ink/ink809.xml"/><Relationship Id="rId101" Type="http://schemas.openxmlformats.org/officeDocument/2006/relationships/image" Target="../media/image680.png"/><Relationship Id="rId143" Type="http://schemas.openxmlformats.org/officeDocument/2006/relationships/image" Target="../media/image701.png"/><Relationship Id="rId185" Type="http://schemas.openxmlformats.org/officeDocument/2006/relationships/image" Target="../media/image722.png"/><Relationship Id="rId350" Type="http://schemas.openxmlformats.org/officeDocument/2006/relationships/customXml" Target="../ink/ink945.xml"/><Relationship Id="rId9" Type="http://schemas.openxmlformats.org/officeDocument/2006/relationships/image" Target="../media/image634.png"/><Relationship Id="rId210" Type="http://schemas.openxmlformats.org/officeDocument/2006/relationships/customXml" Target="../ink/ink875.xml"/><Relationship Id="rId26" Type="http://schemas.openxmlformats.org/officeDocument/2006/relationships/customXml" Target="../ink/ink783.xml"/><Relationship Id="rId231" Type="http://schemas.openxmlformats.org/officeDocument/2006/relationships/image" Target="../media/image745.png"/><Relationship Id="rId252" Type="http://schemas.openxmlformats.org/officeDocument/2006/relationships/customXml" Target="../ink/ink896.xml"/><Relationship Id="rId273" Type="http://schemas.openxmlformats.org/officeDocument/2006/relationships/image" Target="../media/image766.png"/><Relationship Id="rId294" Type="http://schemas.openxmlformats.org/officeDocument/2006/relationships/customXml" Target="../ink/ink917.xml"/><Relationship Id="rId308" Type="http://schemas.openxmlformats.org/officeDocument/2006/relationships/customXml" Target="../ink/ink924.xml"/><Relationship Id="rId329" Type="http://schemas.openxmlformats.org/officeDocument/2006/relationships/image" Target="../media/image794.png"/><Relationship Id="rId47" Type="http://schemas.openxmlformats.org/officeDocument/2006/relationships/image" Target="../media/image653.png"/><Relationship Id="rId68" Type="http://schemas.openxmlformats.org/officeDocument/2006/relationships/customXml" Target="../ink/ink804.xml"/><Relationship Id="rId89" Type="http://schemas.openxmlformats.org/officeDocument/2006/relationships/image" Target="../media/image674.png"/><Relationship Id="rId112" Type="http://schemas.openxmlformats.org/officeDocument/2006/relationships/customXml" Target="../ink/ink826.xml"/><Relationship Id="rId133" Type="http://schemas.openxmlformats.org/officeDocument/2006/relationships/image" Target="../media/image696.png"/><Relationship Id="rId154" Type="http://schemas.openxmlformats.org/officeDocument/2006/relationships/customXml" Target="../ink/ink847.xml"/><Relationship Id="rId175" Type="http://schemas.openxmlformats.org/officeDocument/2006/relationships/image" Target="../media/image717.png"/><Relationship Id="rId340" Type="http://schemas.openxmlformats.org/officeDocument/2006/relationships/customXml" Target="../ink/ink940.xml"/><Relationship Id="rId361" Type="http://schemas.openxmlformats.org/officeDocument/2006/relationships/image" Target="../media/image810.png"/><Relationship Id="rId196" Type="http://schemas.openxmlformats.org/officeDocument/2006/relationships/customXml" Target="../ink/ink868.xml"/><Relationship Id="rId200" Type="http://schemas.openxmlformats.org/officeDocument/2006/relationships/customXml" Target="../ink/ink870.xml"/><Relationship Id="rId16" Type="http://schemas.openxmlformats.org/officeDocument/2006/relationships/customXml" Target="../ink/ink778.xml"/><Relationship Id="rId221" Type="http://schemas.openxmlformats.org/officeDocument/2006/relationships/image" Target="../media/image740.png"/><Relationship Id="rId242" Type="http://schemas.openxmlformats.org/officeDocument/2006/relationships/customXml" Target="../ink/ink891.xml"/><Relationship Id="rId263" Type="http://schemas.openxmlformats.org/officeDocument/2006/relationships/image" Target="../media/image761.png"/><Relationship Id="rId284" Type="http://schemas.openxmlformats.org/officeDocument/2006/relationships/customXml" Target="../ink/ink912.xml"/><Relationship Id="rId319" Type="http://schemas.openxmlformats.org/officeDocument/2006/relationships/image" Target="../media/image789.png"/><Relationship Id="rId37" Type="http://schemas.openxmlformats.org/officeDocument/2006/relationships/image" Target="../media/image648.png"/><Relationship Id="rId58" Type="http://schemas.openxmlformats.org/officeDocument/2006/relationships/customXml" Target="../ink/ink799.xml"/><Relationship Id="rId79" Type="http://schemas.openxmlformats.org/officeDocument/2006/relationships/image" Target="../media/image669.png"/><Relationship Id="rId102" Type="http://schemas.openxmlformats.org/officeDocument/2006/relationships/customXml" Target="../ink/ink821.xml"/><Relationship Id="rId123" Type="http://schemas.openxmlformats.org/officeDocument/2006/relationships/image" Target="../media/image691.png"/><Relationship Id="rId144" Type="http://schemas.openxmlformats.org/officeDocument/2006/relationships/customXml" Target="../ink/ink842.xml"/><Relationship Id="rId330" Type="http://schemas.openxmlformats.org/officeDocument/2006/relationships/customXml" Target="../ink/ink935.xml"/><Relationship Id="rId90" Type="http://schemas.openxmlformats.org/officeDocument/2006/relationships/customXml" Target="../ink/ink815.xml"/><Relationship Id="rId165" Type="http://schemas.openxmlformats.org/officeDocument/2006/relationships/image" Target="../media/image712.png"/><Relationship Id="rId186" Type="http://schemas.openxmlformats.org/officeDocument/2006/relationships/customXml" Target="../ink/ink863.xml"/><Relationship Id="rId351" Type="http://schemas.openxmlformats.org/officeDocument/2006/relationships/image" Target="../media/image805.png"/><Relationship Id="rId372" Type="http://schemas.openxmlformats.org/officeDocument/2006/relationships/customXml" Target="../ink/ink956.xml"/><Relationship Id="rId211" Type="http://schemas.openxmlformats.org/officeDocument/2006/relationships/image" Target="../media/image735.png"/><Relationship Id="rId232" Type="http://schemas.openxmlformats.org/officeDocument/2006/relationships/customXml" Target="../ink/ink886.xml"/><Relationship Id="rId253" Type="http://schemas.openxmlformats.org/officeDocument/2006/relationships/image" Target="../media/image756.png"/><Relationship Id="rId274" Type="http://schemas.openxmlformats.org/officeDocument/2006/relationships/customXml" Target="../ink/ink907.xml"/><Relationship Id="rId295" Type="http://schemas.openxmlformats.org/officeDocument/2006/relationships/image" Target="../media/image777.png"/><Relationship Id="rId309" Type="http://schemas.openxmlformats.org/officeDocument/2006/relationships/image" Target="../media/image784.png"/><Relationship Id="rId27" Type="http://schemas.openxmlformats.org/officeDocument/2006/relationships/image" Target="../media/image643.png"/><Relationship Id="rId48" Type="http://schemas.openxmlformats.org/officeDocument/2006/relationships/customXml" Target="../ink/ink794.xml"/><Relationship Id="rId69" Type="http://schemas.openxmlformats.org/officeDocument/2006/relationships/image" Target="../media/image664.png"/><Relationship Id="rId113" Type="http://schemas.openxmlformats.org/officeDocument/2006/relationships/image" Target="../media/image686.png"/><Relationship Id="rId134" Type="http://schemas.openxmlformats.org/officeDocument/2006/relationships/customXml" Target="../ink/ink837.xml"/><Relationship Id="rId320" Type="http://schemas.openxmlformats.org/officeDocument/2006/relationships/customXml" Target="../ink/ink930.xml"/><Relationship Id="rId80" Type="http://schemas.openxmlformats.org/officeDocument/2006/relationships/customXml" Target="../ink/ink810.xml"/><Relationship Id="rId155" Type="http://schemas.openxmlformats.org/officeDocument/2006/relationships/image" Target="../media/image707.png"/><Relationship Id="rId176" Type="http://schemas.openxmlformats.org/officeDocument/2006/relationships/customXml" Target="../ink/ink858.xml"/><Relationship Id="rId197" Type="http://schemas.openxmlformats.org/officeDocument/2006/relationships/image" Target="../media/image728.png"/><Relationship Id="rId341" Type="http://schemas.openxmlformats.org/officeDocument/2006/relationships/image" Target="../media/image800.png"/><Relationship Id="rId362" Type="http://schemas.openxmlformats.org/officeDocument/2006/relationships/customXml" Target="../ink/ink951.xml"/><Relationship Id="rId201" Type="http://schemas.openxmlformats.org/officeDocument/2006/relationships/image" Target="../media/image730.png"/><Relationship Id="rId222" Type="http://schemas.openxmlformats.org/officeDocument/2006/relationships/customXml" Target="../ink/ink881.xml"/><Relationship Id="rId243" Type="http://schemas.openxmlformats.org/officeDocument/2006/relationships/image" Target="../media/image751.png"/><Relationship Id="rId264" Type="http://schemas.openxmlformats.org/officeDocument/2006/relationships/customXml" Target="../ink/ink902.xml"/><Relationship Id="rId285" Type="http://schemas.openxmlformats.org/officeDocument/2006/relationships/image" Target="../media/image772.png"/><Relationship Id="rId17" Type="http://schemas.openxmlformats.org/officeDocument/2006/relationships/image" Target="../media/image638.png"/><Relationship Id="rId38" Type="http://schemas.openxmlformats.org/officeDocument/2006/relationships/customXml" Target="../ink/ink789.xml"/><Relationship Id="rId59" Type="http://schemas.openxmlformats.org/officeDocument/2006/relationships/image" Target="../media/image659.png"/><Relationship Id="rId103" Type="http://schemas.openxmlformats.org/officeDocument/2006/relationships/image" Target="../media/image681.png"/><Relationship Id="rId124" Type="http://schemas.openxmlformats.org/officeDocument/2006/relationships/customXml" Target="../ink/ink832.xml"/><Relationship Id="rId310" Type="http://schemas.openxmlformats.org/officeDocument/2006/relationships/customXml" Target="../ink/ink925.xml"/><Relationship Id="rId70" Type="http://schemas.openxmlformats.org/officeDocument/2006/relationships/customXml" Target="../ink/ink805.xml"/><Relationship Id="rId91" Type="http://schemas.openxmlformats.org/officeDocument/2006/relationships/image" Target="../media/image675.png"/><Relationship Id="rId145" Type="http://schemas.openxmlformats.org/officeDocument/2006/relationships/image" Target="../media/image702.png"/><Relationship Id="rId166" Type="http://schemas.openxmlformats.org/officeDocument/2006/relationships/customXml" Target="../ink/ink853.xml"/><Relationship Id="rId187" Type="http://schemas.openxmlformats.org/officeDocument/2006/relationships/image" Target="../media/image723.png"/><Relationship Id="rId331" Type="http://schemas.openxmlformats.org/officeDocument/2006/relationships/image" Target="../media/image795.png"/><Relationship Id="rId352" Type="http://schemas.openxmlformats.org/officeDocument/2006/relationships/customXml" Target="../ink/ink946.xml"/><Relationship Id="rId373" Type="http://schemas.openxmlformats.org/officeDocument/2006/relationships/image" Target="../media/image816.png"/><Relationship Id="rId1" Type="http://schemas.openxmlformats.org/officeDocument/2006/relationships/slideLayout" Target="../slideLayouts/slideLayout7.xml"/><Relationship Id="rId212" Type="http://schemas.openxmlformats.org/officeDocument/2006/relationships/customXml" Target="../ink/ink876.xml"/><Relationship Id="rId233" Type="http://schemas.openxmlformats.org/officeDocument/2006/relationships/image" Target="../media/image746.png"/><Relationship Id="rId254" Type="http://schemas.openxmlformats.org/officeDocument/2006/relationships/customXml" Target="../ink/ink897.xml"/><Relationship Id="rId28" Type="http://schemas.openxmlformats.org/officeDocument/2006/relationships/customXml" Target="../ink/ink784.xml"/><Relationship Id="rId49" Type="http://schemas.openxmlformats.org/officeDocument/2006/relationships/image" Target="../media/image654.png"/><Relationship Id="rId114" Type="http://schemas.openxmlformats.org/officeDocument/2006/relationships/customXml" Target="../ink/ink827.xml"/><Relationship Id="rId275" Type="http://schemas.openxmlformats.org/officeDocument/2006/relationships/image" Target="../media/image767.png"/><Relationship Id="rId296" Type="http://schemas.openxmlformats.org/officeDocument/2006/relationships/customXml" Target="../ink/ink918.xml"/><Relationship Id="rId300" Type="http://schemas.openxmlformats.org/officeDocument/2006/relationships/customXml" Target="../ink/ink920.xml"/><Relationship Id="rId60" Type="http://schemas.openxmlformats.org/officeDocument/2006/relationships/customXml" Target="../ink/ink800.xml"/><Relationship Id="rId81" Type="http://schemas.openxmlformats.org/officeDocument/2006/relationships/image" Target="../media/image670.png"/><Relationship Id="rId135" Type="http://schemas.openxmlformats.org/officeDocument/2006/relationships/image" Target="../media/image697.png"/><Relationship Id="rId156" Type="http://schemas.openxmlformats.org/officeDocument/2006/relationships/customXml" Target="../ink/ink848.xml"/><Relationship Id="rId177" Type="http://schemas.openxmlformats.org/officeDocument/2006/relationships/image" Target="../media/image718.png"/><Relationship Id="rId198" Type="http://schemas.openxmlformats.org/officeDocument/2006/relationships/customXml" Target="../ink/ink869.xml"/><Relationship Id="rId321" Type="http://schemas.openxmlformats.org/officeDocument/2006/relationships/image" Target="../media/image790.png"/><Relationship Id="rId342" Type="http://schemas.openxmlformats.org/officeDocument/2006/relationships/customXml" Target="../ink/ink941.xml"/><Relationship Id="rId363" Type="http://schemas.openxmlformats.org/officeDocument/2006/relationships/image" Target="../media/image811.png"/><Relationship Id="rId202" Type="http://schemas.openxmlformats.org/officeDocument/2006/relationships/customXml" Target="../ink/ink871.xml"/><Relationship Id="rId223" Type="http://schemas.openxmlformats.org/officeDocument/2006/relationships/image" Target="../media/image741.png"/><Relationship Id="rId244" Type="http://schemas.openxmlformats.org/officeDocument/2006/relationships/customXml" Target="../ink/ink892.xml"/><Relationship Id="rId18" Type="http://schemas.openxmlformats.org/officeDocument/2006/relationships/customXml" Target="../ink/ink779.xml"/><Relationship Id="rId39" Type="http://schemas.openxmlformats.org/officeDocument/2006/relationships/image" Target="../media/image649.png"/><Relationship Id="rId265" Type="http://schemas.openxmlformats.org/officeDocument/2006/relationships/image" Target="../media/image762.png"/><Relationship Id="rId286" Type="http://schemas.openxmlformats.org/officeDocument/2006/relationships/customXml" Target="../ink/ink913.xml"/><Relationship Id="rId50" Type="http://schemas.openxmlformats.org/officeDocument/2006/relationships/customXml" Target="../ink/ink795.xml"/><Relationship Id="rId104" Type="http://schemas.openxmlformats.org/officeDocument/2006/relationships/customXml" Target="../ink/ink822.xml"/><Relationship Id="rId125" Type="http://schemas.openxmlformats.org/officeDocument/2006/relationships/image" Target="../media/image692.png"/><Relationship Id="rId146" Type="http://schemas.openxmlformats.org/officeDocument/2006/relationships/customXml" Target="../ink/ink843.xml"/><Relationship Id="rId167" Type="http://schemas.openxmlformats.org/officeDocument/2006/relationships/image" Target="../media/image713.png"/><Relationship Id="rId188" Type="http://schemas.openxmlformats.org/officeDocument/2006/relationships/customXml" Target="../ink/ink864.xml"/><Relationship Id="rId311" Type="http://schemas.openxmlformats.org/officeDocument/2006/relationships/image" Target="../media/image785.png"/><Relationship Id="rId332" Type="http://schemas.openxmlformats.org/officeDocument/2006/relationships/customXml" Target="../ink/ink936.xml"/><Relationship Id="rId353" Type="http://schemas.openxmlformats.org/officeDocument/2006/relationships/image" Target="../media/image806.png"/><Relationship Id="rId374" Type="http://schemas.openxmlformats.org/officeDocument/2006/relationships/customXml" Target="../ink/ink957.xml"/><Relationship Id="rId71" Type="http://schemas.openxmlformats.org/officeDocument/2006/relationships/image" Target="../media/image665.png"/><Relationship Id="rId92" Type="http://schemas.openxmlformats.org/officeDocument/2006/relationships/customXml" Target="../ink/ink816.xml"/><Relationship Id="rId213" Type="http://schemas.openxmlformats.org/officeDocument/2006/relationships/image" Target="../media/image736.png"/><Relationship Id="rId234" Type="http://schemas.openxmlformats.org/officeDocument/2006/relationships/customXml" Target="../ink/ink887.xml"/><Relationship Id="rId2" Type="http://schemas.openxmlformats.org/officeDocument/2006/relationships/notesSlide" Target="../notesSlides/notesSlide9.xml"/><Relationship Id="rId29" Type="http://schemas.openxmlformats.org/officeDocument/2006/relationships/image" Target="../media/image644.png"/><Relationship Id="rId255" Type="http://schemas.openxmlformats.org/officeDocument/2006/relationships/image" Target="../media/image757.png"/><Relationship Id="rId276" Type="http://schemas.openxmlformats.org/officeDocument/2006/relationships/customXml" Target="../ink/ink908.xml"/><Relationship Id="rId297" Type="http://schemas.openxmlformats.org/officeDocument/2006/relationships/image" Target="../media/image778.png"/><Relationship Id="rId40" Type="http://schemas.openxmlformats.org/officeDocument/2006/relationships/customXml" Target="../ink/ink790.xml"/><Relationship Id="rId115" Type="http://schemas.openxmlformats.org/officeDocument/2006/relationships/image" Target="../media/image687.png"/><Relationship Id="rId136" Type="http://schemas.openxmlformats.org/officeDocument/2006/relationships/customXml" Target="../ink/ink838.xml"/><Relationship Id="rId157" Type="http://schemas.openxmlformats.org/officeDocument/2006/relationships/image" Target="../media/image708.png"/><Relationship Id="rId178" Type="http://schemas.openxmlformats.org/officeDocument/2006/relationships/customXml" Target="../ink/ink859.xml"/><Relationship Id="rId301" Type="http://schemas.openxmlformats.org/officeDocument/2006/relationships/image" Target="../media/image780.png"/><Relationship Id="rId322" Type="http://schemas.openxmlformats.org/officeDocument/2006/relationships/customXml" Target="../ink/ink931.xml"/><Relationship Id="rId343" Type="http://schemas.openxmlformats.org/officeDocument/2006/relationships/image" Target="../media/image801.png"/><Relationship Id="rId364" Type="http://schemas.openxmlformats.org/officeDocument/2006/relationships/customXml" Target="../ink/ink952.xml"/><Relationship Id="rId61" Type="http://schemas.openxmlformats.org/officeDocument/2006/relationships/image" Target="../media/image660.png"/><Relationship Id="rId82" Type="http://schemas.openxmlformats.org/officeDocument/2006/relationships/customXml" Target="../ink/ink811.xml"/><Relationship Id="rId199" Type="http://schemas.openxmlformats.org/officeDocument/2006/relationships/image" Target="../media/image729.png"/><Relationship Id="rId203" Type="http://schemas.openxmlformats.org/officeDocument/2006/relationships/image" Target="../media/image731.png"/><Relationship Id="rId19" Type="http://schemas.openxmlformats.org/officeDocument/2006/relationships/image" Target="../media/image639.png"/><Relationship Id="rId224" Type="http://schemas.openxmlformats.org/officeDocument/2006/relationships/customXml" Target="../ink/ink882.xml"/><Relationship Id="rId245" Type="http://schemas.openxmlformats.org/officeDocument/2006/relationships/image" Target="../media/image752.png"/><Relationship Id="rId266" Type="http://schemas.openxmlformats.org/officeDocument/2006/relationships/customXml" Target="../ink/ink903.xml"/><Relationship Id="rId287" Type="http://schemas.openxmlformats.org/officeDocument/2006/relationships/image" Target="../media/image773.png"/><Relationship Id="rId30" Type="http://schemas.openxmlformats.org/officeDocument/2006/relationships/customXml" Target="../ink/ink785.xml"/><Relationship Id="rId105" Type="http://schemas.openxmlformats.org/officeDocument/2006/relationships/image" Target="../media/image682.png"/><Relationship Id="rId126" Type="http://schemas.openxmlformats.org/officeDocument/2006/relationships/customXml" Target="../ink/ink833.xml"/><Relationship Id="rId147" Type="http://schemas.openxmlformats.org/officeDocument/2006/relationships/image" Target="../media/image703.png"/><Relationship Id="rId168" Type="http://schemas.openxmlformats.org/officeDocument/2006/relationships/customXml" Target="../ink/ink854.xml"/><Relationship Id="rId312" Type="http://schemas.openxmlformats.org/officeDocument/2006/relationships/customXml" Target="../ink/ink926.xml"/><Relationship Id="rId333" Type="http://schemas.openxmlformats.org/officeDocument/2006/relationships/image" Target="../media/image796.png"/><Relationship Id="rId354" Type="http://schemas.openxmlformats.org/officeDocument/2006/relationships/customXml" Target="../ink/ink947.xml"/><Relationship Id="rId51" Type="http://schemas.openxmlformats.org/officeDocument/2006/relationships/image" Target="../media/image655.png"/><Relationship Id="rId72" Type="http://schemas.openxmlformats.org/officeDocument/2006/relationships/customXml" Target="../ink/ink806.xml"/><Relationship Id="rId93" Type="http://schemas.openxmlformats.org/officeDocument/2006/relationships/image" Target="../media/image676.png"/><Relationship Id="rId189" Type="http://schemas.openxmlformats.org/officeDocument/2006/relationships/image" Target="../media/image724.png"/><Relationship Id="rId375" Type="http://schemas.openxmlformats.org/officeDocument/2006/relationships/image" Target="../media/image817.png"/><Relationship Id="rId3" Type="http://schemas.openxmlformats.org/officeDocument/2006/relationships/image" Target="../media/image557.png"/><Relationship Id="rId214" Type="http://schemas.openxmlformats.org/officeDocument/2006/relationships/customXml" Target="../ink/ink877.xml"/><Relationship Id="rId235" Type="http://schemas.openxmlformats.org/officeDocument/2006/relationships/image" Target="../media/image747.png"/><Relationship Id="rId256" Type="http://schemas.openxmlformats.org/officeDocument/2006/relationships/customXml" Target="../ink/ink898.xml"/><Relationship Id="rId277" Type="http://schemas.openxmlformats.org/officeDocument/2006/relationships/image" Target="../media/image768.png"/><Relationship Id="rId298" Type="http://schemas.openxmlformats.org/officeDocument/2006/relationships/customXml" Target="../ink/ink919.xml"/><Relationship Id="rId116" Type="http://schemas.openxmlformats.org/officeDocument/2006/relationships/customXml" Target="../ink/ink828.xml"/><Relationship Id="rId137" Type="http://schemas.openxmlformats.org/officeDocument/2006/relationships/image" Target="../media/image698.png"/><Relationship Id="rId158" Type="http://schemas.openxmlformats.org/officeDocument/2006/relationships/customXml" Target="../ink/ink849.xml"/><Relationship Id="rId302" Type="http://schemas.openxmlformats.org/officeDocument/2006/relationships/customXml" Target="../ink/ink921.xml"/><Relationship Id="rId323" Type="http://schemas.openxmlformats.org/officeDocument/2006/relationships/image" Target="../media/image791.png"/><Relationship Id="rId344" Type="http://schemas.openxmlformats.org/officeDocument/2006/relationships/customXml" Target="../ink/ink942.xml"/><Relationship Id="rId20" Type="http://schemas.openxmlformats.org/officeDocument/2006/relationships/customXml" Target="../ink/ink780.xml"/><Relationship Id="rId41" Type="http://schemas.openxmlformats.org/officeDocument/2006/relationships/image" Target="../media/image650.png"/><Relationship Id="rId62" Type="http://schemas.openxmlformats.org/officeDocument/2006/relationships/customXml" Target="../ink/ink801.xml"/><Relationship Id="rId83" Type="http://schemas.openxmlformats.org/officeDocument/2006/relationships/image" Target="../media/image671.png"/><Relationship Id="rId179" Type="http://schemas.openxmlformats.org/officeDocument/2006/relationships/image" Target="../media/image719.png"/><Relationship Id="rId365" Type="http://schemas.openxmlformats.org/officeDocument/2006/relationships/image" Target="../media/image812.png"/><Relationship Id="rId190" Type="http://schemas.openxmlformats.org/officeDocument/2006/relationships/customXml" Target="../ink/ink865.xml"/><Relationship Id="rId204" Type="http://schemas.openxmlformats.org/officeDocument/2006/relationships/customXml" Target="../ink/ink872.xml"/><Relationship Id="rId225" Type="http://schemas.openxmlformats.org/officeDocument/2006/relationships/image" Target="../media/image742.png"/><Relationship Id="rId246" Type="http://schemas.openxmlformats.org/officeDocument/2006/relationships/customXml" Target="../ink/ink893.xml"/><Relationship Id="rId267" Type="http://schemas.openxmlformats.org/officeDocument/2006/relationships/image" Target="../media/image763.png"/><Relationship Id="rId288" Type="http://schemas.openxmlformats.org/officeDocument/2006/relationships/customXml" Target="../ink/ink914.xml"/><Relationship Id="rId106" Type="http://schemas.openxmlformats.org/officeDocument/2006/relationships/customXml" Target="../ink/ink823.xml"/><Relationship Id="rId127" Type="http://schemas.openxmlformats.org/officeDocument/2006/relationships/image" Target="../media/image693.png"/><Relationship Id="rId313" Type="http://schemas.openxmlformats.org/officeDocument/2006/relationships/image" Target="../media/image786.png"/><Relationship Id="rId10" Type="http://schemas.openxmlformats.org/officeDocument/2006/relationships/customXml" Target="../ink/ink775.xml"/><Relationship Id="rId31" Type="http://schemas.openxmlformats.org/officeDocument/2006/relationships/image" Target="../media/image645.png"/><Relationship Id="rId52" Type="http://schemas.openxmlformats.org/officeDocument/2006/relationships/customXml" Target="../ink/ink796.xml"/><Relationship Id="rId73" Type="http://schemas.openxmlformats.org/officeDocument/2006/relationships/image" Target="../media/image666.png"/><Relationship Id="rId94" Type="http://schemas.openxmlformats.org/officeDocument/2006/relationships/customXml" Target="../ink/ink817.xml"/><Relationship Id="rId148" Type="http://schemas.openxmlformats.org/officeDocument/2006/relationships/customXml" Target="../ink/ink844.xml"/><Relationship Id="rId169" Type="http://schemas.openxmlformats.org/officeDocument/2006/relationships/image" Target="../media/image714.png"/><Relationship Id="rId334" Type="http://schemas.openxmlformats.org/officeDocument/2006/relationships/customXml" Target="../ink/ink937.xml"/><Relationship Id="rId355" Type="http://schemas.openxmlformats.org/officeDocument/2006/relationships/image" Target="../media/image807.png"/><Relationship Id="rId376" Type="http://schemas.openxmlformats.org/officeDocument/2006/relationships/customXml" Target="../ink/ink958.xml"/><Relationship Id="rId4" Type="http://schemas.openxmlformats.org/officeDocument/2006/relationships/customXml" Target="../ink/ink772.xml"/><Relationship Id="rId180" Type="http://schemas.openxmlformats.org/officeDocument/2006/relationships/customXml" Target="../ink/ink860.xml"/><Relationship Id="rId215" Type="http://schemas.openxmlformats.org/officeDocument/2006/relationships/image" Target="../media/image737.png"/><Relationship Id="rId236" Type="http://schemas.openxmlformats.org/officeDocument/2006/relationships/customXml" Target="../ink/ink888.xml"/><Relationship Id="rId257" Type="http://schemas.openxmlformats.org/officeDocument/2006/relationships/image" Target="../media/image758.png"/><Relationship Id="rId278" Type="http://schemas.openxmlformats.org/officeDocument/2006/relationships/customXml" Target="../ink/ink909.xml"/><Relationship Id="rId303" Type="http://schemas.openxmlformats.org/officeDocument/2006/relationships/image" Target="../media/image781.png"/><Relationship Id="rId42" Type="http://schemas.openxmlformats.org/officeDocument/2006/relationships/customXml" Target="../ink/ink791.xml"/><Relationship Id="rId84" Type="http://schemas.openxmlformats.org/officeDocument/2006/relationships/customXml" Target="../ink/ink812.xml"/><Relationship Id="rId138" Type="http://schemas.openxmlformats.org/officeDocument/2006/relationships/customXml" Target="../ink/ink839.xml"/><Relationship Id="rId345" Type="http://schemas.openxmlformats.org/officeDocument/2006/relationships/image" Target="../media/image802.png"/><Relationship Id="rId191" Type="http://schemas.openxmlformats.org/officeDocument/2006/relationships/image" Target="../media/image725.png"/><Relationship Id="rId205" Type="http://schemas.openxmlformats.org/officeDocument/2006/relationships/image" Target="../media/image732.png"/><Relationship Id="rId247" Type="http://schemas.openxmlformats.org/officeDocument/2006/relationships/image" Target="../media/image753.png"/><Relationship Id="rId107" Type="http://schemas.openxmlformats.org/officeDocument/2006/relationships/image" Target="../media/image683.png"/><Relationship Id="rId289" Type="http://schemas.openxmlformats.org/officeDocument/2006/relationships/image" Target="../media/image774.png"/><Relationship Id="rId11" Type="http://schemas.openxmlformats.org/officeDocument/2006/relationships/image" Target="../media/image635.png"/><Relationship Id="rId53" Type="http://schemas.openxmlformats.org/officeDocument/2006/relationships/image" Target="../media/image656.png"/><Relationship Id="rId149" Type="http://schemas.openxmlformats.org/officeDocument/2006/relationships/image" Target="../media/image704.png"/><Relationship Id="rId314" Type="http://schemas.openxmlformats.org/officeDocument/2006/relationships/customXml" Target="../ink/ink927.xml"/><Relationship Id="rId356" Type="http://schemas.openxmlformats.org/officeDocument/2006/relationships/customXml" Target="../ink/ink948.xml"/><Relationship Id="rId95" Type="http://schemas.openxmlformats.org/officeDocument/2006/relationships/image" Target="../media/image677.png"/><Relationship Id="rId160" Type="http://schemas.openxmlformats.org/officeDocument/2006/relationships/customXml" Target="../ink/ink850.xml"/><Relationship Id="rId216" Type="http://schemas.openxmlformats.org/officeDocument/2006/relationships/customXml" Target="../ink/ink878.xml"/><Relationship Id="rId258" Type="http://schemas.openxmlformats.org/officeDocument/2006/relationships/customXml" Target="../ink/ink899.xml"/><Relationship Id="rId22" Type="http://schemas.openxmlformats.org/officeDocument/2006/relationships/customXml" Target="../ink/ink781.xml"/><Relationship Id="rId64" Type="http://schemas.openxmlformats.org/officeDocument/2006/relationships/customXml" Target="../ink/ink802.xml"/><Relationship Id="rId118" Type="http://schemas.openxmlformats.org/officeDocument/2006/relationships/customXml" Target="../ink/ink829.xml"/><Relationship Id="rId325" Type="http://schemas.openxmlformats.org/officeDocument/2006/relationships/image" Target="../media/image792.png"/><Relationship Id="rId367" Type="http://schemas.openxmlformats.org/officeDocument/2006/relationships/image" Target="../media/image813.png"/><Relationship Id="rId171" Type="http://schemas.openxmlformats.org/officeDocument/2006/relationships/image" Target="../media/image715.png"/><Relationship Id="rId227" Type="http://schemas.openxmlformats.org/officeDocument/2006/relationships/image" Target="../media/image743.png"/><Relationship Id="rId269" Type="http://schemas.openxmlformats.org/officeDocument/2006/relationships/image" Target="../media/image764.png"/><Relationship Id="rId33" Type="http://schemas.openxmlformats.org/officeDocument/2006/relationships/image" Target="../media/image646.png"/><Relationship Id="rId129" Type="http://schemas.openxmlformats.org/officeDocument/2006/relationships/image" Target="../media/image694.png"/><Relationship Id="rId280" Type="http://schemas.openxmlformats.org/officeDocument/2006/relationships/customXml" Target="../ink/ink910.xml"/><Relationship Id="rId336" Type="http://schemas.openxmlformats.org/officeDocument/2006/relationships/customXml" Target="../ink/ink938.xml"/><Relationship Id="rId75" Type="http://schemas.openxmlformats.org/officeDocument/2006/relationships/image" Target="../media/image667.png"/><Relationship Id="rId140" Type="http://schemas.openxmlformats.org/officeDocument/2006/relationships/customXml" Target="../ink/ink840.xml"/><Relationship Id="rId182" Type="http://schemas.openxmlformats.org/officeDocument/2006/relationships/customXml" Target="../ink/ink861.xml"/><Relationship Id="rId6" Type="http://schemas.openxmlformats.org/officeDocument/2006/relationships/customXml" Target="../ink/ink773.xml"/><Relationship Id="rId238" Type="http://schemas.openxmlformats.org/officeDocument/2006/relationships/customXml" Target="../ink/ink889.xml"/><Relationship Id="rId291" Type="http://schemas.openxmlformats.org/officeDocument/2006/relationships/image" Target="../media/image775.png"/><Relationship Id="rId305" Type="http://schemas.openxmlformats.org/officeDocument/2006/relationships/image" Target="../media/image782.png"/><Relationship Id="rId347" Type="http://schemas.openxmlformats.org/officeDocument/2006/relationships/image" Target="../media/image803.png"/><Relationship Id="rId44" Type="http://schemas.openxmlformats.org/officeDocument/2006/relationships/customXml" Target="../ink/ink792.xml"/><Relationship Id="rId86" Type="http://schemas.openxmlformats.org/officeDocument/2006/relationships/customXml" Target="../ink/ink813.xml"/><Relationship Id="rId151" Type="http://schemas.openxmlformats.org/officeDocument/2006/relationships/image" Target="../media/image705.png"/><Relationship Id="rId193" Type="http://schemas.openxmlformats.org/officeDocument/2006/relationships/image" Target="../media/image726.png"/><Relationship Id="rId207" Type="http://schemas.openxmlformats.org/officeDocument/2006/relationships/image" Target="../media/image733.png"/><Relationship Id="rId249" Type="http://schemas.openxmlformats.org/officeDocument/2006/relationships/image" Target="../media/image754.png"/><Relationship Id="rId13" Type="http://schemas.openxmlformats.org/officeDocument/2006/relationships/image" Target="../media/image636.png"/><Relationship Id="rId109" Type="http://schemas.openxmlformats.org/officeDocument/2006/relationships/image" Target="../media/image684.png"/><Relationship Id="rId260" Type="http://schemas.openxmlformats.org/officeDocument/2006/relationships/customXml" Target="../ink/ink900.xml"/><Relationship Id="rId316" Type="http://schemas.openxmlformats.org/officeDocument/2006/relationships/customXml" Target="../ink/ink928.xml"/><Relationship Id="rId55" Type="http://schemas.openxmlformats.org/officeDocument/2006/relationships/image" Target="../media/image657.png"/><Relationship Id="rId97" Type="http://schemas.openxmlformats.org/officeDocument/2006/relationships/image" Target="../media/image678.png"/><Relationship Id="rId120" Type="http://schemas.openxmlformats.org/officeDocument/2006/relationships/customXml" Target="../ink/ink830.xml"/><Relationship Id="rId358" Type="http://schemas.openxmlformats.org/officeDocument/2006/relationships/customXml" Target="../ink/ink949.xml"/><Relationship Id="rId162" Type="http://schemas.openxmlformats.org/officeDocument/2006/relationships/customXml" Target="../ink/ink851.xml"/><Relationship Id="rId218" Type="http://schemas.openxmlformats.org/officeDocument/2006/relationships/customXml" Target="../ink/ink879.xml"/><Relationship Id="rId271" Type="http://schemas.openxmlformats.org/officeDocument/2006/relationships/image" Target="../media/image765.png"/><Relationship Id="rId24" Type="http://schemas.openxmlformats.org/officeDocument/2006/relationships/customXml" Target="../ink/ink782.xml"/><Relationship Id="rId66" Type="http://schemas.openxmlformats.org/officeDocument/2006/relationships/customXml" Target="../ink/ink803.xml"/><Relationship Id="rId131" Type="http://schemas.openxmlformats.org/officeDocument/2006/relationships/image" Target="../media/image695.png"/><Relationship Id="rId327" Type="http://schemas.openxmlformats.org/officeDocument/2006/relationships/image" Target="../media/image793.png"/><Relationship Id="rId369" Type="http://schemas.openxmlformats.org/officeDocument/2006/relationships/image" Target="../media/image814.png"/><Relationship Id="rId173" Type="http://schemas.openxmlformats.org/officeDocument/2006/relationships/image" Target="../media/image716.png"/><Relationship Id="rId229" Type="http://schemas.openxmlformats.org/officeDocument/2006/relationships/image" Target="../media/image744.png"/><Relationship Id="rId240" Type="http://schemas.openxmlformats.org/officeDocument/2006/relationships/customXml" Target="../ink/ink890.xml"/><Relationship Id="rId35" Type="http://schemas.openxmlformats.org/officeDocument/2006/relationships/image" Target="../media/image647.png"/><Relationship Id="rId77" Type="http://schemas.openxmlformats.org/officeDocument/2006/relationships/image" Target="../media/image668.png"/><Relationship Id="rId100" Type="http://schemas.openxmlformats.org/officeDocument/2006/relationships/customXml" Target="../ink/ink820.xml"/><Relationship Id="rId282" Type="http://schemas.openxmlformats.org/officeDocument/2006/relationships/customXml" Target="../ink/ink911.xml"/><Relationship Id="rId338" Type="http://schemas.openxmlformats.org/officeDocument/2006/relationships/customXml" Target="../ink/ink939.xml"/><Relationship Id="rId8" Type="http://schemas.openxmlformats.org/officeDocument/2006/relationships/customXml" Target="../ink/ink774.xml"/><Relationship Id="rId142" Type="http://schemas.openxmlformats.org/officeDocument/2006/relationships/customXml" Target="../ink/ink841.xml"/><Relationship Id="rId184" Type="http://schemas.openxmlformats.org/officeDocument/2006/relationships/customXml" Target="../ink/ink862.xml"/><Relationship Id="rId251" Type="http://schemas.openxmlformats.org/officeDocument/2006/relationships/image" Target="../media/image755.png"/><Relationship Id="rId46" Type="http://schemas.openxmlformats.org/officeDocument/2006/relationships/customXml" Target="../ink/ink793.xml"/><Relationship Id="rId293" Type="http://schemas.openxmlformats.org/officeDocument/2006/relationships/image" Target="../media/image776.png"/><Relationship Id="rId307" Type="http://schemas.openxmlformats.org/officeDocument/2006/relationships/image" Target="../media/image783.png"/><Relationship Id="rId349" Type="http://schemas.openxmlformats.org/officeDocument/2006/relationships/image" Target="../media/image804.png"/><Relationship Id="rId88" Type="http://schemas.openxmlformats.org/officeDocument/2006/relationships/customXml" Target="../ink/ink814.xml"/><Relationship Id="rId111" Type="http://schemas.openxmlformats.org/officeDocument/2006/relationships/image" Target="../media/image685.png"/><Relationship Id="rId153" Type="http://schemas.openxmlformats.org/officeDocument/2006/relationships/image" Target="../media/image706.png"/><Relationship Id="rId195" Type="http://schemas.openxmlformats.org/officeDocument/2006/relationships/image" Target="../media/image727.png"/><Relationship Id="rId209" Type="http://schemas.openxmlformats.org/officeDocument/2006/relationships/image" Target="../media/image734.png"/><Relationship Id="rId360" Type="http://schemas.openxmlformats.org/officeDocument/2006/relationships/customXml" Target="../ink/ink950.xml"/><Relationship Id="rId220" Type="http://schemas.openxmlformats.org/officeDocument/2006/relationships/customXml" Target="../ink/ink880.xml"/><Relationship Id="rId15" Type="http://schemas.openxmlformats.org/officeDocument/2006/relationships/image" Target="../media/image637.png"/><Relationship Id="rId57" Type="http://schemas.openxmlformats.org/officeDocument/2006/relationships/image" Target="../media/image658.png"/><Relationship Id="rId262" Type="http://schemas.openxmlformats.org/officeDocument/2006/relationships/customXml" Target="../ink/ink901.xml"/><Relationship Id="rId318" Type="http://schemas.openxmlformats.org/officeDocument/2006/relationships/customXml" Target="../ink/ink929.xml"/><Relationship Id="rId99" Type="http://schemas.openxmlformats.org/officeDocument/2006/relationships/image" Target="../media/image679.png"/><Relationship Id="rId122" Type="http://schemas.openxmlformats.org/officeDocument/2006/relationships/customXml" Target="../ink/ink831.xml"/><Relationship Id="rId164" Type="http://schemas.openxmlformats.org/officeDocument/2006/relationships/customXml" Target="../ink/ink852.xml"/><Relationship Id="rId371" Type="http://schemas.openxmlformats.org/officeDocument/2006/relationships/image" Target="../media/image81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17" Type="http://schemas.openxmlformats.org/officeDocument/2006/relationships/customXml" Target="../ink/ink1016.xml"/><Relationship Id="rId21" Type="http://schemas.openxmlformats.org/officeDocument/2006/relationships/customXml" Target="../ink/ink968.xml"/><Relationship Id="rId63" Type="http://schemas.openxmlformats.org/officeDocument/2006/relationships/customXml" Target="../ink/ink989.xml"/><Relationship Id="rId159" Type="http://schemas.openxmlformats.org/officeDocument/2006/relationships/customXml" Target="../ink/ink1037.xml"/><Relationship Id="rId170" Type="http://schemas.openxmlformats.org/officeDocument/2006/relationships/image" Target="../media/image903.png"/><Relationship Id="rId191" Type="http://schemas.openxmlformats.org/officeDocument/2006/relationships/customXml" Target="../ink/ink1053.xml"/><Relationship Id="rId205" Type="http://schemas.openxmlformats.org/officeDocument/2006/relationships/customXml" Target="../ink/ink1060.xml"/><Relationship Id="rId226" Type="http://schemas.openxmlformats.org/officeDocument/2006/relationships/image" Target="../media/image930.png"/><Relationship Id="rId247" Type="http://schemas.openxmlformats.org/officeDocument/2006/relationships/customXml" Target="../ink/ink1081.xml"/><Relationship Id="rId107" Type="http://schemas.openxmlformats.org/officeDocument/2006/relationships/customXml" Target="../ink/ink1011.xml"/><Relationship Id="rId11" Type="http://schemas.openxmlformats.org/officeDocument/2006/relationships/customXml" Target="../ink/ink963.xml"/><Relationship Id="rId32" Type="http://schemas.openxmlformats.org/officeDocument/2006/relationships/image" Target="../media/image834.png"/><Relationship Id="rId53" Type="http://schemas.openxmlformats.org/officeDocument/2006/relationships/customXml" Target="../ink/ink984.xml"/><Relationship Id="rId74" Type="http://schemas.openxmlformats.org/officeDocument/2006/relationships/image" Target="../media/image855.png"/><Relationship Id="rId128" Type="http://schemas.openxmlformats.org/officeDocument/2006/relationships/image" Target="../media/image882.png"/><Relationship Id="rId149" Type="http://schemas.openxmlformats.org/officeDocument/2006/relationships/customXml" Target="../ink/ink1032.xml"/><Relationship Id="rId5" Type="http://schemas.openxmlformats.org/officeDocument/2006/relationships/customXml" Target="../ink/ink960.xml"/><Relationship Id="rId95" Type="http://schemas.openxmlformats.org/officeDocument/2006/relationships/customXml" Target="../ink/ink1005.xml"/><Relationship Id="rId160" Type="http://schemas.openxmlformats.org/officeDocument/2006/relationships/image" Target="../media/image898.png"/><Relationship Id="rId181" Type="http://schemas.openxmlformats.org/officeDocument/2006/relationships/customXml" Target="../ink/ink1048.xml"/><Relationship Id="rId216" Type="http://schemas.openxmlformats.org/officeDocument/2006/relationships/image" Target="../media/image926.png"/><Relationship Id="rId237" Type="http://schemas.openxmlformats.org/officeDocument/2006/relationships/customXml" Target="../ink/ink1076.xml"/><Relationship Id="rId258" Type="http://schemas.openxmlformats.org/officeDocument/2006/relationships/image" Target="../media/image946.png"/><Relationship Id="rId22" Type="http://schemas.openxmlformats.org/officeDocument/2006/relationships/image" Target="../media/image829.png"/><Relationship Id="rId43" Type="http://schemas.openxmlformats.org/officeDocument/2006/relationships/customXml" Target="../ink/ink979.xml"/><Relationship Id="rId64" Type="http://schemas.openxmlformats.org/officeDocument/2006/relationships/image" Target="../media/image850.png"/><Relationship Id="rId118" Type="http://schemas.openxmlformats.org/officeDocument/2006/relationships/image" Target="../media/image877.png"/><Relationship Id="rId139" Type="http://schemas.openxmlformats.org/officeDocument/2006/relationships/customXml" Target="../ink/ink1027.xml"/><Relationship Id="rId85" Type="http://schemas.openxmlformats.org/officeDocument/2006/relationships/customXml" Target="../ink/ink1000.xml"/><Relationship Id="rId150" Type="http://schemas.openxmlformats.org/officeDocument/2006/relationships/image" Target="../media/image893.png"/><Relationship Id="rId171" Type="http://schemas.openxmlformats.org/officeDocument/2006/relationships/customXml" Target="../ink/ink1043.xml"/><Relationship Id="rId192" Type="http://schemas.openxmlformats.org/officeDocument/2006/relationships/image" Target="../media/image914.png"/><Relationship Id="rId206" Type="http://schemas.openxmlformats.org/officeDocument/2006/relationships/image" Target="../media/image921.png"/><Relationship Id="rId227" Type="http://schemas.openxmlformats.org/officeDocument/2006/relationships/customXml" Target="../ink/ink1071.xml"/><Relationship Id="rId248" Type="http://schemas.openxmlformats.org/officeDocument/2006/relationships/image" Target="../media/image941.png"/><Relationship Id="rId12" Type="http://schemas.openxmlformats.org/officeDocument/2006/relationships/image" Target="../media/image824.png"/><Relationship Id="rId33" Type="http://schemas.openxmlformats.org/officeDocument/2006/relationships/customXml" Target="../ink/ink974.xml"/><Relationship Id="rId108" Type="http://schemas.openxmlformats.org/officeDocument/2006/relationships/image" Target="../media/image872.png"/><Relationship Id="rId129" Type="http://schemas.openxmlformats.org/officeDocument/2006/relationships/customXml" Target="../ink/ink1022.xml"/><Relationship Id="rId54" Type="http://schemas.openxmlformats.org/officeDocument/2006/relationships/image" Target="../media/image845.png"/><Relationship Id="rId75" Type="http://schemas.openxmlformats.org/officeDocument/2006/relationships/customXml" Target="../ink/ink995.xml"/><Relationship Id="rId96" Type="http://schemas.openxmlformats.org/officeDocument/2006/relationships/image" Target="../media/image866.png"/><Relationship Id="rId140" Type="http://schemas.openxmlformats.org/officeDocument/2006/relationships/image" Target="../media/image888.png"/><Relationship Id="rId161" Type="http://schemas.openxmlformats.org/officeDocument/2006/relationships/customXml" Target="../ink/ink1038.xml"/><Relationship Id="rId182" Type="http://schemas.openxmlformats.org/officeDocument/2006/relationships/image" Target="../media/image909.png"/><Relationship Id="rId217" Type="http://schemas.openxmlformats.org/officeDocument/2006/relationships/customXml" Target="../ink/ink1066.xml"/><Relationship Id="rId6" Type="http://schemas.openxmlformats.org/officeDocument/2006/relationships/image" Target="../media/image821.png"/><Relationship Id="rId238" Type="http://schemas.openxmlformats.org/officeDocument/2006/relationships/image" Target="../media/image936.png"/><Relationship Id="rId259" Type="http://schemas.openxmlformats.org/officeDocument/2006/relationships/customXml" Target="../ink/ink1087.xml"/><Relationship Id="rId23" Type="http://schemas.openxmlformats.org/officeDocument/2006/relationships/customXml" Target="../ink/ink969.xml"/><Relationship Id="rId119" Type="http://schemas.openxmlformats.org/officeDocument/2006/relationships/customXml" Target="../ink/ink1017.xml"/><Relationship Id="rId44" Type="http://schemas.openxmlformats.org/officeDocument/2006/relationships/image" Target="../media/image840.png"/><Relationship Id="rId65" Type="http://schemas.openxmlformats.org/officeDocument/2006/relationships/customXml" Target="../ink/ink990.xml"/><Relationship Id="rId86" Type="http://schemas.openxmlformats.org/officeDocument/2006/relationships/image" Target="../media/image861.png"/><Relationship Id="rId130" Type="http://schemas.openxmlformats.org/officeDocument/2006/relationships/image" Target="../media/image883.png"/><Relationship Id="rId151" Type="http://schemas.openxmlformats.org/officeDocument/2006/relationships/customXml" Target="../ink/ink1033.xml"/><Relationship Id="rId172" Type="http://schemas.openxmlformats.org/officeDocument/2006/relationships/image" Target="../media/image904.png"/><Relationship Id="rId193" Type="http://schemas.openxmlformats.org/officeDocument/2006/relationships/customXml" Target="../ink/ink1054.xml"/><Relationship Id="rId207" Type="http://schemas.openxmlformats.org/officeDocument/2006/relationships/customXml" Target="../ink/ink1061.xml"/><Relationship Id="rId228" Type="http://schemas.openxmlformats.org/officeDocument/2006/relationships/image" Target="../media/image931.png"/><Relationship Id="rId249" Type="http://schemas.openxmlformats.org/officeDocument/2006/relationships/customXml" Target="../ink/ink1082.xml"/><Relationship Id="rId13" Type="http://schemas.openxmlformats.org/officeDocument/2006/relationships/customXml" Target="../ink/ink964.xml"/><Relationship Id="rId109" Type="http://schemas.openxmlformats.org/officeDocument/2006/relationships/customXml" Target="../ink/ink1012.xml"/><Relationship Id="rId260" Type="http://schemas.openxmlformats.org/officeDocument/2006/relationships/image" Target="../media/image947.png"/><Relationship Id="rId34" Type="http://schemas.openxmlformats.org/officeDocument/2006/relationships/image" Target="../media/image835.png"/><Relationship Id="rId55" Type="http://schemas.openxmlformats.org/officeDocument/2006/relationships/customXml" Target="../ink/ink985.xml"/><Relationship Id="rId76" Type="http://schemas.openxmlformats.org/officeDocument/2006/relationships/image" Target="../media/image856.png"/><Relationship Id="rId97" Type="http://schemas.openxmlformats.org/officeDocument/2006/relationships/customXml" Target="../ink/ink1006.xml"/><Relationship Id="rId120" Type="http://schemas.openxmlformats.org/officeDocument/2006/relationships/image" Target="../media/image878.png"/><Relationship Id="rId141" Type="http://schemas.openxmlformats.org/officeDocument/2006/relationships/customXml" Target="../ink/ink1028.xml"/><Relationship Id="rId7" Type="http://schemas.openxmlformats.org/officeDocument/2006/relationships/customXml" Target="../ink/ink961.xml"/><Relationship Id="rId162" Type="http://schemas.openxmlformats.org/officeDocument/2006/relationships/image" Target="../media/image899.png"/><Relationship Id="rId183" Type="http://schemas.openxmlformats.org/officeDocument/2006/relationships/customXml" Target="../ink/ink1049.xml"/><Relationship Id="rId218" Type="http://schemas.openxmlformats.org/officeDocument/2006/relationships/image" Target="../media/image927.png"/><Relationship Id="rId239" Type="http://schemas.openxmlformats.org/officeDocument/2006/relationships/customXml" Target="../ink/ink1077.xml"/><Relationship Id="rId250" Type="http://schemas.openxmlformats.org/officeDocument/2006/relationships/image" Target="../media/image942.png"/><Relationship Id="rId24" Type="http://schemas.openxmlformats.org/officeDocument/2006/relationships/image" Target="../media/image830.png"/><Relationship Id="rId45" Type="http://schemas.openxmlformats.org/officeDocument/2006/relationships/customXml" Target="../ink/ink980.xml"/><Relationship Id="rId66" Type="http://schemas.openxmlformats.org/officeDocument/2006/relationships/image" Target="../media/image851.png"/><Relationship Id="rId87" Type="http://schemas.openxmlformats.org/officeDocument/2006/relationships/customXml" Target="../ink/ink1001.xml"/><Relationship Id="rId110" Type="http://schemas.openxmlformats.org/officeDocument/2006/relationships/image" Target="../media/image873.png"/><Relationship Id="rId131" Type="http://schemas.openxmlformats.org/officeDocument/2006/relationships/customXml" Target="../ink/ink1023.xml"/><Relationship Id="rId152" Type="http://schemas.openxmlformats.org/officeDocument/2006/relationships/image" Target="../media/image894.png"/><Relationship Id="rId173" Type="http://schemas.openxmlformats.org/officeDocument/2006/relationships/customXml" Target="../ink/ink1044.xml"/><Relationship Id="rId194" Type="http://schemas.openxmlformats.org/officeDocument/2006/relationships/image" Target="../media/image915.png"/><Relationship Id="rId208" Type="http://schemas.openxmlformats.org/officeDocument/2006/relationships/image" Target="../media/image922.png"/><Relationship Id="rId229" Type="http://schemas.openxmlformats.org/officeDocument/2006/relationships/customXml" Target="../ink/ink1072.xml"/><Relationship Id="rId240" Type="http://schemas.openxmlformats.org/officeDocument/2006/relationships/image" Target="../media/image937.png"/><Relationship Id="rId261" Type="http://schemas.openxmlformats.org/officeDocument/2006/relationships/customXml" Target="../ink/ink1088.xml"/><Relationship Id="rId14" Type="http://schemas.openxmlformats.org/officeDocument/2006/relationships/image" Target="../media/image825.png"/><Relationship Id="rId35" Type="http://schemas.openxmlformats.org/officeDocument/2006/relationships/customXml" Target="../ink/ink975.xml"/><Relationship Id="rId56" Type="http://schemas.openxmlformats.org/officeDocument/2006/relationships/image" Target="../media/image846.png"/><Relationship Id="rId77" Type="http://schemas.openxmlformats.org/officeDocument/2006/relationships/customXml" Target="../ink/ink996.xml"/><Relationship Id="rId100" Type="http://schemas.openxmlformats.org/officeDocument/2006/relationships/image" Target="../media/image868.png"/><Relationship Id="rId8" Type="http://schemas.openxmlformats.org/officeDocument/2006/relationships/image" Target="../media/image822.png"/><Relationship Id="rId98" Type="http://schemas.openxmlformats.org/officeDocument/2006/relationships/image" Target="../media/image867.png"/><Relationship Id="rId121" Type="http://schemas.openxmlformats.org/officeDocument/2006/relationships/customXml" Target="../ink/ink1018.xml"/><Relationship Id="rId142" Type="http://schemas.openxmlformats.org/officeDocument/2006/relationships/image" Target="../media/image889.png"/><Relationship Id="rId163" Type="http://schemas.openxmlformats.org/officeDocument/2006/relationships/customXml" Target="../ink/ink1039.xml"/><Relationship Id="rId184" Type="http://schemas.openxmlformats.org/officeDocument/2006/relationships/image" Target="../media/image910.png"/><Relationship Id="rId219" Type="http://schemas.openxmlformats.org/officeDocument/2006/relationships/customXml" Target="../ink/ink1067.xml"/><Relationship Id="rId230" Type="http://schemas.openxmlformats.org/officeDocument/2006/relationships/image" Target="../media/image932.png"/><Relationship Id="rId251" Type="http://schemas.openxmlformats.org/officeDocument/2006/relationships/customXml" Target="../ink/ink1083.xml"/><Relationship Id="rId25" Type="http://schemas.openxmlformats.org/officeDocument/2006/relationships/customXml" Target="../ink/ink970.xml"/><Relationship Id="rId46" Type="http://schemas.openxmlformats.org/officeDocument/2006/relationships/image" Target="../media/image841.png"/><Relationship Id="rId67" Type="http://schemas.openxmlformats.org/officeDocument/2006/relationships/customXml" Target="../ink/ink991.xml"/><Relationship Id="rId88" Type="http://schemas.openxmlformats.org/officeDocument/2006/relationships/image" Target="../media/image862.png"/><Relationship Id="rId111" Type="http://schemas.openxmlformats.org/officeDocument/2006/relationships/customXml" Target="../ink/ink1013.xml"/><Relationship Id="rId132" Type="http://schemas.openxmlformats.org/officeDocument/2006/relationships/image" Target="../media/image884.png"/><Relationship Id="rId153" Type="http://schemas.openxmlformats.org/officeDocument/2006/relationships/customXml" Target="../ink/ink1034.xml"/><Relationship Id="rId174" Type="http://schemas.openxmlformats.org/officeDocument/2006/relationships/image" Target="../media/image905.png"/><Relationship Id="rId195" Type="http://schemas.openxmlformats.org/officeDocument/2006/relationships/customXml" Target="../ink/ink1055.xml"/><Relationship Id="rId209" Type="http://schemas.openxmlformats.org/officeDocument/2006/relationships/customXml" Target="../ink/ink1062.xml"/><Relationship Id="rId220" Type="http://schemas.openxmlformats.org/officeDocument/2006/relationships/image" Target="../media/image303.png"/><Relationship Id="rId241" Type="http://schemas.openxmlformats.org/officeDocument/2006/relationships/customXml" Target="../ink/ink1078.xml"/><Relationship Id="rId15" Type="http://schemas.openxmlformats.org/officeDocument/2006/relationships/customXml" Target="../ink/ink965.xml"/><Relationship Id="rId36" Type="http://schemas.openxmlformats.org/officeDocument/2006/relationships/image" Target="../media/image836.png"/><Relationship Id="rId57" Type="http://schemas.openxmlformats.org/officeDocument/2006/relationships/customXml" Target="../ink/ink986.xml"/><Relationship Id="rId262" Type="http://schemas.openxmlformats.org/officeDocument/2006/relationships/image" Target="../media/image948.png"/><Relationship Id="rId78" Type="http://schemas.openxmlformats.org/officeDocument/2006/relationships/image" Target="../media/image857.png"/><Relationship Id="rId99" Type="http://schemas.openxmlformats.org/officeDocument/2006/relationships/customXml" Target="../ink/ink1007.xml"/><Relationship Id="rId101" Type="http://schemas.openxmlformats.org/officeDocument/2006/relationships/customXml" Target="../ink/ink1008.xml"/><Relationship Id="rId122" Type="http://schemas.openxmlformats.org/officeDocument/2006/relationships/image" Target="../media/image879.png"/><Relationship Id="rId143" Type="http://schemas.openxmlformats.org/officeDocument/2006/relationships/customXml" Target="../ink/ink1029.xml"/><Relationship Id="rId164" Type="http://schemas.openxmlformats.org/officeDocument/2006/relationships/image" Target="../media/image900.png"/><Relationship Id="rId185" Type="http://schemas.openxmlformats.org/officeDocument/2006/relationships/customXml" Target="../ink/ink1050.xml"/><Relationship Id="rId9" Type="http://schemas.openxmlformats.org/officeDocument/2006/relationships/customXml" Target="../ink/ink962.xml"/><Relationship Id="rId210" Type="http://schemas.openxmlformats.org/officeDocument/2006/relationships/image" Target="../media/image923.png"/><Relationship Id="rId26" Type="http://schemas.openxmlformats.org/officeDocument/2006/relationships/image" Target="../media/image831.png"/><Relationship Id="rId231" Type="http://schemas.openxmlformats.org/officeDocument/2006/relationships/customXml" Target="../ink/ink1073.xml"/><Relationship Id="rId252" Type="http://schemas.openxmlformats.org/officeDocument/2006/relationships/image" Target="../media/image943.png"/><Relationship Id="rId47" Type="http://schemas.openxmlformats.org/officeDocument/2006/relationships/customXml" Target="../ink/ink981.xml"/><Relationship Id="rId68" Type="http://schemas.openxmlformats.org/officeDocument/2006/relationships/image" Target="../media/image852.png"/><Relationship Id="rId89" Type="http://schemas.openxmlformats.org/officeDocument/2006/relationships/customXml" Target="../ink/ink1002.xml"/><Relationship Id="rId112" Type="http://schemas.openxmlformats.org/officeDocument/2006/relationships/image" Target="../media/image874.png"/><Relationship Id="rId133" Type="http://schemas.openxmlformats.org/officeDocument/2006/relationships/customXml" Target="../ink/ink1024.xml"/><Relationship Id="rId154" Type="http://schemas.openxmlformats.org/officeDocument/2006/relationships/image" Target="../media/image895.png"/><Relationship Id="rId175" Type="http://schemas.openxmlformats.org/officeDocument/2006/relationships/customXml" Target="../ink/ink1045.xml"/><Relationship Id="rId196" Type="http://schemas.openxmlformats.org/officeDocument/2006/relationships/image" Target="../media/image916.png"/><Relationship Id="rId200" Type="http://schemas.openxmlformats.org/officeDocument/2006/relationships/image" Target="../media/image918.png"/><Relationship Id="rId16" Type="http://schemas.openxmlformats.org/officeDocument/2006/relationships/image" Target="../media/image826.png"/><Relationship Id="rId221" Type="http://schemas.openxmlformats.org/officeDocument/2006/relationships/customXml" Target="../ink/ink1068.xml"/><Relationship Id="rId242" Type="http://schemas.openxmlformats.org/officeDocument/2006/relationships/image" Target="../media/image938.png"/><Relationship Id="rId263" Type="http://schemas.openxmlformats.org/officeDocument/2006/relationships/customXml" Target="../ink/ink1089.xml"/><Relationship Id="rId37" Type="http://schemas.openxmlformats.org/officeDocument/2006/relationships/customXml" Target="../ink/ink976.xml"/><Relationship Id="rId58" Type="http://schemas.openxmlformats.org/officeDocument/2006/relationships/image" Target="../media/image847.png"/><Relationship Id="rId79" Type="http://schemas.openxmlformats.org/officeDocument/2006/relationships/customXml" Target="../ink/ink997.xml"/><Relationship Id="rId102" Type="http://schemas.openxmlformats.org/officeDocument/2006/relationships/image" Target="../media/image869.png"/><Relationship Id="rId123" Type="http://schemas.openxmlformats.org/officeDocument/2006/relationships/customXml" Target="../ink/ink1019.xml"/><Relationship Id="rId144" Type="http://schemas.openxmlformats.org/officeDocument/2006/relationships/image" Target="../media/image890.png"/><Relationship Id="rId90" Type="http://schemas.openxmlformats.org/officeDocument/2006/relationships/image" Target="../media/image863.png"/><Relationship Id="rId165" Type="http://schemas.openxmlformats.org/officeDocument/2006/relationships/customXml" Target="../ink/ink1040.xml"/><Relationship Id="rId186" Type="http://schemas.openxmlformats.org/officeDocument/2006/relationships/image" Target="../media/image911.png"/><Relationship Id="rId211" Type="http://schemas.openxmlformats.org/officeDocument/2006/relationships/customXml" Target="../ink/ink1063.xml"/><Relationship Id="rId232" Type="http://schemas.openxmlformats.org/officeDocument/2006/relationships/image" Target="../media/image933.png"/><Relationship Id="rId253" Type="http://schemas.openxmlformats.org/officeDocument/2006/relationships/customXml" Target="../ink/ink1084.xml"/><Relationship Id="rId27" Type="http://schemas.openxmlformats.org/officeDocument/2006/relationships/customXml" Target="../ink/ink971.xml"/><Relationship Id="rId48" Type="http://schemas.openxmlformats.org/officeDocument/2006/relationships/image" Target="../media/image842.png"/><Relationship Id="rId69" Type="http://schemas.openxmlformats.org/officeDocument/2006/relationships/customXml" Target="../ink/ink992.xml"/><Relationship Id="rId113" Type="http://schemas.openxmlformats.org/officeDocument/2006/relationships/customXml" Target="../ink/ink1014.xml"/><Relationship Id="rId134" Type="http://schemas.openxmlformats.org/officeDocument/2006/relationships/image" Target="../media/image885.png"/><Relationship Id="rId80" Type="http://schemas.openxmlformats.org/officeDocument/2006/relationships/image" Target="../media/image858.png"/><Relationship Id="rId155" Type="http://schemas.openxmlformats.org/officeDocument/2006/relationships/customXml" Target="../ink/ink1035.xml"/><Relationship Id="rId176" Type="http://schemas.openxmlformats.org/officeDocument/2006/relationships/image" Target="../media/image906.png"/><Relationship Id="rId197" Type="http://schemas.openxmlformats.org/officeDocument/2006/relationships/customXml" Target="../ink/ink1056.xml"/><Relationship Id="rId201" Type="http://schemas.openxmlformats.org/officeDocument/2006/relationships/customXml" Target="../ink/ink1058.xml"/><Relationship Id="rId222" Type="http://schemas.openxmlformats.org/officeDocument/2006/relationships/image" Target="../media/image928.png"/><Relationship Id="rId243" Type="http://schemas.openxmlformats.org/officeDocument/2006/relationships/customXml" Target="../ink/ink1079.xml"/><Relationship Id="rId264" Type="http://schemas.openxmlformats.org/officeDocument/2006/relationships/image" Target="../media/image949.png"/><Relationship Id="rId17" Type="http://schemas.openxmlformats.org/officeDocument/2006/relationships/customXml" Target="../ink/ink966.xml"/><Relationship Id="rId38" Type="http://schemas.openxmlformats.org/officeDocument/2006/relationships/image" Target="../media/image837.png"/><Relationship Id="rId59" Type="http://schemas.openxmlformats.org/officeDocument/2006/relationships/customXml" Target="../ink/ink987.xml"/><Relationship Id="rId103" Type="http://schemas.openxmlformats.org/officeDocument/2006/relationships/customXml" Target="../ink/ink1009.xml"/><Relationship Id="rId124" Type="http://schemas.openxmlformats.org/officeDocument/2006/relationships/image" Target="../media/image880.png"/><Relationship Id="rId70" Type="http://schemas.openxmlformats.org/officeDocument/2006/relationships/image" Target="../media/image853.png"/><Relationship Id="rId91" Type="http://schemas.openxmlformats.org/officeDocument/2006/relationships/customXml" Target="../ink/ink1003.xml"/><Relationship Id="rId145" Type="http://schemas.openxmlformats.org/officeDocument/2006/relationships/customXml" Target="../ink/ink1030.xml"/><Relationship Id="rId166" Type="http://schemas.openxmlformats.org/officeDocument/2006/relationships/image" Target="../media/image901.png"/><Relationship Id="rId187" Type="http://schemas.openxmlformats.org/officeDocument/2006/relationships/customXml" Target="../ink/ink1051.xml"/><Relationship Id="rId1" Type="http://schemas.openxmlformats.org/officeDocument/2006/relationships/slideLayout" Target="../slideLayouts/slideLayout7.xml"/><Relationship Id="rId212" Type="http://schemas.openxmlformats.org/officeDocument/2006/relationships/image" Target="../media/image924.png"/><Relationship Id="rId233" Type="http://schemas.openxmlformats.org/officeDocument/2006/relationships/customXml" Target="../ink/ink1074.xml"/><Relationship Id="rId254" Type="http://schemas.openxmlformats.org/officeDocument/2006/relationships/image" Target="../media/image944.png"/><Relationship Id="rId28" Type="http://schemas.openxmlformats.org/officeDocument/2006/relationships/image" Target="../media/image832.png"/><Relationship Id="rId49" Type="http://schemas.openxmlformats.org/officeDocument/2006/relationships/customXml" Target="../ink/ink982.xml"/><Relationship Id="rId114" Type="http://schemas.openxmlformats.org/officeDocument/2006/relationships/image" Target="../media/image875.png"/><Relationship Id="rId60" Type="http://schemas.openxmlformats.org/officeDocument/2006/relationships/image" Target="../media/image848.png"/><Relationship Id="rId81" Type="http://schemas.openxmlformats.org/officeDocument/2006/relationships/customXml" Target="../ink/ink998.xml"/><Relationship Id="rId135" Type="http://schemas.openxmlformats.org/officeDocument/2006/relationships/customXml" Target="../ink/ink1025.xml"/><Relationship Id="rId156" Type="http://schemas.openxmlformats.org/officeDocument/2006/relationships/image" Target="../media/image896.png"/><Relationship Id="rId177" Type="http://schemas.openxmlformats.org/officeDocument/2006/relationships/customXml" Target="../ink/ink1046.xml"/><Relationship Id="rId198" Type="http://schemas.openxmlformats.org/officeDocument/2006/relationships/image" Target="../media/image917.png"/><Relationship Id="rId202" Type="http://schemas.openxmlformats.org/officeDocument/2006/relationships/image" Target="../media/image919.png"/><Relationship Id="rId223" Type="http://schemas.openxmlformats.org/officeDocument/2006/relationships/customXml" Target="../ink/ink1069.xml"/><Relationship Id="rId244" Type="http://schemas.openxmlformats.org/officeDocument/2006/relationships/image" Target="../media/image939.png"/><Relationship Id="rId18" Type="http://schemas.openxmlformats.org/officeDocument/2006/relationships/image" Target="../media/image827.png"/><Relationship Id="rId39" Type="http://schemas.openxmlformats.org/officeDocument/2006/relationships/customXml" Target="../ink/ink977.xml"/><Relationship Id="rId265" Type="http://schemas.openxmlformats.org/officeDocument/2006/relationships/image" Target="../media/image558.org&amp;utm_campaign=index&amp;utm_content=original"/><Relationship Id="rId50" Type="http://schemas.openxmlformats.org/officeDocument/2006/relationships/image" Target="../media/image843.png"/><Relationship Id="rId104" Type="http://schemas.openxmlformats.org/officeDocument/2006/relationships/image" Target="../media/image870.png"/><Relationship Id="rId125" Type="http://schemas.openxmlformats.org/officeDocument/2006/relationships/customXml" Target="../ink/ink1020.xml"/><Relationship Id="rId146" Type="http://schemas.openxmlformats.org/officeDocument/2006/relationships/image" Target="../media/image891.png"/><Relationship Id="rId167" Type="http://schemas.openxmlformats.org/officeDocument/2006/relationships/customXml" Target="../ink/ink1041.xml"/><Relationship Id="rId188" Type="http://schemas.openxmlformats.org/officeDocument/2006/relationships/image" Target="../media/image912.png"/><Relationship Id="rId71" Type="http://schemas.openxmlformats.org/officeDocument/2006/relationships/customXml" Target="../ink/ink993.xml"/><Relationship Id="rId92" Type="http://schemas.openxmlformats.org/officeDocument/2006/relationships/image" Target="../media/image864.png"/><Relationship Id="rId213" Type="http://schemas.openxmlformats.org/officeDocument/2006/relationships/customXml" Target="../ink/ink1064.xml"/><Relationship Id="rId234" Type="http://schemas.openxmlformats.org/officeDocument/2006/relationships/image" Target="../media/image934.png"/><Relationship Id="rId2" Type="http://schemas.openxmlformats.org/officeDocument/2006/relationships/customXml" Target="../ink/ink959.xml"/><Relationship Id="rId29" Type="http://schemas.openxmlformats.org/officeDocument/2006/relationships/customXml" Target="../ink/ink972.xml"/><Relationship Id="rId255" Type="http://schemas.openxmlformats.org/officeDocument/2006/relationships/customXml" Target="../ink/ink1085.xml"/><Relationship Id="rId40" Type="http://schemas.openxmlformats.org/officeDocument/2006/relationships/image" Target="../media/image838.png"/><Relationship Id="rId115" Type="http://schemas.openxmlformats.org/officeDocument/2006/relationships/customXml" Target="../ink/ink1015.xml"/><Relationship Id="rId136" Type="http://schemas.openxmlformats.org/officeDocument/2006/relationships/image" Target="../media/image886.png"/><Relationship Id="rId157" Type="http://schemas.openxmlformats.org/officeDocument/2006/relationships/customXml" Target="../ink/ink1036.xml"/><Relationship Id="rId178" Type="http://schemas.openxmlformats.org/officeDocument/2006/relationships/image" Target="../media/image907.png"/><Relationship Id="rId61" Type="http://schemas.openxmlformats.org/officeDocument/2006/relationships/customXml" Target="../ink/ink988.xml"/><Relationship Id="rId82" Type="http://schemas.openxmlformats.org/officeDocument/2006/relationships/image" Target="../media/image859.png"/><Relationship Id="rId199" Type="http://schemas.openxmlformats.org/officeDocument/2006/relationships/customXml" Target="../ink/ink1057.xml"/><Relationship Id="rId203" Type="http://schemas.openxmlformats.org/officeDocument/2006/relationships/customXml" Target="../ink/ink1059.xml"/><Relationship Id="rId19" Type="http://schemas.openxmlformats.org/officeDocument/2006/relationships/customXml" Target="../ink/ink967.xml"/><Relationship Id="rId224" Type="http://schemas.openxmlformats.org/officeDocument/2006/relationships/image" Target="../media/image929.png"/><Relationship Id="rId245" Type="http://schemas.openxmlformats.org/officeDocument/2006/relationships/customXml" Target="../ink/ink1080.xml"/><Relationship Id="rId30" Type="http://schemas.openxmlformats.org/officeDocument/2006/relationships/image" Target="../media/image833.png"/><Relationship Id="rId105" Type="http://schemas.openxmlformats.org/officeDocument/2006/relationships/customXml" Target="../ink/ink1010.xml"/><Relationship Id="rId126" Type="http://schemas.openxmlformats.org/officeDocument/2006/relationships/image" Target="../media/image881.png"/><Relationship Id="rId147" Type="http://schemas.openxmlformats.org/officeDocument/2006/relationships/customXml" Target="../ink/ink1031.xml"/><Relationship Id="rId168" Type="http://schemas.openxmlformats.org/officeDocument/2006/relationships/image" Target="../media/image902.png"/><Relationship Id="rId51" Type="http://schemas.openxmlformats.org/officeDocument/2006/relationships/customXml" Target="../ink/ink983.xml"/><Relationship Id="rId72" Type="http://schemas.openxmlformats.org/officeDocument/2006/relationships/image" Target="../media/image854.png"/><Relationship Id="rId93" Type="http://schemas.openxmlformats.org/officeDocument/2006/relationships/customXml" Target="../ink/ink1004.xml"/><Relationship Id="rId189" Type="http://schemas.openxmlformats.org/officeDocument/2006/relationships/customXml" Target="../ink/ink1052.xml"/><Relationship Id="rId214" Type="http://schemas.openxmlformats.org/officeDocument/2006/relationships/image" Target="../media/image925.png"/><Relationship Id="rId235" Type="http://schemas.openxmlformats.org/officeDocument/2006/relationships/customXml" Target="../ink/ink1075.xml"/><Relationship Id="rId256" Type="http://schemas.openxmlformats.org/officeDocument/2006/relationships/image" Target="../media/image945.png"/><Relationship Id="rId116" Type="http://schemas.openxmlformats.org/officeDocument/2006/relationships/image" Target="../media/image876.png"/><Relationship Id="rId137" Type="http://schemas.openxmlformats.org/officeDocument/2006/relationships/customXml" Target="../ink/ink1026.xml"/><Relationship Id="rId158" Type="http://schemas.openxmlformats.org/officeDocument/2006/relationships/image" Target="../media/image897.png"/><Relationship Id="rId20" Type="http://schemas.openxmlformats.org/officeDocument/2006/relationships/image" Target="../media/image828.png"/><Relationship Id="rId41" Type="http://schemas.openxmlformats.org/officeDocument/2006/relationships/customXml" Target="../ink/ink978.xml"/><Relationship Id="rId62" Type="http://schemas.openxmlformats.org/officeDocument/2006/relationships/image" Target="../media/image849.png"/><Relationship Id="rId83" Type="http://schemas.openxmlformats.org/officeDocument/2006/relationships/customXml" Target="../ink/ink999.xml"/><Relationship Id="rId179" Type="http://schemas.openxmlformats.org/officeDocument/2006/relationships/customXml" Target="../ink/ink1047.xml"/><Relationship Id="rId190" Type="http://schemas.openxmlformats.org/officeDocument/2006/relationships/image" Target="../media/image913.png"/><Relationship Id="rId204" Type="http://schemas.openxmlformats.org/officeDocument/2006/relationships/image" Target="../media/image920.png"/><Relationship Id="rId225" Type="http://schemas.openxmlformats.org/officeDocument/2006/relationships/customXml" Target="../ink/ink1070.xml"/><Relationship Id="rId246" Type="http://schemas.openxmlformats.org/officeDocument/2006/relationships/image" Target="../media/image940.png"/><Relationship Id="rId106" Type="http://schemas.openxmlformats.org/officeDocument/2006/relationships/image" Target="../media/image871.png"/><Relationship Id="rId127" Type="http://schemas.openxmlformats.org/officeDocument/2006/relationships/customXml" Target="../ink/ink1021.xml"/><Relationship Id="rId10" Type="http://schemas.openxmlformats.org/officeDocument/2006/relationships/image" Target="../media/image823.png"/><Relationship Id="rId31" Type="http://schemas.openxmlformats.org/officeDocument/2006/relationships/customXml" Target="../ink/ink973.xml"/><Relationship Id="rId52" Type="http://schemas.openxmlformats.org/officeDocument/2006/relationships/image" Target="../media/image844.png"/><Relationship Id="rId73" Type="http://schemas.openxmlformats.org/officeDocument/2006/relationships/customXml" Target="../ink/ink994.xml"/><Relationship Id="rId94" Type="http://schemas.openxmlformats.org/officeDocument/2006/relationships/image" Target="../media/image865.png"/><Relationship Id="rId148" Type="http://schemas.openxmlformats.org/officeDocument/2006/relationships/image" Target="../media/image892.png"/><Relationship Id="rId169" Type="http://schemas.openxmlformats.org/officeDocument/2006/relationships/customXml" Target="../ink/ink1042.xml"/><Relationship Id="rId4" Type="http://schemas.openxmlformats.org/officeDocument/2006/relationships/image" Target="../media/image820.png"/><Relationship Id="rId180" Type="http://schemas.openxmlformats.org/officeDocument/2006/relationships/image" Target="../media/image908.png"/><Relationship Id="rId215" Type="http://schemas.openxmlformats.org/officeDocument/2006/relationships/customXml" Target="../ink/ink1065.xml"/><Relationship Id="rId236" Type="http://schemas.openxmlformats.org/officeDocument/2006/relationships/image" Target="../media/image935.png"/><Relationship Id="rId257" Type="http://schemas.openxmlformats.org/officeDocument/2006/relationships/customXml" Target="../ink/ink1086.xml"/><Relationship Id="rId42" Type="http://schemas.openxmlformats.org/officeDocument/2006/relationships/image" Target="../media/image839.png"/><Relationship Id="rId84" Type="http://schemas.openxmlformats.org/officeDocument/2006/relationships/image" Target="../media/image860.png"/><Relationship Id="rId138" Type="http://schemas.openxmlformats.org/officeDocument/2006/relationships/image" Target="../media/image88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3" Type="http://schemas.openxmlformats.org/officeDocument/2006/relationships/customXml" Target="../ink/ink1095.xml"/><Relationship Id="rId18" Type="http://schemas.openxmlformats.org/officeDocument/2006/relationships/image" Target="../media/image958.png"/><Relationship Id="rId26" Type="http://schemas.openxmlformats.org/officeDocument/2006/relationships/image" Target="../media/image962.png"/><Relationship Id="rId39" Type="http://schemas.openxmlformats.org/officeDocument/2006/relationships/customXml" Target="../ink/ink1108.xml"/><Relationship Id="rId21" Type="http://schemas.openxmlformats.org/officeDocument/2006/relationships/customXml" Target="../ink/ink1099.xml"/><Relationship Id="rId34" Type="http://schemas.openxmlformats.org/officeDocument/2006/relationships/image" Target="../media/image966.png"/><Relationship Id="rId42" Type="http://schemas.openxmlformats.org/officeDocument/2006/relationships/image" Target="../media/image970.png"/><Relationship Id="rId47" Type="http://schemas.openxmlformats.org/officeDocument/2006/relationships/customXml" Target="../ink/ink1112.xml"/><Relationship Id="rId50" Type="http://schemas.openxmlformats.org/officeDocument/2006/relationships/image" Target="../media/image974.png"/><Relationship Id="rId55" Type="http://schemas.openxmlformats.org/officeDocument/2006/relationships/image" Target="../media/image819.png"/><Relationship Id="rId7" Type="http://schemas.openxmlformats.org/officeDocument/2006/relationships/customXml" Target="../ink/ink1092.xml"/><Relationship Id="rId2" Type="http://schemas.openxmlformats.org/officeDocument/2006/relationships/image" Target="../media/image631.png"/><Relationship Id="rId16" Type="http://schemas.openxmlformats.org/officeDocument/2006/relationships/image" Target="../media/image957.png"/><Relationship Id="rId29" Type="http://schemas.openxmlformats.org/officeDocument/2006/relationships/customXml" Target="../ink/ink1103.xml"/><Relationship Id="rId11" Type="http://schemas.openxmlformats.org/officeDocument/2006/relationships/customXml" Target="../ink/ink1094.xml"/><Relationship Id="rId24" Type="http://schemas.openxmlformats.org/officeDocument/2006/relationships/image" Target="../media/image961.png"/><Relationship Id="rId32" Type="http://schemas.openxmlformats.org/officeDocument/2006/relationships/image" Target="../media/image965.png"/><Relationship Id="rId37" Type="http://schemas.openxmlformats.org/officeDocument/2006/relationships/customXml" Target="../ink/ink1107.xml"/><Relationship Id="rId40" Type="http://schemas.openxmlformats.org/officeDocument/2006/relationships/image" Target="../media/image969.png"/><Relationship Id="rId45" Type="http://schemas.openxmlformats.org/officeDocument/2006/relationships/customXml" Target="../ink/ink1111.xml"/><Relationship Id="rId53" Type="http://schemas.openxmlformats.org/officeDocument/2006/relationships/customXml" Target="../ink/ink1115.xml"/><Relationship Id="rId5" Type="http://schemas.openxmlformats.org/officeDocument/2006/relationships/customXml" Target="../ink/ink1091.xml"/><Relationship Id="rId10" Type="http://schemas.openxmlformats.org/officeDocument/2006/relationships/image" Target="../media/image954.png"/><Relationship Id="rId19" Type="http://schemas.openxmlformats.org/officeDocument/2006/relationships/customXml" Target="../ink/ink1098.xml"/><Relationship Id="rId31" Type="http://schemas.openxmlformats.org/officeDocument/2006/relationships/customXml" Target="../ink/ink1104.xml"/><Relationship Id="rId44" Type="http://schemas.openxmlformats.org/officeDocument/2006/relationships/image" Target="../media/image971.png"/><Relationship Id="rId52" Type="http://schemas.openxmlformats.org/officeDocument/2006/relationships/image" Target="../media/image975.png"/><Relationship Id="rId4" Type="http://schemas.openxmlformats.org/officeDocument/2006/relationships/image" Target="../media/image951.png"/><Relationship Id="rId9" Type="http://schemas.openxmlformats.org/officeDocument/2006/relationships/customXml" Target="../ink/ink1093.xml"/><Relationship Id="rId14" Type="http://schemas.openxmlformats.org/officeDocument/2006/relationships/image" Target="../media/image956.png"/><Relationship Id="rId22" Type="http://schemas.openxmlformats.org/officeDocument/2006/relationships/image" Target="../media/image960.png"/><Relationship Id="rId27" Type="http://schemas.openxmlformats.org/officeDocument/2006/relationships/customXml" Target="../ink/ink1102.xml"/><Relationship Id="rId30" Type="http://schemas.openxmlformats.org/officeDocument/2006/relationships/image" Target="../media/image964.png"/><Relationship Id="rId35" Type="http://schemas.openxmlformats.org/officeDocument/2006/relationships/customXml" Target="../ink/ink1106.xml"/><Relationship Id="rId43" Type="http://schemas.openxmlformats.org/officeDocument/2006/relationships/customXml" Target="../ink/ink1110.xml"/><Relationship Id="rId48" Type="http://schemas.openxmlformats.org/officeDocument/2006/relationships/image" Target="../media/image973.png"/><Relationship Id="rId56" Type="http://schemas.openxmlformats.org/officeDocument/2006/relationships/image" Target="../media/image950.png"/><Relationship Id="rId8" Type="http://schemas.openxmlformats.org/officeDocument/2006/relationships/image" Target="../media/image953.png"/><Relationship Id="rId51" Type="http://schemas.openxmlformats.org/officeDocument/2006/relationships/customXml" Target="../ink/ink1114.xml"/><Relationship Id="rId3" Type="http://schemas.openxmlformats.org/officeDocument/2006/relationships/customXml" Target="../ink/ink1090.xml"/><Relationship Id="rId12" Type="http://schemas.openxmlformats.org/officeDocument/2006/relationships/image" Target="../media/image955.png"/><Relationship Id="rId17" Type="http://schemas.openxmlformats.org/officeDocument/2006/relationships/customXml" Target="../ink/ink1097.xml"/><Relationship Id="rId25" Type="http://schemas.openxmlformats.org/officeDocument/2006/relationships/customXml" Target="../ink/ink1101.xml"/><Relationship Id="rId33" Type="http://schemas.openxmlformats.org/officeDocument/2006/relationships/customXml" Target="../ink/ink1105.xml"/><Relationship Id="rId38" Type="http://schemas.openxmlformats.org/officeDocument/2006/relationships/image" Target="../media/image968.png"/><Relationship Id="rId46" Type="http://schemas.openxmlformats.org/officeDocument/2006/relationships/image" Target="../media/image972.png"/><Relationship Id="rId20" Type="http://schemas.openxmlformats.org/officeDocument/2006/relationships/image" Target="../media/image959.png"/><Relationship Id="rId41" Type="http://schemas.openxmlformats.org/officeDocument/2006/relationships/customXml" Target="../ink/ink1109.xml"/><Relationship Id="rId54" Type="http://schemas.openxmlformats.org/officeDocument/2006/relationships/image" Target="../media/image976.png"/><Relationship Id="rId1" Type="http://schemas.openxmlformats.org/officeDocument/2006/relationships/slideLayout" Target="../slideLayouts/slideLayout7.xml"/><Relationship Id="rId6" Type="http://schemas.openxmlformats.org/officeDocument/2006/relationships/image" Target="../media/image952.png"/><Relationship Id="rId15" Type="http://schemas.openxmlformats.org/officeDocument/2006/relationships/customXml" Target="../ink/ink1096.xml"/><Relationship Id="rId23" Type="http://schemas.openxmlformats.org/officeDocument/2006/relationships/customXml" Target="../ink/ink1100.xml"/><Relationship Id="rId28" Type="http://schemas.openxmlformats.org/officeDocument/2006/relationships/image" Target="../media/image963.png"/><Relationship Id="rId36" Type="http://schemas.openxmlformats.org/officeDocument/2006/relationships/image" Target="../media/image967.png"/><Relationship Id="rId49" Type="http://schemas.openxmlformats.org/officeDocument/2006/relationships/customXml" Target="../ink/ink11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E5B46-ABF1-EA3B-8EAA-E8C5945A7136}"/>
              </a:ext>
            </a:extLst>
          </p:cNvPr>
          <p:cNvSpPr>
            <a:spLocks noGrp="1"/>
          </p:cNvSpPr>
          <p:nvPr>
            <p:ph type="ctrTitle"/>
          </p:nvPr>
        </p:nvSpPr>
        <p:spPr>
          <a:xfrm>
            <a:off x="1524000" y="1122363"/>
            <a:ext cx="9144000" cy="1429108"/>
          </a:xfrm>
        </p:spPr>
        <p:txBody>
          <a:bodyPr/>
          <a:lstStyle/>
          <a:p>
            <a:r>
              <a:rPr lang="ar-JO" dirty="0"/>
              <a:t>الزمن واللانهاية وعلم الكلام</a:t>
            </a:r>
            <a:endParaRPr lang="en-US" dirty="0"/>
          </a:p>
        </p:txBody>
      </p:sp>
      <p:sp>
        <p:nvSpPr>
          <p:cNvPr id="3" name="Subtitle 2">
            <a:extLst>
              <a:ext uri="{FF2B5EF4-FFF2-40B4-BE49-F238E27FC236}">
                <a16:creationId xmlns:a16="http://schemas.microsoft.com/office/drawing/2014/main" id="{6023B951-C46F-ACA3-5E52-19DC0D240D8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70257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defined">
            <a:extLst>
              <a:ext uri="{FF2B5EF4-FFF2-40B4-BE49-F238E27FC236}">
                <a16:creationId xmlns:a16="http://schemas.microsoft.com/office/drawing/2014/main" id="{CFE7ACE3-4CE8-37A3-8655-5FA7AF85C13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195" y="81101"/>
            <a:ext cx="4099178" cy="3371346"/>
          </a:xfrm>
          <a:prstGeom prst="rect">
            <a:avLst/>
          </a:prstGeom>
          <a:noFill/>
          <a:ln>
            <a:noFill/>
          </a:ln>
        </p:spPr>
      </p:pic>
      <p:pic>
        <p:nvPicPr>
          <p:cNvPr id="3" name="Picture 2">
            <a:extLst>
              <a:ext uri="{FF2B5EF4-FFF2-40B4-BE49-F238E27FC236}">
                <a16:creationId xmlns:a16="http://schemas.microsoft.com/office/drawing/2014/main" id="{1E243B74-B6AD-6EFF-D8AD-D1F11A68723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72558" y="81101"/>
            <a:ext cx="3446884" cy="4980251"/>
          </a:xfrm>
          <a:prstGeom prst="rect">
            <a:avLst/>
          </a:prstGeom>
          <a:noFill/>
          <a:ln>
            <a:noFill/>
          </a:ln>
        </p:spPr>
      </p:pic>
      <p:pic>
        <p:nvPicPr>
          <p:cNvPr id="4" name="Picture 3" descr="undefined">
            <a:extLst>
              <a:ext uri="{FF2B5EF4-FFF2-40B4-BE49-F238E27FC236}">
                <a16:creationId xmlns:a16="http://schemas.microsoft.com/office/drawing/2014/main" id="{0D0FEEB9-71D2-376B-726E-CA00A468747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06627" y="81101"/>
            <a:ext cx="3962054" cy="5670284"/>
          </a:xfrm>
          <a:prstGeom prst="rect">
            <a:avLst/>
          </a:prstGeom>
          <a:noFill/>
          <a:ln>
            <a:noFill/>
          </a:ln>
        </p:spPr>
      </p:pic>
      <p:grpSp>
        <p:nvGrpSpPr>
          <p:cNvPr id="11" name="Group 10">
            <a:extLst>
              <a:ext uri="{FF2B5EF4-FFF2-40B4-BE49-F238E27FC236}">
                <a16:creationId xmlns:a16="http://schemas.microsoft.com/office/drawing/2014/main" id="{9EFFC913-EEC6-F104-AF78-5BAFB8150C48}"/>
              </a:ext>
            </a:extLst>
          </p:cNvPr>
          <p:cNvGrpSpPr/>
          <p:nvPr/>
        </p:nvGrpSpPr>
        <p:grpSpPr>
          <a:xfrm>
            <a:off x="1256183" y="4022145"/>
            <a:ext cx="654840" cy="370440"/>
            <a:chOff x="1256183" y="4022145"/>
            <a:chExt cx="654840" cy="370440"/>
          </a:xfrm>
        </p:grpSpPr>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12C4E268-25BD-7523-870B-0BCA7027058D}"/>
                    </a:ext>
                  </a:extLst>
                </p14:cNvPr>
                <p14:cNvContentPartPr/>
                <p14:nvPr/>
              </p14:nvContentPartPr>
              <p14:xfrm>
                <a:off x="1256183" y="4022145"/>
                <a:ext cx="318960" cy="354600"/>
              </p14:xfrm>
            </p:contentPart>
          </mc:Choice>
          <mc:Fallback xmlns="">
            <p:pic>
              <p:nvPicPr>
                <p:cNvPr id="5" name="Ink 4">
                  <a:extLst>
                    <a:ext uri="{FF2B5EF4-FFF2-40B4-BE49-F238E27FC236}">
                      <a16:creationId xmlns:a16="http://schemas.microsoft.com/office/drawing/2014/main" id="{12C4E268-25BD-7523-870B-0BCA7027058D}"/>
                    </a:ext>
                  </a:extLst>
                </p:cNvPr>
                <p:cNvPicPr/>
                <p:nvPr/>
              </p:nvPicPr>
              <p:blipFill>
                <a:blip r:embed="rId6"/>
                <a:stretch>
                  <a:fillRect/>
                </a:stretch>
              </p:blipFill>
              <p:spPr>
                <a:xfrm>
                  <a:off x="1251863" y="4017825"/>
                  <a:ext cx="327600" cy="363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CF0EFD65-3794-FBBC-8F36-45128656CAE3}"/>
                    </a:ext>
                  </a:extLst>
                </p14:cNvPr>
                <p14:cNvContentPartPr/>
                <p14:nvPr/>
              </p14:nvContentPartPr>
              <p14:xfrm>
                <a:off x="1657223" y="4118985"/>
                <a:ext cx="253800" cy="273600"/>
              </p14:xfrm>
            </p:contentPart>
          </mc:Choice>
          <mc:Fallback xmlns="">
            <p:pic>
              <p:nvPicPr>
                <p:cNvPr id="6" name="Ink 5">
                  <a:extLst>
                    <a:ext uri="{FF2B5EF4-FFF2-40B4-BE49-F238E27FC236}">
                      <a16:creationId xmlns:a16="http://schemas.microsoft.com/office/drawing/2014/main" id="{CF0EFD65-3794-FBBC-8F36-45128656CAE3}"/>
                    </a:ext>
                  </a:extLst>
                </p:cNvPr>
                <p:cNvPicPr/>
                <p:nvPr/>
              </p:nvPicPr>
              <p:blipFill>
                <a:blip r:embed="rId8"/>
                <a:stretch>
                  <a:fillRect/>
                </a:stretch>
              </p:blipFill>
              <p:spPr>
                <a:xfrm>
                  <a:off x="1652903" y="4114665"/>
                  <a:ext cx="262440" cy="282240"/>
                </a:xfrm>
                <a:prstGeom prst="rect">
                  <a:avLst/>
                </a:prstGeom>
              </p:spPr>
            </p:pic>
          </mc:Fallback>
        </mc:AlternateContent>
      </p:grpSp>
      <p:grpSp>
        <p:nvGrpSpPr>
          <p:cNvPr id="10" name="Group 9">
            <a:extLst>
              <a:ext uri="{FF2B5EF4-FFF2-40B4-BE49-F238E27FC236}">
                <a16:creationId xmlns:a16="http://schemas.microsoft.com/office/drawing/2014/main" id="{8690C730-4B91-0C5F-B1AA-D5CC50FCF502}"/>
              </a:ext>
            </a:extLst>
          </p:cNvPr>
          <p:cNvGrpSpPr/>
          <p:nvPr/>
        </p:nvGrpSpPr>
        <p:grpSpPr>
          <a:xfrm>
            <a:off x="2218463" y="3945825"/>
            <a:ext cx="353880" cy="625320"/>
            <a:chOff x="2218463" y="3945825"/>
            <a:chExt cx="353880" cy="625320"/>
          </a:xfrm>
        </p:grpSpPr>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BF47EBF6-30D9-2445-594C-E266F1CC223D}"/>
                    </a:ext>
                  </a:extLst>
                </p14:cNvPr>
                <p14:cNvContentPartPr/>
                <p14:nvPr/>
              </p14:nvContentPartPr>
              <p14:xfrm>
                <a:off x="2218463" y="4024305"/>
                <a:ext cx="353880" cy="505080"/>
              </p14:xfrm>
            </p:contentPart>
          </mc:Choice>
          <mc:Fallback xmlns="">
            <p:pic>
              <p:nvPicPr>
                <p:cNvPr id="7" name="Ink 6">
                  <a:extLst>
                    <a:ext uri="{FF2B5EF4-FFF2-40B4-BE49-F238E27FC236}">
                      <a16:creationId xmlns:a16="http://schemas.microsoft.com/office/drawing/2014/main" id="{BF47EBF6-30D9-2445-594C-E266F1CC223D}"/>
                    </a:ext>
                  </a:extLst>
                </p:cNvPr>
                <p:cNvPicPr/>
                <p:nvPr/>
              </p:nvPicPr>
              <p:blipFill>
                <a:blip r:embed="rId10"/>
                <a:stretch>
                  <a:fillRect/>
                </a:stretch>
              </p:blipFill>
              <p:spPr>
                <a:xfrm>
                  <a:off x="2214143" y="4019985"/>
                  <a:ext cx="362520" cy="513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28FE0E10-AFC1-CDE0-F1A7-E98BB4AEC2C7}"/>
                    </a:ext>
                  </a:extLst>
                </p14:cNvPr>
                <p14:cNvContentPartPr/>
                <p14:nvPr/>
              </p14:nvContentPartPr>
              <p14:xfrm>
                <a:off x="2288663" y="3945825"/>
                <a:ext cx="65880" cy="131040"/>
              </p14:xfrm>
            </p:contentPart>
          </mc:Choice>
          <mc:Fallback xmlns="">
            <p:pic>
              <p:nvPicPr>
                <p:cNvPr id="8" name="Ink 7">
                  <a:extLst>
                    <a:ext uri="{FF2B5EF4-FFF2-40B4-BE49-F238E27FC236}">
                      <a16:creationId xmlns:a16="http://schemas.microsoft.com/office/drawing/2014/main" id="{28FE0E10-AFC1-CDE0-F1A7-E98BB4AEC2C7}"/>
                    </a:ext>
                  </a:extLst>
                </p:cNvPr>
                <p:cNvPicPr/>
                <p:nvPr/>
              </p:nvPicPr>
              <p:blipFill>
                <a:blip r:embed="rId12"/>
                <a:stretch>
                  <a:fillRect/>
                </a:stretch>
              </p:blipFill>
              <p:spPr>
                <a:xfrm>
                  <a:off x="2284343" y="3941505"/>
                  <a:ext cx="7452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F93ADCFF-BFC8-8030-8BDC-C1F63B055ECB}"/>
                    </a:ext>
                  </a:extLst>
                </p14:cNvPr>
                <p14:cNvContentPartPr/>
                <p14:nvPr/>
              </p14:nvContentPartPr>
              <p14:xfrm>
                <a:off x="2414663" y="4429305"/>
                <a:ext cx="114120" cy="141840"/>
              </p14:xfrm>
            </p:contentPart>
          </mc:Choice>
          <mc:Fallback xmlns="">
            <p:pic>
              <p:nvPicPr>
                <p:cNvPr id="9" name="Ink 8">
                  <a:extLst>
                    <a:ext uri="{FF2B5EF4-FFF2-40B4-BE49-F238E27FC236}">
                      <a16:creationId xmlns:a16="http://schemas.microsoft.com/office/drawing/2014/main" id="{F93ADCFF-BFC8-8030-8BDC-C1F63B055ECB}"/>
                    </a:ext>
                  </a:extLst>
                </p:cNvPr>
                <p:cNvPicPr/>
                <p:nvPr/>
              </p:nvPicPr>
              <p:blipFill>
                <a:blip r:embed="rId14"/>
                <a:stretch>
                  <a:fillRect/>
                </a:stretch>
              </p:blipFill>
              <p:spPr>
                <a:xfrm>
                  <a:off x="2410343" y="4424985"/>
                  <a:ext cx="122760" cy="150480"/>
                </a:xfrm>
                <a:prstGeom prst="rect">
                  <a:avLst/>
                </a:prstGeom>
              </p:spPr>
            </p:pic>
          </mc:Fallback>
        </mc:AlternateContent>
      </p:grpSp>
      <p:grpSp>
        <p:nvGrpSpPr>
          <p:cNvPr id="19" name="Group 18">
            <a:extLst>
              <a:ext uri="{FF2B5EF4-FFF2-40B4-BE49-F238E27FC236}">
                <a16:creationId xmlns:a16="http://schemas.microsoft.com/office/drawing/2014/main" id="{1CF161ED-47B9-5CF7-A63E-3ED965F46189}"/>
              </a:ext>
            </a:extLst>
          </p:cNvPr>
          <p:cNvGrpSpPr/>
          <p:nvPr/>
        </p:nvGrpSpPr>
        <p:grpSpPr>
          <a:xfrm>
            <a:off x="5245703" y="5489145"/>
            <a:ext cx="636120" cy="365760"/>
            <a:chOff x="5245703" y="5489145"/>
            <a:chExt cx="636120" cy="365760"/>
          </a:xfrm>
        </p:grpSpPr>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7343897E-B1BC-2B87-A417-77092BE7A906}"/>
                    </a:ext>
                  </a:extLst>
                </p14:cNvPr>
                <p14:cNvContentPartPr/>
                <p14:nvPr/>
              </p14:nvContentPartPr>
              <p14:xfrm>
                <a:off x="5245703" y="5489145"/>
                <a:ext cx="220320" cy="329040"/>
              </p14:xfrm>
            </p:contentPart>
          </mc:Choice>
          <mc:Fallback xmlns="">
            <p:pic>
              <p:nvPicPr>
                <p:cNvPr id="12" name="Ink 11">
                  <a:extLst>
                    <a:ext uri="{FF2B5EF4-FFF2-40B4-BE49-F238E27FC236}">
                      <a16:creationId xmlns:a16="http://schemas.microsoft.com/office/drawing/2014/main" id="{7343897E-B1BC-2B87-A417-77092BE7A906}"/>
                    </a:ext>
                  </a:extLst>
                </p:cNvPr>
                <p:cNvPicPr/>
                <p:nvPr/>
              </p:nvPicPr>
              <p:blipFill>
                <a:blip r:embed="rId16"/>
                <a:stretch>
                  <a:fillRect/>
                </a:stretch>
              </p:blipFill>
              <p:spPr>
                <a:xfrm>
                  <a:off x="5241383" y="5484825"/>
                  <a:ext cx="22896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F72A4FCB-4AE5-6A79-6086-7C7D41C80722}"/>
                    </a:ext>
                  </a:extLst>
                </p14:cNvPr>
                <p14:cNvContentPartPr/>
                <p14:nvPr/>
              </p14:nvContentPartPr>
              <p14:xfrm>
                <a:off x="5361263" y="5499585"/>
                <a:ext cx="232920" cy="25560"/>
              </p14:xfrm>
            </p:contentPart>
          </mc:Choice>
          <mc:Fallback xmlns="">
            <p:pic>
              <p:nvPicPr>
                <p:cNvPr id="13" name="Ink 12">
                  <a:extLst>
                    <a:ext uri="{FF2B5EF4-FFF2-40B4-BE49-F238E27FC236}">
                      <a16:creationId xmlns:a16="http://schemas.microsoft.com/office/drawing/2014/main" id="{F72A4FCB-4AE5-6A79-6086-7C7D41C80722}"/>
                    </a:ext>
                  </a:extLst>
                </p:cNvPr>
                <p:cNvPicPr/>
                <p:nvPr/>
              </p:nvPicPr>
              <p:blipFill>
                <a:blip r:embed="rId18"/>
                <a:stretch>
                  <a:fillRect/>
                </a:stretch>
              </p:blipFill>
              <p:spPr>
                <a:xfrm>
                  <a:off x="5356943" y="5495265"/>
                  <a:ext cx="24156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2A2A05A9-4733-C743-C261-2F6265155EAD}"/>
                    </a:ext>
                  </a:extLst>
                </p14:cNvPr>
                <p14:cNvContentPartPr/>
                <p14:nvPr/>
              </p14:nvContentPartPr>
              <p14:xfrm>
                <a:off x="5574743" y="5598945"/>
                <a:ext cx="307080" cy="255960"/>
              </p14:xfrm>
            </p:contentPart>
          </mc:Choice>
          <mc:Fallback xmlns="">
            <p:pic>
              <p:nvPicPr>
                <p:cNvPr id="14" name="Ink 13">
                  <a:extLst>
                    <a:ext uri="{FF2B5EF4-FFF2-40B4-BE49-F238E27FC236}">
                      <a16:creationId xmlns:a16="http://schemas.microsoft.com/office/drawing/2014/main" id="{2A2A05A9-4733-C743-C261-2F6265155EAD}"/>
                    </a:ext>
                  </a:extLst>
                </p:cNvPr>
                <p:cNvPicPr/>
                <p:nvPr/>
              </p:nvPicPr>
              <p:blipFill>
                <a:blip r:embed="rId20"/>
                <a:stretch>
                  <a:fillRect/>
                </a:stretch>
              </p:blipFill>
              <p:spPr>
                <a:xfrm>
                  <a:off x="5570423" y="5594625"/>
                  <a:ext cx="315720" cy="264600"/>
                </a:xfrm>
                <a:prstGeom prst="rect">
                  <a:avLst/>
                </a:prstGeom>
              </p:spPr>
            </p:pic>
          </mc:Fallback>
        </mc:AlternateContent>
      </p:grpSp>
      <p:grpSp>
        <p:nvGrpSpPr>
          <p:cNvPr id="18" name="Group 17">
            <a:extLst>
              <a:ext uri="{FF2B5EF4-FFF2-40B4-BE49-F238E27FC236}">
                <a16:creationId xmlns:a16="http://schemas.microsoft.com/office/drawing/2014/main" id="{0A5EB8D3-30EB-BD65-37BB-0989CEE4487C}"/>
              </a:ext>
            </a:extLst>
          </p:cNvPr>
          <p:cNvGrpSpPr/>
          <p:nvPr/>
        </p:nvGrpSpPr>
        <p:grpSpPr>
          <a:xfrm>
            <a:off x="6200783" y="5399145"/>
            <a:ext cx="270000" cy="635760"/>
            <a:chOff x="6200783" y="5399145"/>
            <a:chExt cx="270000" cy="635760"/>
          </a:xfrm>
        </p:grpSpPr>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5A03EBCF-F17C-5585-6110-A11D5ACC42DC}"/>
                    </a:ext>
                  </a:extLst>
                </p14:cNvPr>
                <p14:cNvContentPartPr/>
                <p14:nvPr/>
              </p14:nvContentPartPr>
              <p14:xfrm>
                <a:off x="6200783" y="5399145"/>
                <a:ext cx="270000" cy="597960"/>
              </p14:xfrm>
            </p:contentPart>
          </mc:Choice>
          <mc:Fallback xmlns="">
            <p:pic>
              <p:nvPicPr>
                <p:cNvPr id="15" name="Ink 14">
                  <a:extLst>
                    <a:ext uri="{FF2B5EF4-FFF2-40B4-BE49-F238E27FC236}">
                      <a16:creationId xmlns:a16="http://schemas.microsoft.com/office/drawing/2014/main" id="{5A03EBCF-F17C-5585-6110-A11D5ACC42DC}"/>
                    </a:ext>
                  </a:extLst>
                </p:cNvPr>
                <p:cNvPicPr/>
                <p:nvPr/>
              </p:nvPicPr>
              <p:blipFill>
                <a:blip r:embed="rId22"/>
                <a:stretch>
                  <a:fillRect/>
                </a:stretch>
              </p:blipFill>
              <p:spPr>
                <a:xfrm>
                  <a:off x="6196463" y="5394825"/>
                  <a:ext cx="278640" cy="6066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Ink 15">
                  <a:extLst>
                    <a:ext uri="{FF2B5EF4-FFF2-40B4-BE49-F238E27FC236}">
                      <a16:creationId xmlns:a16="http://schemas.microsoft.com/office/drawing/2014/main" id="{CD751C87-F504-C9CA-61FA-D13054800E55}"/>
                    </a:ext>
                  </a:extLst>
                </p14:cNvPr>
                <p14:cNvContentPartPr/>
                <p14:nvPr/>
              </p14:nvContentPartPr>
              <p14:xfrm>
                <a:off x="6224183" y="5407065"/>
                <a:ext cx="90720" cy="114840"/>
              </p14:xfrm>
            </p:contentPart>
          </mc:Choice>
          <mc:Fallback xmlns="">
            <p:pic>
              <p:nvPicPr>
                <p:cNvPr id="16" name="Ink 15">
                  <a:extLst>
                    <a:ext uri="{FF2B5EF4-FFF2-40B4-BE49-F238E27FC236}">
                      <a16:creationId xmlns:a16="http://schemas.microsoft.com/office/drawing/2014/main" id="{CD751C87-F504-C9CA-61FA-D13054800E55}"/>
                    </a:ext>
                  </a:extLst>
                </p:cNvPr>
                <p:cNvPicPr/>
                <p:nvPr/>
              </p:nvPicPr>
              <p:blipFill>
                <a:blip r:embed="rId24"/>
                <a:stretch>
                  <a:fillRect/>
                </a:stretch>
              </p:blipFill>
              <p:spPr>
                <a:xfrm>
                  <a:off x="6219863" y="5402745"/>
                  <a:ext cx="9936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 name="Ink 16">
                  <a:extLst>
                    <a:ext uri="{FF2B5EF4-FFF2-40B4-BE49-F238E27FC236}">
                      <a16:creationId xmlns:a16="http://schemas.microsoft.com/office/drawing/2014/main" id="{2E62E569-A348-1E7A-BF7B-B3F7A5F21A37}"/>
                    </a:ext>
                  </a:extLst>
                </p14:cNvPr>
                <p14:cNvContentPartPr/>
                <p14:nvPr/>
              </p14:nvContentPartPr>
              <p14:xfrm>
                <a:off x="6336863" y="5888745"/>
                <a:ext cx="112320" cy="146160"/>
              </p14:xfrm>
            </p:contentPart>
          </mc:Choice>
          <mc:Fallback xmlns="">
            <p:pic>
              <p:nvPicPr>
                <p:cNvPr id="17" name="Ink 16">
                  <a:extLst>
                    <a:ext uri="{FF2B5EF4-FFF2-40B4-BE49-F238E27FC236}">
                      <a16:creationId xmlns:a16="http://schemas.microsoft.com/office/drawing/2014/main" id="{2E62E569-A348-1E7A-BF7B-B3F7A5F21A37}"/>
                    </a:ext>
                  </a:extLst>
                </p:cNvPr>
                <p:cNvPicPr/>
                <p:nvPr/>
              </p:nvPicPr>
              <p:blipFill>
                <a:blip r:embed="rId26"/>
                <a:stretch>
                  <a:fillRect/>
                </a:stretch>
              </p:blipFill>
              <p:spPr>
                <a:xfrm>
                  <a:off x="6332543" y="5884425"/>
                  <a:ext cx="120960" cy="154800"/>
                </a:xfrm>
                <a:prstGeom prst="rect">
                  <a:avLst/>
                </a:prstGeom>
              </p:spPr>
            </p:pic>
          </mc:Fallback>
        </mc:AlternateContent>
      </p:grpSp>
      <p:grpSp>
        <p:nvGrpSpPr>
          <p:cNvPr id="30" name="Group 29">
            <a:extLst>
              <a:ext uri="{FF2B5EF4-FFF2-40B4-BE49-F238E27FC236}">
                <a16:creationId xmlns:a16="http://schemas.microsoft.com/office/drawing/2014/main" id="{17C86F1B-2BB1-BCC6-BDB4-B9A3D7B10422}"/>
              </a:ext>
            </a:extLst>
          </p:cNvPr>
          <p:cNvGrpSpPr/>
          <p:nvPr/>
        </p:nvGrpSpPr>
        <p:grpSpPr>
          <a:xfrm>
            <a:off x="8396063" y="6069825"/>
            <a:ext cx="3050640" cy="573120"/>
            <a:chOff x="8396063" y="6069825"/>
            <a:chExt cx="3050640" cy="573120"/>
          </a:xfrm>
        </p:grpSpPr>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C25862B1-2DFC-5F67-CA58-E900E44455F5}"/>
                    </a:ext>
                  </a:extLst>
                </p14:cNvPr>
                <p14:cNvContentPartPr/>
                <p14:nvPr/>
              </p14:nvContentPartPr>
              <p14:xfrm>
                <a:off x="8396063" y="6069825"/>
                <a:ext cx="249120" cy="373680"/>
              </p14:xfrm>
            </p:contentPart>
          </mc:Choice>
          <mc:Fallback xmlns="">
            <p:pic>
              <p:nvPicPr>
                <p:cNvPr id="20" name="Ink 19">
                  <a:extLst>
                    <a:ext uri="{FF2B5EF4-FFF2-40B4-BE49-F238E27FC236}">
                      <a16:creationId xmlns:a16="http://schemas.microsoft.com/office/drawing/2014/main" id="{C25862B1-2DFC-5F67-CA58-E900E44455F5}"/>
                    </a:ext>
                  </a:extLst>
                </p:cNvPr>
                <p:cNvPicPr/>
                <p:nvPr/>
              </p:nvPicPr>
              <p:blipFill>
                <a:blip r:embed="rId28"/>
                <a:stretch>
                  <a:fillRect/>
                </a:stretch>
              </p:blipFill>
              <p:spPr>
                <a:xfrm>
                  <a:off x="8391743" y="6065505"/>
                  <a:ext cx="25776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1" name="Ink 20">
                  <a:extLst>
                    <a:ext uri="{FF2B5EF4-FFF2-40B4-BE49-F238E27FC236}">
                      <a16:creationId xmlns:a16="http://schemas.microsoft.com/office/drawing/2014/main" id="{9098B0D1-DF0C-68E7-688C-3EB484299553}"/>
                    </a:ext>
                  </a:extLst>
                </p14:cNvPr>
                <p14:cNvContentPartPr/>
                <p14:nvPr/>
              </p14:nvContentPartPr>
              <p14:xfrm>
                <a:off x="8726903" y="6109065"/>
                <a:ext cx="231120" cy="347400"/>
              </p14:xfrm>
            </p:contentPart>
          </mc:Choice>
          <mc:Fallback xmlns="">
            <p:pic>
              <p:nvPicPr>
                <p:cNvPr id="21" name="Ink 20">
                  <a:extLst>
                    <a:ext uri="{FF2B5EF4-FFF2-40B4-BE49-F238E27FC236}">
                      <a16:creationId xmlns:a16="http://schemas.microsoft.com/office/drawing/2014/main" id="{9098B0D1-DF0C-68E7-688C-3EB484299553}"/>
                    </a:ext>
                  </a:extLst>
                </p:cNvPr>
                <p:cNvPicPr/>
                <p:nvPr/>
              </p:nvPicPr>
              <p:blipFill>
                <a:blip r:embed="rId30"/>
                <a:stretch>
                  <a:fillRect/>
                </a:stretch>
              </p:blipFill>
              <p:spPr>
                <a:xfrm>
                  <a:off x="8722583" y="6104745"/>
                  <a:ext cx="23976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2" name="Ink 21">
                  <a:extLst>
                    <a:ext uri="{FF2B5EF4-FFF2-40B4-BE49-F238E27FC236}">
                      <a16:creationId xmlns:a16="http://schemas.microsoft.com/office/drawing/2014/main" id="{D8F9312F-79C6-C222-F9B2-D0E7FD5254BC}"/>
                    </a:ext>
                  </a:extLst>
                </p14:cNvPr>
                <p14:cNvContentPartPr/>
                <p14:nvPr/>
              </p14:nvContentPartPr>
              <p14:xfrm>
                <a:off x="9094103" y="6393105"/>
                <a:ext cx="10440" cy="32400"/>
              </p14:xfrm>
            </p:contentPart>
          </mc:Choice>
          <mc:Fallback xmlns="">
            <p:pic>
              <p:nvPicPr>
                <p:cNvPr id="22" name="Ink 21">
                  <a:extLst>
                    <a:ext uri="{FF2B5EF4-FFF2-40B4-BE49-F238E27FC236}">
                      <a16:creationId xmlns:a16="http://schemas.microsoft.com/office/drawing/2014/main" id="{D8F9312F-79C6-C222-F9B2-D0E7FD5254BC}"/>
                    </a:ext>
                  </a:extLst>
                </p:cNvPr>
                <p:cNvPicPr/>
                <p:nvPr/>
              </p:nvPicPr>
              <p:blipFill>
                <a:blip r:embed="rId32"/>
                <a:stretch>
                  <a:fillRect/>
                </a:stretch>
              </p:blipFill>
              <p:spPr>
                <a:xfrm>
                  <a:off x="9089783" y="6388785"/>
                  <a:ext cx="1908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 name="Ink 22">
                  <a:extLst>
                    <a:ext uri="{FF2B5EF4-FFF2-40B4-BE49-F238E27FC236}">
                      <a16:creationId xmlns:a16="http://schemas.microsoft.com/office/drawing/2014/main" id="{745A604C-92BE-B596-5F50-4F818301074A}"/>
                    </a:ext>
                  </a:extLst>
                </p14:cNvPr>
                <p14:cNvContentPartPr/>
                <p14:nvPr/>
              </p14:nvContentPartPr>
              <p14:xfrm>
                <a:off x="9297503" y="6154785"/>
                <a:ext cx="205920" cy="321120"/>
              </p14:xfrm>
            </p:contentPart>
          </mc:Choice>
          <mc:Fallback xmlns="">
            <p:pic>
              <p:nvPicPr>
                <p:cNvPr id="23" name="Ink 22">
                  <a:extLst>
                    <a:ext uri="{FF2B5EF4-FFF2-40B4-BE49-F238E27FC236}">
                      <a16:creationId xmlns:a16="http://schemas.microsoft.com/office/drawing/2014/main" id="{745A604C-92BE-B596-5F50-4F818301074A}"/>
                    </a:ext>
                  </a:extLst>
                </p:cNvPr>
                <p:cNvPicPr/>
                <p:nvPr/>
              </p:nvPicPr>
              <p:blipFill>
                <a:blip r:embed="rId34"/>
                <a:stretch>
                  <a:fillRect/>
                </a:stretch>
              </p:blipFill>
              <p:spPr>
                <a:xfrm>
                  <a:off x="9293183" y="6150465"/>
                  <a:ext cx="21456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4" name="Ink 23">
                  <a:extLst>
                    <a:ext uri="{FF2B5EF4-FFF2-40B4-BE49-F238E27FC236}">
                      <a16:creationId xmlns:a16="http://schemas.microsoft.com/office/drawing/2014/main" id="{B70F8D4D-56F7-5CE6-7EC5-5E05E2E656F6}"/>
                    </a:ext>
                  </a:extLst>
                </p14:cNvPr>
                <p14:cNvContentPartPr/>
                <p14:nvPr/>
              </p14:nvContentPartPr>
              <p14:xfrm>
                <a:off x="9662903" y="6203385"/>
                <a:ext cx="208080" cy="304920"/>
              </p14:xfrm>
            </p:contentPart>
          </mc:Choice>
          <mc:Fallback xmlns="">
            <p:pic>
              <p:nvPicPr>
                <p:cNvPr id="24" name="Ink 23">
                  <a:extLst>
                    <a:ext uri="{FF2B5EF4-FFF2-40B4-BE49-F238E27FC236}">
                      <a16:creationId xmlns:a16="http://schemas.microsoft.com/office/drawing/2014/main" id="{B70F8D4D-56F7-5CE6-7EC5-5E05E2E656F6}"/>
                    </a:ext>
                  </a:extLst>
                </p:cNvPr>
                <p:cNvPicPr/>
                <p:nvPr/>
              </p:nvPicPr>
              <p:blipFill>
                <a:blip r:embed="rId36"/>
                <a:stretch>
                  <a:fillRect/>
                </a:stretch>
              </p:blipFill>
              <p:spPr>
                <a:xfrm>
                  <a:off x="9658583" y="6199065"/>
                  <a:ext cx="21672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5" name="Ink 24">
                  <a:extLst>
                    <a:ext uri="{FF2B5EF4-FFF2-40B4-BE49-F238E27FC236}">
                      <a16:creationId xmlns:a16="http://schemas.microsoft.com/office/drawing/2014/main" id="{DEB06689-53B8-1868-0344-8227DEDB8E7F}"/>
                    </a:ext>
                  </a:extLst>
                </p14:cNvPr>
                <p14:cNvContentPartPr/>
                <p14:nvPr/>
              </p14:nvContentPartPr>
              <p14:xfrm>
                <a:off x="9968183" y="6213825"/>
                <a:ext cx="208080" cy="308880"/>
              </p14:xfrm>
            </p:contentPart>
          </mc:Choice>
          <mc:Fallback xmlns="">
            <p:pic>
              <p:nvPicPr>
                <p:cNvPr id="25" name="Ink 24">
                  <a:extLst>
                    <a:ext uri="{FF2B5EF4-FFF2-40B4-BE49-F238E27FC236}">
                      <a16:creationId xmlns:a16="http://schemas.microsoft.com/office/drawing/2014/main" id="{DEB06689-53B8-1868-0344-8227DEDB8E7F}"/>
                    </a:ext>
                  </a:extLst>
                </p:cNvPr>
                <p:cNvPicPr/>
                <p:nvPr/>
              </p:nvPicPr>
              <p:blipFill>
                <a:blip r:embed="rId38"/>
                <a:stretch>
                  <a:fillRect/>
                </a:stretch>
              </p:blipFill>
              <p:spPr>
                <a:xfrm>
                  <a:off x="9963863" y="6209505"/>
                  <a:ext cx="216720" cy="3175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6EE82E1E-AEB2-1F19-3463-D98DDC3DA8C2}"/>
                    </a:ext>
                  </a:extLst>
                </p14:cNvPr>
                <p14:cNvContentPartPr/>
                <p14:nvPr/>
              </p14:nvContentPartPr>
              <p14:xfrm>
                <a:off x="10312343" y="6205185"/>
                <a:ext cx="200160" cy="355320"/>
              </p14:xfrm>
            </p:contentPart>
          </mc:Choice>
          <mc:Fallback xmlns="">
            <p:pic>
              <p:nvPicPr>
                <p:cNvPr id="26" name="Ink 25">
                  <a:extLst>
                    <a:ext uri="{FF2B5EF4-FFF2-40B4-BE49-F238E27FC236}">
                      <a16:creationId xmlns:a16="http://schemas.microsoft.com/office/drawing/2014/main" id="{6EE82E1E-AEB2-1F19-3463-D98DDC3DA8C2}"/>
                    </a:ext>
                  </a:extLst>
                </p:cNvPr>
                <p:cNvPicPr/>
                <p:nvPr/>
              </p:nvPicPr>
              <p:blipFill>
                <a:blip r:embed="rId40"/>
                <a:stretch>
                  <a:fillRect/>
                </a:stretch>
              </p:blipFill>
              <p:spPr>
                <a:xfrm>
                  <a:off x="10308023" y="6200865"/>
                  <a:ext cx="208800" cy="3639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7" name="Ink 26">
                  <a:extLst>
                    <a:ext uri="{FF2B5EF4-FFF2-40B4-BE49-F238E27FC236}">
                      <a16:creationId xmlns:a16="http://schemas.microsoft.com/office/drawing/2014/main" id="{7AA3F7CD-2A3D-0D9E-E71B-33CD3A1680EB}"/>
                    </a:ext>
                  </a:extLst>
                </p14:cNvPr>
                <p14:cNvContentPartPr/>
                <p14:nvPr/>
              </p14:nvContentPartPr>
              <p14:xfrm>
                <a:off x="10640303" y="6249465"/>
                <a:ext cx="170640" cy="309240"/>
              </p14:xfrm>
            </p:contentPart>
          </mc:Choice>
          <mc:Fallback xmlns="">
            <p:pic>
              <p:nvPicPr>
                <p:cNvPr id="27" name="Ink 26">
                  <a:extLst>
                    <a:ext uri="{FF2B5EF4-FFF2-40B4-BE49-F238E27FC236}">
                      <a16:creationId xmlns:a16="http://schemas.microsoft.com/office/drawing/2014/main" id="{7AA3F7CD-2A3D-0D9E-E71B-33CD3A1680EB}"/>
                    </a:ext>
                  </a:extLst>
                </p:cNvPr>
                <p:cNvPicPr/>
                <p:nvPr/>
              </p:nvPicPr>
              <p:blipFill>
                <a:blip r:embed="rId42"/>
                <a:stretch>
                  <a:fillRect/>
                </a:stretch>
              </p:blipFill>
              <p:spPr>
                <a:xfrm>
                  <a:off x="10635983" y="6245145"/>
                  <a:ext cx="17928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8" name="Ink 27">
                  <a:extLst>
                    <a:ext uri="{FF2B5EF4-FFF2-40B4-BE49-F238E27FC236}">
                      <a16:creationId xmlns:a16="http://schemas.microsoft.com/office/drawing/2014/main" id="{1C3E144D-CBF7-48E4-4884-B2D3B8082EFB}"/>
                    </a:ext>
                  </a:extLst>
                </p14:cNvPr>
                <p14:cNvContentPartPr/>
                <p14:nvPr/>
              </p14:nvContentPartPr>
              <p14:xfrm>
                <a:off x="10923623" y="6236865"/>
                <a:ext cx="234000" cy="366480"/>
              </p14:xfrm>
            </p:contentPart>
          </mc:Choice>
          <mc:Fallback xmlns="">
            <p:pic>
              <p:nvPicPr>
                <p:cNvPr id="28" name="Ink 27">
                  <a:extLst>
                    <a:ext uri="{FF2B5EF4-FFF2-40B4-BE49-F238E27FC236}">
                      <a16:creationId xmlns:a16="http://schemas.microsoft.com/office/drawing/2014/main" id="{1C3E144D-CBF7-48E4-4884-B2D3B8082EFB}"/>
                    </a:ext>
                  </a:extLst>
                </p:cNvPr>
                <p:cNvPicPr/>
                <p:nvPr/>
              </p:nvPicPr>
              <p:blipFill>
                <a:blip r:embed="rId44"/>
                <a:stretch>
                  <a:fillRect/>
                </a:stretch>
              </p:blipFill>
              <p:spPr>
                <a:xfrm>
                  <a:off x="10919303" y="6232545"/>
                  <a:ext cx="24264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9" name="Ink 28">
                  <a:extLst>
                    <a:ext uri="{FF2B5EF4-FFF2-40B4-BE49-F238E27FC236}">
                      <a16:creationId xmlns:a16="http://schemas.microsoft.com/office/drawing/2014/main" id="{D0572E87-585A-C571-B60F-7C6593C3D343}"/>
                    </a:ext>
                  </a:extLst>
                </p14:cNvPr>
                <p14:cNvContentPartPr/>
                <p14:nvPr/>
              </p14:nvContentPartPr>
              <p14:xfrm>
                <a:off x="11287583" y="6250905"/>
                <a:ext cx="159120" cy="392040"/>
              </p14:xfrm>
            </p:contentPart>
          </mc:Choice>
          <mc:Fallback xmlns="">
            <p:pic>
              <p:nvPicPr>
                <p:cNvPr id="29" name="Ink 28">
                  <a:extLst>
                    <a:ext uri="{FF2B5EF4-FFF2-40B4-BE49-F238E27FC236}">
                      <a16:creationId xmlns:a16="http://schemas.microsoft.com/office/drawing/2014/main" id="{D0572E87-585A-C571-B60F-7C6593C3D343}"/>
                    </a:ext>
                  </a:extLst>
                </p:cNvPr>
                <p:cNvPicPr/>
                <p:nvPr/>
              </p:nvPicPr>
              <p:blipFill>
                <a:blip r:embed="rId46"/>
                <a:stretch>
                  <a:fillRect/>
                </a:stretch>
              </p:blipFill>
              <p:spPr>
                <a:xfrm>
                  <a:off x="11283263" y="6246585"/>
                  <a:ext cx="167760" cy="400680"/>
                </a:xfrm>
                <a:prstGeom prst="rect">
                  <a:avLst/>
                </a:prstGeom>
              </p:spPr>
            </p:pic>
          </mc:Fallback>
        </mc:AlternateContent>
      </p:grpSp>
      <p:grpSp>
        <p:nvGrpSpPr>
          <p:cNvPr id="34" name="Group 33">
            <a:extLst>
              <a:ext uri="{FF2B5EF4-FFF2-40B4-BE49-F238E27FC236}">
                <a16:creationId xmlns:a16="http://schemas.microsoft.com/office/drawing/2014/main" id="{1DB95816-2F26-C689-870E-439623E99A38}"/>
              </a:ext>
            </a:extLst>
          </p:cNvPr>
          <p:cNvGrpSpPr/>
          <p:nvPr/>
        </p:nvGrpSpPr>
        <p:grpSpPr>
          <a:xfrm>
            <a:off x="11764943" y="6026985"/>
            <a:ext cx="323640" cy="663840"/>
            <a:chOff x="11764943" y="6026985"/>
            <a:chExt cx="323640" cy="663840"/>
          </a:xfrm>
        </p:grpSpPr>
        <mc:AlternateContent xmlns:mc="http://schemas.openxmlformats.org/markup-compatibility/2006" xmlns:p14="http://schemas.microsoft.com/office/powerpoint/2010/main">
          <mc:Choice Requires="p14">
            <p:contentPart p14:bwMode="auto" r:id="rId47">
              <p14:nvContentPartPr>
                <p14:cNvPr id="31" name="Ink 30">
                  <a:extLst>
                    <a:ext uri="{FF2B5EF4-FFF2-40B4-BE49-F238E27FC236}">
                      <a16:creationId xmlns:a16="http://schemas.microsoft.com/office/drawing/2014/main" id="{5945A716-C128-8ACC-343F-E6D79C5F4782}"/>
                    </a:ext>
                  </a:extLst>
                </p14:cNvPr>
                <p14:cNvContentPartPr/>
                <p14:nvPr/>
              </p14:nvContentPartPr>
              <p14:xfrm>
                <a:off x="11764943" y="6202305"/>
                <a:ext cx="240480" cy="365760"/>
              </p14:xfrm>
            </p:contentPart>
          </mc:Choice>
          <mc:Fallback xmlns="">
            <p:pic>
              <p:nvPicPr>
                <p:cNvPr id="31" name="Ink 30">
                  <a:extLst>
                    <a:ext uri="{FF2B5EF4-FFF2-40B4-BE49-F238E27FC236}">
                      <a16:creationId xmlns:a16="http://schemas.microsoft.com/office/drawing/2014/main" id="{5945A716-C128-8ACC-343F-E6D79C5F4782}"/>
                    </a:ext>
                  </a:extLst>
                </p:cNvPr>
                <p:cNvPicPr/>
                <p:nvPr/>
              </p:nvPicPr>
              <p:blipFill>
                <a:blip r:embed="rId48"/>
                <a:stretch>
                  <a:fillRect/>
                </a:stretch>
              </p:blipFill>
              <p:spPr>
                <a:xfrm>
                  <a:off x="11760623" y="6197985"/>
                  <a:ext cx="249120" cy="3744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2" name="Ink 31">
                  <a:extLst>
                    <a:ext uri="{FF2B5EF4-FFF2-40B4-BE49-F238E27FC236}">
                      <a16:creationId xmlns:a16="http://schemas.microsoft.com/office/drawing/2014/main" id="{DD60A82B-4E0B-7C5F-7906-DD64FD230AF5}"/>
                    </a:ext>
                  </a:extLst>
                </p14:cNvPr>
                <p14:cNvContentPartPr/>
                <p14:nvPr/>
              </p14:nvContentPartPr>
              <p14:xfrm>
                <a:off x="11770343" y="6026985"/>
                <a:ext cx="109080" cy="106200"/>
              </p14:xfrm>
            </p:contentPart>
          </mc:Choice>
          <mc:Fallback xmlns="">
            <p:pic>
              <p:nvPicPr>
                <p:cNvPr id="32" name="Ink 31">
                  <a:extLst>
                    <a:ext uri="{FF2B5EF4-FFF2-40B4-BE49-F238E27FC236}">
                      <a16:creationId xmlns:a16="http://schemas.microsoft.com/office/drawing/2014/main" id="{DD60A82B-4E0B-7C5F-7906-DD64FD230AF5}"/>
                    </a:ext>
                  </a:extLst>
                </p:cNvPr>
                <p:cNvPicPr/>
                <p:nvPr/>
              </p:nvPicPr>
              <p:blipFill>
                <a:blip r:embed="rId50"/>
                <a:stretch>
                  <a:fillRect/>
                </a:stretch>
              </p:blipFill>
              <p:spPr>
                <a:xfrm>
                  <a:off x="11766023" y="6022665"/>
                  <a:ext cx="11772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3" name="Ink 32">
                  <a:extLst>
                    <a:ext uri="{FF2B5EF4-FFF2-40B4-BE49-F238E27FC236}">
                      <a16:creationId xmlns:a16="http://schemas.microsoft.com/office/drawing/2014/main" id="{7868421A-9293-4924-69D7-153EDCB2D80D}"/>
                    </a:ext>
                  </a:extLst>
                </p14:cNvPr>
                <p14:cNvContentPartPr/>
                <p14:nvPr/>
              </p14:nvContentPartPr>
              <p14:xfrm>
                <a:off x="11928383" y="6554025"/>
                <a:ext cx="160200" cy="136800"/>
              </p14:xfrm>
            </p:contentPart>
          </mc:Choice>
          <mc:Fallback xmlns="">
            <p:pic>
              <p:nvPicPr>
                <p:cNvPr id="33" name="Ink 32">
                  <a:extLst>
                    <a:ext uri="{FF2B5EF4-FFF2-40B4-BE49-F238E27FC236}">
                      <a16:creationId xmlns:a16="http://schemas.microsoft.com/office/drawing/2014/main" id="{7868421A-9293-4924-69D7-153EDCB2D80D}"/>
                    </a:ext>
                  </a:extLst>
                </p:cNvPr>
                <p:cNvPicPr/>
                <p:nvPr/>
              </p:nvPicPr>
              <p:blipFill>
                <a:blip r:embed="rId52"/>
                <a:stretch>
                  <a:fillRect/>
                </a:stretch>
              </p:blipFill>
              <p:spPr>
                <a:xfrm>
                  <a:off x="11924063" y="6549705"/>
                  <a:ext cx="168840" cy="145440"/>
                </a:xfrm>
                <a:prstGeom prst="rect">
                  <a:avLst/>
                </a:prstGeom>
              </p:spPr>
            </p:pic>
          </mc:Fallback>
        </mc:AlternateContent>
      </p:grpSp>
      <p:grpSp>
        <p:nvGrpSpPr>
          <p:cNvPr id="44" name="Group 43">
            <a:extLst>
              <a:ext uri="{FF2B5EF4-FFF2-40B4-BE49-F238E27FC236}">
                <a16:creationId xmlns:a16="http://schemas.microsoft.com/office/drawing/2014/main" id="{87B3EC04-F8F5-DB5E-83D4-860041049BD9}"/>
              </a:ext>
            </a:extLst>
          </p:cNvPr>
          <p:cNvGrpSpPr/>
          <p:nvPr/>
        </p:nvGrpSpPr>
        <p:grpSpPr>
          <a:xfrm>
            <a:off x="2512943" y="4931505"/>
            <a:ext cx="1586520" cy="334800"/>
            <a:chOff x="2512943" y="4931505"/>
            <a:chExt cx="1586520" cy="334800"/>
          </a:xfrm>
        </p:grpSpPr>
        <mc:AlternateContent xmlns:mc="http://schemas.openxmlformats.org/markup-compatibility/2006" xmlns:p14="http://schemas.microsoft.com/office/powerpoint/2010/main">
          <mc:Choice Requires="p14">
            <p:contentPart p14:bwMode="auto" r:id="rId53">
              <p14:nvContentPartPr>
                <p14:cNvPr id="36" name="Ink 35">
                  <a:extLst>
                    <a:ext uri="{FF2B5EF4-FFF2-40B4-BE49-F238E27FC236}">
                      <a16:creationId xmlns:a16="http://schemas.microsoft.com/office/drawing/2014/main" id="{57C07696-6D9D-2AA3-B4CB-7CF8B020034E}"/>
                    </a:ext>
                  </a:extLst>
                </p14:cNvPr>
                <p14:cNvContentPartPr/>
                <p14:nvPr/>
              </p14:nvContentPartPr>
              <p14:xfrm>
                <a:off x="3806063" y="4942665"/>
                <a:ext cx="194760" cy="281880"/>
              </p14:xfrm>
            </p:contentPart>
          </mc:Choice>
          <mc:Fallback xmlns="">
            <p:pic>
              <p:nvPicPr>
                <p:cNvPr id="36" name="Ink 35">
                  <a:extLst>
                    <a:ext uri="{FF2B5EF4-FFF2-40B4-BE49-F238E27FC236}">
                      <a16:creationId xmlns:a16="http://schemas.microsoft.com/office/drawing/2014/main" id="{57C07696-6D9D-2AA3-B4CB-7CF8B020034E}"/>
                    </a:ext>
                  </a:extLst>
                </p:cNvPr>
                <p:cNvPicPr/>
                <p:nvPr/>
              </p:nvPicPr>
              <p:blipFill>
                <a:blip r:embed="rId54"/>
                <a:stretch>
                  <a:fillRect/>
                </a:stretch>
              </p:blipFill>
              <p:spPr>
                <a:xfrm>
                  <a:off x="3801743" y="4938345"/>
                  <a:ext cx="20340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7" name="Ink 36">
                  <a:extLst>
                    <a:ext uri="{FF2B5EF4-FFF2-40B4-BE49-F238E27FC236}">
                      <a16:creationId xmlns:a16="http://schemas.microsoft.com/office/drawing/2014/main" id="{B4FE88A9-19BC-F793-2F99-A1DA72E7D460}"/>
                    </a:ext>
                  </a:extLst>
                </p14:cNvPr>
                <p14:cNvContentPartPr/>
                <p14:nvPr/>
              </p14:nvContentPartPr>
              <p14:xfrm>
                <a:off x="3986423" y="4956705"/>
                <a:ext cx="113040" cy="9360"/>
              </p14:xfrm>
            </p:contentPart>
          </mc:Choice>
          <mc:Fallback xmlns="">
            <p:pic>
              <p:nvPicPr>
                <p:cNvPr id="37" name="Ink 36">
                  <a:extLst>
                    <a:ext uri="{FF2B5EF4-FFF2-40B4-BE49-F238E27FC236}">
                      <a16:creationId xmlns:a16="http://schemas.microsoft.com/office/drawing/2014/main" id="{B4FE88A9-19BC-F793-2F99-A1DA72E7D460}"/>
                    </a:ext>
                  </a:extLst>
                </p:cNvPr>
                <p:cNvPicPr/>
                <p:nvPr/>
              </p:nvPicPr>
              <p:blipFill>
                <a:blip r:embed="rId56"/>
                <a:stretch>
                  <a:fillRect/>
                </a:stretch>
              </p:blipFill>
              <p:spPr>
                <a:xfrm>
                  <a:off x="3982103" y="4952385"/>
                  <a:ext cx="1216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8" name="Ink 37">
                  <a:extLst>
                    <a:ext uri="{FF2B5EF4-FFF2-40B4-BE49-F238E27FC236}">
                      <a16:creationId xmlns:a16="http://schemas.microsoft.com/office/drawing/2014/main" id="{6973319B-2FCC-DA86-2EE9-EA29353F295D}"/>
                    </a:ext>
                  </a:extLst>
                </p14:cNvPr>
                <p14:cNvContentPartPr/>
                <p14:nvPr/>
              </p14:nvContentPartPr>
              <p14:xfrm>
                <a:off x="3439223" y="5053905"/>
                <a:ext cx="326520" cy="212400"/>
              </p14:xfrm>
            </p:contentPart>
          </mc:Choice>
          <mc:Fallback xmlns="">
            <p:pic>
              <p:nvPicPr>
                <p:cNvPr id="38" name="Ink 37">
                  <a:extLst>
                    <a:ext uri="{FF2B5EF4-FFF2-40B4-BE49-F238E27FC236}">
                      <a16:creationId xmlns:a16="http://schemas.microsoft.com/office/drawing/2014/main" id="{6973319B-2FCC-DA86-2EE9-EA29353F295D}"/>
                    </a:ext>
                  </a:extLst>
                </p:cNvPr>
                <p:cNvPicPr/>
                <p:nvPr/>
              </p:nvPicPr>
              <p:blipFill>
                <a:blip r:embed="rId58"/>
                <a:stretch>
                  <a:fillRect/>
                </a:stretch>
              </p:blipFill>
              <p:spPr>
                <a:xfrm>
                  <a:off x="3434903" y="5049585"/>
                  <a:ext cx="33516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9" name="Ink 38">
                  <a:extLst>
                    <a:ext uri="{FF2B5EF4-FFF2-40B4-BE49-F238E27FC236}">
                      <a16:creationId xmlns:a16="http://schemas.microsoft.com/office/drawing/2014/main" id="{2CC69DC2-090F-33E8-4F74-455FDF9464DB}"/>
                    </a:ext>
                  </a:extLst>
                </p14:cNvPr>
                <p14:cNvContentPartPr/>
                <p14:nvPr/>
              </p14:nvContentPartPr>
              <p14:xfrm>
                <a:off x="3308183" y="5031585"/>
                <a:ext cx="189720" cy="179640"/>
              </p14:xfrm>
            </p:contentPart>
          </mc:Choice>
          <mc:Fallback xmlns="">
            <p:pic>
              <p:nvPicPr>
                <p:cNvPr id="39" name="Ink 38">
                  <a:extLst>
                    <a:ext uri="{FF2B5EF4-FFF2-40B4-BE49-F238E27FC236}">
                      <a16:creationId xmlns:a16="http://schemas.microsoft.com/office/drawing/2014/main" id="{2CC69DC2-090F-33E8-4F74-455FDF9464DB}"/>
                    </a:ext>
                  </a:extLst>
                </p:cNvPr>
                <p:cNvPicPr/>
                <p:nvPr/>
              </p:nvPicPr>
              <p:blipFill>
                <a:blip r:embed="rId60"/>
                <a:stretch>
                  <a:fillRect/>
                </a:stretch>
              </p:blipFill>
              <p:spPr>
                <a:xfrm>
                  <a:off x="3303863" y="5027265"/>
                  <a:ext cx="19836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0" name="Ink 39">
                  <a:extLst>
                    <a:ext uri="{FF2B5EF4-FFF2-40B4-BE49-F238E27FC236}">
                      <a16:creationId xmlns:a16="http://schemas.microsoft.com/office/drawing/2014/main" id="{D190461A-7121-DDDB-CC55-CC6E42C4E4F2}"/>
                    </a:ext>
                  </a:extLst>
                </p14:cNvPr>
                <p14:cNvContentPartPr/>
                <p14:nvPr/>
              </p14:nvContentPartPr>
              <p14:xfrm>
                <a:off x="3465143" y="4940145"/>
                <a:ext cx="4320" cy="17280"/>
              </p14:xfrm>
            </p:contentPart>
          </mc:Choice>
          <mc:Fallback xmlns="">
            <p:pic>
              <p:nvPicPr>
                <p:cNvPr id="40" name="Ink 39">
                  <a:extLst>
                    <a:ext uri="{FF2B5EF4-FFF2-40B4-BE49-F238E27FC236}">
                      <a16:creationId xmlns:a16="http://schemas.microsoft.com/office/drawing/2014/main" id="{D190461A-7121-DDDB-CC55-CC6E42C4E4F2}"/>
                    </a:ext>
                  </a:extLst>
                </p:cNvPr>
                <p:cNvPicPr/>
                <p:nvPr/>
              </p:nvPicPr>
              <p:blipFill>
                <a:blip r:embed="rId62"/>
                <a:stretch>
                  <a:fillRect/>
                </a:stretch>
              </p:blipFill>
              <p:spPr>
                <a:xfrm>
                  <a:off x="3460823" y="4935825"/>
                  <a:ext cx="129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1" name="Ink 40">
                  <a:extLst>
                    <a:ext uri="{FF2B5EF4-FFF2-40B4-BE49-F238E27FC236}">
                      <a16:creationId xmlns:a16="http://schemas.microsoft.com/office/drawing/2014/main" id="{24924ADB-B0A1-1C2B-684D-C09CEE1A4224}"/>
                    </a:ext>
                  </a:extLst>
                </p14:cNvPr>
                <p14:cNvContentPartPr/>
                <p14:nvPr/>
              </p14:nvContentPartPr>
              <p14:xfrm>
                <a:off x="3698063" y="4931505"/>
                <a:ext cx="7560" cy="10800"/>
              </p14:xfrm>
            </p:contentPart>
          </mc:Choice>
          <mc:Fallback xmlns="">
            <p:pic>
              <p:nvPicPr>
                <p:cNvPr id="41" name="Ink 40">
                  <a:extLst>
                    <a:ext uri="{FF2B5EF4-FFF2-40B4-BE49-F238E27FC236}">
                      <a16:creationId xmlns:a16="http://schemas.microsoft.com/office/drawing/2014/main" id="{24924ADB-B0A1-1C2B-684D-C09CEE1A4224}"/>
                    </a:ext>
                  </a:extLst>
                </p:cNvPr>
                <p:cNvPicPr/>
                <p:nvPr/>
              </p:nvPicPr>
              <p:blipFill>
                <a:blip r:embed="rId64"/>
                <a:stretch>
                  <a:fillRect/>
                </a:stretch>
              </p:blipFill>
              <p:spPr>
                <a:xfrm>
                  <a:off x="3693743" y="4927185"/>
                  <a:ext cx="1620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2" name="Ink 41">
                  <a:extLst>
                    <a:ext uri="{FF2B5EF4-FFF2-40B4-BE49-F238E27FC236}">
                      <a16:creationId xmlns:a16="http://schemas.microsoft.com/office/drawing/2014/main" id="{489DBB09-EFD3-4B0E-4948-4B4ABCC4D299}"/>
                    </a:ext>
                  </a:extLst>
                </p14:cNvPr>
                <p14:cNvContentPartPr/>
                <p14:nvPr/>
              </p14:nvContentPartPr>
              <p14:xfrm>
                <a:off x="2764583" y="5078025"/>
                <a:ext cx="357120" cy="147960"/>
              </p14:xfrm>
            </p:contentPart>
          </mc:Choice>
          <mc:Fallback xmlns="">
            <p:pic>
              <p:nvPicPr>
                <p:cNvPr id="42" name="Ink 41">
                  <a:extLst>
                    <a:ext uri="{FF2B5EF4-FFF2-40B4-BE49-F238E27FC236}">
                      <a16:creationId xmlns:a16="http://schemas.microsoft.com/office/drawing/2014/main" id="{489DBB09-EFD3-4B0E-4948-4B4ABCC4D299}"/>
                    </a:ext>
                  </a:extLst>
                </p:cNvPr>
                <p:cNvPicPr/>
                <p:nvPr/>
              </p:nvPicPr>
              <p:blipFill>
                <a:blip r:embed="rId66"/>
                <a:stretch>
                  <a:fillRect/>
                </a:stretch>
              </p:blipFill>
              <p:spPr>
                <a:xfrm>
                  <a:off x="2760263" y="5073705"/>
                  <a:ext cx="36576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3" name="Ink 42">
                  <a:extLst>
                    <a:ext uri="{FF2B5EF4-FFF2-40B4-BE49-F238E27FC236}">
                      <a16:creationId xmlns:a16="http://schemas.microsoft.com/office/drawing/2014/main" id="{B853922D-89FE-F2AF-6F1D-80FC594EBB68}"/>
                    </a:ext>
                  </a:extLst>
                </p14:cNvPr>
                <p14:cNvContentPartPr/>
                <p14:nvPr/>
              </p14:nvContentPartPr>
              <p14:xfrm>
                <a:off x="2512943" y="5078025"/>
                <a:ext cx="281520" cy="164160"/>
              </p14:xfrm>
            </p:contentPart>
          </mc:Choice>
          <mc:Fallback xmlns="">
            <p:pic>
              <p:nvPicPr>
                <p:cNvPr id="43" name="Ink 42">
                  <a:extLst>
                    <a:ext uri="{FF2B5EF4-FFF2-40B4-BE49-F238E27FC236}">
                      <a16:creationId xmlns:a16="http://schemas.microsoft.com/office/drawing/2014/main" id="{B853922D-89FE-F2AF-6F1D-80FC594EBB68}"/>
                    </a:ext>
                  </a:extLst>
                </p:cNvPr>
                <p:cNvPicPr/>
                <p:nvPr/>
              </p:nvPicPr>
              <p:blipFill>
                <a:blip r:embed="rId68"/>
                <a:stretch>
                  <a:fillRect/>
                </a:stretch>
              </p:blipFill>
              <p:spPr>
                <a:xfrm>
                  <a:off x="2508623" y="5073705"/>
                  <a:ext cx="290160" cy="172800"/>
                </a:xfrm>
                <a:prstGeom prst="rect">
                  <a:avLst/>
                </a:prstGeom>
              </p:spPr>
            </p:pic>
          </mc:Fallback>
        </mc:AlternateContent>
      </p:grpSp>
      <p:grpSp>
        <p:nvGrpSpPr>
          <p:cNvPr id="60" name="Group 59">
            <a:extLst>
              <a:ext uri="{FF2B5EF4-FFF2-40B4-BE49-F238E27FC236}">
                <a16:creationId xmlns:a16="http://schemas.microsoft.com/office/drawing/2014/main" id="{F9C20B7B-BD6A-5247-10FD-CB66BDD422DB}"/>
              </a:ext>
            </a:extLst>
          </p:cNvPr>
          <p:cNvGrpSpPr/>
          <p:nvPr/>
        </p:nvGrpSpPr>
        <p:grpSpPr>
          <a:xfrm>
            <a:off x="141983" y="5044905"/>
            <a:ext cx="2289240" cy="393840"/>
            <a:chOff x="141983" y="5044905"/>
            <a:chExt cx="2289240" cy="393840"/>
          </a:xfrm>
        </p:grpSpPr>
        <mc:AlternateContent xmlns:mc="http://schemas.openxmlformats.org/markup-compatibility/2006" xmlns:p14="http://schemas.microsoft.com/office/powerpoint/2010/main">
          <mc:Choice Requires="p14">
            <p:contentPart p14:bwMode="auto" r:id="rId69">
              <p14:nvContentPartPr>
                <p14:cNvPr id="45" name="Ink 44">
                  <a:extLst>
                    <a:ext uri="{FF2B5EF4-FFF2-40B4-BE49-F238E27FC236}">
                      <a16:creationId xmlns:a16="http://schemas.microsoft.com/office/drawing/2014/main" id="{5850464F-E501-DFA2-3D0F-5597ABEBABC2}"/>
                    </a:ext>
                  </a:extLst>
                </p14:cNvPr>
                <p14:cNvContentPartPr/>
                <p14:nvPr/>
              </p14:nvContentPartPr>
              <p14:xfrm>
                <a:off x="2367503" y="5109345"/>
                <a:ext cx="63720" cy="62640"/>
              </p14:xfrm>
            </p:contentPart>
          </mc:Choice>
          <mc:Fallback xmlns="">
            <p:pic>
              <p:nvPicPr>
                <p:cNvPr id="45" name="Ink 44">
                  <a:extLst>
                    <a:ext uri="{FF2B5EF4-FFF2-40B4-BE49-F238E27FC236}">
                      <a16:creationId xmlns:a16="http://schemas.microsoft.com/office/drawing/2014/main" id="{5850464F-E501-DFA2-3D0F-5597ABEBABC2}"/>
                    </a:ext>
                  </a:extLst>
                </p:cNvPr>
                <p:cNvPicPr/>
                <p:nvPr/>
              </p:nvPicPr>
              <p:blipFill>
                <a:blip r:embed="rId70"/>
                <a:stretch>
                  <a:fillRect/>
                </a:stretch>
              </p:blipFill>
              <p:spPr>
                <a:xfrm>
                  <a:off x="2363183" y="5105025"/>
                  <a:ext cx="723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6" name="Ink 45">
                  <a:extLst>
                    <a:ext uri="{FF2B5EF4-FFF2-40B4-BE49-F238E27FC236}">
                      <a16:creationId xmlns:a16="http://schemas.microsoft.com/office/drawing/2014/main" id="{215C6439-D802-CFCD-0193-EE51DC85F020}"/>
                    </a:ext>
                  </a:extLst>
                </p14:cNvPr>
                <p14:cNvContentPartPr/>
                <p14:nvPr/>
              </p14:nvContentPartPr>
              <p14:xfrm>
                <a:off x="2332583" y="5246865"/>
                <a:ext cx="80280" cy="69840"/>
              </p14:xfrm>
            </p:contentPart>
          </mc:Choice>
          <mc:Fallback xmlns="">
            <p:pic>
              <p:nvPicPr>
                <p:cNvPr id="46" name="Ink 45">
                  <a:extLst>
                    <a:ext uri="{FF2B5EF4-FFF2-40B4-BE49-F238E27FC236}">
                      <a16:creationId xmlns:a16="http://schemas.microsoft.com/office/drawing/2014/main" id="{215C6439-D802-CFCD-0193-EE51DC85F020}"/>
                    </a:ext>
                  </a:extLst>
                </p:cNvPr>
                <p:cNvPicPr/>
                <p:nvPr/>
              </p:nvPicPr>
              <p:blipFill>
                <a:blip r:embed="rId72"/>
                <a:stretch>
                  <a:fillRect/>
                </a:stretch>
              </p:blipFill>
              <p:spPr>
                <a:xfrm>
                  <a:off x="2328263" y="5242545"/>
                  <a:ext cx="8892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8" name="Ink 47">
                  <a:extLst>
                    <a:ext uri="{FF2B5EF4-FFF2-40B4-BE49-F238E27FC236}">
                      <a16:creationId xmlns:a16="http://schemas.microsoft.com/office/drawing/2014/main" id="{E575CA9A-A390-EA94-7A67-260BB499D215}"/>
                    </a:ext>
                  </a:extLst>
                </p14:cNvPr>
                <p14:cNvContentPartPr/>
                <p14:nvPr/>
              </p14:nvContentPartPr>
              <p14:xfrm>
                <a:off x="2227103" y="5044905"/>
                <a:ext cx="73080" cy="262440"/>
              </p14:xfrm>
            </p:contentPart>
          </mc:Choice>
          <mc:Fallback xmlns="">
            <p:pic>
              <p:nvPicPr>
                <p:cNvPr id="48" name="Ink 47">
                  <a:extLst>
                    <a:ext uri="{FF2B5EF4-FFF2-40B4-BE49-F238E27FC236}">
                      <a16:creationId xmlns:a16="http://schemas.microsoft.com/office/drawing/2014/main" id="{E575CA9A-A390-EA94-7A67-260BB499D215}"/>
                    </a:ext>
                  </a:extLst>
                </p:cNvPr>
                <p:cNvPicPr/>
                <p:nvPr/>
              </p:nvPicPr>
              <p:blipFill>
                <a:blip r:embed="rId74"/>
                <a:stretch>
                  <a:fillRect/>
                </a:stretch>
              </p:blipFill>
              <p:spPr>
                <a:xfrm>
                  <a:off x="2222783" y="5040585"/>
                  <a:ext cx="8172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9" name="Ink 48">
                  <a:extLst>
                    <a:ext uri="{FF2B5EF4-FFF2-40B4-BE49-F238E27FC236}">
                      <a16:creationId xmlns:a16="http://schemas.microsoft.com/office/drawing/2014/main" id="{BF9A4F25-2DFC-9CDE-B52B-8E9FCB6B8141}"/>
                    </a:ext>
                  </a:extLst>
                </p14:cNvPr>
                <p14:cNvContentPartPr/>
                <p14:nvPr/>
              </p14:nvContentPartPr>
              <p14:xfrm>
                <a:off x="1749383" y="5086665"/>
                <a:ext cx="441000" cy="266760"/>
              </p14:xfrm>
            </p:contentPart>
          </mc:Choice>
          <mc:Fallback xmlns="">
            <p:pic>
              <p:nvPicPr>
                <p:cNvPr id="49" name="Ink 48">
                  <a:extLst>
                    <a:ext uri="{FF2B5EF4-FFF2-40B4-BE49-F238E27FC236}">
                      <a16:creationId xmlns:a16="http://schemas.microsoft.com/office/drawing/2014/main" id="{BF9A4F25-2DFC-9CDE-B52B-8E9FCB6B8141}"/>
                    </a:ext>
                  </a:extLst>
                </p:cNvPr>
                <p:cNvPicPr/>
                <p:nvPr/>
              </p:nvPicPr>
              <p:blipFill>
                <a:blip r:embed="rId76"/>
                <a:stretch>
                  <a:fillRect/>
                </a:stretch>
              </p:blipFill>
              <p:spPr>
                <a:xfrm>
                  <a:off x="1745063" y="5082345"/>
                  <a:ext cx="44964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0" name="Ink 49">
                  <a:extLst>
                    <a:ext uri="{FF2B5EF4-FFF2-40B4-BE49-F238E27FC236}">
                      <a16:creationId xmlns:a16="http://schemas.microsoft.com/office/drawing/2014/main" id="{8EA8C6B7-7332-4960-5213-E18F483B1193}"/>
                    </a:ext>
                  </a:extLst>
                </p14:cNvPr>
                <p14:cNvContentPartPr/>
                <p14:nvPr/>
              </p14:nvContentPartPr>
              <p14:xfrm>
                <a:off x="1956383" y="5109345"/>
                <a:ext cx="111960" cy="19800"/>
              </p14:xfrm>
            </p:contentPart>
          </mc:Choice>
          <mc:Fallback xmlns="">
            <p:pic>
              <p:nvPicPr>
                <p:cNvPr id="50" name="Ink 49">
                  <a:extLst>
                    <a:ext uri="{FF2B5EF4-FFF2-40B4-BE49-F238E27FC236}">
                      <a16:creationId xmlns:a16="http://schemas.microsoft.com/office/drawing/2014/main" id="{8EA8C6B7-7332-4960-5213-E18F483B1193}"/>
                    </a:ext>
                  </a:extLst>
                </p:cNvPr>
                <p:cNvPicPr/>
                <p:nvPr/>
              </p:nvPicPr>
              <p:blipFill>
                <a:blip r:embed="rId78"/>
                <a:stretch>
                  <a:fillRect/>
                </a:stretch>
              </p:blipFill>
              <p:spPr>
                <a:xfrm>
                  <a:off x="1952063" y="5105025"/>
                  <a:ext cx="12060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1" name="Ink 50">
                  <a:extLst>
                    <a:ext uri="{FF2B5EF4-FFF2-40B4-BE49-F238E27FC236}">
                      <a16:creationId xmlns:a16="http://schemas.microsoft.com/office/drawing/2014/main" id="{58583289-D3EC-1A50-71F4-F38898613147}"/>
                    </a:ext>
                  </a:extLst>
                </p14:cNvPr>
                <p14:cNvContentPartPr/>
                <p14:nvPr/>
              </p14:nvContentPartPr>
              <p14:xfrm>
                <a:off x="1557863" y="5238945"/>
                <a:ext cx="150480" cy="119520"/>
              </p14:xfrm>
            </p:contentPart>
          </mc:Choice>
          <mc:Fallback xmlns="">
            <p:pic>
              <p:nvPicPr>
                <p:cNvPr id="51" name="Ink 50">
                  <a:extLst>
                    <a:ext uri="{FF2B5EF4-FFF2-40B4-BE49-F238E27FC236}">
                      <a16:creationId xmlns:a16="http://schemas.microsoft.com/office/drawing/2014/main" id="{58583289-D3EC-1A50-71F4-F38898613147}"/>
                    </a:ext>
                  </a:extLst>
                </p:cNvPr>
                <p:cNvPicPr/>
                <p:nvPr/>
              </p:nvPicPr>
              <p:blipFill>
                <a:blip r:embed="rId80"/>
                <a:stretch>
                  <a:fillRect/>
                </a:stretch>
              </p:blipFill>
              <p:spPr>
                <a:xfrm>
                  <a:off x="1553543" y="5234625"/>
                  <a:ext cx="15912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2" name="Ink 51">
                  <a:extLst>
                    <a:ext uri="{FF2B5EF4-FFF2-40B4-BE49-F238E27FC236}">
                      <a16:creationId xmlns:a16="http://schemas.microsoft.com/office/drawing/2014/main" id="{5EF3A3FD-1119-9620-A18B-94FE614AE55C}"/>
                    </a:ext>
                  </a:extLst>
                </p14:cNvPr>
                <p14:cNvContentPartPr/>
                <p14:nvPr/>
              </p14:nvContentPartPr>
              <p14:xfrm>
                <a:off x="1628783" y="5061105"/>
                <a:ext cx="27000" cy="171720"/>
              </p14:xfrm>
            </p:contentPart>
          </mc:Choice>
          <mc:Fallback xmlns="">
            <p:pic>
              <p:nvPicPr>
                <p:cNvPr id="52" name="Ink 51">
                  <a:extLst>
                    <a:ext uri="{FF2B5EF4-FFF2-40B4-BE49-F238E27FC236}">
                      <a16:creationId xmlns:a16="http://schemas.microsoft.com/office/drawing/2014/main" id="{5EF3A3FD-1119-9620-A18B-94FE614AE55C}"/>
                    </a:ext>
                  </a:extLst>
                </p:cNvPr>
                <p:cNvPicPr/>
                <p:nvPr/>
              </p:nvPicPr>
              <p:blipFill>
                <a:blip r:embed="rId82"/>
                <a:stretch>
                  <a:fillRect/>
                </a:stretch>
              </p:blipFill>
              <p:spPr>
                <a:xfrm>
                  <a:off x="1624463" y="5056785"/>
                  <a:ext cx="3564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3" name="Ink 52">
                  <a:extLst>
                    <a:ext uri="{FF2B5EF4-FFF2-40B4-BE49-F238E27FC236}">
                      <a16:creationId xmlns:a16="http://schemas.microsoft.com/office/drawing/2014/main" id="{3D608C66-3C64-8BFF-70C1-C99ECE44E6BA}"/>
                    </a:ext>
                  </a:extLst>
                </p14:cNvPr>
                <p14:cNvContentPartPr/>
                <p14:nvPr/>
              </p14:nvContentPartPr>
              <p14:xfrm>
                <a:off x="1332143" y="5195025"/>
                <a:ext cx="192960" cy="104400"/>
              </p14:xfrm>
            </p:contentPart>
          </mc:Choice>
          <mc:Fallback xmlns="">
            <p:pic>
              <p:nvPicPr>
                <p:cNvPr id="53" name="Ink 52">
                  <a:extLst>
                    <a:ext uri="{FF2B5EF4-FFF2-40B4-BE49-F238E27FC236}">
                      <a16:creationId xmlns:a16="http://schemas.microsoft.com/office/drawing/2014/main" id="{3D608C66-3C64-8BFF-70C1-C99ECE44E6BA}"/>
                    </a:ext>
                  </a:extLst>
                </p:cNvPr>
                <p:cNvPicPr/>
                <p:nvPr/>
              </p:nvPicPr>
              <p:blipFill>
                <a:blip r:embed="rId84"/>
                <a:stretch>
                  <a:fillRect/>
                </a:stretch>
              </p:blipFill>
              <p:spPr>
                <a:xfrm>
                  <a:off x="1327823" y="5190705"/>
                  <a:ext cx="20160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4" name="Ink 53">
                  <a:extLst>
                    <a:ext uri="{FF2B5EF4-FFF2-40B4-BE49-F238E27FC236}">
                      <a16:creationId xmlns:a16="http://schemas.microsoft.com/office/drawing/2014/main" id="{671300D5-E5E9-2064-7ACA-5A8164614E00}"/>
                    </a:ext>
                  </a:extLst>
                </p14:cNvPr>
                <p14:cNvContentPartPr/>
                <p14:nvPr/>
              </p14:nvContentPartPr>
              <p14:xfrm>
                <a:off x="1446263" y="5076225"/>
                <a:ext cx="122760" cy="13320"/>
              </p14:xfrm>
            </p:contentPart>
          </mc:Choice>
          <mc:Fallback xmlns="">
            <p:pic>
              <p:nvPicPr>
                <p:cNvPr id="54" name="Ink 53">
                  <a:extLst>
                    <a:ext uri="{FF2B5EF4-FFF2-40B4-BE49-F238E27FC236}">
                      <a16:creationId xmlns:a16="http://schemas.microsoft.com/office/drawing/2014/main" id="{671300D5-E5E9-2064-7ACA-5A8164614E00}"/>
                    </a:ext>
                  </a:extLst>
                </p:cNvPr>
                <p:cNvPicPr/>
                <p:nvPr/>
              </p:nvPicPr>
              <p:blipFill>
                <a:blip r:embed="rId86"/>
                <a:stretch>
                  <a:fillRect/>
                </a:stretch>
              </p:blipFill>
              <p:spPr>
                <a:xfrm>
                  <a:off x="1441943" y="5071905"/>
                  <a:ext cx="1314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5" name="Ink 54">
                  <a:extLst>
                    <a:ext uri="{FF2B5EF4-FFF2-40B4-BE49-F238E27FC236}">
                      <a16:creationId xmlns:a16="http://schemas.microsoft.com/office/drawing/2014/main" id="{6D946F52-0A78-2824-7556-C90C1C955E56}"/>
                    </a:ext>
                  </a:extLst>
                </p14:cNvPr>
                <p14:cNvContentPartPr/>
                <p14:nvPr/>
              </p14:nvContentPartPr>
              <p14:xfrm>
                <a:off x="1156463" y="5136345"/>
                <a:ext cx="53640" cy="236880"/>
              </p14:xfrm>
            </p:contentPart>
          </mc:Choice>
          <mc:Fallback xmlns="">
            <p:pic>
              <p:nvPicPr>
                <p:cNvPr id="55" name="Ink 54">
                  <a:extLst>
                    <a:ext uri="{FF2B5EF4-FFF2-40B4-BE49-F238E27FC236}">
                      <a16:creationId xmlns:a16="http://schemas.microsoft.com/office/drawing/2014/main" id="{6D946F52-0A78-2824-7556-C90C1C955E56}"/>
                    </a:ext>
                  </a:extLst>
                </p:cNvPr>
                <p:cNvPicPr/>
                <p:nvPr/>
              </p:nvPicPr>
              <p:blipFill>
                <a:blip r:embed="rId88"/>
                <a:stretch>
                  <a:fillRect/>
                </a:stretch>
              </p:blipFill>
              <p:spPr>
                <a:xfrm>
                  <a:off x="1152143" y="5132025"/>
                  <a:ext cx="6228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6" name="Ink 55">
                  <a:extLst>
                    <a:ext uri="{FF2B5EF4-FFF2-40B4-BE49-F238E27FC236}">
                      <a16:creationId xmlns:a16="http://schemas.microsoft.com/office/drawing/2014/main" id="{A608220D-A674-8214-EF30-070531D39788}"/>
                    </a:ext>
                  </a:extLst>
                </p14:cNvPr>
                <p14:cNvContentPartPr/>
                <p14:nvPr/>
              </p14:nvContentPartPr>
              <p14:xfrm>
                <a:off x="897623" y="5088105"/>
                <a:ext cx="204840" cy="271080"/>
              </p14:xfrm>
            </p:contentPart>
          </mc:Choice>
          <mc:Fallback xmlns="">
            <p:pic>
              <p:nvPicPr>
                <p:cNvPr id="56" name="Ink 55">
                  <a:extLst>
                    <a:ext uri="{FF2B5EF4-FFF2-40B4-BE49-F238E27FC236}">
                      <a16:creationId xmlns:a16="http://schemas.microsoft.com/office/drawing/2014/main" id="{A608220D-A674-8214-EF30-070531D39788}"/>
                    </a:ext>
                  </a:extLst>
                </p:cNvPr>
                <p:cNvPicPr/>
                <p:nvPr/>
              </p:nvPicPr>
              <p:blipFill>
                <a:blip r:embed="rId90"/>
                <a:stretch>
                  <a:fillRect/>
                </a:stretch>
              </p:blipFill>
              <p:spPr>
                <a:xfrm>
                  <a:off x="893303" y="5083785"/>
                  <a:ext cx="21348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7" name="Ink 56">
                  <a:extLst>
                    <a:ext uri="{FF2B5EF4-FFF2-40B4-BE49-F238E27FC236}">
                      <a16:creationId xmlns:a16="http://schemas.microsoft.com/office/drawing/2014/main" id="{5DE7436E-9A68-43D5-F8D3-EACD9A87E450}"/>
                    </a:ext>
                  </a:extLst>
                </p14:cNvPr>
                <p14:cNvContentPartPr/>
                <p14:nvPr/>
              </p14:nvContentPartPr>
              <p14:xfrm>
                <a:off x="384623" y="5295105"/>
                <a:ext cx="433800" cy="143640"/>
              </p14:xfrm>
            </p:contentPart>
          </mc:Choice>
          <mc:Fallback xmlns="">
            <p:pic>
              <p:nvPicPr>
                <p:cNvPr id="57" name="Ink 56">
                  <a:extLst>
                    <a:ext uri="{FF2B5EF4-FFF2-40B4-BE49-F238E27FC236}">
                      <a16:creationId xmlns:a16="http://schemas.microsoft.com/office/drawing/2014/main" id="{5DE7436E-9A68-43D5-F8D3-EACD9A87E450}"/>
                    </a:ext>
                  </a:extLst>
                </p:cNvPr>
                <p:cNvPicPr/>
                <p:nvPr/>
              </p:nvPicPr>
              <p:blipFill>
                <a:blip r:embed="rId92"/>
                <a:stretch>
                  <a:fillRect/>
                </a:stretch>
              </p:blipFill>
              <p:spPr>
                <a:xfrm>
                  <a:off x="380303" y="5290785"/>
                  <a:ext cx="4424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8" name="Ink 57">
                  <a:extLst>
                    <a:ext uri="{FF2B5EF4-FFF2-40B4-BE49-F238E27FC236}">
                      <a16:creationId xmlns:a16="http://schemas.microsoft.com/office/drawing/2014/main" id="{573691C3-2D6D-857F-D08F-E45B50FC349C}"/>
                    </a:ext>
                  </a:extLst>
                </p14:cNvPr>
                <p14:cNvContentPartPr/>
                <p14:nvPr/>
              </p14:nvContentPartPr>
              <p14:xfrm>
                <a:off x="141983" y="5211945"/>
                <a:ext cx="302400" cy="189360"/>
              </p14:xfrm>
            </p:contentPart>
          </mc:Choice>
          <mc:Fallback xmlns="">
            <p:pic>
              <p:nvPicPr>
                <p:cNvPr id="58" name="Ink 57">
                  <a:extLst>
                    <a:ext uri="{FF2B5EF4-FFF2-40B4-BE49-F238E27FC236}">
                      <a16:creationId xmlns:a16="http://schemas.microsoft.com/office/drawing/2014/main" id="{573691C3-2D6D-857F-D08F-E45B50FC349C}"/>
                    </a:ext>
                  </a:extLst>
                </p:cNvPr>
                <p:cNvPicPr/>
                <p:nvPr/>
              </p:nvPicPr>
              <p:blipFill>
                <a:blip r:embed="rId94"/>
                <a:stretch>
                  <a:fillRect/>
                </a:stretch>
              </p:blipFill>
              <p:spPr>
                <a:xfrm>
                  <a:off x="137663" y="5207625"/>
                  <a:ext cx="31104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9" name="Ink 58">
                  <a:extLst>
                    <a:ext uri="{FF2B5EF4-FFF2-40B4-BE49-F238E27FC236}">
                      <a16:creationId xmlns:a16="http://schemas.microsoft.com/office/drawing/2014/main" id="{0191DDA4-C6CC-9255-92EC-046F64751B5A}"/>
                    </a:ext>
                  </a:extLst>
                </p14:cNvPr>
                <p14:cNvContentPartPr/>
                <p14:nvPr/>
              </p14:nvContentPartPr>
              <p14:xfrm>
                <a:off x="198863" y="5192865"/>
                <a:ext cx="128160" cy="11160"/>
              </p14:xfrm>
            </p:contentPart>
          </mc:Choice>
          <mc:Fallback xmlns="">
            <p:pic>
              <p:nvPicPr>
                <p:cNvPr id="59" name="Ink 58">
                  <a:extLst>
                    <a:ext uri="{FF2B5EF4-FFF2-40B4-BE49-F238E27FC236}">
                      <a16:creationId xmlns:a16="http://schemas.microsoft.com/office/drawing/2014/main" id="{0191DDA4-C6CC-9255-92EC-046F64751B5A}"/>
                    </a:ext>
                  </a:extLst>
                </p:cNvPr>
                <p:cNvPicPr/>
                <p:nvPr/>
              </p:nvPicPr>
              <p:blipFill>
                <a:blip r:embed="rId96"/>
                <a:stretch>
                  <a:fillRect/>
                </a:stretch>
              </p:blipFill>
              <p:spPr>
                <a:xfrm>
                  <a:off x="194543" y="5188545"/>
                  <a:ext cx="136800" cy="19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7">
            <p14:nvContentPartPr>
              <p14:cNvPr id="74" name="Ink 73">
                <a:extLst>
                  <a:ext uri="{FF2B5EF4-FFF2-40B4-BE49-F238E27FC236}">
                    <a16:creationId xmlns:a16="http://schemas.microsoft.com/office/drawing/2014/main" id="{116AA76A-D097-5738-0DCE-4CFE5BBF77B0}"/>
                  </a:ext>
                </a:extLst>
              </p14:cNvPr>
              <p14:cNvContentPartPr/>
              <p14:nvPr/>
            </p14:nvContentPartPr>
            <p14:xfrm>
              <a:off x="1905623" y="5738265"/>
              <a:ext cx="916920" cy="213840"/>
            </p14:xfrm>
          </p:contentPart>
        </mc:Choice>
        <mc:Fallback xmlns="">
          <p:pic>
            <p:nvPicPr>
              <p:cNvPr id="74" name="Ink 73">
                <a:extLst>
                  <a:ext uri="{FF2B5EF4-FFF2-40B4-BE49-F238E27FC236}">
                    <a16:creationId xmlns:a16="http://schemas.microsoft.com/office/drawing/2014/main" id="{116AA76A-D097-5738-0DCE-4CFE5BBF77B0}"/>
                  </a:ext>
                </a:extLst>
              </p:cNvPr>
              <p:cNvPicPr/>
              <p:nvPr/>
            </p:nvPicPr>
            <p:blipFill>
              <a:blip r:embed="rId98"/>
              <a:stretch>
                <a:fillRect/>
              </a:stretch>
            </p:blipFill>
            <p:spPr>
              <a:xfrm>
                <a:off x="1901303" y="5733945"/>
                <a:ext cx="92556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75" name="Ink 74">
                <a:extLst>
                  <a:ext uri="{FF2B5EF4-FFF2-40B4-BE49-F238E27FC236}">
                    <a16:creationId xmlns:a16="http://schemas.microsoft.com/office/drawing/2014/main" id="{1A89DA0F-5B74-7DFB-BF90-836B81E4D36A}"/>
                  </a:ext>
                </a:extLst>
              </p14:cNvPr>
              <p14:cNvContentPartPr/>
              <p14:nvPr/>
            </p14:nvContentPartPr>
            <p14:xfrm>
              <a:off x="2061863" y="5568345"/>
              <a:ext cx="18360" cy="39240"/>
            </p14:xfrm>
          </p:contentPart>
        </mc:Choice>
        <mc:Fallback xmlns="">
          <p:pic>
            <p:nvPicPr>
              <p:cNvPr id="75" name="Ink 74">
                <a:extLst>
                  <a:ext uri="{FF2B5EF4-FFF2-40B4-BE49-F238E27FC236}">
                    <a16:creationId xmlns:a16="http://schemas.microsoft.com/office/drawing/2014/main" id="{1A89DA0F-5B74-7DFB-BF90-836B81E4D36A}"/>
                  </a:ext>
                </a:extLst>
              </p:cNvPr>
              <p:cNvPicPr/>
              <p:nvPr/>
            </p:nvPicPr>
            <p:blipFill>
              <a:blip r:embed="rId100"/>
              <a:stretch>
                <a:fillRect/>
              </a:stretch>
            </p:blipFill>
            <p:spPr>
              <a:xfrm>
                <a:off x="2057543" y="5564025"/>
                <a:ext cx="270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76" name="Ink 75">
                <a:extLst>
                  <a:ext uri="{FF2B5EF4-FFF2-40B4-BE49-F238E27FC236}">
                    <a16:creationId xmlns:a16="http://schemas.microsoft.com/office/drawing/2014/main" id="{56D33D17-75AD-DB4D-9444-82C29D354FF7}"/>
                  </a:ext>
                </a:extLst>
              </p14:cNvPr>
              <p14:cNvContentPartPr/>
              <p14:nvPr/>
            </p14:nvContentPartPr>
            <p14:xfrm>
              <a:off x="2060063" y="5997465"/>
              <a:ext cx="120240" cy="27000"/>
            </p14:xfrm>
          </p:contentPart>
        </mc:Choice>
        <mc:Fallback xmlns="">
          <p:pic>
            <p:nvPicPr>
              <p:cNvPr id="76" name="Ink 75">
                <a:extLst>
                  <a:ext uri="{FF2B5EF4-FFF2-40B4-BE49-F238E27FC236}">
                    <a16:creationId xmlns:a16="http://schemas.microsoft.com/office/drawing/2014/main" id="{56D33D17-75AD-DB4D-9444-82C29D354FF7}"/>
                  </a:ext>
                </a:extLst>
              </p:cNvPr>
              <p:cNvPicPr/>
              <p:nvPr/>
            </p:nvPicPr>
            <p:blipFill>
              <a:blip r:embed="rId102"/>
              <a:stretch>
                <a:fillRect/>
              </a:stretch>
            </p:blipFill>
            <p:spPr>
              <a:xfrm>
                <a:off x="2055743" y="5993145"/>
                <a:ext cx="12888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77" name="Ink 76">
                <a:extLst>
                  <a:ext uri="{FF2B5EF4-FFF2-40B4-BE49-F238E27FC236}">
                    <a16:creationId xmlns:a16="http://schemas.microsoft.com/office/drawing/2014/main" id="{71EB7510-E555-5181-5A2E-48E2CEC62035}"/>
                  </a:ext>
                </a:extLst>
              </p14:cNvPr>
              <p14:cNvContentPartPr/>
              <p14:nvPr/>
            </p14:nvContentPartPr>
            <p14:xfrm>
              <a:off x="2253743" y="5630625"/>
              <a:ext cx="110520" cy="39240"/>
            </p14:xfrm>
          </p:contentPart>
        </mc:Choice>
        <mc:Fallback xmlns="">
          <p:pic>
            <p:nvPicPr>
              <p:cNvPr id="77" name="Ink 76">
                <a:extLst>
                  <a:ext uri="{FF2B5EF4-FFF2-40B4-BE49-F238E27FC236}">
                    <a16:creationId xmlns:a16="http://schemas.microsoft.com/office/drawing/2014/main" id="{71EB7510-E555-5181-5A2E-48E2CEC62035}"/>
                  </a:ext>
                </a:extLst>
              </p:cNvPr>
              <p:cNvPicPr/>
              <p:nvPr/>
            </p:nvPicPr>
            <p:blipFill>
              <a:blip r:embed="rId104"/>
              <a:stretch>
                <a:fillRect/>
              </a:stretch>
            </p:blipFill>
            <p:spPr>
              <a:xfrm>
                <a:off x="2249423" y="5626305"/>
                <a:ext cx="1191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78" name="Ink 77">
                <a:extLst>
                  <a:ext uri="{FF2B5EF4-FFF2-40B4-BE49-F238E27FC236}">
                    <a16:creationId xmlns:a16="http://schemas.microsoft.com/office/drawing/2014/main" id="{3BBCB068-8EEE-7436-249A-CB98030931BF}"/>
                  </a:ext>
                </a:extLst>
              </p14:cNvPr>
              <p14:cNvContentPartPr/>
              <p14:nvPr/>
            </p14:nvContentPartPr>
            <p14:xfrm>
              <a:off x="2411423" y="5572665"/>
              <a:ext cx="11160" cy="10440"/>
            </p14:xfrm>
          </p:contentPart>
        </mc:Choice>
        <mc:Fallback xmlns="">
          <p:pic>
            <p:nvPicPr>
              <p:cNvPr id="78" name="Ink 77">
                <a:extLst>
                  <a:ext uri="{FF2B5EF4-FFF2-40B4-BE49-F238E27FC236}">
                    <a16:creationId xmlns:a16="http://schemas.microsoft.com/office/drawing/2014/main" id="{3BBCB068-8EEE-7436-249A-CB98030931BF}"/>
                  </a:ext>
                </a:extLst>
              </p:cNvPr>
              <p:cNvPicPr/>
              <p:nvPr/>
            </p:nvPicPr>
            <p:blipFill>
              <a:blip r:embed="rId106"/>
              <a:stretch>
                <a:fillRect/>
              </a:stretch>
            </p:blipFill>
            <p:spPr>
              <a:xfrm>
                <a:off x="2407103" y="5568345"/>
                <a:ext cx="19800" cy="19080"/>
              </a:xfrm>
              <a:prstGeom prst="rect">
                <a:avLst/>
              </a:prstGeom>
            </p:spPr>
          </p:pic>
        </mc:Fallback>
      </mc:AlternateContent>
      <p:grpSp>
        <p:nvGrpSpPr>
          <p:cNvPr id="88" name="Group 87">
            <a:extLst>
              <a:ext uri="{FF2B5EF4-FFF2-40B4-BE49-F238E27FC236}">
                <a16:creationId xmlns:a16="http://schemas.microsoft.com/office/drawing/2014/main" id="{2FE9B013-8868-7EC5-35E8-28CE43A9136C}"/>
              </a:ext>
            </a:extLst>
          </p:cNvPr>
          <p:cNvGrpSpPr/>
          <p:nvPr/>
        </p:nvGrpSpPr>
        <p:grpSpPr>
          <a:xfrm>
            <a:off x="2772143" y="5524785"/>
            <a:ext cx="1445400" cy="523080"/>
            <a:chOff x="2772143" y="5524785"/>
            <a:chExt cx="1445400" cy="523080"/>
          </a:xfrm>
        </p:grpSpPr>
        <mc:AlternateContent xmlns:mc="http://schemas.openxmlformats.org/markup-compatibility/2006" xmlns:p14="http://schemas.microsoft.com/office/powerpoint/2010/main">
          <mc:Choice Requires="p14">
            <p:contentPart p14:bwMode="auto" r:id="rId107">
              <p14:nvContentPartPr>
                <p14:cNvPr id="64" name="Ink 63">
                  <a:extLst>
                    <a:ext uri="{FF2B5EF4-FFF2-40B4-BE49-F238E27FC236}">
                      <a16:creationId xmlns:a16="http://schemas.microsoft.com/office/drawing/2014/main" id="{C468F6FF-AD95-58A6-5FD0-2265FCD583A9}"/>
                    </a:ext>
                  </a:extLst>
                </p14:cNvPr>
                <p14:cNvContentPartPr/>
                <p14:nvPr/>
              </p14:nvContentPartPr>
              <p14:xfrm>
                <a:off x="3757463" y="5704065"/>
                <a:ext cx="324360" cy="174240"/>
              </p14:xfrm>
            </p:contentPart>
          </mc:Choice>
          <mc:Fallback xmlns="">
            <p:pic>
              <p:nvPicPr>
                <p:cNvPr id="64" name="Ink 63">
                  <a:extLst>
                    <a:ext uri="{FF2B5EF4-FFF2-40B4-BE49-F238E27FC236}">
                      <a16:creationId xmlns:a16="http://schemas.microsoft.com/office/drawing/2014/main" id="{C468F6FF-AD95-58A6-5FD0-2265FCD583A9}"/>
                    </a:ext>
                  </a:extLst>
                </p:cNvPr>
                <p:cNvPicPr/>
                <p:nvPr/>
              </p:nvPicPr>
              <p:blipFill>
                <a:blip r:embed="rId108"/>
                <a:stretch>
                  <a:fillRect/>
                </a:stretch>
              </p:blipFill>
              <p:spPr>
                <a:xfrm>
                  <a:off x="3753143" y="5699745"/>
                  <a:ext cx="33300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5" name="Ink 64">
                  <a:extLst>
                    <a:ext uri="{FF2B5EF4-FFF2-40B4-BE49-F238E27FC236}">
                      <a16:creationId xmlns:a16="http://schemas.microsoft.com/office/drawing/2014/main" id="{556D09DC-1499-7F5E-64D2-5EE5E647792A}"/>
                    </a:ext>
                  </a:extLst>
                </p14:cNvPr>
                <p14:cNvContentPartPr/>
                <p14:nvPr/>
              </p14:nvContentPartPr>
              <p14:xfrm>
                <a:off x="3583583" y="5676345"/>
                <a:ext cx="280440" cy="252000"/>
              </p14:xfrm>
            </p:contentPart>
          </mc:Choice>
          <mc:Fallback xmlns="">
            <p:pic>
              <p:nvPicPr>
                <p:cNvPr id="65" name="Ink 64">
                  <a:extLst>
                    <a:ext uri="{FF2B5EF4-FFF2-40B4-BE49-F238E27FC236}">
                      <a16:creationId xmlns:a16="http://schemas.microsoft.com/office/drawing/2014/main" id="{556D09DC-1499-7F5E-64D2-5EE5E647792A}"/>
                    </a:ext>
                  </a:extLst>
                </p:cNvPr>
                <p:cNvPicPr/>
                <p:nvPr/>
              </p:nvPicPr>
              <p:blipFill>
                <a:blip r:embed="rId110"/>
                <a:stretch>
                  <a:fillRect/>
                </a:stretch>
              </p:blipFill>
              <p:spPr>
                <a:xfrm>
                  <a:off x="3579263" y="5672025"/>
                  <a:ext cx="28908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6" name="Ink 65">
                  <a:extLst>
                    <a:ext uri="{FF2B5EF4-FFF2-40B4-BE49-F238E27FC236}">
                      <a16:creationId xmlns:a16="http://schemas.microsoft.com/office/drawing/2014/main" id="{2E1ED0DC-62AF-C1A5-2454-A6E5B9C27F53}"/>
                    </a:ext>
                  </a:extLst>
                </p14:cNvPr>
                <p14:cNvContentPartPr/>
                <p14:nvPr/>
              </p14:nvContentPartPr>
              <p14:xfrm>
                <a:off x="3747743" y="5596065"/>
                <a:ext cx="18000" cy="16920"/>
              </p14:xfrm>
            </p:contentPart>
          </mc:Choice>
          <mc:Fallback xmlns="">
            <p:pic>
              <p:nvPicPr>
                <p:cNvPr id="66" name="Ink 65">
                  <a:extLst>
                    <a:ext uri="{FF2B5EF4-FFF2-40B4-BE49-F238E27FC236}">
                      <a16:creationId xmlns:a16="http://schemas.microsoft.com/office/drawing/2014/main" id="{2E1ED0DC-62AF-C1A5-2454-A6E5B9C27F53}"/>
                    </a:ext>
                  </a:extLst>
                </p:cNvPr>
                <p:cNvPicPr/>
                <p:nvPr/>
              </p:nvPicPr>
              <p:blipFill>
                <a:blip r:embed="rId112"/>
                <a:stretch>
                  <a:fillRect/>
                </a:stretch>
              </p:blipFill>
              <p:spPr>
                <a:xfrm>
                  <a:off x="3743423" y="5591745"/>
                  <a:ext cx="2664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7" name="Ink 66">
                  <a:extLst>
                    <a:ext uri="{FF2B5EF4-FFF2-40B4-BE49-F238E27FC236}">
                      <a16:creationId xmlns:a16="http://schemas.microsoft.com/office/drawing/2014/main" id="{F83C07BD-F9A0-499D-0BCC-A8DA4F6BB9AB}"/>
                    </a:ext>
                  </a:extLst>
                </p14:cNvPr>
                <p14:cNvContentPartPr/>
                <p14:nvPr/>
              </p14:nvContentPartPr>
              <p14:xfrm>
                <a:off x="3961943" y="5582745"/>
                <a:ext cx="84240" cy="12960"/>
              </p14:xfrm>
            </p:contentPart>
          </mc:Choice>
          <mc:Fallback xmlns="">
            <p:pic>
              <p:nvPicPr>
                <p:cNvPr id="67" name="Ink 66">
                  <a:extLst>
                    <a:ext uri="{FF2B5EF4-FFF2-40B4-BE49-F238E27FC236}">
                      <a16:creationId xmlns:a16="http://schemas.microsoft.com/office/drawing/2014/main" id="{F83C07BD-F9A0-499D-0BCC-A8DA4F6BB9AB}"/>
                    </a:ext>
                  </a:extLst>
                </p:cNvPr>
                <p:cNvPicPr/>
                <p:nvPr/>
              </p:nvPicPr>
              <p:blipFill>
                <a:blip r:embed="rId114"/>
                <a:stretch>
                  <a:fillRect/>
                </a:stretch>
              </p:blipFill>
              <p:spPr>
                <a:xfrm>
                  <a:off x="3957623" y="5578425"/>
                  <a:ext cx="9288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8" name="Ink 67">
                  <a:extLst>
                    <a:ext uri="{FF2B5EF4-FFF2-40B4-BE49-F238E27FC236}">
                      <a16:creationId xmlns:a16="http://schemas.microsoft.com/office/drawing/2014/main" id="{239DE624-4686-D7E8-F92B-22FB0DD3FCBE}"/>
                    </a:ext>
                  </a:extLst>
                </p14:cNvPr>
                <p14:cNvContentPartPr/>
                <p14:nvPr/>
              </p14:nvContentPartPr>
              <p14:xfrm>
                <a:off x="4122503" y="5524785"/>
                <a:ext cx="95040" cy="18360"/>
              </p14:xfrm>
            </p:contentPart>
          </mc:Choice>
          <mc:Fallback xmlns="">
            <p:pic>
              <p:nvPicPr>
                <p:cNvPr id="68" name="Ink 67">
                  <a:extLst>
                    <a:ext uri="{FF2B5EF4-FFF2-40B4-BE49-F238E27FC236}">
                      <a16:creationId xmlns:a16="http://schemas.microsoft.com/office/drawing/2014/main" id="{239DE624-4686-D7E8-F92B-22FB0DD3FCBE}"/>
                    </a:ext>
                  </a:extLst>
                </p:cNvPr>
                <p:cNvPicPr/>
                <p:nvPr/>
              </p:nvPicPr>
              <p:blipFill>
                <a:blip r:embed="rId116"/>
                <a:stretch>
                  <a:fillRect/>
                </a:stretch>
              </p:blipFill>
              <p:spPr>
                <a:xfrm>
                  <a:off x="4118183" y="5520465"/>
                  <a:ext cx="10368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70" name="Ink 69">
                  <a:extLst>
                    <a:ext uri="{FF2B5EF4-FFF2-40B4-BE49-F238E27FC236}">
                      <a16:creationId xmlns:a16="http://schemas.microsoft.com/office/drawing/2014/main" id="{FEB3C998-134F-7638-1AA5-B63D6AEB11C6}"/>
                    </a:ext>
                  </a:extLst>
                </p14:cNvPr>
                <p14:cNvContentPartPr/>
                <p14:nvPr/>
              </p14:nvContentPartPr>
              <p14:xfrm>
                <a:off x="3132503" y="5697585"/>
                <a:ext cx="375120" cy="207720"/>
              </p14:xfrm>
            </p:contentPart>
          </mc:Choice>
          <mc:Fallback xmlns="">
            <p:pic>
              <p:nvPicPr>
                <p:cNvPr id="70" name="Ink 69">
                  <a:extLst>
                    <a:ext uri="{FF2B5EF4-FFF2-40B4-BE49-F238E27FC236}">
                      <a16:creationId xmlns:a16="http://schemas.microsoft.com/office/drawing/2014/main" id="{FEB3C998-134F-7638-1AA5-B63D6AEB11C6}"/>
                    </a:ext>
                  </a:extLst>
                </p:cNvPr>
                <p:cNvPicPr/>
                <p:nvPr/>
              </p:nvPicPr>
              <p:blipFill>
                <a:blip r:embed="rId118"/>
                <a:stretch>
                  <a:fillRect/>
                </a:stretch>
              </p:blipFill>
              <p:spPr>
                <a:xfrm>
                  <a:off x="3128183" y="5693265"/>
                  <a:ext cx="38376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1" name="Ink 70">
                  <a:extLst>
                    <a:ext uri="{FF2B5EF4-FFF2-40B4-BE49-F238E27FC236}">
                      <a16:creationId xmlns:a16="http://schemas.microsoft.com/office/drawing/2014/main" id="{9DEC4D24-926C-D632-280F-52282A9075AE}"/>
                    </a:ext>
                  </a:extLst>
                </p14:cNvPr>
                <p14:cNvContentPartPr/>
                <p14:nvPr/>
              </p14:nvContentPartPr>
              <p14:xfrm>
                <a:off x="3365423" y="5611185"/>
                <a:ext cx="16200" cy="12240"/>
              </p14:xfrm>
            </p:contentPart>
          </mc:Choice>
          <mc:Fallback xmlns="">
            <p:pic>
              <p:nvPicPr>
                <p:cNvPr id="71" name="Ink 70">
                  <a:extLst>
                    <a:ext uri="{FF2B5EF4-FFF2-40B4-BE49-F238E27FC236}">
                      <a16:creationId xmlns:a16="http://schemas.microsoft.com/office/drawing/2014/main" id="{9DEC4D24-926C-D632-280F-52282A9075AE}"/>
                    </a:ext>
                  </a:extLst>
                </p:cNvPr>
                <p:cNvPicPr/>
                <p:nvPr/>
              </p:nvPicPr>
              <p:blipFill>
                <a:blip r:embed="rId120"/>
                <a:stretch>
                  <a:fillRect/>
                </a:stretch>
              </p:blipFill>
              <p:spPr>
                <a:xfrm>
                  <a:off x="3361103" y="5606865"/>
                  <a:ext cx="248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4" name="Ink 83">
                  <a:extLst>
                    <a:ext uri="{FF2B5EF4-FFF2-40B4-BE49-F238E27FC236}">
                      <a16:creationId xmlns:a16="http://schemas.microsoft.com/office/drawing/2014/main" id="{2ECE3235-F615-DC80-114B-E975EC730CDD}"/>
                    </a:ext>
                  </a:extLst>
                </p14:cNvPr>
                <p14:cNvContentPartPr/>
                <p14:nvPr/>
              </p14:nvContentPartPr>
              <p14:xfrm>
                <a:off x="2772143" y="5771385"/>
                <a:ext cx="260280" cy="276480"/>
              </p14:xfrm>
            </p:contentPart>
          </mc:Choice>
          <mc:Fallback xmlns="">
            <p:pic>
              <p:nvPicPr>
                <p:cNvPr id="84" name="Ink 83">
                  <a:extLst>
                    <a:ext uri="{FF2B5EF4-FFF2-40B4-BE49-F238E27FC236}">
                      <a16:creationId xmlns:a16="http://schemas.microsoft.com/office/drawing/2014/main" id="{2ECE3235-F615-DC80-114B-E975EC730CDD}"/>
                    </a:ext>
                  </a:extLst>
                </p:cNvPr>
                <p:cNvPicPr/>
                <p:nvPr/>
              </p:nvPicPr>
              <p:blipFill>
                <a:blip r:embed="rId122"/>
                <a:stretch>
                  <a:fillRect/>
                </a:stretch>
              </p:blipFill>
              <p:spPr>
                <a:xfrm>
                  <a:off x="2767823" y="5767065"/>
                  <a:ext cx="26892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85" name="Ink 84">
                  <a:extLst>
                    <a:ext uri="{FF2B5EF4-FFF2-40B4-BE49-F238E27FC236}">
                      <a16:creationId xmlns:a16="http://schemas.microsoft.com/office/drawing/2014/main" id="{86731CDE-5240-B4B1-75B6-463E36676EB3}"/>
                    </a:ext>
                  </a:extLst>
                </p14:cNvPr>
                <p14:cNvContentPartPr/>
                <p14:nvPr/>
              </p14:nvContentPartPr>
              <p14:xfrm>
                <a:off x="2915063" y="5646105"/>
                <a:ext cx="251640" cy="159480"/>
              </p14:xfrm>
            </p:contentPart>
          </mc:Choice>
          <mc:Fallback xmlns="">
            <p:pic>
              <p:nvPicPr>
                <p:cNvPr id="85" name="Ink 84">
                  <a:extLst>
                    <a:ext uri="{FF2B5EF4-FFF2-40B4-BE49-F238E27FC236}">
                      <a16:creationId xmlns:a16="http://schemas.microsoft.com/office/drawing/2014/main" id="{86731CDE-5240-B4B1-75B6-463E36676EB3}"/>
                    </a:ext>
                  </a:extLst>
                </p:cNvPr>
                <p:cNvPicPr/>
                <p:nvPr/>
              </p:nvPicPr>
              <p:blipFill>
                <a:blip r:embed="rId124"/>
                <a:stretch>
                  <a:fillRect/>
                </a:stretch>
              </p:blipFill>
              <p:spPr>
                <a:xfrm>
                  <a:off x="2910743" y="5641785"/>
                  <a:ext cx="26028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87" name="Ink 86">
                  <a:extLst>
                    <a:ext uri="{FF2B5EF4-FFF2-40B4-BE49-F238E27FC236}">
                      <a16:creationId xmlns:a16="http://schemas.microsoft.com/office/drawing/2014/main" id="{356921A1-F5C6-79E0-1281-9364D472ADF2}"/>
                    </a:ext>
                  </a:extLst>
                </p14:cNvPr>
                <p14:cNvContentPartPr/>
                <p14:nvPr/>
              </p14:nvContentPartPr>
              <p14:xfrm>
                <a:off x="3357503" y="5621265"/>
                <a:ext cx="42840" cy="39600"/>
              </p14:xfrm>
            </p:contentPart>
          </mc:Choice>
          <mc:Fallback xmlns="">
            <p:pic>
              <p:nvPicPr>
                <p:cNvPr id="87" name="Ink 86">
                  <a:extLst>
                    <a:ext uri="{FF2B5EF4-FFF2-40B4-BE49-F238E27FC236}">
                      <a16:creationId xmlns:a16="http://schemas.microsoft.com/office/drawing/2014/main" id="{356921A1-F5C6-79E0-1281-9364D472ADF2}"/>
                    </a:ext>
                  </a:extLst>
                </p:cNvPr>
                <p:cNvPicPr/>
                <p:nvPr/>
              </p:nvPicPr>
              <p:blipFill>
                <a:blip r:embed="rId126"/>
                <a:stretch>
                  <a:fillRect/>
                </a:stretch>
              </p:blipFill>
              <p:spPr>
                <a:xfrm>
                  <a:off x="3353183" y="5616945"/>
                  <a:ext cx="51480" cy="48240"/>
                </a:xfrm>
                <a:prstGeom prst="rect">
                  <a:avLst/>
                </a:prstGeom>
              </p:spPr>
            </p:pic>
          </mc:Fallback>
        </mc:AlternateContent>
      </p:grpSp>
      <p:grpSp>
        <p:nvGrpSpPr>
          <p:cNvPr id="90" name="Group 89">
            <a:extLst>
              <a:ext uri="{FF2B5EF4-FFF2-40B4-BE49-F238E27FC236}">
                <a16:creationId xmlns:a16="http://schemas.microsoft.com/office/drawing/2014/main" id="{B14735C2-8ECC-13B2-72BD-2A136B51A0CB}"/>
              </a:ext>
            </a:extLst>
          </p:cNvPr>
          <p:cNvGrpSpPr/>
          <p:nvPr/>
        </p:nvGrpSpPr>
        <p:grpSpPr>
          <a:xfrm>
            <a:off x="246023" y="5553585"/>
            <a:ext cx="212040" cy="44640"/>
            <a:chOff x="246023" y="5553585"/>
            <a:chExt cx="212040" cy="44640"/>
          </a:xfrm>
        </p:grpSpPr>
        <mc:AlternateContent xmlns:mc="http://schemas.openxmlformats.org/markup-compatibility/2006" xmlns:p14="http://schemas.microsoft.com/office/powerpoint/2010/main">
          <mc:Choice Requires="p14">
            <p:contentPart p14:bwMode="auto" r:id="rId127">
              <p14:nvContentPartPr>
                <p14:cNvPr id="61" name="Ink 60">
                  <a:extLst>
                    <a:ext uri="{FF2B5EF4-FFF2-40B4-BE49-F238E27FC236}">
                      <a16:creationId xmlns:a16="http://schemas.microsoft.com/office/drawing/2014/main" id="{A91BB33C-33F2-74D6-6DDE-DA2BCCBBD2E9}"/>
                    </a:ext>
                  </a:extLst>
                </p14:cNvPr>
                <p14:cNvContentPartPr/>
                <p14:nvPr/>
              </p14:nvContentPartPr>
              <p14:xfrm>
                <a:off x="246023" y="5553585"/>
                <a:ext cx="107640" cy="9000"/>
              </p14:xfrm>
            </p:contentPart>
          </mc:Choice>
          <mc:Fallback xmlns="">
            <p:pic>
              <p:nvPicPr>
                <p:cNvPr id="61" name="Ink 60">
                  <a:extLst>
                    <a:ext uri="{FF2B5EF4-FFF2-40B4-BE49-F238E27FC236}">
                      <a16:creationId xmlns:a16="http://schemas.microsoft.com/office/drawing/2014/main" id="{A91BB33C-33F2-74D6-6DDE-DA2BCCBBD2E9}"/>
                    </a:ext>
                  </a:extLst>
                </p:cNvPr>
                <p:cNvPicPr/>
                <p:nvPr/>
              </p:nvPicPr>
              <p:blipFill>
                <a:blip r:embed="rId128"/>
                <a:stretch>
                  <a:fillRect/>
                </a:stretch>
              </p:blipFill>
              <p:spPr>
                <a:xfrm>
                  <a:off x="241703" y="5549265"/>
                  <a:ext cx="11628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62" name="Ink 61">
                  <a:extLst>
                    <a:ext uri="{FF2B5EF4-FFF2-40B4-BE49-F238E27FC236}">
                      <a16:creationId xmlns:a16="http://schemas.microsoft.com/office/drawing/2014/main" id="{1CF22D13-0F6D-E71A-4DEF-70F28E837E3D}"/>
                    </a:ext>
                  </a:extLst>
                </p14:cNvPr>
                <p14:cNvContentPartPr/>
                <p14:nvPr/>
              </p14:nvContentPartPr>
              <p14:xfrm>
                <a:off x="426023" y="5565825"/>
                <a:ext cx="10440" cy="2160"/>
              </p14:xfrm>
            </p:contentPart>
          </mc:Choice>
          <mc:Fallback xmlns="">
            <p:pic>
              <p:nvPicPr>
                <p:cNvPr id="62" name="Ink 61">
                  <a:extLst>
                    <a:ext uri="{FF2B5EF4-FFF2-40B4-BE49-F238E27FC236}">
                      <a16:creationId xmlns:a16="http://schemas.microsoft.com/office/drawing/2014/main" id="{1CF22D13-0F6D-E71A-4DEF-70F28E837E3D}"/>
                    </a:ext>
                  </a:extLst>
                </p:cNvPr>
                <p:cNvPicPr/>
                <p:nvPr/>
              </p:nvPicPr>
              <p:blipFill>
                <a:blip r:embed="rId130"/>
                <a:stretch>
                  <a:fillRect/>
                </a:stretch>
              </p:blipFill>
              <p:spPr>
                <a:xfrm>
                  <a:off x="421703" y="5561505"/>
                  <a:ext cx="19080" cy="108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9" name="Ink 88">
                  <a:extLst>
                    <a:ext uri="{FF2B5EF4-FFF2-40B4-BE49-F238E27FC236}">
                      <a16:creationId xmlns:a16="http://schemas.microsoft.com/office/drawing/2014/main" id="{4F3CA20D-3A7B-4411-B999-DC010EB4422B}"/>
                    </a:ext>
                  </a:extLst>
                </p14:cNvPr>
                <p14:cNvContentPartPr/>
                <p14:nvPr/>
              </p14:nvContentPartPr>
              <p14:xfrm>
                <a:off x="423143" y="5561505"/>
                <a:ext cx="34920" cy="36720"/>
              </p14:xfrm>
            </p:contentPart>
          </mc:Choice>
          <mc:Fallback xmlns="">
            <p:pic>
              <p:nvPicPr>
                <p:cNvPr id="89" name="Ink 88">
                  <a:extLst>
                    <a:ext uri="{FF2B5EF4-FFF2-40B4-BE49-F238E27FC236}">
                      <a16:creationId xmlns:a16="http://schemas.microsoft.com/office/drawing/2014/main" id="{4F3CA20D-3A7B-4411-B999-DC010EB4422B}"/>
                    </a:ext>
                  </a:extLst>
                </p:cNvPr>
                <p:cNvPicPr/>
                <p:nvPr/>
              </p:nvPicPr>
              <p:blipFill>
                <a:blip r:embed="rId132"/>
                <a:stretch>
                  <a:fillRect/>
                </a:stretch>
              </p:blipFill>
              <p:spPr>
                <a:xfrm>
                  <a:off x="418823" y="5557185"/>
                  <a:ext cx="43560" cy="45360"/>
                </a:xfrm>
                <a:prstGeom prst="rect">
                  <a:avLst/>
                </a:prstGeom>
              </p:spPr>
            </p:pic>
          </mc:Fallback>
        </mc:AlternateContent>
      </p:grpSp>
      <p:grpSp>
        <p:nvGrpSpPr>
          <p:cNvPr id="102" name="Group 101">
            <a:extLst>
              <a:ext uri="{FF2B5EF4-FFF2-40B4-BE49-F238E27FC236}">
                <a16:creationId xmlns:a16="http://schemas.microsoft.com/office/drawing/2014/main" id="{0CDE4E26-8BB2-35A2-BE17-D63229FBD8C1}"/>
              </a:ext>
            </a:extLst>
          </p:cNvPr>
          <p:cNvGrpSpPr/>
          <p:nvPr/>
        </p:nvGrpSpPr>
        <p:grpSpPr>
          <a:xfrm>
            <a:off x="3121343" y="6237945"/>
            <a:ext cx="1622160" cy="406440"/>
            <a:chOff x="3121343" y="6237945"/>
            <a:chExt cx="1622160" cy="406440"/>
          </a:xfrm>
        </p:grpSpPr>
        <mc:AlternateContent xmlns:mc="http://schemas.openxmlformats.org/markup-compatibility/2006" xmlns:p14="http://schemas.microsoft.com/office/powerpoint/2010/main">
          <mc:Choice Requires="p14">
            <p:contentPart p14:bwMode="auto" r:id="rId133">
              <p14:nvContentPartPr>
                <p14:cNvPr id="91" name="Ink 90">
                  <a:extLst>
                    <a:ext uri="{FF2B5EF4-FFF2-40B4-BE49-F238E27FC236}">
                      <a16:creationId xmlns:a16="http://schemas.microsoft.com/office/drawing/2014/main" id="{817F62D3-0F1B-7C08-10C4-24FC9EF760EF}"/>
                    </a:ext>
                  </a:extLst>
                </p14:cNvPr>
                <p14:cNvContentPartPr/>
                <p14:nvPr/>
              </p14:nvContentPartPr>
              <p14:xfrm>
                <a:off x="4375583" y="6368265"/>
                <a:ext cx="367920" cy="184680"/>
              </p14:xfrm>
            </p:contentPart>
          </mc:Choice>
          <mc:Fallback xmlns="">
            <p:pic>
              <p:nvPicPr>
                <p:cNvPr id="91" name="Ink 90">
                  <a:extLst>
                    <a:ext uri="{FF2B5EF4-FFF2-40B4-BE49-F238E27FC236}">
                      <a16:creationId xmlns:a16="http://schemas.microsoft.com/office/drawing/2014/main" id="{817F62D3-0F1B-7C08-10C4-24FC9EF760EF}"/>
                    </a:ext>
                  </a:extLst>
                </p:cNvPr>
                <p:cNvPicPr/>
                <p:nvPr/>
              </p:nvPicPr>
              <p:blipFill>
                <a:blip r:embed="rId134"/>
                <a:stretch>
                  <a:fillRect/>
                </a:stretch>
              </p:blipFill>
              <p:spPr>
                <a:xfrm>
                  <a:off x="4366583" y="6359265"/>
                  <a:ext cx="38556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92" name="Ink 91">
                  <a:extLst>
                    <a:ext uri="{FF2B5EF4-FFF2-40B4-BE49-F238E27FC236}">
                      <a16:creationId xmlns:a16="http://schemas.microsoft.com/office/drawing/2014/main" id="{43FB2909-7911-B0AB-3593-4C62967396FE}"/>
                    </a:ext>
                  </a:extLst>
                </p14:cNvPr>
                <p14:cNvContentPartPr/>
                <p14:nvPr/>
              </p14:nvContentPartPr>
              <p14:xfrm>
                <a:off x="4674023" y="6639345"/>
                <a:ext cx="2880" cy="5040"/>
              </p14:xfrm>
            </p:contentPart>
          </mc:Choice>
          <mc:Fallback xmlns="">
            <p:pic>
              <p:nvPicPr>
                <p:cNvPr id="92" name="Ink 91">
                  <a:extLst>
                    <a:ext uri="{FF2B5EF4-FFF2-40B4-BE49-F238E27FC236}">
                      <a16:creationId xmlns:a16="http://schemas.microsoft.com/office/drawing/2014/main" id="{43FB2909-7911-B0AB-3593-4C62967396FE}"/>
                    </a:ext>
                  </a:extLst>
                </p:cNvPr>
                <p:cNvPicPr/>
                <p:nvPr/>
              </p:nvPicPr>
              <p:blipFill>
                <a:blip r:embed="rId136"/>
                <a:stretch>
                  <a:fillRect/>
                </a:stretch>
              </p:blipFill>
              <p:spPr>
                <a:xfrm>
                  <a:off x="4665383" y="6630705"/>
                  <a:ext cx="2052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93" name="Ink 92">
                  <a:extLst>
                    <a:ext uri="{FF2B5EF4-FFF2-40B4-BE49-F238E27FC236}">
                      <a16:creationId xmlns:a16="http://schemas.microsoft.com/office/drawing/2014/main" id="{5C02EE0A-7AB1-34C6-5151-41AB3F6EED3F}"/>
                    </a:ext>
                  </a:extLst>
                </p14:cNvPr>
                <p14:cNvContentPartPr/>
                <p14:nvPr/>
              </p14:nvContentPartPr>
              <p14:xfrm>
                <a:off x="4199903" y="6359985"/>
                <a:ext cx="18360" cy="213480"/>
              </p14:xfrm>
            </p:contentPart>
          </mc:Choice>
          <mc:Fallback xmlns="">
            <p:pic>
              <p:nvPicPr>
                <p:cNvPr id="93" name="Ink 92">
                  <a:extLst>
                    <a:ext uri="{FF2B5EF4-FFF2-40B4-BE49-F238E27FC236}">
                      <a16:creationId xmlns:a16="http://schemas.microsoft.com/office/drawing/2014/main" id="{5C02EE0A-7AB1-34C6-5151-41AB3F6EED3F}"/>
                    </a:ext>
                  </a:extLst>
                </p:cNvPr>
                <p:cNvPicPr/>
                <p:nvPr/>
              </p:nvPicPr>
              <p:blipFill>
                <a:blip r:embed="rId138"/>
                <a:stretch>
                  <a:fillRect/>
                </a:stretch>
              </p:blipFill>
              <p:spPr>
                <a:xfrm>
                  <a:off x="4190903" y="6351345"/>
                  <a:ext cx="3600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94" name="Ink 93">
                  <a:extLst>
                    <a:ext uri="{FF2B5EF4-FFF2-40B4-BE49-F238E27FC236}">
                      <a16:creationId xmlns:a16="http://schemas.microsoft.com/office/drawing/2014/main" id="{E284A365-ED9E-FDB8-3986-8855B19ED6B3}"/>
                    </a:ext>
                  </a:extLst>
                </p14:cNvPr>
                <p14:cNvContentPartPr/>
                <p14:nvPr/>
              </p14:nvContentPartPr>
              <p14:xfrm>
                <a:off x="4167863" y="6237945"/>
                <a:ext cx="118800" cy="92880"/>
              </p14:xfrm>
            </p:contentPart>
          </mc:Choice>
          <mc:Fallback xmlns="">
            <p:pic>
              <p:nvPicPr>
                <p:cNvPr id="94" name="Ink 93">
                  <a:extLst>
                    <a:ext uri="{FF2B5EF4-FFF2-40B4-BE49-F238E27FC236}">
                      <a16:creationId xmlns:a16="http://schemas.microsoft.com/office/drawing/2014/main" id="{E284A365-ED9E-FDB8-3986-8855B19ED6B3}"/>
                    </a:ext>
                  </a:extLst>
                </p:cNvPr>
                <p:cNvPicPr/>
                <p:nvPr/>
              </p:nvPicPr>
              <p:blipFill>
                <a:blip r:embed="rId140"/>
                <a:stretch>
                  <a:fillRect/>
                </a:stretch>
              </p:blipFill>
              <p:spPr>
                <a:xfrm>
                  <a:off x="4159223" y="6229305"/>
                  <a:ext cx="1364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96" name="Ink 95">
                  <a:extLst>
                    <a:ext uri="{FF2B5EF4-FFF2-40B4-BE49-F238E27FC236}">
                      <a16:creationId xmlns:a16="http://schemas.microsoft.com/office/drawing/2014/main" id="{3FF20988-A681-22C1-588C-B972AA3539CF}"/>
                    </a:ext>
                  </a:extLst>
                </p14:cNvPr>
                <p14:cNvContentPartPr/>
                <p14:nvPr/>
              </p14:nvContentPartPr>
              <p14:xfrm>
                <a:off x="3785903" y="6359265"/>
                <a:ext cx="290880" cy="231120"/>
              </p14:xfrm>
            </p:contentPart>
          </mc:Choice>
          <mc:Fallback xmlns="">
            <p:pic>
              <p:nvPicPr>
                <p:cNvPr id="96" name="Ink 95">
                  <a:extLst>
                    <a:ext uri="{FF2B5EF4-FFF2-40B4-BE49-F238E27FC236}">
                      <a16:creationId xmlns:a16="http://schemas.microsoft.com/office/drawing/2014/main" id="{3FF20988-A681-22C1-588C-B972AA3539CF}"/>
                    </a:ext>
                  </a:extLst>
                </p:cNvPr>
                <p:cNvPicPr/>
                <p:nvPr/>
              </p:nvPicPr>
              <p:blipFill>
                <a:blip r:embed="rId142"/>
                <a:stretch>
                  <a:fillRect/>
                </a:stretch>
              </p:blipFill>
              <p:spPr>
                <a:xfrm>
                  <a:off x="3776903" y="6350625"/>
                  <a:ext cx="30852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97" name="Ink 96">
                  <a:extLst>
                    <a:ext uri="{FF2B5EF4-FFF2-40B4-BE49-F238E27FC236}">
                      <a16:creationId xmlns:a16="http://schemas.microsoft.com/office/drawing/2014/main" id="{2A6DE554-26D0-F116-0133-6F32DB48E6F9}"/>
                    </a:ext>
                  </a:extLst>
                </p14:cNvPr>
                <p14:cNvContentPartPr/>
                <p14:nvPr/>
              </p14:nvContentPartPr>
              <p14:xfrm>
                <a:off x="3974543" y="6341625"/>
                <a:ext cx="12240" cy="13680"/>
              </p14:xfrm>
            </p:contentPart>
          </mc:Choice>
          <mc:Fallback xmlns="">
            <p:pic>
              <p:nvPicPr>
                <p:cNvPr id="97" name="Ink 96">
                  <a:extLst>
                    <a:ext uri="{FF2B5EF4-FFF2-40B4-BE49-F238E27FC236}">
                      <a16:creationId xmlns:a16="http://schemas.microsoft.com/office/drawing/2014/main" id="{2A6DE554-26D0-F116-0133-6F32DB48E6F9}"/>
                    </a:ext>
                  </a:extLst>
                </p:cNvPr>
                <p:cNvPicPr/>
                <p:nvPr/>
              </p:nvPicPr>
              <p:blipFill>
                <a:blip r:embed="rId144"/>
                <a:stretch>
                  <a:fillRect/>
                </a:stretch>
              </p:blipFill>
              <p:spPr>
                <a:xfrm>
                  <a:off x="3965903" y="6332625"/>
                  <a:ext cx="2988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98" name="Ink 97">
                  <a:extLst>
                    <a:ext uri="{FF2B5EF4-FFF2-40B4-BE49-F238E27FC236}">
                      <a16:creationId xmlns:a16="http://schemas.microsoft.com/office/drawing/2014/main" id="{C3429428-9B31-BAE6-C10C-2F595B7EA677}"/>
                    </a:ext>
                  </a:extLst>
                </p14:cNvPr>
                <p14:cNvContentPartPr/>
                <p14:nvPr/>
              </p14:nvContentPartPr>
              <p14:xfrm>
                <a:off x="3121343" y="6462945"/>
                <a:ext cx="564120" cy="104760"/>
              </p14:xfrm>
            </p:contentPart>
          </mc:Choice>
          <mc:Fallback xmlns="">
            <p:pic>
              <p:nvPicPr>
                <p:cNvPr id="98" name="Ink 97">
                  <a:extLst>
                    <a:ext uri="{FF2B5EF4-FFF2-40B4-BE49-F238E27FC236}">
                      <a16:creationId xmlns:a16="http://schemas.microsoft.com/office/drawing/2014/main" id="{C3429428-9B31-BAE6-C10C-2F595B7EA677}"/>
                    </a:ext>
                  </a:extLst>
                </p:cNvPr>
                <p:cNvPicPr/>
                <p:nvPr/>
              </p:nvPicPr>
              <p:blipFill>
                <a:blip r:embed="rId146"/>
                <a:stretch>
                  <a:fillRect/>
                </a:stretch>
              </p:blipFill>
              <p:spPr>
                <a:xfrm>
                  <a:off x="3112343" y="6454305"/>
                  <a:ext cx="5817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99" name="Ink 98">
                  <a:extLst>
                    <a:ext uri="{FF2B5EF4-FFF2-40B4-BE49-F238E27FC236}">
                      <a16:creationId xmlns:a16="http://schemas.microsoft.com/office/drawing/2014/main" id="{AA8CB763-B588-84F7-B31E-2A69E57AE0FA}"/>
                    </a:ext>
                  </a:extLst>
                </p14:cNvPr>
                <p14:cNvContentPartPr/>
                <p14:nvPr/>
              </p14:nvContentPartPr>
              <p14:xfrm>
                <a:off x="3123863" y="6379785"/>
                <a:ext cx="98640" cy="15480"/>
              </p14:xfrm>
            </p:contentPart>
          </mc:Choice>
          <mc:Fallback xmlns="">
            <p:pic>
              <p:nvPicPr>
                <p:cNvPr id="99" name="Ink 98">
                  <a:extLst>
                    <a:ext uri="{FF2B5EF4-FFF2-40B4-BE49-F238E27FC236}">
                      <a16:creationId xmlns:a16="http://schemas.microsoft.com/office/drawing/2014/main" id="{AA8CB763-B588-84F7-B31E-2A69E57AE0FA}"/>
                    </a:ext>
                  </a:extLst>
                </p:cNvPr>
                <p:cNvPicPr/>
                <p:nvPr/>
              </p:nvPicPr>
              <p:blipFill>
                <a:blip r:embed="rId148"/>
                <a:stretch>
                  <a:fillRect/>
                </a:stretch>
              </p:blipFill>
              <p:spPr>
                <a:xfrm>
                  <a:off x="3114863" y="6371145"/>
                  <a:ext cx="11628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00" name="Ink 99">
                  <a:extLst>
                    <a:ext uri="{FF2B5EF4-FFF2-40B4-BE49-F238E27FC236}">
                      <a16:creationId xmlns:a16="http://schemas.microsoft.com/office/drawing/2014/main" id="{80440199-01F0-072A-55C0-DD2856212D71}"/>
                    </a:ext>
                  </a:extLst>
                </p14:cNvPr>
                <p14:cNvContentPartPr/>
                <p14:nvPr/>
              </p14:nvContentPartPr>
              <p14:xfrm>
                <a:off x="3314663" y="6338745"/>
                <a:ext cx="2880" cy="9360"/>
              </p14:xfrm>
            </p:contentPart>
          </mc:Choice>
          <mc:Fallback xmlns="">
            <p:pic>
              <p:nvPicPr>
                <p:cNvPr id="100" name="Ink 99">
                  <a:extLst>
                    <a:ext uri="{FF2B5EF4-FFF2-40B4-BE49-F238E27FC236}">
                      <a16:creationId xmlns:a16="http://schemas.microsoft.com/office/drawing/2014/main" id="{80440199-01F0-072A-55C0-DD2856212D71}"/>
                    </a:ext>
                  </a:extLst>
                </p:cNvPr>
                <p:cNvPicPr/>
                <p:nvPr/>
              </p:nvPicPr>
              <p:blipFill>
                <a:blip r:embed="rId150"/>
                <a:stretch>
                  <a:fillRect/>
                </a:stretch>
              </p:blipFill>
              <p:spPr>
                <a:xfrm>
                  <a:off x="3306023" y="6330105"/>
                  <a:ext cx="2052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01" name="Ink 100">
                  <a:extLst>
                    <a:ext uri="{FF2B5EF4-FFF2-40B4-BE49-F238E27FC236}">
                      <a16:creationId xmlns:a16="http://schemas.microsoft.com/office/drawing/2014/main" id="{6BA432E8-7CC8-CFE7-5ABC-8BBE3F80A7F8}"/>
                    </a:ext>
                  </a:extLst>
                </p14:cNvPr>
                <p14:cNvContentPartPr/>
                <p14:nvPr/>
              </p14:nvContentPartPr>
              <p14:xfrm>
                <a:off x="3304583" y="6353145"/>
                <a:ext cx="39240" cy="33840"/>
              </p14:xfrm>
            </p:contentPart>
          </mc:Choice>
          <mc:Fallback xmlns="">
            <p:pic>
              <p:nvPicPr>
                <p:cNvPr id="101" name="Ink 100">
                  <a:extLst>
                    <a:ext uri="{FF2B5EF4-FFF2-40B4-BE49-F238E27FC236}">
                      <a16:creationId xmlns:a16="http://schemas.microsoft.com/office/drawing/2014/main" id="{6BA432E8-7CC8-CFE7-5ABC-8BBE3F80A7F8}"/>
                    </a:ext>
                  </a:extLst>
                </p:cNvPr>
                <p:cNvPicPr/>
                <p:nvPr/>
              </p:nvPicPr>
              <p:blipFill>
                <a:blip r:embed="rId152"/>
                <a:stretch>
                  <a:fillRect/>
                </a:stretch>
              </p:blipFill>
              <p:spPr>
                <a:xfrm>
                  <a:off x="3295583" y="6344145"/>
                  <a:ext cx="56880" cy="51480"/>
                </a:xfrm>
                <a:prstGeom prst="rect">
                  <a:avLst/>
                </a:prstGeom>
              </p:spPr>
            </p:pic>
          </mc:Fallback>
        </mc:AlternateContent>
      </p:grpSp>
      <p:grpSp>
        <p:nvGrpSpPr>
          <p:cNvPr id="111" name="Group 110">
            <a:extLst>
              <a:ext uri="{FF2B5EF4-FFF2-40B4-BE49-F238E27FC236}">
                <a16:creationId xmlns:a16="http://schemas.microsoft.com/office/drawing/2014/main" id="{DA32A555-1164-FC10-EE77-57CE0B3330A2}"/>
              </a:ext>
            </a:extLst>
          </p:cNvPr>
          <p:cNvGrpSpPr/>
          <p:nvPr/>
        </p:nvGrpSpPr>
        <p:grpSpPr>
          <a:xfrm>
            <a:off x="765503" y="6318585"/>
            <a:ext cx="1000440" cy="484200"/>
            <a:chOff x="765503" y="6318585"/>
            <a:chExt cx="1000440" cy="484200"/>
          </a:xfrm>
        </p:grpSpPr>
        <mc:AlternateContent xmlns:mc="http://schemas.openxmlformats.org/markup-compatibility/2006" xmlns:p14="http://schemas.microsoft.com/office/powerpoint/2010/main">
          <mc:Choice Requires="p14">
            <p:contentPart p14:bwMode="auto" r:id="rId153">
              <p14:nvContentPartPr>
                <p14:cNvPr id="103" name="Ink 102">
                  <a:extLst>
                    <a:ext uri="{FF2B5EF4-FFF2-40B4-BE49-F238E27FC236}">
                      <a16:creationId xmlns:a16="http://schemas.microsoft.com/office/drawing/2014/main" id="{4E657454-989F-DA0F-10E8-EBE374C540D5}"/>
                    </a:ext>
                  </a:extLst>
                </p14:cNvPr>
                <p14:cNvContentPartPr/>
                <p14:nvPr/>
              </p14:nvContentPartPr>
              <p14:xfrm>
                <a:off x="765503" y="6489945"/>
                <a:ext cx="169920" cy="305640"/>
              </p14:xfrm>
            </p:contentPart>
          </mc:Choice>
          <mc:Fallback xmlns="">
            <p:pic>
              <p:nvPicPr>
                <p:cNvPr id="103" name="Ink 102">
                  <a:extLst>
                    <a:ext uri="{FF2B5EF4-FFF2-40B4-BE49-F238E27FC236}">
                      <a16:creationId xmlns:a16="http://schemas.microsoft.com/office/drawing/2014/main" id="{4E657454-989F-DA0F-10E8-EBE374C540D5}"/>
                    </a:ext>
                  </a:extLst>
                </p:cNvPr>
                <p:cNvPicPr/>
                <p:nvPr/>
              </p:nvPicPr>
              <p:blipFill>
                <a:blip r:embed="rId154"/>
                <a:stretch>
                  <a:fillRect/>
                </a:stretch>
              </p:blipFill>
              <p:spPr>
                <a:xfrm>
                  <a:off x="756503" y="6481305"/>
                  <a:ext cx="18756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04" name="Ink 103">
                  <a:extLst>
                    <a:ext uri="{FF2B5EF4-FFF2-40B4-BE49-F238E27FC236}">
                      <a16:creationId xmlns:a16="http://schemas.microsoft.com/office/drawing/2014/main" id="{E0451A5A-069E-A719-CF5B-B890187C3CAF}"/>
                    </a:ext>
                  </a:extLst>
                </p14:cNvPr>
                <p14:cNvContentPartPr/>
                <p14:nvPr/>
              </p14:nvContentPartPr>
              <p14:xfrm>
                <a:off x="1010303" y="6534945"/>
                <a:ext cx="227520" cy="267840"/>
              </p14:xfrm>
            </p:contentPart>
          </mc:Choice>
          <mc:Fallback xmlns="">
            <p:pic>
              <p:nvPicPr>
                <p:cNvPr id="104" name="Ink 103">
                  <a:extLst>
                    <a:ext uri="{FF2B5EF4-FFF2-40B4-BE49-F238E27FC236}">
                      <a16:creationId xmlns:a16="http://schemas.microsoft.com/office/drawing/2014/main" id="{E0451A5A-069E-A719-CF5B-B890187C3CAF}"/>
                    </a:ext>
                  </a:extLst>
                </p:cNvPr>
                <p:cNvPicPr/>
                <p:nvPr/>
              </p:nvPicPr>
              <p:blipFill>
                <a:blip r:embed="rId156"/>
                <a:stretch>
                  <a:fillRect/>
                </a:stretch>
              </p:blipFill>
              <p:spPr>
                <a:xfrm>
                  <a:off x="1001303" y="6526305"/>
                  <a:ext cx="245160" cy="28548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06" name="Ink 105">
                  <a:extLst>
                    <a:ext uri="{FF2B5EF4-FFF2-40B4-BE49-F238E27FC236}">
                      <a16:creationId xmlns:a16="http://schemas.microsoft.com/office/drawing/2014/main" id="{5A6A2C37-C7C1-0F28-7A84-19DAA3AF0345}"/>
                    </a:ext>
                  </a:extLst>
                </p14:cNvPr>
                <p14:cNvContentPartPr/>
                <p14:nvPr/>
              </p14:nvContentPartPr>
              <p14:xfrm>
                <a:off x="1337903" y="6318585"/>
                <a:ext cx="65160" cy="110880"/>
              </p14:xfrm>
            </p:contentPart>
          </mc:Choice>
          <mc:Fallback xmlns="">
            <p:pic>
              <p:nvPicPr>
                <p:cNvPr id="106" name="Ink 105">
                  <a:extLst>
                    <a:ext uri="{FF2B5EF4-FFF2-40B4-BE49-F238E27FC236}">
                      <a16:creationId xmlns:a16="http://schemas.microsoft.com/office/drawing/2014/main" id="{5A6A2C37-C7C1-0F28-7A84-19DAA3AF0345}"/>
                    </a:ext>
                  </a:extLst>
                </p:cNvPr>
                <p:cNvPicPr/>
                <p:nvPr/>
              </p:nvPicPr>
              <p:blipFill>
                <a:blip r:embed="rId158"/>
                <a:stretch>
                  <a:fillRect/>
                </a:stretch>
              </p:blipFill>
              <p:spPr>
                <a:xfrm>
                  <a:off x="1328903" y="6309585"/>
                  <a:ext cx="8280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07" name="Ink 106">
                  <a:extLst>
                    <a:ext uri="{FF2B5EF4-FFF2-40B4-BE49-F238E27FC236}">
                      <a16:creationId xmlns:a16="http://schemas.microsoft.com/office/drawing/2014/main" id="{1DE3F60D-1A2A-8690-765A-BF14A3B5EA53}"/>
                    </a:ext>
                  </a:extLst>
                </p14:cNvPr>
                <p14:cNvContentPartPr/>
                <p14:nvPr/>
              </p14:nvContentPartPr>
              <p14:xfrm>
                <a:off x="1426463" y="6328665"/>
                <a:ext cx="115560" cy="170640"/>
              </p14:xfrm>
            </p:contentPart>
          </mc:Choice>
          <mc:Fallback xmlns="">
            <p:pic>
              <p:nvPicPr>
                <p:cNvPr id="107" name="Ink 106">
                  <a:extLst>
                    <a:ext uri="{FF2B5EF4-FFF2-40B4-BE49-F238E27FC236}">
                      <a16:creationId xmlns:a16="http://schemas.microsoft.com/office/drawing/2014/main" id="{1DE3F60D-1A2A-8690-765A-BF14A3B5EA53}"/>
                    </a:ext>
                  </a:extLst>
                </p:cNvPr>
                <p:cNvPicPr/>
                <p:nvPr/>
              </p:nvPicPr>
              <p:blipFill>
                <a:blip r:embed="rId160"/>
                <a:stretch>
                  <a:fillRect/>
                </a:stretch>
              </p:blipFill>
              <p:spPr>
                <a:xfrm>
                  <a:off x="1417463" y="6319665"/>
                  <a:ext cx="13320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08" name="Ink 107">
                  <a:extLst>
                    <a:ext uri="{FF2B5EF4-FFF2-40B4-BE49-F238E27FC236}">
                      <a16:creationId xmlns:a16="http://schemas.microsoft.com/office/drawing/2014/main" id="{51086EDD-7788-EEFA-A00B-BBCB06886847}"/>
                    </a:ext>
                  </a:extLst>
                </p14:cNvPr>
                <p14:cNvContentPartPr/>
                <p14:nvPr/>
              </p14:nvContentPartPr>
              <p14:xfrm>
                <a:off x="1486943" y="6326145"/>
                <a:ext cx="143640" cy="28440"/>
              </p14:xfrm>
            </p:contentPart>
          </mc:Choice>
          <mc:Fallback xmlns="">
            <p:pic>
              <p:nvPicPr>
                <p:cNvPr id="108" name="Ink 107">
                  <a:extLst>
                    <a:ext uri="{FF2B5EF4-FFF2-40B4-BE49-F238E27FC236}">
                      <a16:creationId xmlns:a16="http://schemas.microsoft.com/office/drawing/2014/main" id="{51086EDD-7788-EEFA-A00B-BBCB06886847}"/>
                    </a:ext>
                  </a:extLst>
                </p:cNvPr>
                <p:cNvPicPr/>
                <p:nvPr/>
              </p:nvPicPr>
              <p:blipFill>
                <a:blip r:embed="rId162"/>
                <a:stretch>
                  <a:fillRect/>
                </a:stretch>
              </p:blipFill>
              <p:spPr>
                <a:xfrm>
                  <a:off x="1478303" y="6317145"/>
                  <a:ext cx="1612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10" name="Ink 109">
                  <a:extLst>
                    <a:ext uri="{FF2B5EF4-FFF2-40B4-BE49-F238E27FC236}">
                      <a16:creationId xmlns:a16="http://schemas.microsoft.com/office/drawing/2014/main" id="{276100FD-94D3-3B1E-1F7B-5C0778D2ABBB}"/>
                    </a:ext>
                  </a:extLst>
                </p14:cNvPr>
                <p14:cNvContentPartPr/>
                <p14:nvPr/>
              </p14:nvContentPartPr>
              <p14:xfrm>
                <a:off x="1644263" y="6362505"/>
                <a:ext cx="121680" cy="133560"/>
              </p14:xfrm>
            </p:contentPart>
          </mc:Choice>
          <mc:Fallback xmlns="">
            <p:pic>
              <p:nvPicPr>
                <p:cNvPr id="110" name="Ink 109">
                  <a:extLst>
                    <a:ext uri="{FF2B5EF4-FFF2-40B4-BE49-F238E27FC236}">
                      <a16:creationId xmlns:a16="http://schemas.microsoft.com/office/drawing/2014/main" id="{276100FD-94D3-3B1E-1F7B-5C0778D2ABBB}"/>
                    </a:ext>
                  </a:extLst>
                </p:cNvPr>
                <p:cNvPicPr/>
                <p:nvPr/>
              </p:nvPicPr>
              <p:blipFill>
                <a:blip r:embed="rId164"/>
                <a:stretch>
                  <a:fillRect/>
                </a:stretch>
              </p:blipFill>
              <p:spPr>
                <a:xfrm>
                  <a:off x="1635623" y="6353865"/>
                  <a:ext cx="139320" cy="151200"/>
                </a:xfrm>
                <a:prstGeom prst="rect">
                  <a:avLst/>
                </a:prstGeom>
              </p:spPr>
            </p:pic>
          </mc:Fallback>
        </mc:AlternateContent>
      </p:grpSp>
      <p:grpSp>
        <p:nvGrpSpPr>
          <p:cNvPr id="117" name="Group 116">
            <a:extLst>
              <a:ext uri="{FF2B5EF4-FFF2-40B4-BE49-F238E27FC236}">
                <a16:creationId xmlns:a16="http://schemas.microsoft.com/office/drawing/2014/main" id="{ABB8FC60-7825-115E-FFAA-D42C3B971E80}"/>
              </a:ext>
            </a:extLst>
          </p:cNvPr>
          <p:cNvGrpSpPr/>
          <p:nvPr/>
        </p:nvGrpSpPr>
        <p:grpSpPr>
          <a:xfrm>
            <a:off x="163583" y="6399585"/>
            <a:ext cx="415440" cy="336960"/>
            <a:chOff x="163583" y="6399585"/>
            <a:chExt cx="415440" cy="336960"/>
          </a:xfrm>
        </p:grpSpPr>
        <mc:AlternateContent xmlns:mc="http://schemas.openxmlformats.org/markup-compatibility/2006" xmlns:p14="http://schemas.microsoft.com/office/powerpoint/2010/main">
          <mc:Choice Requires="p14">
            <p:contentPart p14:bwMode="auto" r:id="rId165">
              <p14:nvContentPartPr>
                <p14:cNvPr id="112" name="Ink 111">
                  <a:extLst>
                    <a:ext uri="{FF2B5EF4-FFF2-40B4-BE49-F238E27FC236}">
                      <a16:creationId xmlns:a16="http://schemas.microsoft.com/office/drawing/2014/main" id="{05D29728-2EB4-C7D7-B0A7-1200C2FC9D15}"/>
                    </a:ext>
                  </a:extLst>
                </p14:cNvPr>
                <p14:cNvContentPartPr/>
                <p14:nvPr/>
              </p14:nvContentPartPr>
              <p14:xfrm>
                <a:off x="295703" y="6546825"/>
                <a:ext cx="283320" cy="189720"/>
              </p14:xfrm>
            </p:contentPart>
          </mc:Choice>
          <mc:Fallback xmlns="">
            <p:pic>
              <p:nvPicPr>
                <p:cNvPr id="112" name="Ink 111">
                  <a:extLst>
                    <a:ext uri="{FF2B5EF4-FFF2-40B4-BE49-F238E27FC236}">
                      <a16:creationId xmlns:a16="http://schemas.microsoft.com/office/drawing/2014/main" id="{05D29728-2EB4-C7D7-B0A7-1200C2FC9D15}"/>
                    </a:ext>
                  </a:extLst>
                </p:cNvPr>
                <p:cNvPicPr/>
                <p:nvPr/>
              </p:nvPicPr>
              <p:blipFill>
                <a:blip r:embed="rId166"/>
                <a:stretch>
                  <a:fillRect/>
                </a:stretch>
              </p:blipFill>
              <p:spPr>
                <a:xfrm>
                  <a:off x="287063" y="6537825"/>
                  <a:ext cx="30096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13" name="Ink 112">
                  <a:extLst>
                    <a:ext uri="{FF2B5EF4-FFF2-40B4-BE49-F238E27FC236}">
                      <a16:creationId xmlns:a16="http://schemas.microsoft.com/office/drawing/2014/main" id="{F2AD6E6B-949E-D90C-727B-A21A568014E4}"/>
                    </a:ext>
                  </a:extLst>
                </p14:cNvPr>
                <p14:cNvContentPartPr/>
                <p14:nvPr/>
              </p14:nvContentPartPr>
              <p14:xfrm>
                <a:off x="364103" y="6403185"/>
                <a:ext cx="123120" cy="64800"/>
              </p14:xfrm>
            </p:contentPart>
          </mc:Choice>
          <mc:Fallback xmlns="">
            <p:pic>
              <p:nvPicPr>
                <p:cNvPr id="113" name="Ink 112">
                  <a:extLst>
                    <a:ext uri="{FF2B5EF4-FFF2-40B4-BE49-F238E27FC236}">
                      <a16:creationId xmlns:a16="http://schemas.microsoft.com/office/drawing/2014/main" id="{F2AD6E6B-949E-D90C-727B-A21A568014E4}"/>
                    </a:ext>
                  </a:extLst>
                </p:cNvPr>
                <p:cNvPicPr/>
                <p:nvPr/>
              </p:nvPicPr>
              <p:blipFill>
                <a:blip r:embed="rId168"/>
                <a:stretch>
                  <a:fillRect/>
                </a:stretch>
              </p:blipFill>
              <p:spPr>
                <a:xfrm>
                  <a:off x="355103" y="6394545"/>
                  <a:ext cx="14076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14" name="Ink 113">
                  <a:extLst>
                    <a:ext uri="{FF2B5EF4-FFF2-40B4-BE49-F238E27FC236}">
                      <a16:creationId xmlns:a16="http://schemas.microsoft.com/office/drawing/2014/main" id="{B3BF61CF-F85F-3956-0C2F-B3C79E211247}"/>
                    </a:ext>
                  </a:extLst>
                </p14:cNvPr>
                <p14:cNvContentPartPr/>
                <p14:nvPr/>
              </p14:nvContentPartPr>
              <p14:xfrm>
                <a:off x="163583" y="6502545"/>
                <a:ext cx="91800" cy="134280"/>
              </p14:xfrm>
            </p:contentPart>
          </mc:Choice>
          <mc:Fallback xmlns="">
            <p:pic>
              <p:nvPicPr>
                <p:cNvPr id="114" name="Ink 113">
                  <a:extLst>
                    <a:ext uri="{FF2B5EF4-FFF2-40B4-BE49-F238E27FC236}">
                      <a16:creationId xmlns:a16="http://schemas.microsoft.com/office/drawing/2014/main" id="{B3BF61CF-F85F-3956-0C2F-B3C79E211247}"/>
                    </a:ext>
                  </a:extLst>
                </p:cNvPr>
                <p:cNvPicPr/>
                <p:nvPr/>
              </p:nvPicPr>
              <p:blipFill>
                <a:blip r:embed="rId170"/>
                <a:stretch>
                  <a:fillRect/>
                </a:stretch>
              </p:blipFill>
              <p:spPr>
                <a:xfrm>
                  <a:off x="154943" y="6493905"/>
                  <a:ext cx="10944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15" name="Ink 114">
                  <a:extLst>
                    <a:ext uri="{FF2B5EF4-FFF2-40B4-BE49-F238E27FC236}">
                      <a16:creationId xmlns:a16="http://schemas.microsoft.com/office/drawing/2014/main" id="{9374F702-47E5-8742-DFB2-5806E0F6D473}"/>
                    </a:ext>
                  </a:extLst>
                </p14:cNvPr>
                <p14:cNvContentPartPr/>
                <p14:nvPr/>
              </p14:nvContentPartPr>
              <p14:xfrm>
                <a:off x="174383" y="6407865"/>
                <a:ext cx="45720" cy="23760"/>
              </p14:xfrm>
            </p:contentPart>
          </mc:Choice>
          <mc:Fallback xmlns="">
            <p:pic>
              <p:nvPicPr>
                <p:cNvPr id="115" name="Ink 114">
                  <a:extLst>
                    <a:ext uri="{FF2B5EF4-FFF2-40B4-BE49-F238E27FC236}">
                      <a16:creationId xmlns:a16="http://schemas.microsoft.com/office/drawing/2014/main" id="{9374F702-47E5-8742-DFB2-5806E0F6D473}"/>
                    </a:ext>
                  </a:extLst>
                </p:cNvPr>
                <p:cNvPicPr/>
                <p:nvPr/>
              </p:nvPicPr>
              <p:blipFill>
                <a:blip r:embed="rId172"/>
                <a:stretch>
                  <a:fillRect/>
                </a:stretch>
              </p:blipFill>
              <p:spPr>
                <a:xfrm>
                  <a:off x="165383" y="6398865"/>
                  <a:ext cx="633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16" name="Ink 115">
                  <a:extLst>
                    <a:ext uri="{FF2B5EF4-FFF2-40B4-BE49-F238E27FC236}">
                      <a16:creationId xmlns:a16="http://schemas.microsoft.com/office/drawing/2014/main" id="{4B7DFC04-EF06-0ACF-87F6-0CE9F1651F39}"/>
                    </a:ext>
                  </a:extLst>
                </p14:cNvPr>
                <p14:cNvContentPartPr/>
                <p14:nvPr/>
              </p14:nvContentPartPr>
              <p14:xfrm>
                <a:off x="257543" y="6399585"/>
                <a:ext cx="16920" cy="15840"/>
              </p14:xfrm>
            </p:contentPart>
          </mc:Choice>
          <mc:Fallback xmlns="">
            <p:pic>
              <p:nvPicPr>
                <p:cNvPr id="116" name="Ink 115">
                  <a:extLst>
                    <a:ext uri="{FF2B5EF4-FFF2-40B4-BE49-F238E27FC236}">
                      <a16:creationId xmlns:a16="http://schemas.microsoft.com/office/drawing/2014/main" id="{4B7DFC04-EF06-0ACF-87F6-0CE9F1651F39}"/>
                    </a:ext>
                  </a:extLst>
                </p:cNvPr>
                <p:cNvPicPr/>
                <p:nvPr/>
              </p:nvPicPr>
              <p:blipFill>
                <a:blip r:embed="rId174"/>
                <a:stretch>
                  <a:fillRect/>
                </a:stretch>
              </p:blipFill>
              <p:spPr>
                <a:xfrm>
                  <a:off x="248903" y="6390585"/>
                  <a:ext cx="34560" cy="33480"/>
                </a:xfrm>
                <a:prstGeom prst="rect">
                  <a:avLst/>
                </a:prstGeom>
              </p:spPr>
            </p:pic>
          </mc:Fallback>
        </mc:AlternateContent>
      </p:grpSp>
      <p:grpSp>
        <p:nvGrpSpPr>
          <p:cNvPr id="105" name="Group 104">
            <a:extLst>
              <a:ext uri="{FF2B5EF4-FFF2-40B4-BE49-F238E27FC236}">
                <a16:creationId xmlns:a16="http://schemas.microsoft.com/office/drawing/2014/main" id="{1EA2E8A3-CACA-6D6C-A5F1-9757010AAD43}"/>
              </a:ext>
            </a:extLst>
          </p:cNvPr>
          <p:cNvGrpSpPr/>
          <p:nvPr/>
        </p:nvGrpSpPr>
        <p:grpSpPr>
          <a:xfrm>
            <a:off x="25343" y="3541545"/>
            <a:ext cx="1978920" cy="242280"/>
            <a:chOff x="25343" y="3541545"/>
            <a:chExt cx="1978920" cy="242280"/>
          </a:xfrm>
        </p:grpSpPr>
        <mc:AlternateContent xmlns:mc="http://schemas.openxmlformats.org/markup-compatibility/2006" xmlns:p14="http://schemas.microsoft.com/office/powerpoint/2010/main">
          <mc:Choice Requires="p14">
            <p:contentPart p14:bwMode="auto" r:id="rId175">
              <p14:nvContentPartPr>
                <p14:cNvPr id="35" name="Ink 34">
                  <a:extLst>
                    <a:ext uri="{FF2B5EF4-FFF2-40B4-BE49-F238E27FC236}">
                      <a16:creationId xmlns:a16="http://schemas.microsoft.com/office/drawing/2014/main" id="{41D4366A-5423-490F-1451-F7AFBF528789}"/>
                    </a:ext>
                  </a:extLst>
                </p14:cNvPr>
                <p14:cNvContentPartPr/>
                <p14:nvPr/>
              </p14:nvContentPartPr>
              <p14:xfrm>
                <a:off x="67103" y="3541545"/>
                <a:ext cx="80280" cy="184680"/>
              </p14:xfrm>
            </p:contentPart>
          </mc:Choice>
          <mc:Fallback xmlns="">
            <p:pic>
              <p:nvPicPr>
                <p:cNvPr id="35" name="Ink 34">
                  <a:extLst>
                    <a:ext uri="{FF2B5EF4-FFF2-40B4-BE49-F238E27FC236}">
                      <a16:creationId xmlns:a16="http://schemas.microsoft.com/office/drawing/2014/main" id="{41D4366A-5423-490F-1451-F7AFBF528789}"/>
                    </a:ext>
                  </a:extLst>
                </p:cNvPr>
                <p:cNvPicPr/>
                <p:nvPr/>
              </p:nvPicPr>
              <p:blipFill>
                <a:blip r:embed="rId176"/>
                <a:stretch>
                  <a:fillRect/>
                </a:stretch>
              </p:blipFill>
              <p:spPr>
                <a:xfrm>
                  <a:off x="60983" y="3535425"/>
                  <a:ext cx="9252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47" name="Ink 46">
                  <a:extLst>
                    <a:ext uri="{FF2B5EF4-FFF2-40B4-BE49-F238E27FC236}">
                      <a16:creationId xmlns:a16="http://schemas.microsoft.com/office/drawing/2014/main" id="{55F46510-6426-A047-5A82-73D17A5E3F2A}"/>
                    </a:ext>
                  </a:extLst>
                </p14:cNvPr>
                <p14:cNvContentPartPr/>
                <p14:nvPr/>
              </p14:nvContentPartPr>
              <p14:xfrm>
                <a:off x="25343" y="3580425"/>
                <a:ext cx="183600" cy="199440"/>
              </p14:xfrm>
            </p:contentPart>
          </mc:Choice>
          <mc:Fallback xmlns="">
            <p:pic>
              <p:nvPicPr>
                <p:cNvPr id="47" name="Ink 46">
                  <a:extLst>
                    <a:ext uri="{FF2B5EF4-FFF2-40B4-BE49-F238E27FC236}">
                      <a16:creationId xmlns:a16="http://schemas.microsoft.com/office/drawing/2014/main" id="{55F46510-6426-A047-5A82-73D17A5E3F2A}"/>
                    </a:ext>
                  </a:extLst>
                </p:cNvPr>
                <p:cNvPicPr/>
                <p:nvPr/>
              </p:nvPicPr>
              <p:blipFill>
                <a:blip r:embed="rId178"/>
                <a:stretch>
                  <a:fillRect/>
                </a:stretch>
              </p:blipFill>
              <p:spPr>
                <a:xfrm>
                  <a:off x="19223" y="3574305"/>
                  <a:ext cx="19584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63" name="Ink 62">
                  <a:extLst>
                    <a:ext uri="{FF2B5EF4-FFF2-40B4-BE49-F238E27FC236}">
                      <a16:creationId xmlns:a16="http://schemas.microsoft.com/office/drawing/2014/main" id="{F664F60C-927C-B0BA-D8A1-5EAC8735752F}"/>
                    </a:ext>
                  </a:extLst>
                </p14:cNvPr>
                <p14:cNvContentPartPr/>
                <p14:nvPr/>
              </p14:nvContentPartPr>
              <p14:xfrm>
                <a:off x="160703" y="3673305"/>
                <a:ext cx="151200" cy="92520"/>
              </p14:xfrm>
            </p:contentPart>
          </mc:Choice>
          <mc:Fallback xmlns="">
            <p:pic>
              <p:nvPicPr>
                <p:cNvPr id="63" name="Ink 62">
                  <a:extLst>
                    <a:ext uri="{FF2B5EF4-FFF2-40B4-BE49-F238E27FC236}">
                      <a16:creationId xmlns:a16="http://schemas.microsoft.com/office/drawing/2014/main" id="{F664F60C-927C-B0BA-D8A1-5EAC8735752F}"/>
                    </a:ext>
                  </a:extLst>
                </p:cNvPr>
                <p:cNvPicPr/>
                <p:nvPr/>
              </p:nvPicPr>
              <p:blipFill>
                <a:blip r:embed="rId180"/>
                <a:stretch>
                  <a:fillRect/>
                </a:stretch>
              </p:blipFill>
              <p:spPr>
                <a:xfrm>
                  <a:off x="154583" y="3667185"/>
                  <a:ext cx="16344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69" name="Ink 68">
                  <a:extLst>
                    <a:ext uri="{FF2B5EF4-FFF2-40B4-BE49-F238E27FC236}">
                      <a16:creationId xmlns:a16="http://schemas.microsoft.com/office/drawing/2014/main" id="{36449D82-4834-8DC2-5B05-6ADC321060A6}"/>
                    </a:ext>
                  </a:extLst>
                </p14:cNvPr>
                <p14:cNvContentPartPr/>
                <p14:nvPr/>
              </p14:nvContentPartPr>
              <p14:xfrm>
                <a:off x="359063" y="3660705"/>
                <a:ext cx="123480" cy="101880"/>
              </p14:xfrm>
            </p:contentPart>
          </mc:Choice>
          <mc:Fallback xmlns="">
            <p:pic>
              <p:nvPicPr>
                <p:cNvPr id="69" name="Ink 68">
                  <a:extLst>
                    <a:ext uri="{FF2B5EF4-FFF2-40B4-BE49-F238E27FC236}">
                      <a16:creationId xmlns:a16="http://schemas.microsoft.com/office/drawing/2014/main" id="{36449D82-4834-8DC2-5B05-6ADC321060A6}"/>
                    </a:ext>
                  </a:extLst>
                </p:cNvPr>
                <p:cNvPicPr/>
                <p:nvPr/>
              </p:nvPicPr>
              <p:blipFill>
                <a:blip r:embed="rId182"/>
                <a:stretch>
                  <a:fillRect/>
                </a:stretch>
              </p:blipFill>
              <p:spPr>
                <a:xfrm>
                  <a:off x="352943" y="3654585"/>
                  <a:ext cx="1357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72" name="Ink 71">
                  <a:extLst>
                    <a:ext uri="{FF2B5EF4-FFF2-40B4-BE49-F238E27FC236}">
                      <a16:creationId xmlns:a16="http://schemas.microsoft.com/office/drawing/2014/main" id="{5CE59912-AD73-0EB4-9B7C-B25FE3A7A947}"/>
                    </a:ext>
                  </a:extLst>
                </p14:cNvPr>
                <p14:cNvContentPartPr/>
                <p14:nvPr/>
              </p14:nvContentPartPr>
              <p14:xfrm>
                <a:off x="498023" y="3669345"/>
                <a:ext cx="45000" cy="73080"/>
              </p14:xfrm>
            </p:contentPart>
          </mc:Choice>
          <mc:Fallback xmlns="">
            <p:pic>
              <p:nvPicPr>
                <p:cNvPr id="72" name="Ink 71">
                  <a:extLst>
                    <a:ext uri="{FF2B5EF4-FFF2-40B4-BE49-F238E27FC236}">
                      <a16:creationId xmlns:a16="http://schemas.microsoft.com/office/drawing/2014/main" id="{5CE59912-AD73-0EB4-9B7C-B25FE3A7A947}"/>
                    </a:ext>
                  </a:extLst>
                </p:cNvPr>
                <p:cNvPicPr/>
                <p:nvPr/>
              </p:nvPicPr>
              <p:blipFill>
                <a:blip r:embed="rId184"/>
                <a:stretch>
                  <a:fillRect/>
                </a:stretch>
              </p:blipFill>
              <p:spPr>
                <a:xfrm>
                  <a:off x="491903" y="3663225"/>
                  <a:ext cx="5724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73" name="Ink 72">
                  <a:extLst>
                    <a:ext uri="{FF2B5EF4-FFF2-40B4-BE49-F238E27FC236}">
                      <a16:creationId xmlns:a16="http://schemas.microsoft.com/office/drawing/2014/main" id="{91234875-96CB-E546-C5B8-3366D8B2FB87}"/>
                    </a:ext>
                  </a:extLst>
                </p14:cNvPr>
                <p14:cNvContentPartPr/>
                <p14:nvPr/>
              </p14:nvContentPartPr>
              <p14:xfrm>
                <a:off x="591983" y="3599505"/>
                <a:ext cx="16560" cy="30600"/>
              </p14:xfrm>
            </p:contentPart>
          </mc:Choice>
          <mc:Fallback xmlns="">
            <p:pic>
              <p:nvPicPr>
                <p:cNvPr id="73" name="Ink 72">
                  <a:extLst>
                    <a:ext uri="{FF2B5EF4-FFF2-40B4-BE49-F238E27FC236}">
                      <a16:creationId xmlns:a16="http://schemas.microsoft.com/office/drawing/2014/main" id="{91234875-96CB-E546-C5B8-3366D8B2FB87}"/>
                    </a:ext>
                  </a:extLst>
                </p:cNvPr>
                <p:cNvPicPr/>
                <p:nvPr/>
              </p:nvPicPr>
              <p:blipFill>
                <a:blip r:embed="rId186"/>
                <a:stretch>
                  <a:fillRect/>
                </a:stretch>
              </p:blipFill>
              <p:spPr>
                <a:xfrm>
                  <a:off x="585863" y="3593385"/>
                  <a:ext cx="2880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79" name="Ink 78">
                  <a:extLst>
                    <a:ext uri="{FF2B5EF4-FFF2-40B4-BE49-F238E27FC236}">
                      <a16:creationId xmlns:a16="http://schemas.microsoft.com/office/drawing/2014/main" id="{5770A2A6-B788-09FA-58DA-2D692D2ABA7B}"/>
                    </a:ext>
                  </a:extLst>
                </p14:cNvPr>
                <p14:cNvContentPartPr/>
                <p14:nvPr/>
              </p14:nvContentPartPr>
              <p14:xfrm>
                <a:off x="587663" y="3600585"/>
                <a:ext cx="204120" cy="148320"/>
              </p14:xfrm>
            </p:contentPart>
          </mc:Choice>
          <mc:Fallback xmlns="">
            <p:pic>
              <p:nvPicPr>
                <p:cNvPr id="79" name="Ink 78">
                  <a:extLst>
                    <a:ext uri="{FF2B5EF4-FFF2-40B4-BE49-F238E27FC236}">
                      <a16:creationId xmlns:a16="http://schemas.microsoft.com/office/drawing/2014/main" id="{5770A2A6-B788-09FA-58DA-2D692D2ABA7B}"/>
                    </a:ext>
                  </a:extLst>
                </p:cNvPr>
                <p:cNvPicPr/>
                <p:nvPr/>
              </p:nvPicPr>
              <p:blipFill>
                <a:blip r:embed="rId188"/>
                <a:stretch>
                  <a:fillRect/>
                </a:stretch>
              </p:blipFill>
              <p:spPr>
                <a:xfrm>
                  <a:off x="581543" y="3594465"/>
                  <a:ext cx="21636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80" name="Ink 79">
                  <a:extLst>
                    <a:ext uri="{FF2B5EF4-FFF2-40B4-BE49-F238E27FC236}">
                      <a16:creationId xmlns:a16="http://schemas.microsoft.com/office/drawing/2014/main" id="{C62DBFE1-B031-A8EF-C0CC-30A76BABC456}"/>
                    </a:ext>
                  </a:extLst>
                </p14:cNvPr>
                <p14:cNvContentPartPr/>
                <p14:nvPr/>
              </p14:nvContentPartPr>
              <p14:xfrm>
                <a:off x="853703" y="3595905"/>
                <a:ext cx="198720" cy="157320"/>
              </p14:xfrm>
            </p:contentPart>
          </mc:Choice>
          <mc:Fallback xmlns="">
            <p:pic>
              <p:nvPicPr>
                <p:cNvPr id="80" name="Ink 79">
                  <a:extLst>
                    <a:ext uri="{FF2B5EF4-FFF2-40B4-BE49-F238E27FC236}">
                      <a16:creationId xmlns:a16="http://schemas.microsoft.com/office/drawing/2014/main" id="{C62DBFE1-B031-A8EF-C0CC-30A76BABC456}"/>
                    </a:ext>
                  </a:extLst>
                </p:cNvPr>
                <p:cNvPicPr/>
                <p:nvPr/>
              </p:nvPicPr>
              <p:blipFill>
                <a:blip r:embed="rId190"/>
                <a:stretch>
                  <a:fillRect/>
                </a:stretch>
              </p:blipFill>
              <p:spPr>
                <a:xfrm>
                  <a:off x="847583" y="3589785"/>
                  <a:ext cx="21096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81" name="Ink 80">
                  <a:extLst>
                    <a:ext uri="{FF2B5EF4-FFF2-40B4-BE49-F238E27FC236}">
                      <a16:creationId xmlns:a16="http://schemas.microsoft.com/office/drawing/2014/main" id="{BCBEA012-D59D-75CE-87F3-298BD8BB5E35}"/>
                    </a:ext>
                  </a:extLst>
                </p14:cNvPr>
                <p14:cNvContentPartPr/>
                <p14:nvPr/>
              </p14:nvContentPartPr>
              <p14:xfrm>
                <a:off x="1035143" y="3594465"/>
                <a:ext cx="146160" cy="189360"/>
              </p14:xfrm>
            </p:contentPart>
          </mc:Choice>
          <mc:Fallback xmlns="">
            <p:pic>
              <p:nvPicPr>
                <p:cNvPr id="81" name="Ink 80">
                  <a:extLst>
                    <a:ext uri="{FF2B5EF4-FFF2-40B4-BE49-F238E27FC236}">
                      <a16:creationId xmlns:a16="http://schemas.microsoft.com/office/drawing/2014/main" id="{BCBEA012-D59D-75CE-87F3-298BD8BB5E35}"/>
                    </a:ext>
                  </a:extLst>
                </p:cNvPr>
                <p:cNvPicPr/>
                <p:nvPr/>
              </p:nvPicPr>
              <p:blipFill>
                <a:blip r:embed="rId192"/>
                <a:stretch>
                  <a:fillRect/>
                </a:stretch>
              </p:blipFill>
              <p:spPr>
                <a:xfrm>
                  <a:off x="1029023" y="3588345"/>
                  <a:ext cx="15840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82" name="Ink 81">
                  <a:extLst>
                    <a:ext uri="{FF2B5EF4-FFF2-40B4-BE49-F238E27FC236}">
                      <a16:creationId xmlns:a16="http://schemas.microsoft.com/office/drawing/2014/main" id="{30CABF84-7272-7862-26F2-FA5011BBD603}"/>
                    </a:ext>
                  </a:extLst>
                </p14:cNvPr>
                <p14:cNvContentPartPr/>
                <p14:nvPr/>
              </p14:nvContentPartPr>
              <p14:xfrm>
                <a:off x="1208303" y="3548385"/>
                <a:ext cx="313560" cy="228240"/>
              </p14:xfrm>
            </p:contentPart>
          </mc:Choice>
          <mc:Fallback xmlns="">
            <p:pic>
              <p:nvPicPr>
                <p:cNvPr id="82" name="Ink 81">
                  <a:extLst>
                    <a:ext uri="{FF2B5EF4-FFF2-40B4-BE49-F238E27FC236}">
                      <a16:creationId xmlns:a16="http://schemas.microsoft.com/office/drawing/2014/main" id="{30CABF84-7272-7862-26F2-FA5011BBD603}"/>
                    </a:ext>
                  </a:extLst>
                </p:cNvPr>
                <p:cNvPicPr/>
                <p:nvPr/>
              </p:nvPicPr>
              <p:blipFill>
                <a:blip r:embed="rId194"/>
                <a:stretch>
                  <a:fillRect/>
                </a:stretch>
              </p:blipFill>
              <p:spPr>
                <a:xfrm>
                  <a:off x="1202183" y="3542265"/>
                  <a:ext cx="32580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83" name="Ink 82">
                  <a:extLst>
                    <a:ext uri="{FF2B5EF4-FFF2-40B4-BE49-F238E27FC236}">
                      <a16:creationId xmlns:a16="http://schemas.microsoft.com/office/drawing/2014/main" id="{7C7EC32A-A24E-9CF5-8E83-53562C31C4FA}"/>
                    </a:ext>
                  </a:extLst>
                </p14:cNvPr>
                <p14:cNvContentPartPr/>
                <p14:nvPr/>
              </p14:nvContentPartPr>
              <p14:xfrm>
                <a:off x="1467143" y="3634425"/>
                <a:ext cx="239400" cy="134280"/>
              </p14:xfrm>
            </p:contentPart>
          </mc:Choice>
          <mc:Fallback xmlns="">
            <p:pic>
              <p:nvPicPr>
                <p:cNvPr id="83" name="Ink 82">
                  <a:extLst>
                    <a:ext uri="{FF2B5EF4-FFF2-40B4-BE49-F238E27FC236}">
                      <a16:creationId xmlns:a16="http://schemas.microsoft.com/office/drawing/2014/main" id="{7C7EC32A-A24E-9CF5-8E83-53562C31C4FA}"/>
                    </a:ext>
                  </a:extLst>
                </p:cNvPr>
                <p:cNvPicPr/>
                <p:nvPr/>
              </p:nvPicPr>
              <p:blipFill>
                <a:blip r:embed="rId196"/>
                <a:stretch>
                  <a:fillRect/>
                </a:stretch>
              </p:blipFill>
              <p:spPr>
                <a:xfrm>
                  <a:off x="1461023" y="3628305"/>
                  <a:ext cx="2516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86" name="Ink 85">
                  <a:extLst>
                    <a:ext uri="{FF2B5EF4-FFF2-40B4-BE49-F238E27FC236}">
                      <a16:creationId xmlns:a16="http://schemas.microsoft.com/office/drawing/2014/main" id="{3D2F4E08-F079-601B-E7F2-EE61520CA80B}"/>
                    </a:ext>
                  </a:extLst>
                </p14:cNvPr>
                <p14:cNvContentPartPr/>
                <p14:nvPr/>
              </p14:nvContentPartPr>
              <p14:xfrm>
                <a:off x="1754423" y="3643425"/>
                <a:ext cx="91080" cy="105480"/>
              </p14:xfrm>
            </p:contentPart>
          </mc:Choice>
          <mc:Fallback xmlns="">
            <p:pic>
              <p:nvPicPr>
                <p:cNvPr id="86" name="Ink 85">
                  <a:extLst>
                    <a:ext uri="{FF2B5EF4-FFF2-40B4-BE49-F238E27FC236}">
                      <a16:creationId xmlns:a16="http://schemas.microsoft.com/office/drawing/2014/main" id="{3D2F4E08-F079-601B-E7F2-EE61520CA80B}"/>
                    </a:ext>
                  </a:extLst>
                </p:cNvPr>
                <p:cNvPicPr/>
                <p:nvPr/>
              </p:nvPicPr>
              <p:blipFill>
                <a:blip r:embed="rId198"/>
                <a:stretch>
                  <a:fillRect/>
                </a:stretch>
              </p:blipFill>
              <p:spPr>
                <a:xfrm>
                  <a:off x="1748303" y="3637305"/>
                  <a:ext cx="10332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95" name="Ink 94">
                  <a:extLst>
                    <a:ext uri="{FF2B5EF4-FFF2-40B4-BE49-F238E27FC236}">
                      <a16:creationId xmlns:a16="http://schemas.microsoft.com/office/drawing/2014/main" id="{1F678D68-8CBA-1B58-BC28-11C8EEFAFA9F}"/>
                    </a:ext>
                  </a:extLst>
                </p14:cNvPr>
                <p14:cNvContentPartPr/>
                <p14:nvPr/>
              </p14:nvContentPartPr>
              <p14:xfrm>
                <a:off x="1826423" y="3639825"/>
                <a:ext cx="177840" cy="126360"/>
              </p14:xfrm>
            </p:contentPart>
          </mc:Choice>
          <mc:Fallback xmlns="">
            <p:pic>
              <p:nvPicPr>
                <p:cNvPr id="95" name="Ink 94">
                  <a:extLst>
                    <a:ext uri="{FF2B5EF4-FFF2-40B4-BE49-F238E27FC236}">
                      <a16:creationId xmlns:a16="http://schemas.microsoft.com/office/drawing/2014/main" id="{1F678D68-8CBA-1B58-BC28-11C8EEFAFA9F}"/>
                    </a:ext>
                  </a:extLst>
                </p:cNvPr>
                <p:cNvPicPr/>
                <p:nvPr/>
              </p:nvPicPr>
              <p:blipFill>
                <a:blip r:embed="rId200"/>
                <a:stretch>
                  <a:fillRect/>
                </a:stretch>
              </p:blipFill>
              <p:spPr>
                <a:xfrm>
                  <a:off x="1820303" y="3633705"/>
                  <a:ext cx="190080" cy="138600"/>
                </a:xfrm>
                <a:prstGeom prst="rect">
                  <a:avLst/>
                </a:prstGeom>
              </p:spPr>
            </p:pic>
          </mc:Fallback>
        </mc:AlternateContent>
      </p:grpSp>
      <p:grpSp>
        <p:nvGrpSpPr>
          <p:cNvPr id="136" name="Group 135">
            <a:extLst>
              <a:ext uri="{FF2B5EF4-FFF2-40B4-BE49-F238E27FC236}">
                <a16:creationId xmlns:a16="http://schemas.microsoft.com/office/drawing/2014/main" id="{A5158207-0CDE-C406-CEDD-32B48EA71FCD}"/>
              </a:ext>
            </a:extLst>
          </p:cNvPr>
          <p:cNvGrpSpPr/>
          <p:nvPr/>
        </p:nvGrpSpPr>
        <p:grpSpPr>
          <a:xfrm>
            <a:off x="4408703" y="4777065"/>
            <a:ext cx="1969560" cy="341640"/>
            <a:chOff x="4408703" y="4777065"/>
            <a:chExt cx="1969560" cy="341640"/>
          </a:xfrm>
        </p:grpSpPr>
        <mc:AlternateContent xmlns:mc="http://schemas.openxmlformats.org/markup-compatibility/2006" xmlns:p14="http://schemas.microsoft.com/office/powerpoint/2010/main">
          <mc:Choice Requires="p14">
            <p:contentPart p14:bwMode="auto" r:id="rId201">
              <p14:nvContentPartPr>
                <p14:cNvPr id="109" name="Ink 108">
                  <a:extLst>
                    <a:ext uri="{FF2B5EF4-FFF2-40B4-BE49-F238E27FC236}">
                      <a16:creationId xmlns:a16="http://schemas.microsoft.com/office/drawing/2014/main" id="{60068782-81F4-3C12-0457-87B5413B84DA}"/>
                    </a:ext>
                  </a:extLst>
                </p14:cNvPr>
                <p14:cNvContentPartPr/>
                <p14:nvPr/>
              </p14:nvContentPartPr>
              <p14:xfrm>
                <a:off x="4408703" y="4803705"/>
                <a:ext cx="183600" cy="222840"/>
              </p14:xfrm>
            </p:contentPart>
          </mc:Choice>
          <mc:Fallback xmlns="">
            <p:pic>
              <p:nvPicPr>
                <p:cNvPr id="109" name="Ink 108">
                  <a:extLst>
                    <a:ext uri="{FF2B5EF4-FFF2-40B4-BE49-F238E27FC236}">
                      <a16:creationId xmlns:a16="http://schemas.microsoft.com/office/drawing/2014/main" id="{60068782-81F4-3C12-0457-87B5413B84DA}"/>
                    </a:ext>
                  </a:extLst>
                </p:cNvPr>
                <p:cNvPicPr/>
                <p:nvPr/>
              </p:nvPicPr>
              <p:blipFill>
                <a:blip r:embed="rId202"/>
                <a:stretch>
                  <a:fillRect/>
                </a:stretch>
              </p:blipFill>
              <p:spPr>
                <a:xfrm>
                  <a:off x="4402583" y="4797585"/>
                  <a:ext cx="19584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18" name="Ink 117">
                  <a:extLst>
                    <a:ext uri="{FF2B5EF4-FFF2-40B4-BE49-F238E27FC236}">
                      <a16:creationId xmlns:a16="http://schemas.microsoft.com/office/drawing/2014/main" id="{3B4D50F0-7A69-A12A-AF98-5C06990EA009}"/>
                    </a:ext>
                  </a:extLst>
                </p14:cNvPr>
                <p14:cNvContentPartPr/>
                <p14:nvPr/>
              </p14:nvContentPartPr>
              <p14:xfrm>
                <a:off x="4593383" y="4922145"/>
                <a:ext cx="99720" cy="125280"/>
              </p14:xfrm>
            </p:contentPart>
          </mc:Choice>
          <mc:Fallback xmlns="">
            <p:pic>
              <p:nvPicPr>
                <p:cNvPr id="118" name="Ink 117">
                  <a:extLst>
                    <a:ext uri="{FF2B5EF4-FFF2-40B4-BE49-F238E27FC236}">
                      <a16:creationId xmlns:a16="http://schemas.microsoft.com/office/drawing/2014/main" id="{3B4D50F0-7A69-A12A-AF98-5C06990EA009}"/>
                    </a:ext>
                  </a:extLst>
                </p:cNvPr>
                <p:cNvPicPr/>
                <p:nvPr/>
              </p:nvPicPr>
              <p:blipFill>
                <a:blip r:embed="rId204"/>
                <a:stretch>
                  <a:fillRect/>
                </a:stretch>
              </p:blipFill>
              <p:spPr>
                <a:xfrm>
                  <a:off x="4587263" y="4916025"/>
                  <a:ext cx="11196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19" name="Ink 118">
                  <a:extLst>
                    <a:ext uri="{FF2B5EF4-FFF2-40B4-BE49-F238E27FC236}">
                      <a16:creationId xmlns:a16="http://schemas.microsoft.com/office/drawing/2014/main" id="{7B23D425-F63C-DEA1-32A7-0E80CA439CC5}"/>
                    </a:ext>
                  </a:extLst>
                </p14:cNvPr>
                <p14:cNvContentPartPr/>
                <p14:nvPr/>
              </p14:nvContentPartPr>
              <p14:xfrm>
                <a:off x="4742783" y="4930065"/>
                <a:ext cx="35640" cy="99360"/>
              </p14:xfrm>
            </p:contentPart>
          </mc:Choice>
          <mc:Fallback xmlns="">
            <p:pic>
              <p:nvPicPr>
                <p:cNvPr id="119" name="Ink 118">
                  <a:extLst>
                    <a:ext uri="{FF2B5EF4-FFF2-40B4-BE49-F238E27FC236}">
                      <a16:creationId xmlns:a16="http://schemas.microsoft.com/office/drawing/2014/main" id="{7B23D425-F63C-DEA1-32A7-0E80CA439CC5}"/>
                    </a:ext>
                  </a:extLst>
                </p:cNvPr>
                <p:cNvPicPr/>
                <p:nvPr/>
              </p:nvPicPr>
              <p:blipFill>
                <a:blip r:embed="rId206"/>
                <a:stretch>
                  <a:fillRect/>
                </a:stretch>
              </p:blipFill>
              <p:spPr>
                <a:xfrm>
                  <a:off x="4736663" y="4923945"/>
                  <a:ext cx="4788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20" name="Ink 119">
                  <a:extLst>
                    <a:ext uri="{FF2B5EF4-FFF2-40B4-BE49-F238E27FC236}">
                      <a16:creationId xmlns:a16="http://schemas.microsoft.com/office/drawing/2014/main" id="{C8491C55-7FBA-CADD-09BB-D9D59B72CFF8}"/>
                    </a:ext>
                  </a:extLst>
                </p14:cNvPr>
                <p14:cNvContentPartPr/>
                <p14:nvPr/>
              </p14:nvContentPartPr>
              <p14:xfrm>
                <a:off x="4844663" y="4777065"/>
                <a:ext cx="142560" cy="236520"/>
              </p14:xfrm>
            </p:contentPart>
          </mc:Choice>
          <mc:Fallback xmlns="">
            <p:pic>
              <p:nvPicPr>
                <p:cNvPr id="120" name="Ink 119">
                  <a:extLst>
                    <a:ext uri="{FF2B5EF4-FFF2-40B4-BE49-F238E27FC236}">
                      <a16:creationId xmlns:a16="http://schemas.microsoft.com/office/drawing/2014/main" id="{C8491C55-7FBA-CADD-09BB-D9D59B72CFF8}"/>
                    </a:ext>
                  </a:extLst>
                </p:cNvPr>
                <p:cNvPicPr/>
                <p:nvPr/>
              </p:nvPicPr>
              <p:blipFill>
                <a:blip r:embed="rId208"/>
                <a:stretch>
                  <a:fillRect/>
                </a:stretch>
              </p:blipFill>
              <p:spPr>
                <a:xfrm>
                  <a:off x="4838543" y="4770945"/>
                  <a:ext cx="15480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22" name="Ink 121">
                  <a:extLst>
                    <a:ext uri="{FF2B5EF4-FFF2-40B4-BE49-F238E27FC236}">
                      <a16:creationId xmlns:a16="http://schemas.microsoft.com/office/drawing/2014/main" id="{A503D65B-10D4-1E8B-81EF-BAA5DD5CEE1E}"/>
                    </a:ext>
                  </a:extLst>
                </p14:cNvPr>
                <p14:cNvContentPartPr/>
                <p14:nvPr/>
              </p14:nvContentPartPr>
              <p14:xfrm>
                <a:off x="5095583" y="4843305"/>
                <a:ext cx="251640" cy="200160"/>
              </p14:xfrm>
            </p:contentPart>
          </mc:Choice>
          <mc:Fallback xmlns="">
            <p:pic>
              <p:nvPicPr>
                <p:cNvPr id="122" name="Ink 121">
                  <a:extLst>
                    <a:ext uri="{FF2B5EF4-FFF2-40B4-BE49-F238E27FC236}">
                      <a16:creationId xmlns:a16="http://schemas.microsoft.com/office/drawing/2014/main" id="{A503D65B-10D4-1E8B-81EF-BAA5DD5CEE1E}"/>
                    </a:ext>
                  </a:extLst>
                </p:cNvPr>
                <p:cNvPicPr/>
                <p:nvPr/>
              </p:nvPicPr>
              <p:blipFill>
                <a:blip r:embed="rId210"/>
                <a:stretch>
                  <a:fillRect/>
                </a:stretch>
              </p:blipFill>
              <p:spPr>
                <a:xfrm>
                  <a:off x="5089463" y="4837185"/>
                  <a:ext cx="26388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23" name="Ink 122">
                  <a:extLst>
                    <a:ext uri="{FF2B5EF4-FFF2-40B4-BE49-F238E27FC236}">
                      <a16:creationId xmlns:a16="http://schemas.microsoft.com/office/drawing/2014/main" id="{5EE605E9-468B-B2E2-C005-1A2626D34F8D}"/>
                    </a:ext>
                  </a:extLst>
                </p14:cNvPr>
                <p14:cNvContentPartPr/>
                <p14:nvPr/>
              </p14:nvContentPartPr>
              <p14:xfrm>
                <a:off x="5335703" y="4936185"/>
                <a:ext cx="118080" cy="150120"/>
              </p14:xfrm>
            </p:contentPart>
          </mc:Choice>
          <mc:Fallback xmlns="">
            <p:pic>
              <p:nvPicPr>
                <p:cNvPr id="123" name="Ink 122">
                  <a:extLst>
                    <a:ext uri="{FF2B5EF4-FFF2-40B4-BE49-F238E27FC236}">
                      <a16:creationId xmlns:a16="http://schemas.microsoft.com/office/drawing/2014/main" id="{5EE605E9-468B-B2E2-C005-1A2626D34F8D}"/>
                    </a:ext>
                  </a:extLst>
                </p:cNvPr>
                <p:cNvPicPr/>
                <p:nvPr/>
              </p:nvPicPr>
              <p:blipFill>
                <a:blip r:embed="rId212"/>
                <a:stretch>
                  <a:fillRect/>
                </a:stretch>
              </p:blipFill>
              <p:spPr>
                <a:xfrm>
                  <a:off x="5329583" y="4930065"/>
                  <a:ext cx="13032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24" name="Ink 123">
                  <a:extLst>
                    <a:ext uri="{FF2B5EF4-FFF2-40B4-BE49-F238E27FC236}">
                      <a16:creationId xmlns:a16="http://schemas.microsoft.com/office/drawing/2014/main" id="{4651EBC5-22FE-B77B-33D8-D575AF4EC242}"/>
                    </a:ext>
                  </a:extLst>
                </p14:cNvPr>
                <p14:cNvContentPartPr/>
                <p14:nvPr/>
              </p14:nvContentPartPr>
              <p14:xfrm>
                <a:off x="5532623" y="4856625"/>
                <a:ext cx="183600" cy="262080"/>
              </p14:xfrm>
            </p:contentPart>
          </mc:Choice>
          <mc:Fallback xmlns="">
            <p:pic>
              <p:nvPicPr>
                <p:cNvPr id="124" name="Ink 123">
                  <a:extLst>
                    <a:ext uri="{FF2B5EF4-FFF2-40B4-BE49-F238E27FC236}">
                      <a16:creationId xmlns:a16="http://schemas.microsoft.com/office/drawing/2014/main" id="{4651EBC5-22FE-B77B-33D8-D575AF4EC242}"/>
                    </a:ext>
                  </a:extLst>
                </p:cNvPr>
                <p:cNvPicPr/>
                <p:nvPr/>
              </p:nvPicPr>
              <p:blipFill>
                <a:blip r:embed="rId214"/>
                <a:stretch>
                  <a:fillRect/>
                </a:stretch>
              </p:blipFill>
              <p:spPr>
                <a:xfrm>
                  <a:off x="5526503" y="4850505"/>
                  <a:ext cx="19584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25" name="Ink 124">
                  <a:extLst>
                    <a:ext uri="{FF2B5EF4-FFF2-40B4-BE49-F238E27FC236}">
                      <a16:creationId xmlns:a16="http://schemas.microsoft.com/office/drawing/2014/main" id="{4BD57021-0E0F-902A-360C-DA568CC9E4BC}"/>
                    </a:ext>
                  </a:extLst>
                </p14:cNvPr>
                <p14:cNvContentPartPr/>
                <p14:nvPr/>
              </p14:nvContentPartPr>
              <p14:xfrm>
                <a:off x="5766983" y="4925025"/>
                <a:ext cx="97560" cy="162000"/>
              </p14:xfrm>
            </p:contentPart>
          </mc:Choice>
          <mc:Fallback xmlns="">
            <p:pic>
              <p:nvPicPr>
                <p:cNvPr id="125" name="Ink 124">
                  <a:extLst>
                    <a:ext uri="{FF2B5EF4-FFF2-40B4-BE49-F238E27FC236}">
                      <a16:creationId xmlns:a16="http://schemas.microsoft.com/office/drawing/2014/main" id="{4BD57021-0E0F-902A-360C-DA568CC9E4BC}"/>
                    </a:ext>
                  </a:extLst>
                </p:cNvPr>
                <p:cNvPicPr/>
                <p:nvPr/>
              </p:nvPicPr>
              <p:blipFill>
                <a:blip r:embed="rId216"/>
                <a:stretch>
                  <a:fillRect/>
                </a:stretch>
              </p:blipFill>
              <p:spPr>
                <a:xfrm>
                  <a:off x="5760863" y="4918905"/>
                  <a:ext cx="1098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26" name="Ink 125">
                  <a:extLst>
                    <a:ext uri="{FF2B5EF4-FFF2-40B4-BE49-F238E27FC236}">
                      <a16:creationId xmlns:a16="http://schemas.microsoft.com/office/drawing/2014/main" id="{C57A31C3-51C9-CE83-3194-CF96FA4741B1}"/>
                    </a:ext>
                  </a:extLst>
                </p14:cNvPr>
                <p14:cNvContentPartPr/>
                <p14:nvPr/>
              </p14:nvContentPartPr>
              <p14:xfrm>
                <a:off x="5845823" y="4958505"/>
                <a:ext cx="136080" cy="127080"/>
              </p14:xfrm>
            </p:contentPart>
          </mc:Choice>
          <mc:Fallback xmlns="">
            <p:pic>
              <p:nvPicPr>
                <p:cNvPr id="126" name="Ink 125">
                  <a:extLst>
                    <a:ext uri="{FF2B5EF4-FFF2-40B4-BE49-F238E27FC236}">
                      <a16:creationId xmlns:a16="http://schemas.microsoft.com/office/drawing/2014/main" id="{C57A31C3-51C9-CE83-3194-CF96FA4741B1}"/>
                    </a:ext>
                  </a:extLst>
                </p:cNvPr>
                <p:cNvPicPr/>
                <p:nvPr/>
              </p:nvPicPr>
              <p:blipFill>
                <a:blip r:embed="rId218"/>
                <a:stretch>
                  <a:fillRect/>
                </a:stretch>
              </p:blipFill>
              <p:spPr>
                <a:xfrm>
                  <a:off x="5839703" y="4952385"/>
                  <a:ext cx="14832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27" name="Ink 126">
                  <a:extLst>
                    <a:ext uri="{FF2B5EF4-FFF2-40B4-BE49-F238E27FC236}">
                      <a16:creationId xmlns:a16="http://schemas.microsoft.com/office/drawing/2014/main" id="{7455585E-54FA-C430-D518-7DEAC2961E4A}"/>
                    </a:ext>
                  </a:extLst>
                </p14:cNvPr>
                <p14:cNvContentPartPr/>
                <p14:nvPr/>
              </p14:nvContentPartPr>
              <p14:xfrm>
                <a:off x="6026543" y="4939065"/>
                <a:ext cx="113040" cy="149040"/>
              </p14:xfrm>
            </p:contentPart>
          </mc:Choice>
          <mc:Fallback xmlns="">
            <p:pic>
              <p:nvPicPr>
                <p:cNvPr id="127" name="Ink 126">
                  <a:extLst>
                    <a:ext uri="{FF2B5EF4-FFF2-40B4-BE49-F238E27FC236}">
                      <a16:creationId xmlns:a16="http://schemas.microsoft.com/office/drawing/2014/main" id="{7455585E-54FA-C430-D518-7DEAC2961E4A}"/>
                    </a:ext>
                  </a:extLst>
                </p:cNvPr>
                <p:cNvPicPr/>
                <p:nvPr/>
              </p:nvPicPr>
              <p:blipFill>
                <a:blip r:embed="rId220"/>
                <a:stretch>
                  <a:fillRect/>
                </a:stretch>
              </p:blipFill>
              <p:spPr>
                <a:xfrm>
                  <a:off x="6020423" y="4932945"/>
                  <a:ext cx="12528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28" name="Ink 127">
                  <a:extLst>
                    <a:ext uri="{FF2B5EF4-FFF2-40B4-BE49-F238E27FC236}">
                      <a16:creationId xmlns:a16="http://schemas.microsoft.com/office/drawing/2014/main" id="{8ACF3C42-2720-DBE0-A485-4EBD3978910E}"/>
                    </a:ext>
                  </a:extLst>
                </p14:cNvPr>
                <p14:cNvContentPartPr/>
                <p14:nvPr/>
              </p14:nvContentPartPr>
              <p14:xfrm>
                <a:off x="6098543" y="4957425"/>
                <a:ext cx="178920" cy="129240"/>
              </p14:xfrm>
            </p:contentPart>
          </mc:Choice>
          <mc:Fallback xmlns="">
            <p:pic>
              <p:nvPicPr>
                <p:cNvPr id="128" name="Ink 127">
                  <a:extLst>
                    <a:ext uri="{FF2B5EF4-FFF2-40B4-BE49-F238E27FC236}">
                      <a16:creationId xmlns:a16="http://schemas.microsoft.com/office/drawing/2014/main" id="{8ACF3C42-2720-DBE0-A485-4EBD3978910E}"/>
                    </a:ext>
                  </a:extLst>
                </p:cNvPr>
                <p:cNvPicPr/>
                <p:nvPr/>
              </p:nvPicPr>
              <p:blipFill>
                <a:blip r:embed="rId222"/>
                <a:stretch>
                  <a:fillRect/>
                </a:stretch>
              </p:blipFill>
              <p:spPr>
                <a:xfrm>
                  <a:off x="6092423" y="4951305"/>
                  <a:ext cx="19116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29" name="Ink 128">
                  <a:extLst>
                    <a:ext uri="{FF2B5EF4-FFF2-40B4-BE49-F238E27FC236}">
                      <a16:creationId xmlns:a16="http://schemas.microsoft.com/office/drawing/2014/main" id="{85AA8E86-AAC2-9A7F-AFDF-8413D8B1EC1F}"/>
                    </a:ext>
                  </a:extLst>
                </p14:cNvPr>
                <p14:cNvContentPartPr/>
                <p14:nvPr/>
              </p14:nvContentPartPr>
              <p14:xfrm>
                <a:off x="6274223" y="4974345"/>
                <a:ext cx="104040" cy="93960"/>
              </p14:xfrm>
            </p:contentPart>
          </mc:Choice>
          <mc:Fallback xmlns="">
            <p:pic>
              <p:nvPicPr>
                <p:cNvPr id="129" name="Ink 128">
                  <a:extLst>
                    <a:ext uri="{FF2B5EF4-FFF2-40B4-BE49-F238E27FC236}">
                      <a16:creationId xmlns:a16="http://schemas.microsoft.com/office/drawing/2014/main" id="{85AA8E86-AAC2-9A7F-AFDF-8413D8B1EC1F}"/>
                    </a:ext>
                  </a:extLst>
                </p:cNvPr>
                <p:cNvPicPr/>
                <p:nvPr/>
              </p:nvPicPr>
              <p:blipFill>
                <a:blip r:embed="rId224"/>
                <a:stretch>
                  <a:fillRect/>
                </a:stretch>
              </p:blipFill>
              <p:spPr>
                <a:xfrm>
                  <a:off x="6268103" y="4968225"/>
                  <a:ext cx="116280" cy="106200"/>
                </a:xfrm>
                <a:prstGeom prst="rect">
                  <a:avLst/>
                </a:prstGeom>
              </p:spPr>
            </p:pic>
          </mc:Fallback>
        </mc:AlternateContent>
      </p:grpSp>
      <p:grpSp>
        <p:nvGrpSpPr>
          <p:cNvPr id="135" name="Group 134">
            <a:extLst>
              <a:ext uri="{FF2B5EF4-FFF2-40B4-BE49-F238E27FC236}">
                <a16:creationId xmlns:a16="http://schemas.microsoft.com/office/drawing/2014/main" id="{D57CE5D8-A38E-6180-D021-DF38E6B8B98F}"/>
              </a:ext>
            </a:extLst>
          </p:cNvPr>
          <p:cNvGrpSpPr/>
          <p:nvPr/>
        </p:nvGrpSpPr>
        <p:grpSpPr>
          <a:xfrm>
            <a:off x="6642143" y="4746465"/>
            <a:ext cx="798480" cy="418320"/>
            <a:chOff x="6642143" y="4746465"/>
            <a:chExt cx="798480" cy="418320"/>
          </a:xfrm>
        </p:grpSpPr>
        <mc:AlternateContent xmlns:mc="http://schemas.openxmlformats.org/markup-compatibility/2006" xmlns:p14="http://schemas.microsoft.com/office/powerpoint/2010/main">
          <mc:Choice Requires="p14">
            <p:contentPart p14:bwMode="auto" r:id="rId225">
              <p14:nvContentPartPr>
                <p14:cNvPr id="130" name="Ink 129">
                  <a:extLst>
                    <a:ext uri="{FF2B5EF4-FFF2-40B4-BE49-F238E27FC236}">
                      <a16:creationId xmlns:a16="http://schemas.microsoft.com/office/drawing/2014/main" id="{B89D4641-59BB-B661-691C-BE5E8BC89D55}"/>
                    </a:ext>
                  </a:extLst>
                </p14:cNvPr>
                <p14:cNvContentPartPr/>
                <p14:nvPr/>
              </p14:nvContentPartPr>
              <p14:xfrm>
                <a:off x="6642143" y="4746465"/>
                <a:ext cx="202680" cy="27000"/>
              </p14:xfrm>
            </p:contentPart>
          </mc:Choice>
          <mc:Fallback xmlns="">
            <p:pic>
              <p:nvPicPr>
                <p:cNvPr id="130" name="Ink 129">
                  <a:extLst>
                    <a:ext uri="{FF2B5EF4-FFF2-40B4-BE49-F238E27FC236}">
                      <a16:creationId xmlns:a16="http://schemas.microsoft.com/office/drawing/2014/main" id="{B89D4641-59BB-B661-691C-BE5E8BC89D55}"/>
                    </a:ext>
                  </a:extLst>
                </p:cNvPr>
                <p:cNvPicPr/>
                <p:nvPr/>
              </p:nvPicPr>
              <p:blipFill>
                <a:blip r:embed="rId226"/>
                <a:stretch>
                  <a:fillRect/>
                </a:stretch>
              </p:blipFill>
              <p:spPr>
                <a:xfrm>
                  <a:off x="6636023" y="4740345"/>
                  <a:ext cx="21492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31" name="Ink 130">
                  <a:extLst>
                    <a:ext uri="{FF2B5EF4-FFF2-40B4-BE49-F238E27FC236}">
                      <a16:creationId xmlns:a16="http://schemas.microsoft.com/office/drawing/2014/main" id="{227FD03B-E172-5F56-4FB7-95A502A65B82}"/>
                    </a:ext>
                  </a:extLst>
                </p14:cNvPr>
                <p14:cNvContentPartPr/>
                <p14:nvPr/>
              </p14:nvContentPartPr>
              <p14:xfrm>
                <a:off x="6702983" y="4767345"/>
                <a:ext cx="54720" cy="239760"/>
              </p14:xfrm>
            </p:contentPart>
          </mc:Choice>
          <mc:Fallback xmlns="">
            <p:pic>
              <p:nvPicPr>
                <p:cNvPr id="131" name="Ink 130">
                  <a:extLst>
                    <a:ext uri="{FF2B5EF4-FFF2-40B4-BE49-F238E27FC236}">
                      <a16:creationId xmlns:a16="http://schemas.microsoft.com/office/drawing/2014/main" id="{227FD03B-E172-5F56-4FB7-95A502A65B82}"/>
                    </a:ext>
                  </a:extLst>
                </p:cNvPr>
                <p:cNvPicPr/>
                <p:nvPr/>
              </p:nvPicPr>
              <p:blipFill>
                <a:blip r:embed="rId228"/>
                <a:stretch>
                  <a:fillRect/>
                </a:stretch>
              </p:blipFill>
              <p:spPr>
                <a:xfrm>
                  <a:off x="6696863" y="4761225"/>
                  <a:ext cx="6696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32" name="Ink 131">
                  <a:extLst>
                    <a:ext uri="{FF2B5EF4-FFF2-40B4-BE49-F238E27FC236}">
                      <a16:creationId xmlns:a16="http://schemas.microsoft.com/office/drawing/2014/main" id="{E9DE3EF9-623C-880F-EE54-10CD70D16035}"/>
                    </a:ext>
                  </a:extLst>
                </p14:cNvPr>
                <p14:cNvContentPartPr/>
                <p14:nvPr/>
              </p14:nvContentPartPr>
              <p14:xfrm>
                <a:off x="6790103" y="4966785"/>
                <a:ext cx="114120" cy="198000"/>
              </p14:xfrm>
            </p:contentPart>
          </mc:Choice>
          <mc:Fallback xmlns="">
            <p:pic>
              <p:nvPicPr>
                <p:cNvPr id="132" name="Ink 131">
                  <a:extLst>
                    <a:ext uri="{FF2B5EF4-FFF2-40B4-BE49-F238E27FC236}">
                      <a16:creationId xmlns:a16="http://schemas.microsoft.com/office/drawing/2014/main" id="{E9DE3EF9-623C-880F-EE54-10CD70D16035}"/>
                    </a:ext>
                  </a:extLst>
                </p:cNvPr>
                <p:cNvPicPr/>
                <p:nvPr/>
              </p:nvPicPr>
              <p:blipFill>
                <a:blip r:embed="rId230"/>
                <a:stretch>
                  <a:fillRect/>
                </a:stretch>
              </p:blipFill>
              <p:spPr>
                <a:xfrm>
                  <a:off x="6783983" y="4960665"/>
                  <a:ext cx="12636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33" name="Ink 132">
                  <a:extLst>
                    <a:ext uri="{FF2B5EF4-FFF2-40B4-BE49-F238E27FC236}">
                      <a16:creationId xmlns:a16="http://schemas.microsoft.com/office/drawing/2014/main" id="{66AD1A35-17B3-A03B-2DBD-6ED7616EF56F}"/>
                    </a:ext>
                  </a:extLst>
                </p14:cNvPr>
                <p14:cNvContentPartPr/>
                <p14:nvPr/>
              </p14:nvContentPartPr>
              <p14:xfrm>
                <a:off x="6918623" y="4924305"/>
                <a:ext cx="129600" cy="127080"/>
              </p14:xfrm>
            </p:contentPart>
          </mc:Choice>
          <mc:Fallback xmlns="">
            <p:pic>
              <p:nvPicPr>
                <p:cNvPr id="133" name="Ink 132">
                  <a:extLst>
                    <a:ext uri="{FF2B5EF4-FFF2-40B4-BE49-F238E27FC236}">
                      <a16:creationId xmlns:a16="http://schemas.microsoft.com/office/drawing/2014/main" id="{66AD1A35-17B3-A03B-2DBD-6ED7616EF56F}"/>
                    </a:ext>
                  </a:extLst>
                </p:cNvPr>
                <p:cNvPicPr/>
                <p:nvPr/>
              </p:nvPicPr>
              <p:blipFill>
                <a:blip r:embed="rId232"/>
                <a:stretch>
                  <a:fillRect/>
                </a:stretch>
              </p:blipFill>
              <p:spPr>
                <a:xfrm>
                  <a:off x="6912503" y="4918185"/>
                  <a:ext cx="14184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34" name="Ink 133">
                  <a:extLst>
                    <a:ext uri="{FF2B5EF4-FFF2-40B4-BE49-F238E27FC236}">
                      <a16:creationId xmlns:a16="http://schemas.microsoft.com/office/drawing/2014/main" id="{3EF7B4A0-62A7-4F82-EE49-640A467214DC}"/>
                    </a:ext>
                  </a:extLst>
                </p14:cNvPr>
                <p14:cNvContentPartPr/>
                <p14:nvPr/>
              </p14:nvContentPartPr>
              <p14:xfrm>
                <a:off x="7101143" y="4928265"/>
                <a:ext cx="339480" cy="106920"/>
              </p14:xfrm>
            </p:contentPart>
          </mc:Choice>
          <mc:Fallback xmlns="">
            <p:pic>
              <p:nvPicPr>
                <p:cNvPr id="134" name="Ink 133">
                  <a:extLst>
                    <a:ext uri="{FF2B5EF4-FFF2-40B4-BE49-F238E27FC236}">
                      <a16:creationId xmlns:a16="http://schemas.microsoft.com/office/drawing/2014/main" id="{3EF7B4A0-62A7-4F82-EE49-640A467214DC}"/>
                    </a:ext>
                  </a:extLst>
                </p:cNvPr>
                <p:cNvPicPr/>
                <p:nvPr/>
              </p:nvPicPr>
              <p:blipFill>
                <a:blip r:embed="rId234"/>
                <a:stretch>
                  <a:fillRect/>
                </a:stretch>
              </p:blipFill>
              <p:spPr>
                <a:xfrm>
                  <a:off x="7095023" y="4922145"/>
                  <a:ext cx="351720" cy="119160"/>
                </a:xfrm>
                <a:prstGeom prst="rect">
                  <a:avLst/>
                </a:prstGeom>
              </p:spPr>
            </p:pic>
          </mc:Fallback>
        </mc:AlternateContent>
      </p:grpSp>
      <p:grpSp>
        <p:nvGrpSpPr>
          <p:cNvPr id="142" name="Group 141">
            <a:extLst>
              <a:ext uri="{FF2B5EF4-FFF2-40B4-BE49-F238E27FC236}">
                <a16:creationId xmlns:a16="http://schemas.microsoft.com/office/drawing/2014/main" id="{7CE8AF81-E39B-B75D-7CC2-79DC499AD18B}"/>
              </a:ext>
            </a:extLst>
          </p:cNvPr>
          <p:cNvGrpSpPr/>
          <p:nvPr/>
        </p:nvGrpSpPr>
        <p:grpSpPr>
          <a:xfrm>
            <a:off x="8080343" y="5508945"/>
            <a:ext cx="661680" cy="246240"/>
            <a:chOff x="8080343" y="5508945"/>
            <a:chExt cx="661680" cy="246240"/>
          </a:xfrm>
        </p:grpSpPr>
        <mc:AlternateContent xmlns:mc="http://schemas.openxmlformats.org/markup-compatibility/2006" xmlns:p14="http://schemas.microsoft.com/office/powerpoint/2010/main">
          <mc:Choice Requires="p14">
            <p:contentPart p14:bwMode="auto" r:id="rId235">
              <p14:nvContentPartPr>
                <p14:cNvPr id="137" name="Ink 136">
                  <a:extLst>
                    <a:ext uri="{FF2B5EF4-FFF2-40B4-BE49-F238E27FC236}">
                      <a16:creationId xmlns:a16="http://schemas.microsoft.com/office/drawing/2014/main" id="{E1A216D8-1D4D-20D6-A37E-01FFCB1BA13B}"/>
                    </a:ext>
                  </a:extLst>
                </p14:cNvPr>
                <p14:cNvContentPartPr/>
                <p14:nvPr/>
              </p14:nvContentPartPr>
              <p14:xfrm>
                <a:off x="8123903" y="5508945"/>
                <a:ext cx="150120" cy="23760"/>
              </p14:xfrm>
            </p:contentPart>
          </mc:Choice>
          <mc:Fallback xmlns="">
            <p:pic>
              <p:nvPicPr>
                <p:cNvPr id="137" name="Ink 136">
                  <a:extLst>
                    <a:ext uri="{FF2B5EF4-FFF2-40B4-BE49-F238E27FC236}">
                      <a16:creationId xmlns:a16="http://schemas.microsoft.com/office/drawing/2014/main" id="{E1A216D8-1D4D-20D6-A37E-01FFCB1BA13B}"/>
                    </a:ext>
                  </a:extLst>
                </p:cNvPr>
                <p:cNvPicPr/>
                <p:nvPr/>
              </p:nvPicPr>
              <p:blipFill>
                <a:blip r:embed="rId236"/>
                <a:stretch>
                  <a:fillRect/>
                </a:stretch>
              </p:blipFill>
              <p:spPr>
                <a:xfrm>
                  <a:off x="8117783" y="5502825"/>
                  <a:ext cx="1623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38" name="Ink 137">
                  <a:extLst>
                    <a:ext uri="{FF2B5EF4-FFF2-40B4-BE49-F238E27FC236}">
                      <a16:creationId xmlns:a16="http://schemas.microsoft.com/office/drawing/2014/main" id="{84F398BC-23D0-BA27-4247-C6A981BC4977}"/>
                    </a:ext>
                  </a:extLst>
                </p14:cNvPr>
                <p14:cNvContentPartPr/>
                <p14:nvPr/>
              </p14:nvContentPartPr>
              <p14:xfrm>
                <a:off x="8095463" y="5525505"/>
                <a:ext cx="146160" cy="198000"/>
              </p14:xfrm>
            </p:contentPart>
          </mc:Choice>
          <mc:Fallback xmlns="">
            <p:pic>
              <p:nvPicPr>
                <p:cNvPr id="138" name="Ink 137">
                  <a:extLst>
                    <a:ext uri="{FF2B5EF4-FFF2-40B4-BE49-F238E27FC236}">
                      <a16:creationId xmlns:a16="http://schemas.microsoft.com/office/drawing/2014/main" id="{84F398BC-23D0-BA27-4247-C6A981BC4977}"/>
                    </a:ext>
                  </a:extLst>
                </p:cNvPr>
                <p:cNvPicPr/>
                <p:nvPr/>
              </p:nvPicPr>
              <p:blipFill>
                <a:blip r:embed="rId238"/>
                <a:stretch>
                  <a:fillRect/>
                </a:stretch>
              </p:blipFill>
              <p:spPr>
                <a:xfrm>
                  <a:off x="8089343" y="5519385"/>
                  <a:ext cx="15840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39" name="Ink 138">
                  <a:extLst>
                    <a:ext uri="{FF2B5EF4-FFF2-40B4-BE49-F238E27FC236}">
                      <a16:creationId xmlns:a16="http://schemas.microsoft.com/office/drawing/2014/main" id="{8190A5E0-6D05-7EB1-AB58-7DC1BACD2D48}"/>
                    </a:ext>
                  </a:extLst>
                </p14:cNvPr>
                <p14:cNvContentPartPr/>
                <p14:nvPr/>
              </p14:nvContentPartPr>
              <p14:xfrm>
                <a:off x="8080343" y="5641425"/>
                <a:ext cx="192240" cy="14040"/>
              </p14:xfrm>
            </p:contentPart>
          </mc:Choice>
          <mc:Fallback xmlns="">
            <p:pic>
              <p:nvPicPr>
                <p:cNvPr id="139" name="Ink 138">
                  <a:extLst>
                    <a:ext uri="{FF2B5EF4-FFF2-40B4-BE49-F238E27FC236}">
                      <a16:creationId xmlns:a16="http://schemas.microsoft.com/office/drawing/2014/main" id="{8190A5E0-6D05-7EB1-AB58-7DC1BACD2D48}"/>
                    </a:ext>
                  </a:extLst>
                </p:cNvPr>
                <p:cNvPicPr/>
                <p:nvPr/>
              </p:nvPicPr>
              <p:blipFill>
                <a:blip r:embed="rId240"/>
                <a:stretch>
                  <a:fillRect/>
                </a:stretch>
              </p:blipFill>
              <p:spPr>
                <a:xfrm>
                  <a:off x="8074223" y="5635305"/>
                  <a:ext cx="2044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40" name="Ink 139">
                  <a:extLst>
                    <a:ext uri="{FF2B5EF4-FFF2-40B4-BE49-F238E27FC236}">
                      <a16:creationId xmlns:a16="http://schemas.microsoft.com/office/drawing/2014/main" id="{117FCC2C-547D-A2E3-7094-D63A2A593903}"/>
                    </a:ext>
                  </a:extLst>
                </p14:cNvPr>
                <p14:cNvContentPartPr/>
                <p14:nvPr/>
              </p14:nvContentPartPr>
              <p14:xfrm>
                <a:off x="8317223" y="5580585"/>
                <a:ext cx="206280" cy="174600"/>
              </p14:xfrm>
            </p:contentPart>
          </mc:Choice>
          <mc:Fallback xmlns="">
            <p:pic>
              <p:nvPicPr>
                <p:cNvPr id="140" name="Ink 139">
                  <a:extLst>
                    <a:ext uri="{FF2B5EF4-FFF2-40B4-BE49-F238E27FC236}">
                      <a16:creationId xmlns:a16="http://schemas.microsoft.com/office/drawing/2014/main" id="{117FCC2C-547D-A2E3-7094-D63A2A593903}"/>
                    </a:ext>
                  </a:extLst>
                </p:cNvPr>
                <p:cNvPicPr/>
                <p:nvPr/>
              </p:nvPicPr>
              <p:blipFill>
                <a:blip r:embed="rId242"/>
                <a:stretch>
                  <a:fillRect/>
                </a:stretch>
              </p:blipFill>
              <p:spPr>
                <a:xfrm>
                  <a:off x="8311103" y="5574465"/>
                  <a:ext cx="21852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41" name="Ink 140">
                  <a:extLst>
                    <a:ext uri="{FF2B5EF4-FFF2-40B4-BE49-F238E27FC236}">
                      <a16:creationId xmlns:a16="http://schemas.microsoft.com/office/drawing/2014/main" id="{D0A4457A-684F-1A00-5263-3E40CB3A4509}"/>
                    </a:ext>
                  </a:extLst>
                </p14:cNvPr>
                <p14:cNvContentPartPr/>
                <p14:nvPr/>
              </p14:nvContentPartPr>
              <p14:xfrm>
                <a:off x="8585063" y="5656905"/>
                <a:ext cx="156960" cy="93600"/>
              </p14:xfrm>
            </p:contentPart>
          </mc:Choice>
          <mc:Fallback xmlns="">
            <p:pic>
              <p:nvPicPr>
                <p:cNvPr id="141" name="Ink 140">
                  <a:extLst>
                    <a:ext uri="{FF2B5EF4-FFF2-40B4-BE49-F238E27FC236}">
                      <a16:creationId xmlns:a16="http://schemas.microsoft.com/office/drawing/2014/main" id="{D0A4457A-684F-1A00-5263-3E40CB3A4509}"/>
                    </a:ext>
                  </a:extLst>
                </p:cNvPr>
                <p:cNvPicPr/>
                <p:nvPr/>
              </p:nvPicPr>
              <p:blipFill>
                <a:blip r:embed="rId244"/>
                <a:stretch>
                  <a:fillRect/>
                </a:stretch>
              </p:blipFill>
              <p:spPr>
                <a:xfrm>
                  <a:off x="8578943" y="5650785"/>
                  <a:ext cx="169200" cy="105840"/>
                </a:xfrm>
                <a:prstGeom prst="rect">
                  <a:avLst/>
                </a:prstGeom>
              </p:spPr>
            </p:pic>
          </mc:Fallback>
        </mc:AlternateContent>
      </p:grpSp>
      <p:grpSp>
        <p:nvGrpSpPr>
          <p:cNvPr id="147" name="Group 146">
            <a:extLst>
              <a:ext uri="{FF2B5EF4-FFF2-40B4-BE49-F238E27FC236}">
                <a16:creationId xmlns:a16="http://schemas.microsoft.com/office/drawing/2014/main" id="{9ED99B36-B403-D388-F9D5-01E0FBD08E9F}"/>
              </a:ext>
            </a:extLst>
          </p:cNvPr>
          <p:cNvGrpSpPr/>
          <p:nvPr/>
        </p:nvGrpSpPr>
        <p:grpSpPr>
          <a:xfrm>
            <a:off x="8954783" y="5490225"/>
            <a:ext cx="883080" cy="260280"/>
            <a:chOff x="8954783" y="5490225"/>
            <a:chExt cx="883080" cy="260280"/>
          </a:xfrm>
        </p:grpSpPr>
        <mc:AlternateContent xmlns:mc="http://schemas.openxmlformats.org/markup-compatibility/2006" xmlns:p14="http://schemas.microsoft.com/office/powerpoint/2010/main">
          <mc:Choice Requires="p14">
            <p:contentPart p14:bwMode="auto" r:id="rId245">
              <p14:nvContentPartPr>
                <p14:cNvPr id="143" name="Ink 142">
                  <a:extLst>
                    <a:ext uri="{FF2B5EF4-FFF2-40B4-BE49-F238E27FC236}">
                      <a16:creationId xmlns:a16="http://schemas.microsoft.com/office/drawing/2014/main" id="{7272FD0F-73E6-ED29-6B8B-B7F44980161D}"/>
                    </a:ext>
                  </a:extLst>
                </p14:cNvPr>
                <p14:cNvContentPartPr/>
                <p14:nvPr/>
              </p14:nvContentPartPr>
              <p14:xfrm>
                <a:off x="8954783" y="5490225"/>
                <a:ext cx="258480" cy="178920"/>
              </p14:xfrm>
            </p:contentPart>
          </mc:Choice>
          <mc:Fallback xmlns="">
            <p:pic>
              <p:nvPicPr>
                <p:cNvPr id="143" name="Ink 142">
                  <a:extLst>
                    <a:ext uri="{FF2B5EF4-FFF2-40B4-BE49-F238E27FC236}">
                      <a16:creationId xmlns:a16="http://schemas.microsoft.com/office/drawing/2014/main" id="{7272FD0F-73E6-ED29-6B8B-B7F44980161D}"/>
                    </a:ext>
                  </a:extLst>
                </p:cNvPr>
                <p:cNvPicPr/>
                <p:nvPr/>
              </p:nvPicPr>
              <p:blipFill>
                <a:blip r:embed="rId246"/>
                <a:stretch>
                  <a:fillRect/>
                </a:stretch>
              </p:blipFill>
              <p:spPr>
                <a:xfrm>
                  <a:off x="8948663" y="5484105"/>
                  <a:ext cx="27072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44" name="Ink 143">
                  <a:extLst>
                    <a:ext uri="{FF2B5EF4-FFF2-40B4-BE49-F238E27FC236}">
                      <a16:creationId xmlns:a16="http://schemas.microsoft.com/office/drawing/2014/main" id="{ACA6F54F-AAF2-565D-774C-F52782D4D186}"/>
                    </a:ext>
                  </a:extLst>
                </p14:cNvPr>
                <p14:cNvContentPartPr/>
                <p14:nvPr/>
              </p14:nvContentPartPr>
              <p14:xfrm>
                <a:off x="9245663" y="5576985"/>
                <a:ext cx="186840" cy="133920"/>
              </p14:xfrm>
            </p:contentPart>
          </mc:Choice>
          <mc:Fallback xmlns="">
            <p:pic>
              <p:nvPicPr>
                <p:cNvPr id="144" name="Ink 143">
                  <a:extLst>
                    <a:ext uri="{FF2B5EF4-FFF2-40B4-BE49-F238E27FC236}">
                      <a16:creationId xmlns:a16="http://schemas.microsoft.com/office/drawing/2014/main" id="{ACA6F54F-AAF2-565D-774C-F52782D4D186}"/>
                    </a:ext>
                  </a:extLst>
                </p:cNvPr>
                <p:cNvPicPr/>
                <p:nvPr/>
              </p:nvPicPr>
              <p:blipFill>
                <a:blip r:embed="rId248"/>
                <a:stretch>
                  <a:fillRect/>
                </a:stretch>
              </p:blipFill>
              <p:spPr>
                <a:xfrm>
                  <a:off x="9239543" y="5570865"/>
                  <a:ext cx="1990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45" name="Ink 144">
                  <a:extLst>
                    <a:ext uri="{FF2B5EF4-FFF2-40B4-BE49-F238E27FC236}">
                      <a16:creationId xmlns:a16="http://schemas.microsoft.com/office/drawing/2014/main" id="{725978B1-78AA-1D03-6236-46D7717C6D54}"/>
                    </a:ext>
                  </a:extLst>
                </p14:cNvPr>
                <p14:cNvContentPartPr/>
                <p14:nvPr/>
              </p14:nvContentPartPr>
              <p14:xfrm>
                <a:off x="9457703" y="5606865"/>
                <a:ext cx="119880" cy="131400"/>
              </p14:xfrm>
            </p:contentPart>
          </mc:Choice>
          <mc:Fallback xmlns="">
            <p:pic>
              <p:nvPicPr>
                <p:cNvPr id="145" name="Ink 144">
                  <a:extLst>
                    <a:ext uri="{FF2B5EF4-FFF2-40B4-BE49-F238E27FC236}">
                      <a16:creationId xmlns:a16="http://schemas.microsoft.com/office/drawing/2014/main" id="{725978B1-78AA-1D03-6236-46D7717C6D54}"/>
                    </a:ext>
                  </a:extLst>
                </p:cNvPr>
                <p:cNvPicPr/>
                <p:nvPr/>
              </p:nvPicPr>
              <p:blipFill>
                <a:blip r:embed="rId250"/>
                <a:stretch>
                  <a:fillRect/>
                </a:stretch>
              </p:blipFill>
              <p:spPr>
                <a:xfrm>
                  <a:off x="9451583" y="5600745"/>
                  <a:ext cx="13212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46" name="Ink 145">
                  <a:extLst>
                    <a:ext uri="{FF2B5EF4-FFF2-40B4-BE49-F238E27FC236}">
                      <a16:creationId xmlns:a16="http://schemas.microsoft.com/office/drawing/2014/main" id="{0D0FECEB-7D9C-A8DC-514C-48D416CADE58}"/>
                    </a:ext>
                  </a:extLst>
                </p14:cNvPr>
                <p14:cNvContentPartPr/>
                <p14:nvPr/>
              </p14:nvContentPartPr>
              <p14:xfrm>
                <a:off x="9689543" y="5528745"/>
                <a:ext cx="148320" cy="221760"/>
              </p14:xfrm>
            </p:contentPart>
          </mc:Choice>
          <mc:Fallback xmlns="">
            <p:pic>
              <p:nvPicPr>
                <p:cNvPr id="146" name="Ink 145">
                  <a:extLst>
                    <a:ext uri="{FF2B5EF4-FFF2-40B4-BE49-F238E27FC236}">
                      <a16:creationId xmlns:a16="http://schemas.microsoft.com/office/drawing/2014/main" id="{0D0FECEB-7D9C-A8DC-514C-48D416CADE58}"/>
                    </a:ext>
                  </a:extLst>
                </p:cNvPr>
                <p:cNvPicPr/>
                <p:nvPr/>
              </p:nvPicPr>
              <p:blipFill>
                <a:blip r:embed="rId252"/>
                <a:stretch>
                  <a:fillRect/>
                </a:stretch>
              </p:blipFill>
              <p:spPr>
                <a:xfrm>
                  <a:off x="9683423" y="5522625"/>
                  <a:ext cx="160560" cy="234000"/>
                </a:xfrm>
                <a:prstGeom prst="rect">
                  <a:avLst/>
                </a:prstGeom>
              </p:spPr>
            </p:pic>
          </mc:Fallback>
        </mc:AlternateContent>
      </p:grpSp>
      <p:grpSp>
        <p:nvGrpSpPr>
          <p:cNvPr id="156" name="Group 155">
            <a:extLst>
              <a:ext uri="{FF2B5EF4-FFF2-40B4-BE49-F238E27FC236}">
                <a16:creationId xmlns:a16="http://schemas.microsoft.com/office/drawing/2014/main" id="{FC570E43-7DB0-A5AF-73C4-8FB1839C5DE3}"/>
              </a:ext>
            </a:extLst>
          </p:cNvPr>
          <p:cNvGrpSpPr/>
          <p:nvPr/>
        </p:nvGrpSpPr>
        <p:grpSpPr>
          <a:xfrm>
            <a:off x="6858503" y="5364945"/>
            <a:ext cx="824400" cy="707040"/>
            <a:chOff x="6858503" y="5364945"/>
            <a:chExt cx="824400" cy="707040"/>
          </a:xfrm>
        </p:grpSpPr>
        <mc:AlternateContent xmlns:mc="http://schemas.openxmlformats.org/markup-compatibility/2006" xmlns:p14="http://schemas.microsoft.com/office/powerpoint/2010/main">
          <mc:Choice Requires="p14">
            <p:contentPart p14:bwMode="auto" r:id="rId253">
              <p14:nvContentPartPr>
                <p14:cNvPr id="148" name="Ink 147">
                  <a:extLst>
                    <a:ext uri="{FF2B5EF4-FFF2-40B4-BE49-F238E27FC236}">
                      <a16:creationId xmlns:a16="http://schemas.microsoft.com/office/drawing/2014/main" id="{A14EE0A7-0279-1E73-6E14-4A46A1426FB6}"/>
                    </a:ext>
                  </a:extLst>
                </p14:cNvPr>
                <p14:cNvContentPartPr/>
                <p14:nvPr/>
              </p14:nvContentPartPr>
              <p14:xfrm>
                <a:off x="7096823" y="5364945"/>
                <a:ext cx="101160" cy="324000"/>
              </p14:xfrm>
            </p:contentPart>
          </mc:Choice>
          <mc:Fallback xmlns="">
            <p:pic>
              <p:nvPicPr>
                <p:cNvPr id="148" name="Ink 147">
                  <a:extLst>
                    <a:ext uri="{FF2B5EF4-FFF2-40B4-BE49-F238E27FC236}">
                      <a16:creationId xmlns:a16="http://schemas.microsoft.com/office/drawing/2014/main" id="{A14EE0A7-0279-1E73-6E14-4A46A1426FB6}"/>
                    </a:ext>
                  </a:extLst>
                </p:cNvPr>
                <p:cNvPicPr/>
                <p:nvPr/>
              </p:nvPicPr>
              <p:blipFill>
                <a:blip r:embed="rId254"/>
                <a:stretch>
                  <a:fillRect/>
                </a:stretch>
              </p:blipFill>
              <p:spPr>
                <a:xfrm>
                  <a:off x="7090703" y="5358825"/>
                  <a:ext cx="11340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49" name="Ink 148">
                  <a:extLst>
                    <a:ext uri="{FF2B5EF4-FFF2-40B4-BE49-F238E27FC236}">
                      <a16:creationId xmlns:a16="http://schemas.microsoft.com/office/drawing/2014/main" id="{91CB15A6-2722-6216-59DB-F3FD32882EC0}"/>
                    </a:ext>
                  </a:extLst>
                </p14:cNvPr>
                <p14:cNvContentPartPr/>
                <p14:nvPr/>
              </p14:nvContentPartPr>
              <p14:xfrm>
                <a:off x="7111943" y="5600745"/>
                <a:ext cx="75240" cy="118440"/>
              </p14:xfrm>
            </p:contentPart>
          </mc:Choice>
          <mc:Fallback xmlns="">
            <p:pic>
              <p:nvPicPr>
                <p:cNvPr id="149" name="Ink 148">
                  <a:extLst>
                    <a:ext uri="{FF2B5EF4-FFF2-40B4-BE49-F238E27FC236}">
                      <a16:creationId xmlns:a16="http://schemas.microsoft.com/office/drawing/2014/main" id="{91CB15A6-2722-6216-59DB-F3FD32882EC0}"/>
                    </a:ext>
                  </a:extLst>
                </p:cNvPr>
                <p:cNvPicPr/>
                <p:nvPr/>
              </p:nvPicPr>
              <p:blipFill>
                <a:blip r:embed="rId256"/>
                <a:stretch>
                  <a:fillRect/>
                </a:stretch>
              </p:blipFill>
              <p:spPr>
                <a:xfrm>
                  <a:off x="7105823" y="5594625"/>
                  <a:ext cx="8748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50" name="Ink 149">
                  <a:extLst>
                    <a:ext uri="{FF2B5EF4-FFF2-40B4-BE49-F238E27FC236}">
                      <a16:creationId xmlns:a16="http://schemas.microsoft.com/office/drawing/2014/main" id="{36B28D93-108F-B741-BA19-1B7380F9AAD5}"/>
                    </a:ext>
                  </a:extLst>
                </p14:cNvPr>
                <p14:cNvContentPartPr/>
                <p14:nvPr/>
              </p14:nvContentPartPr>
              <p14:xfrm>
                <a:off x="7204103" y="5630265"/>
                <a:ext cx="84600" cy="80640"/>
              </p14:xfrm>
            </p:contentPart>
          </mc:Choice>
          <mc:Fallback xmlns="">
            <p:pic>
              <p:nvPicPr>
                <p:cNvPr id="150" name="Ink 149">
                  <a:extLst>
                    <a:ext uri="{FF2B5EF4-FFF2-40B4-BE49-F238E27FC236}">
                      <a16:creationId xmlns:a16="http://schemas.microsoft.com/office/drawing/2014/main" id="{36B28D93-108F-B741-BA19-1B7380F9AAD5}"/>
                    </a:ext>
                  </a:extLst>
                </p:cNvPr>
                <p:cNvPicPr/>
                <p:nvPr/>
              </p:nvPicPr>
              <p:blipFill>
                <a:blip r:embed="rId258"/>
                <a:stretch>
                  <a:fillRect/>
                </a:stretch>
              </p:blipFill>
              <p:spPr>
                <a:xfrm>
                  <a:off x="7197983" y="5624145"/>
                  <a:ext cx="9684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52" name="Ink 151">
                  <a:extLst>
                    <a:ext uri="{FF2B5EF4-FFF2-40B4-BE49-F238E27FC236}">
                      <a16:creationId xmlns:a16="http://schemas.microsoft.com/office/drawing/2014/main" id="{E15BB84A-DB82-9F1E-E6B0-C9FFF152F24C}"/>
                    </a:ext>
                  </a:extLst>
                </p14:cNvPr>
                <p14:cNvContentPartPr/>
                <p14:nvPr/>
              </p14:nvContentPartPr>
              <p14:xfrm>
                <a:off x="6858503" y="5868225"/>
                <a:ext cx="757800" cy="203760"/>
              </p14:xfrm>
            </p:contentPart>
          </mc:Choice>
          <mc:Fallback xmlns="">
            <p:pic>
              <p:nvPicPr>
                <p:cNvPr id="152" name="Ink 151">
                  <a:extLst>
                    <a:ext uri="{FF2B5EF4-FFF2-40B4-BE49-F238E27FC236}">
                      <a16:creationId xmlns:a16="http://schemas.microsoft.com/office/drawing/2014/main" id="{E15BB84A-DB82-9F1E-E6B0-C9FFF152F24C}"/>
                    </a:ext>
                  </a:extLst>
                </p:cNvPr>
                <p:cNvPicPr/>
                <p:nvPr/>
              </p:nvPicPr>
              <p:blipFill>
                <a:blip r:embed="rId260"/>
                <a:stretch>
                  <a:fillRect/>
                </a:stretch>
              </p:blipFill>
              <p:spPr>
                <a:xfrm>
                  <a:off x="6852383" y="5862105"/>
                  <a:ext cx="7700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53" name="Ink 152">
                  <a:extLst>
                    <a:ext uri="{FF2B5EF4-FFF2-40B4-BE49-F238E27FC236}">
                      <a16:creationId xmlns:a16="http://schemas.microsoft.com/office/drawing/2014/main" id="{94E623A8-4A09-50C3-6DE2-DE90415A04DE}"/>
                    </a:ext>
                  </a:extLst>
                </p14:cNvPr>
                <p14:cNvContentPartPr/>
                <p14:nvPr/>
              </p14:nvContentPartPr>
              <p14:xfrm>
                <a:off x="7051103" y="5871465"/>
                <a:ext cx="8280" cy="7920"/>
              </p14:xfrm>
            </p:contentPart>
          </mc:Choice>
          <mc:Fallback xmlns="">
            <p:pic>
              <p:nvPicPr>
                <p:cNvPr id="153" name="Ink 152">
                  <a:extLst>
                    <a:ext uri="{FF2B5EF4-FFF2-40B4-BE49-F238E27FC236}">
                      <a16:creationId xmlns:a16="http://schemas.microsoft.com/office/drawing/2014/main" id="{94E623A8-4A09-50C3-6DE2-DE90415A04DE}"/>
                    </a:ext>
                  </a:extLst>
                </p:cNvPr>
                <p:cNvPicPr/>
                <p:nvPr/>
              </p:nvPicPr>
              <p:blipFill>
                <a:blip r:embed="rId262"/>
                <a:stretch>
                  <a:fillRect/>
                </a:stretch>
              </p:blipFill>
              <p:spPr>
                <a:xfrm>
                  <a:off x="7044983" y="5865345"/>
                  <a:ext cx="2052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54" name="Ink 153">
                  <a:extLst>
                    <a:ext uri="{FF2B5EF4-FFF2-40B4-BE49-F238E27FC236}">
                      <a16:creationId xmlns:a16="http://schemas.microsoft.com/office/drawing/2014/main" id="{005A9DD9-E3E3-4D94-B56C-DDA6956BF6C9}"/>
                    </a:ext>
                  </a:extLst>
                </p14:cNvPr>
                <p14:cNvContentPartPr/>
                <p14:nvPr/>
              </p14:nvContentPartPr>
              <p14:xfrm>
                <a:off x="7524143" y="5854185"/>
                <a:ext cx="6840" cy="3240"/>
              </p14:xfrm>
            </p:contentPart>
          </mc:Choice>
          <mc:Fallback xmlns="">
            <p:pic>
              <p:nvPicPr>
                <p:cNvPr id="154" name="Ink 153">
                  <a:extLst>
                    <a:ext uri="{FF2B5EF4-FFF2-40B4-BE49-F238E27FC236}">
                      <a16:creationId xmlns:a16="http://schemas.microsoft.com/office/drawing/2014/main" id="{005A9DD9-E3E3-4D94-B56C-DDA6956BF6C9}"/>
                    </a:ext>
                  </a:extLst>
                </p:cNvPr>
                <p:cNvPicPr/>
                <p:nvPr/>
              </p:nvPicPr>
              <p:blipFill>
                <a:blip r:embed="rId264"/>
                <a:stretch>
                  <a:fillRect/>
                </a:stretch>
              </p:blipFill>
              <p:spPr>
                <a:xfrm>
                  <a:off x="7518023" y="5848065"/>
                  <a:ext cx="1908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55" name="Ink 154">
                  <a:extLst>
                    <a:ext uri="{FF2B5EF4-FFF2-40B4-BE49-F238E27FC236}">
                      <a16:creationId xmlns:a16="http://schemas.microsoft.com/office/drawing/2014/main" id="{D87773E4-D26A-9CB6-07CD-CFB09BEADFBA}"/>
                    </a:ext>
                  </a:extLst>
                </p14:cNvPr>
                <p14:cNvContentPartPr/>
                <p14:nvPr/>
              </p14:nvContentPartPr>
              <p14:xfrm>
                <a:off x="7608023" y="5775345"/>
                <a:ext cx="74880" cy="21600"/>
              </p14:xfrm>
            </p:contentPart>
          </mc:Choice>
          <mc:Fallback xmlns="">
            <p:pic>
              <p:nvPicPr>
                <p:cNvPr id="155" name="Ink 154">
                  <a:extLst>
                    <a:ext uri="{FF2B5EF4-FFF2-40B4-BE49-F238E27FC236}">
                      <a16:creationId xmlns:a16="http://schemas.microsoft.com/office/drawing/2014/main" id="{D87773E4-D26A-9CB6-07CD-CFB09BEADFBA}"/>
                    </a:ext>
                  </a:extLst>
                </p:cNvPr>
                <p:cNvPicPr/>
                <p:nvPr/>
              </p:nvPicPr>
              <p:blipFill>
                <a:blip r:embed="rId266"/>
                <a:stretch>
                  <a:fillRect/>
                </a:stretch>
              </p:blipFill>
              <p:spPr>
                <a:xfrm>
                  <a:off x="7601903" y="5769225"/>
                  <a:ext cx="87120" cy="33840"/>
                </a:xfrm>
                <a:prstGeom prst="rect">
                  <a:avLst/>
                </a:prstGeom>
              </p:spPr>
            </p:pic>
          </mc:Fallback>
        </mc:AlternateContent>
      </p:grpSp>
      <p:grpSp>
        <p:nvGrpSpPr>
          <p:cNvPr id="170" name="Group 169">
            <a:extLst>
              <a:ext uri="{FF2B5EF4-FFF2-40B4-BE49-F238E27FC236}">
                <a16:creationId xmlns:a16="http://schemas.microsoft.com/office/drawing/2014/main" id="{83D48921-56E4-E992-A5E2-DD587C3B7F12}"/>
              </a:ext>
            </a:extLst>
          </p:cNvPr>
          <p:cNvGrpSpPr/>
          <p:nvPr/>
        </p:nvGrpSpPr>
        <p:grpSpPr>
          <a:xfrm>
            <a:off x="6094943" y="6206625"/>
            <a:ext cx="1584000" cy="465120"/>
            <a:chOff x="6094943" y="6206625"/>
            <a:chExt cx="1584000" cy="465120"/>
          </a:xfrm>
        </p:grpSpPr>
        <mc:AlternateContent xmlns:mc="http://schemas.openxmlformats.org/markup-compatibility/2006" xmlns:p14="http://schemas.microsoft.com/office/powerpoint/2010/main">
          <mc:Choice Requires="p14">
            <p:contentPart p14:bwMode="auto" r:id="rId267">
              <p14:nvContentPartPr>
                <p14:cNvPr id="157" name="Ink 156">
                  <a:extLst>
                    <a:ext uri="{FF2B5EF4-FFF2-40B4-BE49-F238E27FC236}">
                      <a16:creationId xmlns:a16="http://schemas.microsoft.com/office/drawing/2014/main" id="{1020CC81-AF10-0CF7-A2B2-BB078E191398}"/>
                    </a:ext>
                  </a:extLst>
                </p14:cNvPr>
                <p14:cNvContentPartPr/>
                <p14:nvPr/>
              </p14:nvContentPartPr>
              <p14:xfrm>
                <a:off x="7318223" y="6206625"/>
                <a:ext cx="360720" cy="266760"/>
              </p14:xfrm>
            </p:contentPart>
          </mc:Choice>
          <mc:Fallback xmlns="">
            <p:pic>
              <p:nvPicPr>
                <p:cNvPr id="157" name="Ink 156">
                  <a:extLst>
                    <a:ext uri="{FF2B5EF4-FFF2-40B4-BE49-F238E27FC236}">
                      <a16:creationId xmlns:a16="http://schemas.microsoft.com/office/drawing/2014/main" id="{1020CC81-AF10-0CF7-A2B2-BB078E191398}"/>
                    </a:ext>
                  </a:extLst>
                </p:cNvPr>
                <p:cNvPicPr/>
                <p:nvPr/>
              </p:nvPicPr>
              <p:blipFill>
                <a:blip r:embed="rId268"/>
                <a:stretch>
                  <a:fillRect/>
                </a:stretch>
              </p:blipFill>
              <p:spPr>
                <a:xfrm>
                  <a:off x="7312103" y="6200505"/>
                  <a:ext cx="37296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58" name="Ink 157">
                  <a:extLst>
                    <a:ext uri="{FF2B5EF4-FFF2-40B4-BE49-F238E27FC236}">
                      <a16:creationId xmlns:a16="http://schemas.microsoft.com/office/drawing/2014/main" id="{C230AD81-CFB9-9DF0-D2A4-B993BAA7EF26}"/>
                    </a:ext>
                  </a:extLst>
                </p14:cNvPr>
                <p14:cNvContentPartPr/>
                <p14:nvPr/>
              </p14:nvContentPartPr>
              <p14:xfrm>
                <a:off x="7238303" y="6313545"/>
                <a:ext cx="22320" cy="217440"/>
              </p14:xfrm>
            </p:contentPart>
          </mc:Choice>
          <mc:Fallback xmlns="">
            <p:pic>
              <p:nvPicPr>
                <p:cNvPr id="158" name="Ink 157">
                  <a:extLst>
                    <a:ext uri="{FF2B5EF4-FFF2-40B4-BE49-F238E27FC236}">
                      <a16:creationId xmlns:a16="http://schemas.microsoft.com/office/drawing/2014/main" id="{C230AD81-CFB9-9DF0-D2A4-B993BAA7EF26}"/>
                    </a:ext>
                  </a:extLst>
                </p:cNvPr>
                <p:cNvPicPr/>
                <p:nvPr/>
              </p:nvPicPr>
              <p:blipFill>
                <a:blip r:embed="rId270"/>
                <a:stretch>
                  <a:fillRect/>
                </a:stretch>
              </p:blipFill>
              <p:spPr>
                <a:xfrm>
                  <a:off x="7232183" y="6307425"/>
                  <a:ext cx="3456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59" name="Ink 158">
                  <a:extLst>
                    <a:ext uri="{FF2B5EF4-FFF2-40B4-BE49-F238E27FC236}">
                      <a16:creationId xmlns:a16="http://schemas.microsoft.com/office/drawing/2014/main" id="{0732054A-0A31-5D3E-07A6-49D4AF68B321}"/>
                    </a:ext>
                  </a:extLst>
                </p14:cNvPr>
                <p14:cNvContentPartPr/>
                <p14:nvPr/>
              </p14:nvContentPartPr>
              <p14:xfrm>
                <a:off x="7022303" y="6327945"/>
                <a:ext cx="157320" cy="186120"/>
              </p14:xfrm>
            </p:contentPart>
          </mc:Choice>
          <mc:Fallback xmlns="">
            <p:pic>
              <p:nvPicPr>
                <p:cNvPr id="159" name="Ink 158">
                  <a:extLst>
                    <a:ext uri="{FF2B5EF4-FFF2-40B4-BE49-F238E27FC236}">
                      <a16:creationId xmlns:a16="http://schemas.microsoft.com/office/drawing/2014/main" id="{0732054A-0A31-5D3E-07A6-49D4AF68B321}"/>
                    </a:ext>
                  </a:extLst>
                </p:cNvPr>
                <p:cNvPicPr/>
                <p:nvPr/>
              </p:nvPicPr>
              <p:blipFill>
                <a:blip r:embed="rId272"/>
                <a:stretch>
                  <a:fillRect/>
                </a:stretch>
              </p:blipFill>
              <p:spPr>
                <a:xfrm>
                  <a:off x="7016183" y="6321825"/>
                  <a:ext cx="16956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60" name="Ink 159">
                  <a:extLst>
                    <a:ext uri="{FF2B5EF4-FFF2-40B4-BE49-F238E27FC236}">
                      <a16:creationId xmlns:a16="http://schemas.microsoft.com/office/drawing/2014/main" id="{7A91F756-180D-71CD-05FB-1B33B7DF89DD}"/>
                    </a:ext>
                  </a:extLst>
                </p14:cNvPr>
                <p14:cNvContentPartPr/>
                <p14:nvPr/>
              </p14:nvContentPartPr>
              <p14:xfrm>
                <a:off x="7074143" y="6556905"/>
                <a:ext cx="122040" cy="59760"/>
              </p14:xfrm>
            </p:contentPart>
          </mc:Choice>
          <mc:Fallback xmlns="">
            <p:pic>
              <p:nvPicPr>
                <p:cNvPr id="160" name="Ink 159">
                  <a:extLst>
                    <a:ext uri="{FF2B5EF4-FFF2-40B4-BE49-F238E27FC236}">
                      <a16:creationId xmlns:a16="http://schemas.microsoft.com/office/drawing/2014/main" id="{7A91F756-180D-71CD-05FB-1B33B7DF89DD}"/>
                    </a:ext>
                  </a:extLst>
                </p:cNvPr>
                <p:cNvPicPr/>
                <p:nvPr/>
              </p:nvPicPr>
              <p:blipFill>
                <a:blip r:embed="rId274"/>
                <a:stretch>
                  <a:fillRect/>
                </a:stretch>
              </p:blipFill>
              <p:spPr>
                <a:xfrm>
                  <a:off x="7068023" y="6550785"/>
                  <a:ext cx="1342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61" name="Ink 160">
                  <a:extLst>
                    <a:ext uri="{FF2B5EF4-FFF2-40B4-BE49-F238E27FC236}">
                      <a16:creationId xmlns:a16="http://schemas.microsoft.com/office/drawing/2014/main" id="{6E99CC1A-D574-0526-D276-CDC7F7918557}"/>
                    </a:ext>
                  </a:extLst>
                </p14:cNvPr>
                <p14:cNvContentPartPr/>
                <p14:nvPr/>
              </p14:nvContentPartPr>
              <p14:xfrm>
                <a:off x="6858863" y="6324705"/>
                <a:ext cx="143280" cy="178560"/>
              </p14:xfrm>
            </p:contentPart>
          </mc:Choice>
          <mc:Fallback xmlns="">
            <p:pic>
              <p:nvPicPr>
                <p:cNvPr id="161" name="Ink 160">
                  <a:extLst>
                    <a:ext uri="{FF2B5EF4-FFF2-40B4-BE49-F238E27FC236}">
                      <a16:creationId xmlns:a16="http://schemas.microsoft.com/office/drawing/2014/main" id="{6E99CC1A-D574-0526-D276-CDC7F7918557}"/>
                    </a:ext>
                  </a:extLst>
                </p:cNvPr>
                <p:cNvPicPr/>
                <p:nvPr/>
              </p:nvPicPr>
              <p:blipFill>
                <a:blip r:embed="rId276"/>
                <a:stretch>
                  <a:fillRect/>
                </a:stretch>
              </p:blipFill>
              <p:spPr>
                <a:xfrm>
                  <a:off x="6852743" y="6318585"/>
                  <a:ext cx="15552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62" name="Ink 161">
                  <a:extLst>
                    <a:ext uri="{FF2B5EF4-FFF2-40B4-BE49-F238E27FC236}">
                      <a16:creationId xmlns:a16="http://schemas.microsoft.com/office/drawing/2014/main" id="{1826156B-942A-184E-E21A-76559BA9EB1D}"/>
                    </a:ext>
                  </a:extLst>
                </p14:cNvPr>
                <p14:cNvContentPartPr/>
                <p14:nvPr/>
              </p14:nvContentPartPr>
              <p14:xfrm>
                <a:off x="6774983" y="6263505"/>
                <a:ext cx="184320" cy="265680"/>
              </p14:xfrm>
            </p:contentPart>
          </mc:Choice>
          <mc:Fallback xmlns="">
            <p:pic>
              <p:nvPicPr>
                <p:cNvPr id="162" name="Ink 161">
                  <a:extLst>
                    <a:ext uri="{FF2B5EF4-FFF2-40B4-BE49-F238E27FC236}">
                      <a16:creationId xmlns:a16="http://schemas.microsoft.com/office/drawing/2014/main" id="{1826156B-942A-184E-E21A-76559BA9EB1D}"/>
                    </a:ext>
                  </a:extLst>
                </p:cNvPr>
                <p:cNvPicPr/>
                <p:nvPr/>
              </p:nvPicPr>
              <p:blipFill>
                <a:blip r:embed="rId278"/>
                <a:stretch>
                  <a:fillRect/>
                </a:stretch>
              </p:blipFill>
              <p:spPr>
                <a:xfrm>
                  <a:off x="6768863" y="6257385"/>
                  <a:ext cx="19656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63" name="Ink 162">
                  <a:extLst>
                    <a:ext uri="{FF2B5EF4-FFF2-40B4-BE49-F238E27FC236}">
                      <a16:creationId xmlns:a16="http://schemas.microsoft.com/office/drawing/2014/main" id="{20E8B206-5644-E065-D704-93A15F55A978}"/>
                    </a:ext>
                  </a:extLst>
                </p14:cNvPr>
                <p14:cNvContentPartPr/>
                <p14:nvPr/>
              </p14:nvContentPartPr>
              <p14:xfrm>
                <a:off x="6637823" y="6331545"/>
                <a:ext cx="84960" cy="206640"/>
              </p14:xfrm>
            </p:contentPart>
          </mc:Choice>
          <mc:Fallback xmlns="">
            <p:pic>
              <p:nvPicPr>
                <p:cNvPr id="163" name="Ink 162">
                  <a:extLst>
                    <a:ext uri="{FF2B5EF4-FFF2-40B4-BE49-F238E27FC236}">
                      <a16:creationId xmlns:a16="http://schemas.microsoft.com/office/drawing/2014/main" id="{20E8B206-5644-E065-D704-93A15F55A978}"/>
                    </a:ext>
                  </a:extLst>
                </p:cNvPr>
                <p:cNvPicPr/>
                <p:nvPr/>
              </p:nvPicPr>
              <p:blipFill>
                <a:blip r:embed="rId280"/>
                <a:stretch>
                  <a:fillRect/>
                </a:stretch>
              </p:blipFill>
              <p:spPr>
                <a:xfrm>
                  <a:off x="6631703" y="6325425"/>
                  <a:ext cx="9720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64" name="Ink 163">
                  <a:extLst>
                    <a:ext uri="{FF2B5EF4-FFF2-40B4-BE49-F238E27FC236}">
                      <a16:creationId xmlns:a16="http://schemas.microsoft.com/office/drawing/2014/main" id="{113EEA06-B5EF-E277-D6C1-73D06520F809}"/>
                    </a:ext>
                  </a:extLst>
                </p14:cNvPr>
                <p14:cNvContentPartPr/>
                <p14:nvPr/>
              </p14:nvContentPartPr>
              <p14:xfrm>
                <a:off x="6317783" y="6329385"/>
                <a:ext cx="333720" cy="282240"/>
              </p14:xfrm>
            </p:contentPart>
          </mc:Choice>
          <mc:Fallback xmlns="">
            <p:pic>
              <p:nvPicPr>
                <p:cNvPr id="164" name="Ink 163">
                  <a:extLst>
                    <a:ext uri="{FF2B5EF4-FFF2-40B4-BE49-F238E27FC236}">
                      <a16:creationId xmlns:a16="http://schemas.microsoft.com/office/drawing/2014/main" id="{113EEA06-B5EF-E277-D6C1-73D06520F809}"/>
                    </a:ext>
                  </a:extLst>
                </p:cNvPr>
                <p:cNvPicPr/>
                <p:nvPr/>
              </p:nvPicPr>
              <p:blipFill>
                <a:blip r:embed="rId282"/>
                <a:stretch>
                  <a:fillRect/>
                </a:stretch>
              </p:blipFill>
              <p:spPr>
                <a:xfrm>
                  <a:off x="6311663" y="6323265"/>
                  <a:ext cx="34596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65" name="Ink 164">
                  <a:extLst>
                    <a:ext uri="{FF2B5EF4-FFF2-40B4-BE49-F238E27FC236}">
                      <a16:creationId xmlns:a16="http://schemas.microsoft.com/office/drawing/2014/main" id="{3BF5B3E2-97FF-4156-92A3-EDC40A05D496}"/>
                    </a:ext>
                  </a:extLst>
                </p14:cNvPr>
                <p14:cNvContentPartPr/>
                <p14:nvPr/>
              </p14:nvContentPartPr>
              <p14:xfrm>
                <a:off x="6392303" y="6393825"/>
                <a:ext cx="7920" cy="15480"/>
              </p14:xfrm>
            </p:contentPart>
          </mc:Choice>
          <mc:Fallback xmlns="">
            <p:pic>
              <p:nvPicPr>
                <p:cNvPr id="165" name="Ink 164">
                  <a:extLst>
                    <a:ext uri="{FF2B5EF4-FFF2-40B4-BE49-F238E27FC236}">
                      <a16:creationId xmlns:a16="http://schemas.microsoft.com/office/drawing/2014/main" id="{3BF5B3E2-97FF-4156-92A3-EDC40A05D496}"/>
                    </a:ext>
                  </a:extLst>
                </p:cNvPr>
                <p:cNvPicPr/>
                <p:nvPr/>
              </p:nvPicPr>
              <p:blipFill>
                <a:blip r:embed="rId284"/>
                <a:stretch>
                  <a:fillRect/>
                </a:stretch>
              </p:blipFill>
              <p:spPr>
                <a:xfrm>
                  <a:off x="6386183" y="6387705"/>
                  <a:ext cx="2016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66" name="Ink 165">
                  <a:extLst>
                    <a:ext uri="{FF2B5EF4-FFF2-40B4-BE49-F238E27FC236}">
                      <a16:creationId xmlns:a16="http://schemas.microsoft.com/office/drawing/2014/main" id="{6789E866-DE69-199A-7965-BE709539FB9F}"/>
                    </a:ext>
                  </a:extLst>
                </p14:cNvPr>
                <p14:cNvContentPartPr/>
                <p14:nvPr/>
              </p14:nvContentPartPr>
              <p14:xfrm>
                <a:off x="6501383" y="6287265"/>
                <a:ext cx="15120" cy="15480"/>
              </p14:xfrm>
            </p:contentPart>
          </mc:Choice>
          <mc:Fallback xmlns="">
            <p:pic>
              <p:nvPicPr>
                <p:cNvPr id="166" name="Ink 165">
                  <a:extLst>
                    <a:ext uri="{FF2B5EF4-FFF2-40B4-BE49-F238E27FC236}">
                      <a16:creationId xmlns:a16="http://schemas.microsoft.com/office/drawing/2014/main" id="{6789E866-DE69-199A-7965-BE709539FB9F}"/>
                    </a:ext>
                  </a:extLst>
                </p:cNvPr>
                <p:cNvPicPr/>
                <p:nvPr/>
              </p:nvPicPr>
              <p:blipFill>
                <a:blip r:embed="rId286"/>
                <a:stretch>
                  <a:fillRect/>
                </a:stretch>
              </p:blipFill>
              <p:spPr>
                <a:xfrm>
                  <a:off x="6495263" y="6281145"/>
                  <a:ext cx="2736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67" name="Ink 166">
                  <a:extLst>
                    <a:ext uri="{FF2B5EF4-FFF2-40B4-BE49-F238E27FC236}">
                      <a16:creationId xmlns:a16="http://schemas.microsoft.com/office/drawing/2014/main" id="{471E0552-1564-18F7-AD38-A87F60B107FD}"/>
                    </a:ext>
                  </a:extLst>
                </p14:cNvPr>
                <p14:cNvContentPartPr/>
                <p14:nvPr/>
              </p14:nvContentPartPr>
              <p14:xfrm>
                <a:off x="6303383" y="6317505"/>
                <a:ext cx="20520" cy="178560"/>
              </p14:xfrm>
            </p:contentPart>
          </mc:Choice>
          <mc:Fallback xmlns="">
            <p:pic>
              <p:nvPicPr>
                <p:cNvPr id="167" name="Ink 166">
                  <a:extLst>
                    <a:ext uri="{FF2B5EF4-FFF2-40B4-BE49-F238E27FC236}">
                      <a16:creationId xmlns:a16="http://schemas.microsoft.com/office/drawing/2014/main" id="{471E0552-1564-18F7-AD38-A87F60B107FD}"/>
                    </a:ext>
                  </a:extLst>
                </p:cNvPr>
                <p:cNvPicPr/>
                <p:nvPr/>
              </p:nvPicPr>
              <p:blipFill>
                <a:blip r:embed="rId288"/>
                <a:stretch>
                  <a:fillRect/>
                </a:stretch>
              </p:blipFill>
              <p:spPr>
                <a:xfrm>
                  <a:off x="6297263" y="6311385"/>
                  <a:ext cx="3276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68" name="Ink 167">
                  <a:extLst>
                    <a:ext uri="{FF2B5EF4-FFF2-40B4-BE49-F238E27FC236}">
                      <a16:creationId xmlns:a16="http://schemas.microsoft.com/office/drawing/2014/main" id="{533C2BB0-106E-1369-7E67-B79BFE82E5BC}"/>
                    </a:ext>
                  </a:extLst>
                </p14:cNvPr>
                <p14:cNvContentPartPr/>
                <p14:nvPr/>
              </p14:nvContentPartPr>
              <p14:xfrm>
                <a:off x="6094943" y="6274665"/>
                <a:ext cx="213480" cy="290880"/>
              </p14:xfrm>
            </p:contentPart>
          </mc:Choice>
          <mc:Fallback xmlns="">
            <p:pic>
              <p:nvPicPr>
                <p:cNvPr id="168" name="Ink 167">
                  <a:extLst>
                    <a:ext uri="{FF2B5EF4-FFF2-40B4-BE49-F238E27FC236}">
                      <a16:creationId xmlns:a16="http://schemas.microsoft.com/office/drawing/2014/main" id="{533C2BB0-106E-1369-7E67-B79BFE82E5BC}"/>
                    </a:ext>
                  </a:extLst>
                </p:cNvPr>
                <p:cNvPicPr/>
                <p:nvPr/>
              </p:nvPicPr>
              <p:blipFill>
                <a:blip r:embed="rId290"/>
                <a:stretch>
                  <a:fillRect/>
                </a:stretch>
              </p:blipFill>
              <p:spPr>
                <a:xfrm>
                  <a:off x="6088823" y="6268545"/>
                  <a:ext cx="22572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69" name="Ink 168">
                  <a:extLst>
                    <a:ext uri="{FF2B5EF4-FFF2-40B4-BE49-F238E27FC236}">
                      <a16:creationId xmlns:a16="http://schemas.microsoft.com/office/drawing/2014/main" id="{A48556EB-21BB-97A8-D967-44742108BEA1}"/>
                    </a:ext>
                  </a:extLst>
                </p14:cNvPr>
                <p14:cNvContentPartPr/>
                <p14:nvPr/>
              </p14:nvContentPartPr>
              <p14:xfrm>
                <a:off x="6147503" y="6652665"/>
                <a:ext cx="87120" cy="19080"/>
              </p14:xfrm>
            </p:contentPart>
          </mc:Choice>
          <mc:Fallback xmlns="">
            <p:pic>
              <p:nvPicPr>
                <p:cNvPr id="169" name="Ink 168">
                  <a:extLst>
                    <a:ext uri="{FF2B5EF4-FFF2-40B4-BE49-F238E27FC236}">
                      <a16:creationId xmlns:a16="http://schemas.microsoft.com/office/drawing/2014/main" id="{A48556EB-21BB-97A8-D967-44742108BEA1}"/>
                    </a:ext>
                  </a:extLst>
                </p:cNvPr>
                <p:cNvPicPr/>
                <p:nvPr/>
              </p:nvPicPr>
              <p:blipFill>
                <a:blip r:embed="rId292"/>
                <a:stretch>
                  <a:fillRect/>
                </a:stretch>
              </p:blipFill>
              <p:spPr>
                <a:xfrm>
                  <a:off x="6141383" y="6646545"/>
                  <a:ext cx="99360" cy="31320"/>
                </a:xfrm>
                <a:prstGeom prst="rect">
                  <a:avLst/>
                </a:prstGeom>
              </p:spPr>
            </p:pic>
          </mc:Fallback>
        </mc:AlternateContent>
      </p:grpSp>
    </p:spTree>
    <p:extLst>
      <p:ext uri="{BB962C8B-B14F-4D97-AF65-F5344CB8AC3E}">
        <p14:creationId xmlns:p14="http://schemas.microsoft.com/office/powerpoint/2010/main" val="2952753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0E69AC-3359-5F4F-2EAF-912E9E802506}"/>
              </a:ext>
            </a:extLst>
          </p:cNvPr>
          <p:cNvPicPr>
            <a:picLocks noChangeAspect="1"/>
          </p:cNvPicPr>
          <p:nvPr/>
        </p:nvPicPr>
        <p:blipFill>
          <a:blip r:embed="rId2"/>
          <a:stretch>
            <a:fillRect/>
          </a:stretch>
        </p:blipFill>
        <p:spPr>
          <a:xfrm>
            <a:off x="0" y="0"/>
            <a:ext cx="12192000" cy="6136708"/>
          </a:xfrm>
          <a:prstGeom prst="rect">
            <a:avLst/>
          </a:prstGeom>
        </p:spPr>
      </p:pic>
      <p:grpSp>
        <p:nvGrpSpPr>
          <p:cNvPr id="21" name="Group 20">
            <a:extLst>
              <a:ext uri="{FF2B5EF4-FFF2-40B4-BE49-F238E27FC236}">
                <a16:creationId xmlns:a16="http://schemas.microsoft.com/office/drawing/2014/main" id="{A24647A5-E011-D578-0390-B3D85EF0567A}"/>
              </a:ext>
            </a:extLst>
          </p:cNvPr>
          <p:cNvGrpSpPr/>
          <p:nvPr/>
        </p:nvGrpSpPr>
        <p:grpSpPr>
          <a:xfrm>
            <a:off x="7722503" y="6245865"/>
            <a:ext cx="2733480" cy="484200"/>
            <a:chOff x="7722503" y="6245865"/>
            <a:chExt cx="2733480" cy="48420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AD263DA7-1AEF-CC6E-E908-2E147C69CD55}"/>
                    </a:ext>
                  </a:extLst>
                </p14:cNvPr>
                <p14:cNvContentPartPr/>
                <p14:nvPr/>
              </p14:nvContentPartPr>
              <p14:xfrm>
                <a:off x="10431503" y="6325785"/>
                <a:ext cx="24480" cy="247320"/>
              </p14:xfrm>
            </p:contentPart>
          </mc:Choice>
          <mc:Fallback xmlns="">
            <p:pic>
              <p:nvPicPr>
                <p:cNvPr id="5" name="Ink 4">
                  <a:extLst>
                    <a:ext uri="{FF2B5EF4-FFF2-40B4-BE49-F238E27FC236}">
                      <a16:creationId xmlns:a16="http://schemas.microsoft.com/office/drawing/2014/main" id="{AD263DA7-1AEF-CC6E-E908-2E147C69CD55}"/>
                    </a:ext>
                  </a:extLst>
                </p:cNvPr>
                <p:cNvPicPr/>
                <p:nvPr/>
              </p:nvPicPr>
              <p:blipFill>
                <a:blip r:embed="rId4"/>
                <a:stretch>
                  <a:fillRect/>
                </a:stretch>
              </p:blipFill>
              <p:spPr>
                <a:xfrm>
                  <a:off x="10427183" y="6321105"/>
                  <a:ext cx="3312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540CFE38-1E80-D7AE-F1DC-C064ED97BB16}"/>
                    </a:ext>
                  </a:extLst>
                </p14:cNvPr>
                <p14:cNvContentPartPr/>
                <p14:nvPr/>
              </p14:nvContentPartPr>
              <p14:xfrm>
                <a:off x="10054583" y="6323625"/>
                <a:ext cx="248040" cy="264960"/>
              </p14:xfrm>
            </p:contentPart>
          </mc:Choice>
          <mc:Fallback xmlns="">
            <p:pic>
              <p:nvPicPr>
                <p:cNvPr id="6" name="Ink 5">
                  <a:extLst>
                    <a:ext uri="{FF2B5EF4-FFF2-40B4-BE49-F238E27FC236}">
                      <a16:creationId xmlns:a16="http://schemas.microsoft.com/office/drawing/2014/main" id="{540CFE38-1E80-D7AE-F1DC-C064ED97BB16}"/>
                    </a:ext>
                  </a:extLst>
                </p:cNvPr>
                <p:cNvPicPr/>
                <p:nvPr/>
              </p:nvPicPr>
              <p:blipFill>
                <a:blip r:embed="rId6"/>
                <a:stretch>
                  <a:fillRect/>
                </a:stretch>
              </p:blipFill>
              <p:spPr>
                <a:xfrm>
                  <a:off x="10050263" y="6319305"/>
                  <a:ext cx="25668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EE848414-8362-CBD0-6896-981607AF7D12}"/>
                    </a:ext>
                  </a:extLst>
                </p14:cNvPr>
                <p14:cNvContentPartPr/>
                <p14:nvPr/>
              </p14:nvContentPartPr>
              <p14:xfrm>
                <a:off x="9888623" y="6340185"/>
                <a:ext cx="288720" cy="275400"/>
              </p14:xfrm>
            </p:contentPart>
          </mc:Choice>
          <mc:Fallback xmlns="">
            <p:pic>
              <p:nvPicPr>
                <p:cNvPr id="7" name="Ink 6">
                  <a:extLst>
                    <a:ext uri="{FF2B5EF4-FFF2-40B4-BE49-F238E27FC236}">
                      <a16:creationId xmlns:a16="http://schemas.microsoft.com/office/drawing/2014/main" id="{EE848414-8362-CBD0-6896-981607AF7D12}"/>
                    </a:ext>
                  </a:extLst>
                </p:cNvPr>
                <p:cNvPicPr/>
                <p:nvPr/>
              </p:nvPicPr>
              <p:blipFill>
                <a:blip r:embed="rId8"/>
                <a:stretch>
                  <a:fillRect/>
                </a:stretch>
              </p:blipFill>
              <p:spPr>
                <a:xfrm>
                  <a:off x="9884303" y="6335865"/>
                  <a:ext cx="29736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D3B7EF6D-0F8D-EEC2-300D-C3C562C3218D}"/>
                    </a:ext>
                  </a:extLst>
                </p14:cNvPr>
                <p14:cNvContentPartPr/>
                <p14:nvPr/>
              </p14:nvContentPartPr>
              <p14:xfrm>
                <a:off x="10042703" y="6245865"/>
                <a:ext cx="40680" cy="233640"/>
              </p14:xfrm>
            </p:contentPart>
          </mc:Choice>
          <mc:Fallback xmlns="">
            <p:pic>
              <p:nvPicPr>
                <p:cNvPr id="8" name="Ink 7">
                  <a:extLst>
                    <a:ext uri="{FF2B5EF4-FFF2-40B4-BE49-F238E27FC236}">
                      <a16:creationId xmlns:a16="http://schemas.microsoft.com/office/drawing/2014/main" id="{D3B7EF6D-0F8D-EEC2-300D-C3C562C3218D}"/>
                    </a:ext>
                  </a:extLst>
                </p:cNvPr>
                <p:cNvPicPr/>
                <p:nvPr/>
              </p:nvPicPr>
              <p:blipFill>
                <a:blip r:embed="rId10"/>
                <a:stretch>
                  <a:fillRect/>
                </a:stretch>
              </p:blipFill>
              <p:spPr>
                <a:xfrm>
                  <a:off x="10038383" y="6241545"/>
                  <a:ext cx="4932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B7F0BDCF-1219-A71F-D364-3C6A0033AA61}"/>
                    </a:ext>
                  </a:extLst>
                </p14:cNvPr>
                <p14:cNvContentPartPr/>
                <p14:nvPr/>
              </p14:nvContentPartPr>
              <p14:xfrm>
                <a:off x="9428183" y="6387345"/>
                <a:ext cx="371160" cy="275400"/>
              </p14:xfrm>
            </p:contentPart>
          </mc:Choice>
          <mc:Fallback xmlns="">
            <p:pic>
              <p:nvPicPr>
                <p:cNvPr id="10" name="Ink 9">
                  <a:extLst>
                    <a:ext uri="{FF2B5EF4-FFF2-40B4-BE49-F238E27FC236}">
                      <a16:creationId xmlns:a16="http://schemas.microsoft.com/office/drawing/2014/main" id="{B7F0BDCF-1219-A71F-D364-3C6A0033AA61}"/>
                    </a:ext>
                  </a:extLst>
                </p:cNvPr>
                <p:cNvPicPr/>
                <p:nvPr/>
              </p:nvPicPr>
              <p:blipFill>
                <a:blip r:embed="rId12"/>
                <a:stretch>
                  <a:fillRect/>
                </a:stretch>
              </p:blipFill>
              <p:spPr>
                <a:xfrm>
                  <a:off x="9423863" y="6383025"/>
                  <a:ext cx="37980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72C8F146-0966-B75F-2416-65A423836DE0}"/>
                    </a:ext>
                  </a:extLst>
                </p14:cNvPr>
                <p14:cNvContentPartPr/>
                <p14:nvPr/>
              </p14:nvContentPartPr>
              <p14:xfrm>
                <a:off x="9504503" y="6314985"/>
                <a:ext cx="117720" cy="24480"/>
              </p14:xfrm>
            </p:contentPart>
          </mc:Choice>
          <mc:Fallback xmlns="">
            <p:pic>
              <p:nvPicPr>
                <p:cNvPr id="11" name="Ink 10">
                  <a:extLst>
                    <a:ext uri="{FF2B5EF4-FFF2-40B4-BE49-F238E27FC236}">
                      <a16:creationId xmlns:a16="http://schemas.microsoft.com/office/drawing/2014/main" id="{72C8F146-0966-B75F-2416-65A423836DE0}"/>
                    </a:ext>
                  </a:extLst>
                </p:cNvPr>
                <p:cNvPicPr/>
                <p:nvPr/>
              </p:nvPicPr>
              <p:blipFill>
                <a:blip r:embed="rId14"/>
                <a:stretch>
                  <a:fillRect/>
                </a:stretch>
              </p:blipFill>
              <p:spPr>
                <a:xfrm>
                  <a:off x="9500183" y="6310665"/>
                  <a:ext cx="12636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FB3849B7-78DF-F294-3AC0-5474D132FEB6}"/>
                    </a:ext>
                  </a:extLst>
                </p14:cNvPr>
                <p14:cNvContentPartPr/>
                <p14:nvPr/>
              </p14:nvContentPartPr>
              <p14:xfrm>
                <a:off x="9685583" y="6725745"/>
                <a:ext cx="4680" cy="4320"/>
              </p14:xfrm>
            </p:contentPart>
          </mc:Choice>
          <mc:Fallback xmlns="">
            <p:pic>
              <p:nvPicPr>
                <p:cNvPr id="12" name="Ink 11">
                  <a:extLst>
                    <a:ext uri="{FF2B5EF4-FFF2-40B4-BE49-F238E27FC236}">
                      <a16:creationId xmlns:a16="http://schemas.microsoft.com/office/drawing/2014/main" id="{FB3849B7-78DF-F294-3AC0-5474D132FEB6}"/>
                    </a:ext>
                  </a:extLst>
                </p:cNvPr>
                <p:cNvPicPr/>
                <p:nvPr/>
              </p:nvPicPr>
              <p:blipFill>
                <a:blip r:embed="rId16"/>
                <a:stretch>
                  <a:fillRect/>
                </a:stretch>
              </p:blipFill>
              <p:spPr>
                <a:xfrm>
                  <a:off x="9681263" y="6721425"/>
                  <a:ext cx="1332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ABFA566E-B367-CB41-9727-E16044F60264}"/>
                    </a:ext>
                  </a:extLst>
                </p14:cNvPr>
                <p14:cNvContentPartPr/>
                <p14:nvPr/>
              </p14:nvContentPartPr>
              <p14:xfrm>
                <a:off x="9280583" y="6404625"/>
                <a:ext cx="41760" cy="308520"/>
              </p14:xfrm>
            </p:contentPart>
          </mc:Choice>
          <mc:Fallback xmlns="">
            <p:pic>
              <p:nvPicPr>
                <p:cNvPr id="14" name="Ink 13">
                  <a:extLst>
                    <a:ext uri="{FF2B5EF4-FFF2-40B4-BE49-F238E27FC236}">
                      <a16:creationId xmlns:a16="http://schemas.microsoft.com/office/drawing/2014/main" id="{ABFA566E-B367-CB41-9727-E16044F60264}"/>
                    </a:ext>
                  </a:extLst>
                </p:cNvPr>
                <p:cNvPicPr/>
                <p:nvPr/>
              </p:nvPicPr>
              <p:blipFill>
                <a:blip r:embed="rId18"/>
                <a:stretch>
                  <a:fillRect/>
                </a:stretch>
              </p:blipFill>
              <p:spPr>
                <a:xfrm>
                  <a:off x="9276263" y="6400305"/>
                  <a:ext cx="5040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B5C89DD7-865F-94B2-BE79-3FE92ACAE17C}"/>
                    </a:ext>
                  </a:extLst>
                </p14:cNvPr>
                <p14:cNvContentPartPr/>
                <p14:nvPr/>
              </p14:nvContentPartPr>
              <p14:xfrm>
                <a:off x="8946503" y="6332625"/>
                <a:ext cx="295560" cy="264600"/>
              </p14:xfrm>
            </p:contentPart>
          </mc:Choice>
          <mc:Fallback xmlns="">
            <p:pic>
              <p:nvPicPr>
                <p:cNvPr id="15" name="Ink 14">
                  <a:extLst>
                    <a:ext uri="{FF2B5EF4-FFF2-40B4-BE49-F238E27FC236}">
                      <a16:creationId xmlns:a16="http://schemas.microsoft.com/office/drawing/2014/main" id="{B5C89DD7-865F-94B2-BE79-3FE92ACAE17C}"/>
                    </a:ext>
                  </a:extLst>
                </p:cNvPr>
                <p:cNvPicPr/>
                <p:nvPr/>
              </p:nvPicPr>
              <p:blipFill>
                <a:blip r:embed="rId20"/>
                <a:stretch>
                  <a:fillRect/>
                </a:stretch>
              </p:blipFill>
              <p:spPr>
                <a:xfrm>
                  <a:off x="8942183" y="6328305"/>
                  <a:ext cx="30420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2D4D0078-5023-A78C-C6EE-EE03933CCFE2}"/>
                    </a:ext>
                  </a:extLst>
                </p14:cNvPr>
                <p14:cNvContentPartPr/>
                <p14:nvPr/>
              </p14:nvContentPartPr>
              <p14:xfrm>
                <a:off x="9108503" y="6249465"/>
                <a:ext cx="132120" cy="120600"/>
              </p14:xfrm>
            </p:contentPart>
          </mc:Choice>
          <mc:Fallback xmlns="">
            <p:pic>
              <p:nvPicPr>
                <p:cNvPr id="16" name="Ink 15">
                  <a:extLst>
                    <a:ext uri="{FF2B5EF4-FFF2-40B4-BE49-F238E27FC236}">
                      <a16:creationId xmlns:a16="http://schemas.microsoft.com/office/drawing/2014/main" id="{2D4D0078-5023-A78C-C6EE-EE03933CCFE2}"/>
                    </a:ext>
                  </a:extLst>
                </p:cNvPr>
                <p:cNvPicPr/>
                <p:nvPr/>
              </p:nvPicPr>
              <p:blipFill>
                <a:blip r:embed="rId22"/>
                <a:stretch>
                  <a:fillRect/>
                </a:stretch>
              </p:blipFill>
              <p:spPr>
                <a:xfrm>
                  <a:off x="9104183" y="6245145"/>
                  <a:ext cx="14076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3D185FAC-0958-DA3E-A738-DB98B949E62E}"/>
                    </a:ext>
                  </a:extLst>
                </p14:cNvPr>
                <p14:cNvContentPartPr/>
                <p14:nvPr/>
              </p14:nvContentPartPr>
              <p14:xfrm>
                <a:off x="8481023" y="6354945"/>
                <a:ext cx="401760" cy="229320"/>
              </p14:xfrm>
            </p:contentPart>
          </mc:Choice>
          <mc:Fallback xmlns="">
            <p:pic>
              <p:nvPicPr>
                <p:cNvPr id="17" name="Ink 16">
                  <a:extLst>
                    <a:ext uri="{FF2B5EF4-FFF2-40B4-BE49-F238E27FC236}">
                      <a16:creationId xmlns:a16="http://schemas.microsoft.com/office/drawing/2014/main" id="{3D185FAC-0958-DA3E-A738-DB98B949E62E}"/>
                    </a:ext>
                  </a:extLst>
                </p:cNvPr>
                <p:cNvPicPr/>
                <p:nvPr/>
              </p:nvPicPr>
              <p:blipFill>
                <a:blip r:embed="rId24"/>
                <a:stretch>
                  <a:fillRect/>
                </a:stretch>
              </p:blipFill>
              <p:spPr>
                <a:xfrm>
                  <a:off x="8476703" y="6350625"/>
                  <a:ext cx="41040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F1B6D68E-0EF0-312D-43D0-1093DBA8825E}"/>
                    </a:ext>
                  </a:extLst>
                </p14:cNvPr>
                <p14:cNvContentPartPr/>
                <p14:nvPr/>
              </p14:nvContentPartPr>
              <p14:xfrm>
                <a:off x="8627543" y="6261345"/>
                <a:ext cx="137520" cy="105120"/>
              </p14:xfrm>
            </p:contentPart>
          </mc:Choice>
          <mc:Fallback xmlns="">
            <p:pic>
              <p:nvPicPr>
                <p:cNvPr id="18" name="Ink 17">
                  <a:extLst>
                    <a:ext uri="{FF2B5EF4-FFF2-40B4-BE49-F238E27FC236}">
                      <a16:creationId xmlns:a16="http://schemas.microsoft.com/office/drawing/2014/main" id="{F1B6D68E-0EF0-312D-43D0-1093DBA8825E}"/>
                    </a:ext>
                  </a:extLst>
                </p:cNvPr>
                <p:cNvPicPr/>
                <p:nvPr/>
              </p:nvPicPr>
              <p:blipFill>
                <a:blip r:embed="rId26"/>
                <a:stretch>
                  <a:fillRect/>
                </a:stretch>
              </p:blipFill>
              <p:spPr>
                <a:xfrm>
                  <a:off x="8623223" y="6257025"/>
                  <a:ext cx="14616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Ink 18">
                  <a:extLst>
                    <a:ext uri="{FF2B5EF4-FFF2-40B4-BE49-F238E27FC236}">
                      <a16:creationId xmlns:a16="http://schemas.microsoft.com/office/drawing/2014/main" id="{CFB42DF3-5E5B-77EA-3B74-A9F29E9C00C9}"/>
                    </a:ext>
                  </a:extLst>
                </p14:cNvPr>
                <p14:cNvContentPartPr/>
                <p14:nvPr/>
              </p14:nvContentPartPr>
              <p14:xfrm>
                <a:off x="7722503" y="6374025"/>
                <a:ext cx="687960" cy="221760"/>
              </p14:xfrm>
            </p:contentPart>
          </mc:Choice>
          <mc:Fallback xmlns="">
            <p:pic>
              <p:nvPicPr>
                <p:cNvPr id="19" name="Ink 18">
                  <a:extLst>
                    <a:ext uri="{FF2B5EF4-FFF2-40B4-BE49-F238E27FC236}">
                      <a16:creationId xmlns:a16="http://schemas.microsoft.com/office/drawing/2014/main" id="{CFB42DF3-5E5B-77EA-3B74-A9F29E9C00C9}"/>
                    </a:ext>
                  </a:extLst>
                </p:cNvPr>
                <p:cNvPicPr/>
                <p:nvPr/>
              </p:nvPicPr>
              <p:blipFill>
                <a:blip r:embed="rId28"/>
                <a:stretch>
                  <a:fillRect/>
                </a:stretch>
              </p:blipFill>
              <p:spPr>
                <a:xfrm>
                  <a:off x="7718183" y="6369705"/>
                  <a:ext cx="69660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Ink 19">
                  <a:extLst>
                    <a:ext uri="{FF2B5EF4-FFF2-40B4-BE49-F238E27FC236}">
                      <a16:creationId xmlns:a16="http://schemas.microsoft.com/office/drawing/2014/main" id="{1209B7C6-1A6A-FD01-F0B6-1C0D177D602C}"/>
                    </a:ext>
                  </a:extLst>
                </p14:cNvPr>
                <p14:cNvContentPartPr/>
                <p14:nvPr/>
              </p14:nvContentPartPr>
              <p14:xfrm>
                <a:off x="8122823" y="6307425"/>
                <a:ext cx="129240" cy="75600"/>
              </p14:xfrm>
            </p:contentPart>
          </mc:Choice>
          <mc:Fallback xmlns="">
            <p:pic>
              <p:nvPicPr>
                <p:cNvPr id="20" name="Ink 19">
                  <a:extLst>
                    <a:ext uri="{FF2B5EF4-FFF2-40B4-BE49-F238E27FC236}">
                      <a16:creationId xmlns:a16="http://schemas.microsoft.com/office/drawing/2014/main" id="{1209B7C6-1A6A-FD01-F0B6-1C0D177D602C}"/>
                    </a:ext>
                  </a:extLst>
                </p:cNvPr>
                <p:cNvPicPr/>
                <p:nvPr/>
              </p:nvPicPr>
              <p:blipFill>
                <a:blip r:embed="rId30"/>
                <a:stretch>
                  <a:fillRect/>
                </a:stretch>
              </p:blipFill>
              <p:spPr>
                <a:xfrm>
                  <a:off x="8118503" y="6303105"/>
                  <a:ext cx="137880" cy="84240"/>
                </a:xfrm>
                <a:prstGeom prst="rect">
                  <a:avLst/>
                </a:prstGeom>
              </p:spPr>
            </p:pic>
          </mc:Fallback>
        </mc:AlternateContent>
      </p:grpSp>
      <p:grpSp>
        <p:nvGrpSpPr>
          <p:cNvPr id="38" name="Group 37">
            <a:extLst>
              <a:ext uri="{FF2B5EF4-FFF2-40B4-BE49-F238E27FC236}">
                <a16:creationId xmlns:a16="http://schemas.microsoft.com/office/drawing/2014/main" id="{0D1D7E77-6D7E-A8F6-54D9-A74390F03E95}"/>
              </a:ext>
            </a:extLst>
          </p:cNvPr>
          <p:cNvGrpSpPr/>
          <p:nvPr/>
        </p:nvGrpSpPr>
        <p:grpSpPr>
          <a:xfrm>
            <a:off x="1001303" y="6309585"/>
            <a:ext cx="642600" cy="379440"/>
            <a:chOff x="1001303" y="6309585"/>
            <a:chExt cx="642600" cy="379440"/>
          </a:xfrm>
        </p:grpSpPr>
        <mc:AlternateContent xmlns:mc="http://schemas.openxmlformats.org/markup-compatibility/2006" xmlns:p14="http://schemas.microsoft.com/office/powerpoint/2010/main">
          <mc:Choice Requires="p14">
            <p:contentPart p14:bwMode="auto" r:id="rId31">
              <p14:nvContentPartPr>
                <p14:cNvPr id="22" name="Ink 21">
                  <a:extLst>
                    <a:ext uri="{FF2B5EF4-FFF2-40B4-BE49-F238E27FC236}">
                      <a16:creationId xmlns:a16="http://schemas.microsoft.com/office/drawing/2014/main" id="{4E079726-5647-934D-BDB3-17BEA617FF1D}"/>
                    </a:ext>
                  </a:extLst>
                </p14:cNvPr>
                <p14:cNvContentPartPr/>
                <p14:nvPr/>
              </p14:nvContentPartPr>
              <p14:xfrm>
                <a:off x="1001303" y="6309585"/>
                <a:ext cx="360000" cy="30960"/>
              </p14:xfrm>
            </p:contentPart>
          </mc:Choice>
          <mc:Fallback xmlns="">
            <p:pic>
              <p:nvPicPr>
                <p:cNvPr id="22" name="Ink 21">
                  <a:extLst>
                    <a:ext uri="{FF2B5EF4-FFF2-40B4-BE49-F238E27FC236}">
                      <a16:creationId xmlns:a16="http://schemas.microsoft.com/office/drawing/2014/main" id="{4E079726-5647-934D-BDB3-17BEA617FF1D}"/>
                    </a:ext>
                  </a:extLst>
                </p:cNvPr>
                <p:cNvPicPr/>
                <p:nvPr/>
              </p:nvPicPr>
              <p:blipFill>
                <a:blip r:embed="rId32"/>
                <a:stretch>
                  <a:fillRect/>
                </a:stretch>
              </p:blipFill>
              <p:spPr>
                <a:xfrm>
                  <a:off x="996983" y="6305265"/>
                  <a:ext cx="36864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 name="Ink 22">
                  <a:extLst>
                    <a:ext uri="{FF2B5EF4-FFF2-40B4-BE49-F238E27FC236}">
                      <a16:creationId xmlns:a16="http://schemas.microsoft.com/office/drawing/2014/main" id="{F68A361D-838D-5192-E752-725708613787}"/>
                    </a:ext>
                  </a:extLst>
                </p14:cNvPr>
                <p14:cNvContentPartPr/>
                <p14:nvPr/>
              </p14:nvContentPartPr>
              <p14:xfrm>
                <a:off x="1046663" y="6342345"/>
                <a:ext cx="219240" cy="308160"/>
              </p14:xfrm>
            </p:contentPart>
          </mc:Choice>
          <mc:Fallback xmlns="">
            <p:pic>
              <p:nvPicPr>
                <p:cNvPr id="23" name="Ink 22">
                  <a:extLst>
                    <a:ext uri="{FF2B5EF4-FFF2-40B4-BE49-F238E27FC236}">
                      <a16:creationId xmlns:a16="http://schemas.microsoft.com/office/drawing/2014/main" id="{F68A361D-838D-5192-E752-725708613787}"/>
                    </a:ext>
                  </a:extLst>
                </p:cNvPr>
                <p:cNvPicPr/>
                <p:nvPr/>
              </p:nvPicPr>
              <p:blipFill>
                <a:blip r:embed="rId34"/>
                <a:stretch>
                  <a:fillRect/>
                </a:stretch>
              </p:blipFill>
              <p:spPr>
                <a:xfrm>
                  <a:off x="1042343" y="6338025"/>
                  <a:ext cx="22788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4" name="Ink 23">
                  <a:extLst>
                    <a:ext uri="{FF2B5EF4-FFF2-40B4-BE49-F238E27FC236}">
                      <a16:creationId xmlns:a16="http://schemas.microsoft.com/office/drawing/2014/main" id="{9218A01B-E68A-411C-F0CC-182053FF8585}"/>
                    </a:ext>
                  </a:extLst>
                </p14:cNvPr>
                <p14:cNvContentPartPr/>
                <p14:nvPr/>
              </p14:nvContentPartPr>
              <p14:xfrm>
                <a:off x="1235303" y="6420105"/>
                <a:ext cx="408600" cy="268920"/>
              </p14:xfrm>
            </p:contentPart>
          </mc:Choice>
          <mc:Fallback xmlns="">
            <p:pic>
              <p:nvPicPr>
                <p:cNvPr id="24" name="Ink 23">
                  <a:extLst>
                    <a:ext uri="{FF2B5EF4-FFF2-40B4-BE49-F238E27FC236}">
                      <a16:creationId xmlns:a16="http://schemas.microsoft.com/office/drawing/2014/main" id="{9218A01B-E68A-411C-F0CC-182053FF8585}"/>
                    </a:ext>
                  </a:extLst>
                </p:cNvPr>
                <p:cNvPicPr/>
                <p:nvPr/>
              </p:nvPicPr>
              <p:blipFill>
                <a:blip r:embed="rId36"/>
                <a:stretch>
                  <a:fillRect/>
                </a:stretch>
              </p:blipFill>
              <p:spPr>
                <a:xfrm>
                  <a:off x="1230983" y="6415785"/>
                  <a:ext cx="417240" cy="277560"/>
                </a:xfrm>
                <a:prstGeom prst="rect">
                  <a:avLst/>
                </a:prstGeom>
              </p:spPr>
            </p:pic>
          </mc:Fallback>
        </mc:AlternateContent>
      </p:grpSp>
      <p:grpSp>
        <p:nvGrpSpPr>
          <p:cNvPr id="37" name="Group 36">
            <a:extLst>
              <a:ext uri="{FF2B5EF4-FFF2-40B4-BE49-F238E27FC236}">
                <a16:creationId xmlns:a16="http://schemas.microsoft.com/office/drawing/2014/main" id="{B9E52424-619E-9A07-48B9-43FED9885BF5}"/>
              </a:ext>
            </a:extLst>
          </p:cNvPr>
          <p:cNvGrpSpPr/>
          <p:nvPr/>
        </p:nvGrpSpPr>
        <p:grpSpPr>
          <a:xfrm>
            <a:off x="1941623" y="6456105"/>
            <a:ext cx="657000" cy="357480"/>
            <a:chOff x="1941623" y="6456105"/>
            <a:chExt cx="657000" cy="357480"/>
          </a:xfrm>
        </p:grpSpPr>
        <mc:AlternateContent xmlns:mc="http://schemas.openxmlformats.org/markup-compatibility/2006" xmlns:p14="http://schemas.microsoft.com/office/powerpoint/2010/main">
          <mc:Choice Requires="p14">
            <p:contentPart p14:bwMode="auto" r:id="rId37">
              <p14:nvContentPartPr>
                <p14:cNvPr id="25" name="Ink 24">
                  <a:extLst>
                    <a:ext uri="{FF2B5EF4-FFF2-40B4-BE49-F238E27FC236}">
                      <a16:creationId xmlns:a16="http://schemas.microsoft.com/office/drawing/2014/main" id="{74BB91AD-D924-E720-A939-F6978C3B2A5D}"/>
                    </a:ext>
                  </a:extLst>
                </p14:cNvPr>
                <p14:cNvContentPartPr/>
                <p14:nvPr/>
              </p14:nvContentPartPr>
              <p14:xfrm>
                <a:off x="1941623" y="6456105"/>
                <a:ext cx="179280" cy="220320"/>
              </p14:xfrm>
            </p:contentPart>
          </mc:Choice>
          <mc:Fallback xmlns="">
            <p:pic>
              <p:nvPicPr>
                <p:cNvPr id="25" name="Ink 24">
                  <a:extLst>
                    <a:ext uri="{FF2B5EF4-FFF2-40B4-BE49-F238E27FC236}">
                      <a16:creationId xmlns:a16="http://schemas.microsoft.com/office/drawing/2014/main" id="{74BB91AD-D924-E720-A939-F6978C3B2A5D}"/>
                    </a:ext>
                  </a:extLst>
                </p:cNvPr>
                <p:cNvPicPr/>
                <p:nvPr/>
              </p:nvPicPr>
              <p:blipFill>
                <a:blip r:embed="rId38"/>
                <a:stretch>
                  <a:fillRect/>
                </a:stretch>
              </p:blipFill>
              <p:spPr>
                <a:xfrm>
                  <a:off x="1937303" y="6451785"/>
                  <a:ext cx="18792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BE579555-F5D2-92F0-0DBF-F57DDA35068B}"/>
                    </a:ext>
                  </a:extLst>
                </p14:cNvPr>
                <p14:cNvContentPartPr/>
                <p14:nvPr/>
              </p14:nvContentPartPr>
              <p14:xfrm>
                <a:off x="2078063" y="6463665"/>
                <a:ext cx="190080" cy="277560"/>
              </p14:xfrm>
            </p:contentPart>
          </mc:Choice>
          <mc:Fallback xmlns="">
            <p:pic>
              <p:nvPicPr>
                <p:cNvPr id="26" name="Ink 25">
                  <a:extLst>
                    <a:ext uri="{FF2B5EF4-FFF2-40B4-BE49-F238E27FC236}">
                      <a16:creationId xmlns:a16="http://schemas.microsoft.com/office/drawing/2014/main" id="{BE579555-F5D2-92F0-0DBF-F57DDA35068B}"/>
                    </a:ext>
                  </a:extLst>
                </p:cNvPr>
                <p:cNvPicPr/>
                <p:nvPr/>
              </p:nvPicPr>
              <p:blipFill>
                <a:blip r:embed="rId40"/>
                <a:stretch>
                  <a:fillRect/>
                </a:stretch>
              </p:blipFill>
              <p:spPr>
                <a:xfrm>
                  <a:off x="2073743" y="6459345"/>
                  <a:ext cx="19872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7" name="Ink 26">
                  <a:extLst>
                    <a:ext uri="{FF2B5EF4-FFF2-40B4-BE49-F238E27FC236}">
                      <a16:creationId xmlns:a16="http://schemas.microsoft.com/office/drawing/2014/main" id="{220B2EC9-269F-16E1-CC76-571DE9B8651C}"/>
                    </a:ext>
                  </a:extLst>
                </p14:cNvPr>
                <p14:cNvContentPartPr/>
                <p14:nvPr/>
              </p14:nvContentPartPr>
              <p14:xfrm>
                <a:off x="2335463" y="6590385"/>
                <a:ext cx="89640" cy="199440"/>
              </p14:xfrm>
            </p:contentPart>
          </mc:Choice>
          <mc:Fallback xmlns="">
            <p:pic>
              <p:nvPicPr>
                <p:cNvPr id="27" name="Ink 26">
                  <a:extLst>
                    <a:ext uri="{FF2B5EF4-FFF2-40B4-BE49-F238E27FC236}">
                      <a16:creationId xmlns:a16="http://schemas.microsoft.com/office/drawing/2014/main" id="{220B2EC9-269F-16E1-CC76-571DE9B8651C}"/>
                    </a:ext>
                  </a:extLst>
                </p:cNvPr>
                <p:cNvPicPr/>
                <p:nvPr/>
              </p:nvPicPr>
              <p:blipFill>
                <a:blip r:embed="rId42"/>
                <a:stretch>
                  <a:fillRect/>
                </a:stretch>
              </p:blipFill>
              <p:spPr>
                <a:xfrm>
                  <a:off x="2331143" y="6586065"/>
                  <a:ext cx="9828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8" name="Ink 27">
                  <a:extLst>
                    <a:ext uri="{FF2B5EF4-FFF2-40B4-BE49-F238E27FC236}">
                      <a16:creationId xmlns:a16="http://schemas.microsoft.com/office/drawing/2014/main" id="{827FF602-18E9-F7CB-7C8E-3E4D94DBC675}"/>
                    </a:ext>
                  </a:extLst>
                </p14:cNvPr>
                <p14:cNvContentPartPr/>
                <p14:nvPr/>
              </p14:nvContentPartPr>
              <p14:xfrm>
                <a:off x="2291183" y="6665625"/>
                <a:ext cx="307440" cy="147960"/>
              </p14:xfrm>
            </p:contentPart>
          </mc:Choice>
          <mc:Fallback xmlns="">
            <p:pic>
              <p:nvPicPr>
                <p:cNvPr id="28" name="Ink 27">
                  <a:extLst>
                    <a:ext uri="{FF2B5EF4-FFF2-40B4-BE49-F238E27FC236}">
                      <a16:creationId xmlns:a16="http://schemas.microsoft.com/office/drawing/2014/main" id="{827FF602-18E9-F7CB-7C8E-3E4D94DBC675}"/>
                    </a:ext>
                  </a:extLst>
                </p:cNvPr>
                <p:cNvPicPr/>
                <p:nvPr/>
              </p:nvPicPr>
              <p:blipFill>
                <a:blip r:embed="rId44"/>
                <a:stretch>
                  <a:fillRect/>
                </a:stretch>
              </p:blipFill>
              <p:spPr>
                <a:xfrm>
                  <a:off x="2286863" y="6661305"/>
                  <a:ext cx="316080" cy="156600"/>
                </a:xfrm>
                <a:prstGeom prst="rect">
                  <a:avLst/>
                </a:prstGeom>
              </p:spPr>
            </p:pic>
          </mc:Fallback>
        </mc:AlternateContent>
      </p:grpSp>
      <p:grpSp>
        <p:nvGrpSpPr>
          <p:cNvPr id="36" name="Group 35">
            <a:extLst>
              <a:ext uri="{FF2B5EF4-FFF2-40B4-BE49-F238E27FC236}">
                <a16:creationId xmlns:a16="http://schemas.microsoft.com/office/drawing/2014/main" id="{A8E9F5A4-F485-ABFD-25E0-C5A7EB1770EC}"/>
              </a:ext>
            </a:extLst>
          </p:cNvPr>
          <p:cNvGrpSpPr/>
          <p:nvPr/>
        </p:nvGrpSpPr>
        <p:grpSpPr>
          <a:xfrm>
            <a:off x="2907143" y="6337665"/>
            <a:ext cx="974520" cy="359640"/>
            <a:chOff x="2907143" y="6337665"/>
            <a:chExt cx="974520" cy="359640"/>
          </a:xfrm>
        </p:grpSpPr>
        <mc:AlternateContent xmlns:mc="http://schemas.openxmlformats.org/markup-compatibility/2006" xmlns:p14="http://schemas.microsoft.com/office/powerpoint/2010/main">
          <mc:Choice Requires="p14">
            <p:contentPart p14:bwMode="auto" r:id="rId45">
              <p14:nvContentPartPr>
                <p14:cNvPr id="29" name="Ink 28">
                  <a:extLst>
                    <a:ext uri="{FF2B5EF4-FFF2-40B4-BE49-F238E27FC236}">
                      <a16:creationId xmlns:a16="http://schemas.microsoft.com/office/drawing/2014/main" id="{246D67A2-6E63-D3C9-B348-6D7F917C36A7}"/>
                    </a:ext>
                  </a:extLst>
                </p14:cNvPr>
                <p14:cNvContentPartPr/>
                <p14:nvPr/>
              </p14:nvContentPartPr>
              <p14:xfrm>
                <a:off x="2959703" y="6345945"/>
                <a:ext cx="297000" cy="9360"/>
              </p14:xfrm>
            </p:contentPart>
          </mc:Choice>
          <mc:Fallback xmlns="">
            <p:pic>
              <p:nvPicPr>
                <p:cNvPr id="29" name="Ink 28">
                  <a:extLst>
                    <a:ext uri="{FF2B5EF4-FFF2-40B4-BE49-F238E27FC236}">
                      <a16:creationId xmlns:a16="http://schemas.microsoft.com/office/drawing/2014/main" id="{246D67A2-6E63-D3C9-B348-6D7F917C36A7}"/>
                    </a:ext>
                  </a:extLst>
                </p:cNvPr>
                <p:cNvPicPr/>
                <p:nvPr/>
              </p:nvPicPr>
              <p:blipFill>
                <a:blip r:embed="rId46"/>
                <a:stretch>
                  <a:fillRect/>
                </a:stretch>
              </p:blipFill>
              <p:spPr>
                <a:xfrm>
                  <a:off x="2955383" y="6341625"/>
                  <a:ext cx="3056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0" name="Ink 29">
                  <a:extLst>
                    <a:ext uri="{FF2B5EF4-FFF2-40B4-BE49-F238E27FC236}">
                      <a16:creationId xmlns:a16="http://schemas.microsoft.com/office/drawing/2014/main" id="{87C9555D-0A4A-87E7-905B-3B3A4640D171}"/>
                    </a:ext>
                  </a:extLst>
                </p14:cNvPr>
                <p14:cNvContentPartPr/>
                <p14:nvPr/>
              </p14:nvContentPartPr>
              <p14:xfrm>
                <a:off x="2935223" y="6337665"/>
                <a:ext cx="84600" cy="320400"/>
              </p14:xfrm>
            </p:contentPart>
          </mc:Choice>
          <mc:Fallback xmlns="">
            <p:pic>
              <p:nvPicPr>
                <p:cNvPr id="30" name="Ink 29">
                  <a:extLst>
                    <a:ext uri="{FF2B5EF4-FFF2-40B4-BE49-F238E27FC236}">
                      <a16:creationId xmlns:a16="http://schemas.microsoft.com/office/drawing/2014/main" id="{87C9555D-0A4A-87E7-905B-3B3A4640D171}"/>
                    </a:ext>
                  </a:extLst>
                </p:cNvPr>
                <p:cNvPicPr/>
                <p:nvPr/>
              </p:nvPicPr>
              <p:blipFill>
                <a:blip r:embed="rId48"/>
                <a:stretch>
                  <a:fillRect/>
                </a:stretch>
              </p:blipFill>
              <p:spPr>
                <a:xfrm>
                  <a:off x="2930903" y="6333345"/>
                  <a:ext cx="9324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1" name="Ink 30">
                  <a:extLst>
                    <a:ext uri="{FF2B5EF4-FFF2-40B4-BE49-F238E27FC236}">
                      <a16:creationId xmlns:a16="http://schemas.microsoft.com/office/drawing/2014/main" id="{0B46557A-B236-7974-7D7B-6DCA4477441A}"/>
                    </a:ext>
                  </a:extLst>
                </p14:cNvPr>
                <p14:cNvContentPartPr/>
                <p14:nvPr/>
              </p14:nvContentPartPr>
              <p14:xfrm>
                <a:off x="2907143" y="6503625"/>
                <a:ext cx="319680" cy="32760"/>
              </p14:xfrm>
            </p:contentPart>
          </mc:Choice>
          <mc:Fallback xmlns="">
            <p:pic>
              <p:nvPicPr>
                <p:cNvPr id="31" name="Ink 30">
                  <a:extLst>
                    <a:ext uri="{FF2B5EF4-FFF2-40B4-BE49-F238E27FC236}">
                      <a16:creationId xmlns:a16="http://schemas.microsoft.com/office/drawing/2014/main" id="{0B46557A-B236-7974-7D7B-6DCA4477441A}"/>
                    </a:ext>
                  </a:extLst>
                </p:cNvPr>
                <p:cNvPicPr/>
                <p:nvPr/>
              </p:nvPicPr>
              <p:blipFill>
                <a:blip r:embed="rId50"/>
                <a:stretch>
                  <a:fillRect/>
                </a:stretch>
              </p:blipFill>
              <p:spPr>
                <a:xfrm>
                  <a:off x="2902823" y="6499305"/>
                  <a:ext cx="32832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2" name="Ink 31">
                  <a:extLst>
                    <a:ext uri="{FF2B5EF4-FFF2-40B4-BE49-F238E27FC236}">
                      <a16:creationId xmlns:a16="http://schemas.microsoft.com/office/drawing/2014/main" id="{63B11610-6648-229A-1E26-F4024B7E303A}"/>
                    </a:ext>
                  </a:extLst>
                </p14:cNvPr>
                <p14:cNvContentPartPr/>
                <p14:nvPr/>
              </p14:nvContentPartPr>
              <p14:xfrm>
                <a:off x="3243383" y="6375825"/>
                <a:ext cx="106920" cy="287640"/>
              </p14:xfrm>
            </p:contentPart>
          </mc:Choice>
          <mc:Fallback xmlns="">
            <p:pic>
              <p:nvPicPr>
                <p:cNvPr id="32" name="Ink 31">
                  <a:extLst>
                    <a:ext uri="{FF2B5EF4-FFF2-40B4-BE49-F238E27FC236}">
                      <a16:creationId xmlns:a16="http://schemas.microsoft.com/office/drawing/2014/main" id="{63B11610-6648-229A-1E26-F4024B7E303A}"/>
                    </a:ext>
                  </a:extLst>
                </p:cNvPr>
                <p:cNvPicPr/>
                <p:nvPr/>
              </p:nvPicPr>
              <p:blipFill>
                <a:blip r:embed="rId52"/>
                <a:stretch>
                  <a:fillRect/>
                </a:stretch>
              </p:blipFill>
              <p:spPr>
                <a:xfrm>
                  <a:off x="3239063" y="6371505"/>
                  <a:ext cx="11556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3" name="Ink 32">
                  <a:extLst>
                    <a:ext uri="{FF2B5EF4-FFF2-40B4-BE49-F238E27FC236}">
                      <a16:creationId xmlns:a16="http://schemas.microsoft.com/office/drawing/2014/main" id="{A98953A0-22E8-6CB9-6FFC-21F24B27C394}"/>
                    </a:ext>
                  </a:extLst>
                </p14:cNvPr>
                <p14:cNvContentPartPr/>
                <p14:nvPr/>
              </p14:nvContentPartPr>
              <p14:xfrm>
                <a:off x="3305663" y="6546465"/>
                <a:ext cx="159480" cy="135000"/>
              </p14:xfrm>
            </p:contentPart>
          </mc:Choice>
          <mc:Fallback xmlns="">
            <p:pic>
              <p:nvPicPr>
                <p:cNvPr id="33" name="Ink 32">
                  <a:extLst>
                    <a:ext uri="{FF2B5EF4-FFF2-40B4-BE49-F238E27FC236}">
                      <a16:creationId xmlns:a16="http://schemas.microsoft.com/office/drawing/2014/main" id="{A98953A0-22E8-6CB9-6FFC-21F24B27C394}"/>
                    </a:ext>
                  </a:extLst>
                </p:cNvPr>
                <p:cNvPicPr/>
                <p:nvPr/>
              </p:nvPicPr>
              <p:blipFill>
                <a:blip r:embed="rId54"/>
                <a:stretch>
                  <a:fillRect/>
                </a:stretch>
              </p:blipFill>
              <p:spPr>
                <a:xfrm>
                  <a:off x="3301343" y="6542145"/>
                  <a:ext cx="16812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4" name="Ink 33">
                  <a:extLst>
                    <a:ext uri="{FF2B5EF4-FFF2-40B4-BE49-F238E27FC236}">
                      <a16:creationId xmlns:a16="http://schemas.microsoft.com/office/drawing/2014/main" id="{5A62A946-E25B-B594-0C1A-1D0F3E7C64F4}"/>
                    </a:ext>
                  </a:extLst>
                </p14:cNvPr>
                <p14:cNvContentPartPr/>
                <p14:nvPr/>
              </p14:nvContentPartPr>
              <p14:xfrm>
                <a:off x="3498983" y="6550065"/>
                <a:ext cx="182880" cy="147240"/>
              </p14:xfrm>
            </p:contentPart>
          </mc:Choice>
          <mc:Fallback xmlns="">
            <p:pic>
              <p:nvPicPr>
                <p:cNvPr id="34" name="Ink 33">
                  <a:extLst>
                    <a:ext uri="{FF2B5EF4-FFF2-40B4-BE49-F238E27FC236}">
                      <a16:creationId xmlns:a16="http://schemas.microsoft.com/office/drawing/2014/main" id="{5A62A946-E25B-B594-0C1A-1D0F3E7C64F4}"/>
                    </a:ext>
                  </a:extLst>
                </p:cNvPr>
                <p:cNvPicPr/>
                <p:nvPr/>
              </p:nvPicPr>
              <p:blipFill>
                <a:blip r:embed="rId56"/>
                <a:stretch>
                  <a:fillRect/>
                </a:stretch>
              </p:blipFill>
              <p:spPr>
                <a:xfrm>
                  <a:off x="3494663" y="6545745"/>
                  <a:ext cx="19152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5" name="Ink 34">
                  <a:extLst>
                    <a:ext uri="{FF2B5EF4-FFF2-40B4-BE49-F238E27FC236}">
                      <a16:creationId xmlns:a16="http://schemas.microsoft.com/office/drawing/2014/main" id="{1E937136-84D4-F878-9CB5-EEAD74B1E4AB}"/>
                    </a:ext>
                  </a:extLst>
                </p14:cNvPr>
                <p14:cNvContentPartPr/>
                <p14:nvPr/>
              </p14:nvContentPartPr>
              <p14:xfrm>
                <a:off x="3679703" y="6514425"/>
                <a:ext cx="201960" cy="180360"/>
              </p14:xfrm>
            </p:contentPart>
          </mc:Choice>
          <mc:Fallback xmlns="">
            <p:pic>
              <p:nvPicPr>
                <p:cNvPr id="35" name="Ink 34">
                  <a:extLst>
                    <a:ext uri="{FF2B5EF4-FFF2-40B4-BE49-F238E27FC236}">
                      <a16:creationId xmlns:a16="http://schemas.microsoft.com/office/drawing/2014/main" id="{1E937136-84D4-F878-9CB5-EEAD74B1E4AB}"/>
                    </a:ext>
                  </a:extLst>
                </p:cNvPr>
                <p:cNvPicPr/>
                <p:nvPr/>
              </p:nvPicPr>
              <p:blipFill>
                <a:blip r:embed="rId58"/>
                <a:stretch>
                  <a:fillRect/>
                </a:stretch>
              </p:blipFill>
              <p:spPr>
                <a:xfrm>
                  <a:off x="3675383" y="6510105"/>
                  <a:ext cx="210600" cy="189000"/>
                </a:xfrm>
                <a:prstGeom prst="rect">
                  <a:avLst/>
                </a:prstGeom>
              </p:spPr>
            </p:pic>
          </mc:Fallback>
        </mc:AlternateContent>
      </p:grpSp>
      <p:grpSp>
        <p:nvGrpSpPr>
          <p:cNvPr id="45" name="Group 44">
            <a:extLst>
              <a:ext uri="{FF2B5EF4-FFF2-40B4-BE49-F238E27FC236}">
                <a16:creationId xmlns:a16="http://schemas.microsoft.com/office/drawing/2014/main" id="{0F1A1F15-F74C-43A4-BB2B-373C4ECD6FB8}"/>
              </a:ext>
            </a:extLst>
          </p:cNvPr>
          <p:cNvGrpSpPr/>
          <p:nvPr/>
        </p:nvGrpSpPr>
        <p:grpSpPr>
          <a:xfrm>
            <a:off x="4325183" y="6340905"/>
            <a:ext cx="1158120" cy="521280"/>
            <a:chOff x="4325183" y="6340905"/>
            <a:chExt cx="1158120" cy="521280"/>
          </a:xfrm>
        </p:grpSpPr>
        <mc:AlternateContent xmlns:mc="http://schemas.openxmlformats.org/markup-compatibility/2006" xmlns:p14="http://schemas.microsoft.com/office/powerpoint/2010/main">
          <mc:Choice Requires="p14">
            <p:contentPart p14:bwMode="auto" r:id="rId59">
              <p14:nvContentPartPr>
                <p14:cNvPr id="39" name="Ink 38">
                  <a:extLst>
                    <a:ext uri="{FF2B5EF4-FFF2-40B4-BE49-F238E27FC236}">
                      <a16:creationId xmlns:a16="http://schemas.microsoft.com/office/drawing/2014/main" id="{BB3EC97A-88F5-B9D0-E6A3-8B289846927F}"/>
                    </a:ext>
                  </a:extLst>
                </p14:cNvPr>
                <p14:cNvContentPartPr/>
                <p14:nvPr/>
              </p14:nvContentPartPr>
              <p14:xfrm>
                <a:off x="4434263" y="6415785"/>
                <a:ext cx="139320" cy="290520"/>
              </p14:xfrm>
            </p:contentPart>
          </mc:Choice>
          <mc:Fallback xmlns="">
            <p:pic>
              <p:nvPicPr>
                <p:cNvPr id="39" name="Ink 38">
                  <a:extLst>
                    <a:ext uri="{FF2B5EF4-FFF2-40B4-BE49-F238E27FC236}">
                      <a16:creationId xmlns:a16="http://schemas.microsoft.com/office/drawing/2014/main" id="{BB3EC97A-88F5-B9D0-E6A3-8B289846927F}"/>
                    </a:ext>
                  </a:extLst>
                </p:cNvPr>
                <p:cNvPicPr/>
                <p:nvPr/>
              </p:nvPicPr>
              <p:blipFill>
                <a:blip r:embed="rId60"/>
                <a:stretch>
                  <a:fillRect/>
                </a:stretch>
              </p:blipFill>
              <p:spPr>
                <a:xfrm>
                  <a:off x="4429943" y="6411465"/>
                  <a:ext cx="14796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0" name="Ink 39">
                  <a:extLst>
                    <a:ext uri="{FF2B5EF4-FFF2-40B4-BE49-F238E27FC236}">
                      <a16:creationId xmlns:a16="http://schemas.microsoft.com/office/drawing/2014/main" id="{17BB01CD-6287-7019-E295-C1431725B04F}"/>
                    </a:ext>
                  </a:extLst>
                </p14:cNvPr>
                <p14:cNvContentPartPr/>
                <p14:nvPr/>
              </p14:nvContentPartPr>
              <p14:xfrm>
                <a:off x="4626863" y="6481665"/>
                <a:ext cx="163440" cy="223560"/>
              </p14:xfrm>
            </p:contentPart>
          </mc:Choice>
          <mc:Fallback xmlns="">
            <p:pic>
              <p:nvPicPr>
                <p:cNvPr id="40" name="Ink 39">
                  <a:extLst>
                    <a:ext uri="{FF2B5EF4-FFF2-40B4-BE49-F238E27FC236}">
                      <a16:creationId xmlns:a16="http://schemas.microsoft.com/office/drawing/2014/main" id="{17BB01CD-6287-7019-E295-C1431725B04F}"/>
                    </a:ext>
                  </a:extLst>
                </p:cNvPr>
                <p:cNvPicPr/>
                <p:nvPr/>
              </p:nvPicPr>
              <p:blipFill>
                <a:blip r:embed="rId62"/>
                <a:stretch>
                  <a:fillRect/>
                </a:stretch>
              </p:blipFill>
              <p:spPr>
                <a:xfrm>
                  <a:off x="4622543" y="6477345"/>
                  <a:ext cx="17208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1" name="Ink 40">
                  <a:extLst>
                    <a:ext uri="{FF2B5EF4-FFF2-40B4-BE49-F238E27FC236}">
                      <a16:creationId xmlns:a16="http://schemas.microsoft.com/office/drawing/2014/main" id="{891F8A6F-65AB-95C9-0B60-7DCF0E326516}"/>
                    </a:ext>
                  </a:extLst>
                </p14:cNvPr>
                <p14:cNvContentPartPr/>
                <p14:nvPr/>
              </p14:nvContentPartPr>
              <p14:xfrm>
                <a:off x="4892543" y="6480945"/>
                <a:ext cx="146880" cy="204480"/>
              </p14:xfrm>
            </p:contentPart>
          </mc:Choice>
          <mc:Fallback xmlns="">
            <p:pic>
              <p:nvPicPr>
                <p:cNvPr id="41" name="Ink 40">
                  <a:extLst>
                    <a:ext uri="{FF2B5EF4-FFF2-40B4-BE49-F238E27FC236}">
                      <a16:creationId xmlns:a16="http://schemas.microsoft.com/office/drawing/2014/main" id="{891F8A6F-65AB-95C9-0B60-7DCF0E326516}"/>
                    </a:ext>
                  </a:extLst>
                </p:cNvPr>
                <p:cNvPicPr/>
                <p:nvPr/>
              </p:nvPicPr>
              <p:blipFill>
                <a:blip r:embed="rId64"/>
                <a:stretch>
                  <a:fillRect/>
                </a:stretch>
              </p:blipFill>
              <p:spPr>
                <a:xfrm>
                  <a:off x="4888223" y="6476625"/>
                  <a:ext cx="15552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2" name="Ink 41">
                  <a:extLst>
                    <a:ext uri="{FF2B5EF4-FFF2-40B4-BE49-F238E27FC236}">
                      <a16:creationId xmlns:a16="http://schemas.microsoft.com/office/drawing/2014/main" id="{50459247-9F69-1C47-3FBE-9247FC67543A}"/>
                    </a:ext>
                  </a:extLst>
                </p14:cNvPr>
                <p14:cNvContentPartPr/>
                <p14:nvPr/>
              </p14:nvContentPartPr>
              <p14:xfrm>
                <a:off x="5122583" y="6477345"/>
                <a:ext cx="168120" cy="252000"/>
              </p14:xfrm>
            </p:contentPart>
          </mc:Choice>
          <mc:Fallback xmlns="">
            <p:pic>
              <p:nvPicPr>
                <p:cNvPr id="42" name="Ink 41">
                  <a:extLst>
                    <a:ext uri="{FF2B5EF4-FFF2-40B4-BE49-F238E27FC236}">
                      <a16:creationId xmlns:a16="http://schemas.microsoft.com/office/drawing/2014/main" id="{50459247-9F69-1C47-3FBE-9247FC67543A}"/>
                    </a:ext>
                  </a:extLst>
                </p:cNvPr>
                <p:cNvPicPr/>
                <p:nvPr/>
              </p:nvPicPr>
              <p:blipFill>
                <a:blip r:embed="rId66"/>
                <a:stretch>
                  <a:fillRect/>
                </a:stretch>
              </p:blipFill>
              <p:spPr>
                <a:xfrm>
                  <a:off x="5118263" y="6473025"/>
                  <a:ext cx="17676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3" name="Ink 42">
                  <a:extLst>
                    <a:ext uri="{FF2B5EF4-FFF2-40B4-BE49-F238E27FC236}">
                      <a16:creationId xmlns:a16="http://schemas.microsoft.com/office/drawing/2014/main" id="{B06113F6-7BEE-6829-6102-6062EB0DE86C}"/>
                    </a:ext>
                  </a:extLst>
                </p14:cNvPr>
                <p14:cNvContentPartPr/>
                <p14:nvPr/>
              </p14:nvContentPartPr>
              <p14:xfrm>
                <a:off x="5334623" y="6340905"/>
                <a:ext cx="148680" cy="473400"/>
              </p14:xfrm>
            </p:contentPart>
          </mc:Choice>
          <mc:Fallback xmlns="">
            <p:pic>
              <p:nvPicPr>
                <p:cNvPr id="43" name="Ink 42">
                  <a:extLst>
                    <a:ext uri="{FF2B5EF4-FFF2-40B4-BE49-F238E27FC236}">
                      <a16:creationId xmlns:a16="http://schemas.microsoft.com/office/drawing/2014/main" id="{B06113F6-7BEE-6829-6102-6062EB0DE86C}"/>
                    </a:ext>
                  </a:extLst>
                </p:cNvPr>
                <p:cNvPicPr/>
                <p:nvPr/>
              </p:nvPicPr>
              <p:blipFill>
                <a:blip r:embed="rId68"/>
                <a:stretch>
                  <a:fillRect/>
                </a:stretch>
              </p:blipFill>
              <p:spPr>
                <a:xfrm>
                  <a:off x="5330303" y="6336585"/>
                  <a:ext cx="157320" cy="4820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4" name="Ink 43">
                  <a:extLst>
                    <a:ext uri="{FF2B5EF4-FFF2-40B4-BE49-F238E27FC236}">
                      <a16:creationId xmlns:a16="http://schemas.microsoft.com/office/drawing/2014/main" id="{58306843-8BE2-AC11-E5DB-AC9B10645003}"/>
                    </a:ext>
                  </a:extLst>
                </p14:cNvPr>
                <p14:cNvContentPartPr/>
                <p14:nvPr/>
              </p14:nvContentPartPr>
              <p14:xfrm>
                <a:off x="4325183" y="6348465"/>
                <a:ext cx="137520" cy="513720"/>
              </p14:xfrm>
            </p:contentPart>
          </mc:Choice>
          <mc:Fallback xmlns="">
            <p:pic>
              <p:nvPicPr>
                <p:cNvPr id="44" name="Ink 43">
                  <a:extLst>
                    <a:ext uri="{FF2B5EF4-FFF2-40B4-BE49-F238E27FC236}">
                      <a16:creationId xmlns:a16="http://schemas.microsoft.com/office/drawing/2014/main" id="{58306843-8BE2-AC11-E5DB-AC9B10645003}"/>
                    </a:ext>
                  </a:extLst>
                </p:cNvPr>
                <p:cNvPicPr/>
                <p:nvPr/>
              </p:nvPicPr>
              <p:blipFill>
                <a:blip r:embed="rId70"/>
                <a:stretch>
                  <a:fillRect/>
                </a:stretch>
              </p:blipFill>
              <p:spPr>
                <a:xfrm>
                  <a:off x="4320863" y="6344145"/>
                  <a:ext cx="146160" cy="522360"/>
                </a:xfrm>
                <a:prstGeom prst="rect">
                  <a:avLst/>
                </a:prstGeom>
              </p:spPr>
            </p:pic>
          </mc:Fallback>
        </mc:AlternateContent>
      </p:grpSp>
    </p:spTree>
    <p:extLst>
      <p:ext uri="{BB962C8B-B14F-4D97-AF65-F5344CB8AC3E}">
        <p14:creationId xmlns:p14="http://schemas.microsoft.com/office/powerpoint/2010/main" val="2863244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667CE9-3E90-E679-B749-60704D9337BC}"/>
              </a:ext>
            </a:extLst>
          </p:cNvPr>
          <p:cNvSpPr txBox="1"/>
          <p:nvPr/>
        </p:nvSpPr>
        <p:spPr>
          <a:xfrm>
            <a:off x="4193783" y="552261"/>
            <a:ext cx="7998217" cy="6370975"/>
          </a:xfrm>
          <a:prstGeom prst="rect">
            <a:avLst/>
          </a:prstGeom>
          <a:noFill/>
        </p:spPr>
        <p:txBody>
          <a:bodyPr wrap="square" rtlCol="0">
            <a:spAutoFit/>
          </a:bodyPr>
          <a:lstStyle/>
          <a:p>
            <a:pPr marL="457200" indent="-457200" algn="r" rtl="1">
              <a:buFont typeface="Arial" panose="020B0604020202020204" pitchFamily="34" charset="0"/>
              <a:buChar char="•"/>
            </a:pPr>
            <a:r>
              <a:rPr lang="ar-JO" sz="3400" dirty="0"/>
              <a:t> المبرمج يستخدم حاسوبا حجمه بقدر كوكب </a:t>
            </a:r>
          </a:p>
          <a:p>
            <a:pPr marL="457200" indent="-457200" algn="r" rtl="1">
              <a:buFont typeface="Arial" panose="020B0604020202020204" pitchFamily="34" charset="0"/>
              <a:buChar char="•"/>
            </a:pPr>
            <a:endParaRPr lang="ar-JO" sz="3400" dirty="0"/>
          </a:p>
          <a:p>
            <a:pPr marL="457200" indent="-457200" algn="r" rtl="1">
              <a:buFont typeface="Arial" panose="020B0604020202020204" pitchFamily="34" charset="0"/>
              <a:buChar char="•"/>
            </a:pPr>
            <a:r>
              <a:rPr lang="ar-JO" sz="3400" dirty="0"/>
              <a:t>المبرمج يكون عالما من مكونات أصلية في حالة أصلية</a:t>
            </a:r>
          </a:p>
          <a:p>
            <a:pPr marL="457200" indent="-457200" algn="r" rtl="1">
              <a:buFont typeface="Arial" panose="020B0604020202020204" pitchFamily="34" charset="0"/>
              <a:buChar char="•"/>
            </a:pPr>
            <a:endParaRPr lang="ar-JO" sz="3400" dirty="0"/>
          </a:p>
          <a:p>
            <a:pPr marL="457200" indent="-457200" algn="r" rtl="1">
              <a:buFont typeface="Arial" panose="020B0604020202020204" pitchFamily="34" charset="0"/>
              <a:buChar char="•"/>
            </a:pPr>
            <a:r>
              <a:rPr lang="ar-JO" sz="3400" dirty="0"/>
              <a:t>المبرمج يضع قوانين ديناميكية تحدد كيف يتحول "العالم" (المحاكاة) من الحالة الحالية إلى الحالة التالية </a:t>
            </a:r>
          </a:p>
          <a:p>
            <a:pPr marL="457200" indent="-457200" algn="r" rtl="1">
              <a:buFont typeface="Arial" panose="020B0604020202020204" pitchFamily="34" charset="0"/>
              <a:buChar char="•"/>
            </a:pPr>
            <a:endParaRPr lang="ar-JO" sz="3400" dirty="0"/>
          </a:p>
          <a:p>
            <a:pPr marL="457200" indent="-457200" algn="r" rtl="1">
              <a:buFont typeface="Arial" panose="020B0604020202020204" pitchFamily="34" charset="0"/>
              <a:buChar char="•"/>
            </a:pPr>
            <a:r>
              <a:rPr lang="ar-JO" sz="3400" dirty="0"/>
              <a:t>المبرمج يترك المحاكاة "تتطور" بنفسها </a:t>
            </a:r>
          </a:p>
          <a:p>
            <a:pPr marL="457200" indent="-457200" algn="r" rtl="1">
              <a:buFont typeface="Arial" panose="020B0604020202020204" pitchFamily="34" charset="0"/>
              <a:buChar char="•"/>
            </a:pPr>
            <a:endParaRPr lang="ar-JO" sz="3400" dirty="0"/>
          </a:p>
          <a:p>
            <a:pPr marL="457200" indent="-457200" algn="r" rtl="1">
              <a:buFont typeface="Arial" panose="020B0604020202020204" pitchFamily="34" charset="0"/>
              <a:buChar char="•"/>
            </a:pPr>
            <a:r>
              <a:rPr lang="ar-JO" sz="3400" dirty="0"/>
              <a:t>المبرمج يتدخل ويغير الحالة كيفما شاء متى شاء (المعجزة) </a:t>
            </a:r>
            <a:endParaRPr lang="en-US" sz="3400" dirty="0"/>
          </a:p>
        </p:txBody>
      </p:sp>
      <p:grpSp>
        <p:nvGrpSpPr>
          <p:cNvPr id="10" name="Group 9">
            <a:extLst>
              <a:ext uri="{FF2B5EF4-FFF2-40B4-BE49-F238E27FC236}">
                <a16:creationId xmlns:a16="http://schemas.microsoft.com/office/drawing/2014/main" id="{4C232687-7A71-92CE-5277-64BF93A0714E}"/>
              </a:ext>
            </a:extLst>
          </p:cNvPr>
          <p:cNvGrpSpPr/>
          <p:nvPr/>
        </p:nvGrpSpPr>
        <p:grpSpPr>
          <a:xfrm>
            <a:off x="192743" y="1025485"/>
            <a:ext cx="4071960" cy="3181320"/>
            <a:chOff x="702863" y="1035385"/>
            <a:chExt cx="4071960" cy="318132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462918A-FA5F-0BDB-92EB-DBCF94F9DD6F}"/>
                    </a:ext>
                  </a:extLst>
                </p14:cNvPr>
                <p14:cNvContentPartPr/>
                <p14:nvPr/>
              </p14:nvContentPartPr>
              <p14:xfrm>
                <a:off x="702863" y="1171465"/>
                <a:ext cx="146160" cy="2566080"/>
              </p14:xfrm>
            </p:contentPart>
          </mc:Choice>
          <mc:Fallback xmlns="">
            <p:pic>
              <p:nvPicPr>
                <p:cNvPr id="3" name="Ink 2">
                  <a:extLst>
                    <a:ext uri="{FF2B5EF4-FFF2-40B4-BE49-F238E27FC236}">
                      <a16:creationId xmlns:a16="http://schemas.microsoft.com/office/drawing/2014/main" id="{A462918A-FA5F-0BDB-92EB-DBCF94F9DD6F}"/>
                    </a:ext>
                  </a:extLst>
                </p:cNvPr>
                <p:cNvPicPr/>
                <p:nvPr/>
              </p:nvPicPr>
              <p:blipFill>
                <a:blip r:embed="rId3"/>
                <a:stretch>
                  <a:fillRect/>
                </a:stretch>
              </p:blipFill>
              <p:spPr>
                <a:xfrm>
                  <a:off x="694223" y="1162825"/>
                  <a:ext cx="163800" cy="2583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C17027A2-A514-F767-911C-4702D69E9D52}"/>
                    </a:ext>
                  </a:extLst>
                </p14:cNvPr>
                <p14:cNvContentPartPr/>
                <p14:nvPr/>
              </p14:nvContentPartPr>
              <p14:xfrm>
                <a:off x="878903" y="3780025"/>
                <a:ext cx="3720240" cy="432720"/>
              </p14:xfrm>
            </p:contentPart>
          </mc:Choice>
          <mc:Fallback xmlns="">
            <p:pic>
              <p:nvPicPr>
                <p:cNvPr id="4" name="Ink 3">
                  <a:extLst>
                    <a:ext uri="{FF2B5EF4-FFF2-40B4-BE49-F238E27FC236}">
                      <a16:creationId xmlns:a16="http://schemas.microsoft.com/office/drawing/2014/main" id="{C17027A2-A514-F767-911C-4702D69E9D52}"/>
                    </a:ext>
                  </a:extLst>
                </p:cNvPr>
                <p:cNvPicPr/>
                <p:nvPr/>
              </p:nvPicPr>
              <p:blipFill>
                <a:blip r:embed="rId5"/>
                <a:stretch>
                  <a:fillRect/>
                </a:stretch>
              </p:blipFill>
              <p:spPr>
                <a:xfrm>
                  <a:off x="869903" y="3771385"/>
                  <a:ext cx="3737880" cy="450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8FBCCD0C-8CCA-EFD2-A434-2C61B4374EAD}"/>
                    </a:ext>
                  </a:extLst>
                </p14:cNvPr>
                <p14:cNvContentPartPr/>
                <p14:nvPr/>
              </p14:nvContentPartPr>
              <p14:xfrm>
                <a:off x="4606703" y="1125745"/>
                <a:ext cx="168120" cy="3090960"/>
              </p14:xfrm>
            </p:contentPart>
          </mc:Choice>
          <mc:Fallback xmlns="">
            <p:pic>
              <p:nvPicPr>
                <p:cNvPr id="5" name="Ink 4">
                  <a:extLst>
                    <a:ext uri="{FF2B5EF4-FFF2-40B4-BE49-F238E27FC236}">
                      <a16:creationId xmlns:a16="http://schemas.microsoft.com/office/drawing/2014/main" id="{8FBCCD0C-8CCA-EFD2-A434-2C61B4374EAD}"/>
                    </a:ext>
                  </a:extLst>
                </p:cNvPr>
                <p:cNvPicPr/>
                <p:nvPr/>
              </p:nvPicPr>
              <p:blipFill>
                <a:blip r:embed="rId7"/>
                <a:stretch>
                  <a:fillRect/>
                </a:stretch>
              </p:blipFill>
              <p:spPr>
                <a:xfrm>
                  <a:off x="4597703" y="1116745"/>
                  <a:ext cx="185760" cy="3108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6F6D27F8-D6F3-8FAA-D411-872011DE1B10}"/>
                    </a:ext>
                  </a:extLst>
                </p14:cNvPr>
                <p14:cNvContentPartPr/>
                <p14:nvPr/>
              </p14:nvContentPartPr>
              <p14:xfrm>
                <a:off x="720143" y="1035385"/>
                <a:ext cx="4011480" cy="202320"/>
              </p14:xfrm>
            </p:contentPart>
          </mc:Choice>
          <mc:Fallback xmlns="">
            <p:pic>
              <p:nvPicPr>
                <p:cNvPr id="7" name="Ink 6">
                  <a:extLst>
                    <a:ext uri="{FF2B5EF4-FFF2-40B4-BE49-F238E27FC236}">
                      <a16:creationId xmlns:a16="http://schemas.microsoft.com/office/drawing/2014/main" id="{6F6D27F8-D6F3-8FAA-D411-872011DE1B10}"/>
                    </a:ext>
                  </a:extLst>
                </p:cNvPr>
                <p:cNvPicPr/>
                <p:nvPr/>
              </p:nvPicPr>
              <p:blipFill>
                <a:blip r:embed="rId9"/>
                <a:stretch>
                  <a:fillRect/>
                </a:stretch>
              </p:blipFill>
              <p:spPr>
                <a:xfrm>
                  <a:off x="711143" y="1026745"/>
                  <a:ext cx="402912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0A72E622-3287-7BE7-4EDF-9BB289A23F2B}"/>
                    </a:ext>
                  </a:extLst>
                </p14:cNvPr>
                <p14:cNvContentPartPr/>
                <p14:nvPr/>
              </p14:nvContentPartPr>
              <p14:xfrm>
                <a:off x="703223" y="1055185"/>
                <a:ext cx="56160" cy="193680"/>
              </p14:xfrm>
            </p:contentPart>
          </mc:Choice>
          <mc:Fallback xmlns="">
            <p:pic>
              <p:nvPicPr>
                <p:cNvPr id="9" name="Ink 8">
                  <a:extLst>
                    <a:ext uri="{FF2B5EF4-FFF2-40B4-BE49-F238E27FC236}">
                      <a16:creationId xmlns:a16="http://schemas.microsoft.com/office/drawing/2014/main" id="{0A72E622-3287-7BE7-4EDF-9BB289A23F2B}"/>
                    </a:ext>
                  </a:extLst>
                </p:cNvPr>
                <p:cNvPicPr/>
                <p:nvPr/>
              </p:nvPicPr>
              <p:blipFill>
                <a:blip r:embed="rId11"/>
                <a:stretch>
                  <a:fillRect/>
                </a:stretch>
              </p:blipFill>
              <p:spPr>
                <a:xfrm>
                  <a:off x="694223" y="1046545"/>
                  <a:ext cx="73800" cy="211320"/>
                </a:xfrm>
                <a:prstGeom prst="rect">
                  <a:avLst/>
                </a:prstGeom>
              </p:spPr>
            </p:pic>
          </mc:Fallback>
        </mc:AlternateContent>
      </p:grpSp>
      <p:grpSp>
        <p:nvGrpSpPr>
          <p:cNvPr id="34" name="Group 33">
            <a:extLst>
              <a:ext uri="{FF2B5EF4-FFF2-40B4-BE49-F238E27FC236}">
                <a16:creationId xmlns:a16="http://schemas.microsoft.com/office/drawing/2014/main" id="{54B3FA54-BB34-D5C7-CE3E-7C9FA5BF286D}"/>
              </a:ext>
            </a:extLst>
          </p:cNvPr>
          <p:cNvGrpSpPr/>
          <p:nvPr/>
        </p:nvGrpSpPr>
        <p:grpSpPr>
          <a:xfrm>
            <a:off x="1337183" y="4795585"/>
            <a:ext cx="2242080" cy="746640"/>
            <a:chOff x="1337183" y="4795585"/>
            <a:chExt cx="2242080" cy="746640"/>
          </a:xfrm>
        </p:grpSpPr>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A5B946ED-9223-C9F7-3C8A-862375B921B5}"/>
                    </a:ext>
                  </a:extLst>
                </p14:cNvPr>
                <p14:cNvContentPartPr/>
                <p14:nvPr/>
              </p14:nvContentPartPr>
              <p14:xfrm>
                <a:off x="3320063" y="4847065"/>
                <a:ext cx="259200" cy="248400"/>
              </p14:xfrm>
            </p:contentPart>
          </mc:Choice>
          <mc:Fallback xmlns="">
            <p:pic>
              <p:nvPicPr>
                <p:cNvPr id="23" name="Ink 22">
                  <a:extLst>
                    <a:ext uri="{FF2B5EF4-FFF2-40B4-BE49-F238E27FC236}">
                      <a16:creationId xmlns:a16="http://schemas.microsoft.com/office/drawing/2014/main" id="{A5B946ED-9223-C9F7-3C8A-862375B921B5}"/>
                    </a:ext>
                  </a:extLst>
                </p:cNvPr>
                <p:cNvPicPr/>
                <p:nvPr/>
              </p:nvPicPr>
              <p:blipFill>
                <a:blip r:embed="rId13"/>
                <a:stretch>
                  <a:fillRect/>
                </a:stretch>
              </p:blipFill>
              <p:spPr>
                <a:xfrm>
                  <a:off x="3311423" y="4838065"/>
                  <a:ext cx="27684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Ink 23">
                  <a:extLst>
                    <a:ext uri="{FF2B5EF4-FFF2-40B4-BE49-F238E27FC236}">
                      <a16:creationId xmlns:a16="http://schemas.microsoft.com/office/drawing/2014/main" id="{43FF3614-B270-1D66-0BFE-914A17DF2A9B}"/>
                    </a:ext>
                  </a:extLst>
                </p14:cNvPr>
                <p14:cNvContentPartPr/>
                <p14:nvPr/>
              </p14:nvContentPartPr>
              <p14:xfrm>
                <a:off x="2980583" y="4847785"/>
                <a:ext cx="281160" cy="466920"/>
              </p14:xfrm>
            </p:contentPart>
          </mc:Choice>
          <mc:Fallback xmlns="">
            <p:pic>
              <p:nvPicPr>
                <p:cNvPr id="24" name="Ink 23">
                  <a:extLst>
                    <a:ext uri="{FF2B5EF4-FFF2-40B4-BE49-F238E27FC236}">
                      <a16:creationId xmlns:a16="http://schemas.microsoft.com/office/drawing/2014/main" id="{43FF3614-B270-1D66-0BFE-914A17DF2A9B}"/>
                    </a:ext>
                  </a:extLst>
                </p:cNvPr>
                <p:cNvPicPr/>
                <p:nvPr/>
              </p:nvPicPr>
              <p:blipFill>
                <a:blip r:embed="rId15"/>
                <a:stretch>
                  <a:fillRect/>
                </a:stretch>
              </p:blipFill>
              <p:spPr>
                <a:xfrm>
                  <a:off x="2971583" y="4839145"/>
                  <a:ext cx="298800" cy="484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3F5DDA46-8488-C558-CCDF-45D491BECE87}"/>
                    </a:ext>
                  </a:extLst>
                </p14:cNvPr>
                <p14:cNvContentPartPr/>
                <p14:nvPr/>
              </p14:nvContentPartPr>
              <p14:xfrm>
                <a:off x="2384063" y="4996105"/>
                <a:ext cx="463320" cy="288000"/>
              </p14:xfrm>
            </p:contentPart>
          </mc:Choice>
          <mc:Fallback xmlns="">
            <p:pic>
              <p:nvPicPr>
                <p:cNvPr id="26" name="Ink 25">
                  <a:extLst>
                    <a:ext uri="{FF2B5EF4-FFF2-40B4-BE49-F238E27FC236}">
                      <a16:creationId xmlns:a16="http://schemas.microsoft.com/office/drawing/2014/main" id="{3F5DDA46-8488-C558-CCDF-45D491BECE87}"/>
                    </a:ext>
                  </a:extLst>
                </p:cNvPr>
                <p:cNvPicPr/>
                <p:nvPr/>
              </p:nvPicPr>
              <p:blipFill>
                <a:blip r:embed="rId17"/>
                <a:stretch>
                  <a:fillRect/>
                </a:stretch>
              </p:blipFill>
              <p:spPr>
                <a:xfrm>
                  <a:off x="2375063" y="4987105"/>
                  <a:ext cx="48096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7" name="Ink 26">
                  <a:extLst>
                    <a:ext uri="{FF2B5EF4-FFF2-40B4-BE49-F238E27FC236}">
                      <a16:creationId xmlns:a16="http://schemas.microsoft.com/office/drawing/2014/main" id="{C325D777-7030-24AC-0F4C-589F16C56DDD}"/>
                    </a:ext>
                  </a:extLst>
                </p14:cNvPr>
                <p14:cNvContentPartPr/>
                <p14:nvPr/>
              </p14:nvContentPartPr>
              <p14:xfrm>
                <a:off x="2196863" y="5135425"/>
                <a:ext cx="200880" cy="181800"/>
              </p14:xfrm>
            </p:contentPart>
          </mc:Choice>
          <mc:Fallback xmlns="">
            <p:pic>
              <p:nvPicPr>
                <p:cNvPr id="27" name="Ink 26">
                  <a:extLst>
                    <a:ext uri="{FF2B5EF4-FFF2-40B4-BE49-F238E27FC236}">
                      <a16:creationId xmlns:a16="http://schemas.microsoft.com/office/drawing/2014/main" id="{C325D777-7030-24AC-0F4C-589F16C56DDD}"/>
                    </a:ext>
                  </a:extLst>
                </p:cNvPr>
                <p:cNvPicPr/>
                <p:nvPr/>
              </p:nvPicPr>
              <p:blipFill>
                <a:blip r:embed="rId19"/>
                <a:stretch>
                  <a:fillRect/>
                </a:stretch>
              </p:blipFill>
              <p:spPr>
                <a:xfrm>
                  <a:off x="2188223" y="5126785"/>
                  <a:ext cx="21852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9" name="Ink 28">
                  <a:extLst>
                    <a:ext uri="{FF2B5EF4-FFF2-40B4-BE49-F238E27FC236}">
                      <a16:creationId xmlns:a16="http://schemas.microsoft.com/office/drawing/2014/main" id="{EE1A307F-ACD3-87D6-7DB4-7DE26BDF1702}"/>
                    </a:ext>
                  </a:extLst>
                </p14:cNvPr>
                <p14:cNvContentPartPr/>
                <p14:nvPr/>
              </p14:nvContentPartPr>
              <p14:xfrm>
                <a:off x="2047823" y="5037145"/>
                <a:ext cx="189000" cy="241920"/>
              </p14:xfrm>
            </p:contentPart>
          </mc:Choice>
          <mc:Fallback xmlns="">
            <p:pic>
              <p:nvPicPr>
                <p:cNvPr id="29" name="Ink 28">
                  <a:extLst>
                    <a:ext uri="{FF2B5EF4-FFF2-40B4-BE49-F238E27FC236}">
                      <a16:creationId xmlns:a16="http://schemas.microsoft.com/office/drawing/2014/main" id="{EE1A307F-ACD3-87D6-7DB4-7DE26BDF1702}"/>
                    </a:ext>
                  </a:extLst>
                </p:cNvPr>
                <p:cNvPicPr/>
                <p:nvPr/>
              </p:nvPicPr>
              <p:blipFill>
                <a:blip r:embed="rId21"/>
                <a:stretch>
                  <a:fillRect/>
                </a:stretch>
              </p:blipFill>
              <p:spPr>
                <a:xfrm>
                  <a:off x="2038823" y="5028145"/>
                  <a:ext cx="20664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1" name="Ink 30">
                  <a:extLst>
                    <a:ext uri="{FF2B5EF4-FFF2-40B4-BE49-F238E27FC236}">
                      <a16:creationId xmlns:a16="http://schemas.microsoft.com/office/drawing/2014/main" id="{8BC3E4EC-44C2-08F4-AFB3-F0AB58D2F47E}"/>
                    </a:ext>
                  </a:extLst>
                </p14:cNvPr>
                <p14:cNvContentPartPr/>
                <p14:nvPr/>
              </p14:nvContentPartPr>
              <p14:xfrm>
                <a:off x="1928303" y="4836265"/>
                <a:ext cx="37440" cy="309600"/>
              </p14:xfrm>
            </p:contentPart>
          </mc:Choice>
          <mc:Fallback xmlns="">
            <p:pic>
              <p:nvPicPr>
                <p:cNvPr id="31" name="Ink 30">
                  <a:extLst>
                    <a:ext uri="{FF2B5EF4-FFF2-40B4-BE49-F238E27FC236}">
                      <a16:creationId xmlns:a16="http://schemas.microsoft.com/office/drawing/2014/main" id="{8BC3E4EC-44C2-08F4-AFB3-F0AB58D2F47E}"/>
                    </a:ext>
                  </a:extLst>
                </p:cNvPr>
                <p:cNvPicPr/>
                <p:nvPr/>
              </p:nvPicPr>
              <p:blipFill>
                <a:blip r:embed="rId23"/>
                <a:stretch>
                  <a:fillRect/>
                </a:stretch>
              </p:blipFill>
              <p:spPr>
                <a:xfrm>
                  <a:off x="1919303" y="4827625"/>
                  <a:ext cx="5508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2" name="Ink 31">
                  <a:extLst>
                    <a:ext uri="{FF2B5EF4-FFF2-40B4-BE49-F238E27FC236}">
                      <a16:creationId xmlns:a16="http://schemas.microsoft.com/office/drawing/2014/main" id="{7A9410D5-00DB-F581-CE61-8CDBFC5C7EB7}"/>
                    </a:ext>
                  </a:extLst>
                </p14:cNvPr>
                <p14:cNvContentPartPr/>
                <p14:nvPr/>
              </p14:nvContentPartPr>
              <p14:xfrm>
                <a:off x="1337183" y="4795585"/>
                <a:ext cx="531720" cy="746640"/>
              </p14:xfrm>
            </p:contentPart>
          </mc:Choice>
          <mc:Fallback xmlns="">
            <p:pic>
              <p:nvPicPr>
                <p:cNvPr id="32" name="Ink 31">
                  <a:extLst>
                    <a:ext uri="{FF2B5EF4-FFF2-40B4-BE49-F238E27FC236}">
                      <a16:creationId xmlns:a16="http://schemas.microsoft.com/office/drawing/2014/main" id="{7A9410D5-00DB-F581-CE61-8CDBFC5C7EB7}"/>
                    </a:ext>
                  </a:extLst>
                </p:cNvPr>
                <p:cNvPicPr/>
                <p:nvPr/>
              </p:nvPicPr>
              <p:blipFill>
                <a:blip r:embed="rId25"/>
                <a:stretch>
                  <a:fillRect/>
                </a:stretch>
              </p:blipFill>
              <p:spPr>
                <a:xfrm>
                  <a:off x="1328543" y="4786945"/>
                  <a:ext cx="549360" cy="7642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3" name="Ink 32">
                  <a:extLst>
                    <a:ext uri="{FF2B5EF4-FFF2-40B4-BE49-F238E27FC236}">
                      <a16:creationId xmlns:a16="http://schemas.microsoft.com/office/drawing/2014/main" id="{8AD15746-57E2-9BC3-B69E-CCD1AE914018}"/>
                    </a:ext>
                  </a:extLst>
                </p14:cNvPr>
                <p14:cNvContentPartPr/>
                <p14:nvPr/>
              </p14:nvContentPartPr>
              <p14:xfrm>
                <a:off x="1671983" y="5452945"/>
                <a:ext cx="11520" cy="32400"/>
              </p14:xfrm>
            </p:contentPart>
          </mc:Choice>
          <mc:Fallback xmlns="">
            <p:pic>
              <p:nvPicPr>
                <p:cNvPr id="33" name="Ink 32">
                  <a:extLst>
                    <a:ext uri="{FF2B5EF4-FFF2-40B4-BE49-F238E27FC236}">
                      <a16:creationId xmlns:a16="http://schemas.microsoft.com/office/drawing/2014/main" id="{8AD15746-57E2-9BC3-B69E-CCD1AE914018}"/>
                    </a:ext>
                  </a:extLst>
                </p:cNvPr>
                <p:cNvPicPr/>
                <p:nvPr/>
              </p:nvPicPr>
              <p:blipFill>
                <a:blip r:embed="rId27"/>
                <a:stretch>
                  <a:fillRect/>
                </a:stretch>
              </p:blipFill>
              <p:spPr>
                <a:xfrm>
                  <a:off x="1663343" y="5444305"/>
                  <a:ext cx="29160" cy="50040"/>
                </a:xfrm>
                <a:prstGeom prst="rect">
                  <a:avLst/>
                </a:prstGeom>
              </p:spPr>
            </p:pic>
          </mc:Fallback>
        </mc:AlternateContent>
      </p:grpSp>
      <p:grpSp>
        <p:nvGrpSpPr>
          <p:cNvPr id="44" name="Group 43">
            <a:extLst>
              <a:ext uri="{FF2B5EF4-FFF2-40B4-BE49-F238E27FC236}">
                <a16:creationId xmlns:a16="http://schemas.microsoft.com/office/drawing/2014/main" id="{231321F3-8F00-68F7-07CF-CE2058CCD55F}"/>
              </a:ext>
            </a:extLst>
          </p:cNvPr>
          <p:cNvGrpSpPr/>
          <p:nvPr/>
        </p:nvGrpSpPr>
        <p:grpSpPr>
          <a:xfrm>
            <a:off x="191663" y="4930945"/>
            <a:ext cx="1143000" cy="532800"/>
            <a:chOff x="191663" y="4930945"/>
            <a:chExt cx="1143000" cy="532800"/>
          </a:xfrm>
        </p:grpSpPr>
        <mc:AlternateContent xmlns:mc="http://schemas.openxmlformats.org/markup-compatibility/2006" xmlns:p14="http://schemas.microsoft.com/office/powerpoint/2010/main">
          <mc:Choice Requires="p14">
            <p:contentPart p14:bwMode="auto" r:id="rId28">
              <p14:nvContentPartPr>
                <p14:cNvPr id="35" name="Ink 34">
                  <a:extLst>
                    <a:ext uri="{FF2B5EF4-FFF2-40B4-BE49-F238E27FC236}">
                      <a16:creationId xmlns:a16="http://schemas.microsoft.com/office/drawing/2014/main" id="{38670CD7-887B-49E8-8ACF-237099191146}"/>
                    </a:ext>
                  </a:extLst>
                </p14:cNvPr>
                <p14:cNvContentPartPr/>
                <p14:nvPr/>
              </p14:nvContentPartPr>
              <p14:xfrm>
                <a:off x="986183" y="5058025"/>
                <a:ext cx="348480" cy="224640"/>
              </p14:xfrm>
            </p:contentPart>
          </mc:Choice>
          <mc:Fallback xmlns="">
            <p:pic>
              <p:nvPicPr>
                <p:cNvPr id="35" name="Ink 34">
                  <a:extLst>
                    <a:ext uri="{FF2B5EF4-FFF2-40B4-BE49-F238E27FC236}">
                      <a16:creationId xmlns:a16="http://schemas.microsoft.com/office/drawing/2014/main" id="{38670CD7-887B-49E8-8ACF-237099191146}"/>
                    </a:ext>
                  </a:extLst>
                </p:cNvPr>
                <p:cNvPicPr/>
                <p:nvPr/>
              </p:nvPicPr>
              <p:blipFill>
                <a:blip r:embed="rId29"/>
                <a:stretch>
                  <a:fillRect/>
                </a:stretch>
              </p:blipFill>
              <p:spPr>
                <a:xfrm>
                  <a:off x="977543" y="5049385"/>
                  <a:ext cx="36612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6" name="Ink 35">
                  <a:extLst>
                    <a:ext uri="{FF2B5EF4-FFF2-40B4-BE49-F238E27FC236}">
                      <a16:creationId xmlns:a16="http://schemas.microsoft.com/office/drawing/2014/main" id="{7531C8DB-FA61-2C41-1092-B97919E4BF65}"/>
                    </a:ext>
                  </a:extLst>
                </p14:cNvPr>
                <p14:cNvContentPartPr/>
                <p14:nvPr/>
              </p14:nvContentPartPr>
              <p14:xfrm>
                <a:off x="1027943" y="4930945"/>
                <a:ext cx="20520" cy="26640"/>
              </p14:xfrm>
            </p:contentPart>
          </mc:Choice>
          <mc:Fallback xmlns="">
            <p:pic>
              <p:nvPicPr>
                <p:cNvPr id="36" name="Ink 35">
                  <a:extLst>
                    <a:ext uri="{FF2B5EF4-FFF2-40B4-BE49-F238E27FC236}">
                      <a16:creationId xmlns:a16="http://schemas.microsoft.com/office/drawing/2014/main" id="{7531C8DB-FA61-2C41-1092-B97919E4BF65}"/>
                    </a:ext>
                  </a:extLst>
                </p:cNvPr>
                <p:cNvPicPr/>
                <p:nvPr/>
              </p:nvPicPr>
              <p:blipFill>
                <a:blip r:embed="rId31"/>
                <a:stretch>
                  <a:fillRect/>
                </a:stretch>
              </p:blipFill>
              <p:spPr>
                <a:xfrm>
                  <a:off x="1018943" y="4921945"/>
                  <a:ext cx="3816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7" name="Ink 36">
                  <a:extLst>
                    <a:ext uri="{FF2B5EF4-FFF2-40B4-BE49-F238E27FC236}">
                      <a16:creationId xmlns:a16="http://schemas.microsoft.com/office/drawing/2014/main" id="{8A7FA533-7730-71C1-C32B-730607490FC5}"/>
                    </a:ext>
                  </a:extLst>
                </p14:cNvPr>
                <p14:cNvContentPartPr/>
                <p14:nvPr/>
              </p14:nvContentPartPr>
              <p14:xfrm>
                <a:off x="500183" y="5082865"/>
                <a:ext cx="377280" cy="237600"/>
              </p14:xfrm>
            </p:contentPart>
          </mc:Choice>
          <mc:Fallback xmlns="">
            <p:pic>
              <p:nvPicPr>
                <p:cNvPr id="37" name="Ink 36">
                  <a:extLst>
                    <a:ext uri="{FF2B5EF4-FFF2-40B4-BE49-F238E27FC236}">
                      <a16:creationId xmlns:a16="http://schemas.microsoft.com/office/drawing/2014/main" id="{8A7FA533-7730-71C1-C32B-730607490FC5}"/>
                    </a:ext>
                  </a:extLst>
                </p:cNvPr>
                <p:cNvPicPr/>
                <p:nvPr/>
              </p:nvPicPr>
              <p:blipFill>
                <a:blip r:embed="rId33"/>
                <a:stretch>
                  <a:fillRect/>
                </a:stretch>
              </p:blipFill>
              <p:spPr>
                <a:xfrm>
                  <a:off x="491543" y="5073865"/>
                  <a:ext cx="39492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8" name="Ink 37">
                  <a:extLst>
                    <a:ext uri="{FF2B5EF4-FFF2-40B4-BE49-F238E27FC236}">
                      <a16:creationId xmlns:a16="http://schemas.microsoft.com/office/drawing/2014/main" id="{7B941BE7-E97B-6D45-E966-D18D75E5B65C}"/>
                    </a:ext>
                  </a:extLst>
                </p14:cNvPr>
                <p14:cNvContentPartPr/>
                <p14:nvPr/>
              </p14:nvContentPartPr>
              <p14:xfrm>
                <a:off x="191663" y="5067025"/>
                <a:ext cx="268920" cy="292680"/>
              </p14:xfrm>
            </p:contentPart>
          </mc:Choice>
          <mc:Fallback xmlns="">
            <p:pic>
              <p:nvPicPr>
                <p:cNvPr id="38" name="Ink 37">
                  <a:extLst>
                    <a:ext uri="{FF2B5EF4-FFF2-40B4-BE49-F238E27FC236}">
                      <a16:creationId xmlns:a16="http://schemas.microsoft.com/office/drawing/2014/main" id="{7B941BE7-E97B-6D45-E966-D18D75E5B65C}"/>
                    </a:ext>
                  </a:extLst>
                </p:cNvPr>
                <p:cNvPicPr/>
                <p:nvPr/>
              </p:nvPicPr>
              <p:blipFill>
                <a:blip r:embed="rId35"/>
                <a:stretch>
                  <a:fillRect/>
                </a:stretch>
              </p:blipFill>
              <p:spPr>
                <a:xfrm>
                  <a:off x="183023" y="5058385"/>
                  <a:ext cx="28656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0" name="Ink 39">
                  <a:extLst>
                    <a:ext uri="{FF2B5EF4-FFF2-40B4-BE49-F238E27FC236}">
                      <a16:creationId xmlns:a16="http://schemas.microsoft.com/office/drawing/2014/main" id="{E0B2FB61-68A7-4407-C874-87BE3EA1862F}"/>
                    </a:ext>
                  </a:extLst>
                </p14:cNvPr>
                <p14:cNvContentPartPr/>
                <p14:nvPr/>
              </p14:nvContentPartPr>
              <p14:xfrm>
                <a:off x="260063" y="4932745"/>
                <a:ext cx="14760" cy="48960"/>
              </p14:xfrm>
            </p:contentPart>
          </mc:Choice>
          <mc:Fallback xmlns="">
            <p:pic>
              <p:nvPicPr>
                <p:cNvPr id="40" name="Ink 39">
                  <a:extLst>
                    <a:ext uri="{FF2B5EF4-FFF2-40B4-BE49-F238E27FC236}">
                      <a16:creationId xmlns:a16="http://schemas.microsoft.com/office/drawing/2014/main" id="{E0B2FB61-68A7-4407-C874-87BE3EA1862F}"/>
                    </a:ext>
                  </a:extLst>
                </p:cNvPr>
                <p:cNvPicPr/>
                <p:nvPr/>
              </p:nvPicPr>
              <p:blipFill>
                <a:blip r:embed="rId37"/>
                <a:stretch>
                  <a:fillRect/>
                </a:stretch>
              </p:blipFill>
              <p:spPr>
                <a:xfrm>
                  <a:off x="251063" y="4923745"/>
                  <a:ext cx="324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1" name="Ink 40">
                  <a:extLst>
                    <a:ext uri="{FF2B5EF4-FFF2-40B4-BE49-F238E27FC236}">
                      <a16:creationId xmlns:a16="http://schemas.microsoft.com/office/drawing/2014/main" id="{50BAF047-1685-63B8-407A-CE959C5B5253}"/>
                    </a:ext>
                  </a:extLst>
                </p14:cNvPr>
                <p14:cNvContentPartPr/>
                <p14:nvPr/>
              </p14:nvContentPartPr>
              <p14:xfrm>
                <a:off x="426023" y="5407225"/>
                <a:ext cx="47880" cy="39240"/>
              </p14:xfrm>
            </p:contentPart>
          </mc:Choice>
          <mc:Fallback xmlns="">
            <p:pic>
              <p:nvPicPr>
                <p:cNvPr id="41" name="Ink 40">
                  <a:extLst>
                    <a:ext uri="{FF2B5EF4-FFF2-40B4-BE49-F238E27FC236}">
                      <a16:creationId xmlns:a16="http://schemas.microsoft.com/office/drawing/2014/main" id="{50BAF047-1685-63B8-407A-CE959C5B5253}"/>
                    </a:ext>
                  </a:extLst>
                </p:cNvPr>
                <p:cNvPicPr/>
                <p:nvPr/>
              </p:nvPicPr>
              <p:blipFill>
                <a:blip r:embed="rId39"/>
                <a:stretch>
                  <a:fillRect/>
                </a:stretch>
              </p:blipFill>
              <p:spPr>
                <a:xfrm>
                  <a:off x="417383" y="5398585"/>
                  <a:ext cx="6552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2" name="Ink 41">
                  <a:extLst>
                    <a:ext uri="{FF2B5EF4-FFF2-40B4-BE49-F238E27FC236}">
                      <a16:creationId xmlns:a16="http://schemas.microsoft.com/office/drawing/2014/main" id="{84BADA20-D8B0-8E3A-252C-E760422741BA}"/>
                    </a:ext>
                  </a:extLst>
                </p14:cNvPr>
                <p14:cNvContentPartPr/>
                <p14:nvPr/>
              </p14:nvContentPartPr>
              <p14:xfrm>
                <a:off x="528623" y="5428105"/>
                <a:ext cx="21960" cy="35640"/>
              </p14:xfrm>
            </p:contentPart>
          </mc:Choice>
          <mc:Fallback xmlns="">
            <p:pic>
              <p:nvPicPr>
                <p:cNvPr id="42" name="Ink 41">
                  <a:extLst>
                    <a:ext uri="{FF2B5EF4-FFF2-40B4-BE49-F238E27FC236}">
                      <a16:creationId xmlns:a16="http://schemas.microsoft.com/office/drawing/2014/main" id="{84BADA20-D8B0-8E3A-252C-E760422741BA}"/>
                    </a:ext>
                  </a:extLst>
                </p:cNvPr>
                <p:cNvPicPr/>
                <p:nvPr/>
              </p:nvPicPr>
              <p:blipFill>
                <a:blip r:embed="rId41"/>
                <a:stretch>
                  <a:fillRect/>
                </a:stretch>
              </p:blipFill>
              <p:spPr>
                <a:xfrm>
                  <a:off x="519983" y="5419465"/>
                  <a:ext cx="3960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3" name="Ink 42">
                  <a:extLst>
                    <a:ext uri="{FF2B5EF4-FFF2-40B4-BE49-F238E27FC236}">
                      <a16:creationId xmlns:a16="http://schemas.microsoft.com/office/drawing/2014/main" id="{EB020716-2605-B66C-DBF5-59CD1641F77A}"/>
                    </a:ext>
                  </a:extLst>
                </p14:cNvPr>
                <p14:cNvContentPartPr/>
                <p14:nvPr/>
              </p14:nvContentPartPr>
              <p14:xfrm>
                <a:off x="826343" y="5389585"/>
                <a:ext cx="13680" cy="33120"/>
              </p14:xfrm>
            </p:contentPart>
          </mc:Choice>
          <mc:Fallback xmlns="">
            <p:pic>
              <p:nvPicPr>
                <p:cNvPr id="43" name="Ink 42">
                  <a:extLst>
                    <a:ext uri="{FF2B5EF4-FFF2-40B4-BE49-F238E27FC236}">
                      <a16:creationId xmlns:a16="http://schemas.microsoft.com/office/drawing/2014/main" id="{EB020716-2605-B66C-DBF5-59CD1641F77A}"/>
                    </a:ext>
                  </a:extLst>
                </p:cNvPr>
                <p:cNvPicPr/>
                <p:nvPr/>
              </p:nvPicPr>
              <p:blipFill>
                <a:blip r:embed="rId43"/>
                <a:stretch>
                  <a:fillRect/>
                </a:stretch>
              </p:blipFill>
              <p:spPr>
                <a:xfrm>
                  <a:off x="817703" y="5380585"/>
                  <a:ext cx="31320" cy="50760"/>
                </a:xfrm>
                <a:prstGeom prst="rect">
                  <a:avLst/>
                </a:prstGeom>
              </p:spPr>
            </p:pic>
          </mc:Fallback>
        </mc:AlternateContent>
      </p:grpSp>
      <p:grpSp>
        <p:nvGrpSpPr>
          <p:cNvPr id="52" name="Group 51">
            <a:extLst>
              <a:ext uri="{FF2B5EF4-FFF2-40B4-BE49-F238E27FC236}">
                <a16:creationId xmlns:a16="http://schemas.microsoft.com/office/drawing/2014/main" id="{D97CED25-6A7D-74AD-C599-80E63D14185F}"/>
              </a:ext>
            </a:extLst>
          </p:cNvPr>
          <p:cNvGrpSpPr/>
          <p:nvPr/>
        </p:nvGrpSpPr>
        <p:grpSpPr>
          <a:xfrm>
            <a:off x="191663" y="311965"/>
            <a:ext cx="4440960" cy="4341600"/>
            <a:chOff x="701783" y="321865"/>
            <a:chExt cx="4440960" cy="4341600"/>
          </a:xfrm>
        </p:grpSpPr>
        <mc:AlternateContent xmlns:mc="http://schemas.openxmlformats.org/markup-compatibility/2006" xmlns:p14="http://schemas.microsoft.com/office/powerpoint/2010/main">
          <mc:Choice Requires="p14">
            <p:contentPart p14:bwMode="auto" r:id="rId44">
              <p14:nvContentPartPr>
                <p14:cNvPr id="45" name="Ink 44">
                  <a:extLst>
                    <a:ext uri="{FF2B5EF4-FFF2-40B4-BE49-F238E27FC236}">
                      <a16:creationId xmlns:a16="http://schemas.microsoft.com/office/drawing/2014/main" id="{57D73223-159F-B534-386F-9B1CA8F68884}"/>
                    </a:ext>
                  </a:extLst>
                </p14:cNvPr>
                <p14:cNvContentPartPr/>
                <p14:nvPr/>
              </p14:nvContentPartPr>
              <p14:xfrm>
                <a:off x="919583" y="3864985"/>
                <a:ext cx="4062240" cy="541440"/>
              </p14:xfrm>
            </p:contentPart>
          </mc:Choice>
          <mc:Fallback xmlns="">
            <p:pic>
              <p:nvPicPr>
                <p:cNvPr id="45" name="Ink 44">
                  <a:extLst>
                    <a:ext uri="{FF2B5EF4-FFF2-40B4-BE49-F238E27FC236}">
                      <a16:creationId xmlns:a16="http://schemas.microsoft.com/office/drawing/2014/main" id="{57D73223-159F-B534-386F-9B1CA8F68884}"/>
                    </a:ext>
                  </a:extLst>
                </p:cNvPr>
                <p:cNvPicPr/>
                <p:nvPr/>
              </p:nvPicPr>
              <p:blipFill>
                <a:blip r:embed="rId45"/>
                <a:stretch>
                  <a:fillRect/>
                </a:stretch>
              </p:blipFill>
              <p:spPr>
                <a:xfrm>
                  <a:off x="915263" y="3860665"/>
                  <a:ext cx="4070880" cy="550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6" name="Ink 45">
                  <a:extLst>
                    <a:ext uri="{FF2B5EF4-FFF2-40B4-BE49-F238E27FC236}">
                      <a16:creationId xmlns:a16="http://schemas.microsoft.com/office/drawing/2014/main" id="{6E68C713-4EED-1AD3-DD18-0B9AF1A029A0}"/>
                    </a:ext>
                  </a:extLst>
                </p14:cNvPr>
                <p14:cNvContentPartPr/>
                <p14:nvPr/>
              </p14:nvContentPartPr>
              <p14:xfrm>
                <a:off x="4934303" y="4506505"/>
                <a:ext cx="208440" cy="151920"/>
              </p14:xfrm>
            </p:contentPart>
          </mc:Choice>
          <mc:Fallback xmlns="">
            <p:pic>
              <p:nvPicPr>
                <p:cNvPr id="46" name="Ink 45">
                  <a:extLst>
                    <a:ext uri="{FF2B5EF4-FFF2-40B4-BE49-F238E27FC236}">
                      <a16:creationId xmlns:a16="http://schemas.microsoft.com/office/drawing/2014/main" id="{6E68C713-4EED-1AD3-DD18-0B9AF1A029A0}"/>
                    </a:ext>
                  </a:extLst>
                </p:cNvPr>
                <p:cNvPicPr/>
                <p:nvPr/>
              </p:nvPicPr>
              <p:blipFill>
                <a:blip r:embed="rId47"/>
                <a:stretch>
                  <a:fillRect/>
                </a:stretch>
              </p:blipFill>
              <p:spPr>
                <a:xfrm>
                  <a:off x="4929983" y="4502185"/>
                  <a:ext cx="21708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7" name="Ink 46">
                  <a:extLst>
                    <a:ext uri="{FF2B5EF4-FFF2-40B4-BE49-F238E27FC236}">
                      <a16:creationId xmlns:a16="http://schemas.microsoft.com/office/drawing/2014/main" id="{C4763789-E9B9-94B6-8E39-F43ED5601B76}"/>
                    </a:ext>
                  </a:extLst>
                </p14:cNvPr>
                <p14:cNvContentPartPr/>
                <p14:nvPr/>
              </p14:nvContentPartPr>
              <p14:xfrm>
                <a:off x="4984343" y="4508305"/>
                <a:ext cx="103680" cy="155160"/>
              </p14:xfrm>
            </p:contentPart>
          </mc:Choice>
          <mc:Fallback xmlns="">
            <p:pic>
              <p:nvPicPr>
                <p:cNvPr id="47" name="Ink 46">
                  <a:extLst>
                    <a:ext uri="{FF2B5EF4-FFF2-40B4-BE49-F238E27FC236}">
                      <a16:creationId xmlns:a16="http://schemas.microsoft.com/office/drawing/2014/main" id="{C4763789-E9B9-94B6-8E39-F43ED5601B76}"/>
                    </a:ext>
                  </a:extLst>
                </p:cNvPr>
                <p:cNvPicPr/>
                <p:nvPr/>
              </p:nvPicPr>
              <p:blipFill>
                <a:blip r:embed="rId49"/>
                <a:stretch>
                  <a:fillRect/>
                </a:stretch>
              </p:blipFill>
              <p:spPr>
                <a:xfrm>
                  <a:off x="4980023" y="4503985"/>
                  <a:ext cx="1123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8" name="Ink 47">
                  <a:extLst>
                    <a:ext uri="{FF2B5EF4-FFF2-40B4-BE49-F238E27FC236}">
                      <a16:creationId xmlns:a16="http://schemas.microsoft.com/office/drawing/2014/main" id="{61375691-DADF-364F-E68A-942E545241D0}"/>
                    </a:ext>
                  </a:extLst>
                </p14:cNvPr>
                <p14:cNvContentPartPr/>
                <p14:nvPr/>
              </p14:nvContentPartPr>
              <p14:xfrm>
                <a:off x="1061423" y="3471505"/>
                <a:ext cx="196200" cy="126360"/>
              </p14:xfrm>
            </p:contentPart>
          </mc:Choice>
          <mc:Fallback xmlns="">
            <p:pic>
              <p:nvPicPr>
                <p:cNvPr id="48" name="Ink 47">
                  <a:extLst>
                    <a:ext uri="{FF2B5EF4-FFF2-40B4-BE49-F238E27FC236}">
                      <a16:creationId xmlns:a16="http://schemas.microsoft.com/office/drawing/2014/main" id="{61375691-DADF-364F-E68A-942E545241D0}"/>
                    </a:ext>
                  </a:extLst>
                </p:cNvPr>
                <p:cNvPicPr/>
                <p:nvPr/>
              </p:nvPicPr>
              <p:blipFill>
                <a:blip r:embed="rId51"/>
                <a:stretch>
                  <a:fillRect/>
                </a:stretch>
              </p:blipFill>
              <p:spPr>
                <a:xfrm>
                  <a:off x="1057103" y="3467185"/>
                  <a:ext cx="2048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0" name="Ink 49">
                  <a:extLst>
                    <a:ext uri="{FF2B5EF4-FFF2-40B4-BE49-F238E27FC236}">
                      <a16:creationId xmlns:a16="http://schemas.microsoft.com/office/drawing/2014/main" id="{B549E0E1-838E-03CA-6812-937C6F1D7EF7}"/>
                    </a:ext>
                  </a:extLst>
                </p14:cNvPr>
                <p14:cNvContentPartPr/>
                <p14:nvPr/>
              </p14:nvContentPartPr>
              <p14:xfrm>
                <a:off x="796103" y="581065"/>
                <a:ext cx="266400" cy="3223080"/>
              </p14:xfrm>
            </p:contentPart>
          </mc:Choice>
          <mc:Fallback xmlns="">
            <p:pic>
              <p:nvPicPr>
                <p:cNvPr id="50" name="Ink 49">
                  <a:extLst>
                    <a:ext uri="{FF2B5EF4-FFF2-40B4-BE49-F238E27FC236}">
                      <a16:creationId xmlns:a16="http://schemas.microsoft.com/office/drawing/2014/main" id="{B549E0E1-838E-03CA-6812-937C6F1D7EF7}"/>
                    </a:ext>
                  </a:extLst>
                </p:cNvPr>
                <p:cNvPicPr/>
                <p:nvPr/>
              </p:nvPicPr>
              <p:blipFill>
                <a:blip r:embed="rId53"/>
                <a:stretch>
                  <a:fillRect/>
                </a:stretch>
              </p:blipFill>
              <p:spPr>
                <a:xfrm>
                  <a:off x="791783" y="576745"/>
                  <a:ext cx="275040" cy="32317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1" name="Ink 50">
                  <a:extLst>
                    <a:ext uri="{FF2B5EF4-FFF2-40B4-BE49-F238E27FC236}">
                      <a16:creationId xmlns:a16="http://schemas.microsoft.com/office/drawing/2014/main" id="{F59FD021-2302-8BF1-5330-A2A73B134AE0}"/>
                    </a:ext>
                  </a:extLst>
                </p14:cNvPr>
                <p14:cNvContentPartPr/>
                <p14:nvPr/>
              </p14:nvContentPartPr>
              <p14:xfrm>
                <a:off x="701783" y="321865"/>
                <a:ext cx="129600" cy="218520"/>
              </p14:xfrm>
            </p:contentPart>
          </mc:Choice>
          <mc:Fallback xmlns="">
            <p:pic>
              <p:nvPicPr>
                <p:cNvPr id="51" name="Ink 50">
                  <a:extLst>
                    <a:ext uri="{FF2B5EF4-FFF2-40B4-BE49-F238E27FC236}">
                      <a16:creationId xmlns:a16="http://schemas.microsoft.com/office/drawing/2014/main" id="{F59FD021-2302-8BF1-5330-A2A73B134AE0}"/>
                    </a:ext>
                  </a:extLst>
                </p:cNvPr>
                <p:cNvPicPr/>
                <p:nvPr/>
              </p:nvPicPr>
              <p:blipFill>
                <a:blip r:embed="rId55"/>
                <a:stretch>
                  <a:fillRect/>
                </a:stretch>
              </p:blipFill>
              <p:spPr>
                <a:xfrm>
                  <a:off x="697463" y="317545"/>
                  <a:ext cx="138240" cy="227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6">
            <p14:nvContentPartPr>
              <p14:cNvPr id="53" name="Ink 52">
                <a:extLst>
                  <a:ext uri="{FF2B5EF4-FFF2-40B4-BE49-F238E27FC236}">
                    <a16:creationId xmlns:a16="http://schemas.microsoft.com/office/drawing/2014/main" id="{98A77296-697F-2623-D069-E4AB39F87816}"/>
                  </a:ext>
                </a:extLst>
              </p14:cNvPr>
              <p14:cNvContentPartPr/>
              <p14:nvPr/>
            </p14:nvContentPartPr>
            <p14:xfrm>
              <a:off x="2924423" y="3420205"/>
              <a:ext cx="155520" cy="132120"/>
            </p14:xfrm>
          </p:contentPart>
        </mc:Choice>
        <mc:Fallback xmlns="">
          <p:pic>
            <p:nvPicPr>
              <p:cNvPr id="53" name="Ink 52">
                <a:extLst>
                  <a:ext uri="{FF2B5EF4-FFF2-40B4-BE49-F238E27FC236}">
                    <a16:creationId xmlns:a16="http://schemas.microsoft.com/office/drawing/2014/main" id="{98A77296-697F-2623-D069-E4AB39F87816}"/>
                  </a:ext>
                </a:extLst>
              </p:cNvPr>
              <p:cNvPicPr/>
              <p:nvPr/>
            </p:nvPicPr>
            <p:blipFill>
              <a:blip r:embed="rId57"/>
              <a:stretch>
                <a:fillRect/>
              </a:stretch>
            </p:blipFill>
            <p:spPr>
              <a:xfrm>
                <a:off x="2920103" y="3415885"/>
                <a:ext cx="164160" cy="140760"/>
              </a:xfrm>
              <a:prstGeom prst="rect">
                <a:avLst/>
              </a:prstGeom>
            </p:spPr>
          </p:pic>
        </mc:Fallback>
      </mc:AlternateContent>
      <p:grpSp>
        <p:nvGrpSpPr>
          <p:cNvPr id="89" name="Group 88">
            <a:extLst>
              <a:ext uri="{FF2B5EF4-FFF2-40B4-BE49-F238E27FC236}">
                <a16:creationId xmlns:a16="http://schemas.microsoft.com/office/drawing/2014/main" id="{53CD5A0E-F46E-743C-6079-9CD756B9355A}"/>
              </a:ext>
            </a:extLst>
          </p:cNvPr>
          <p:cNvGrpSpPr/>
          <p:nvPr/>
        </p:nvGrpSpPr>
        <p:grpSpPr>
          <a:xfrm>
            <a:off x="3095783" y="3051925"/>
            <a:ext cx="1163520" cy="392760"/>
            <a:chOff x="3605903" y="3061825"/>
            <a:chExt cx="1163520" cy="392760"/>
          </a:xfrm>
        </p:grpSpPr>
        <mc:AlternateContent xmlns:mc="http://schemas.openxmlformats.org/markup-compatibility/2006" xmlns:p14="http://schemas.microsoft.com/office/powerpoint/2010/main">
          <mc:Choice Requires="p14">
            <p:contentPart p14:bwMode="auto" r:id="rId58">
              <p14:nvContentPartPr>
                <p14:cNvPr id="70" name="Ink 69">
                  <a:extLst>
                    <a:ext uri="{FF2B5EF4-FFF2-40B4-BE49-F238E27FC236}">
                      <a16:creationId xmlns:a16="http://schemas.microsoft.com/office/drawing/2014/main" id="{86A210DE-0186-7B99-8C56-297B41789714}"/>
                    </a:ext>
                  </a:extLst>
                </p14:cNvPr>
                <p14:cNvContentPartPr/>
                <p14:nvPr/>
              </p14:nvContentPartPr>
              <p14:xfrm>
                <a:off x="3605903" y="3439825"/>
                <a:ext cx="55440" cy="14760"/>
              </p14:xfrm>
            </p:contentPart>
          </mc:Choice>
          <mc:Fallback xmlns="">
            <p:pic>
              <p:nvPicPr>
                <p:cNvPr id="70" name="Ink 69">
                  <a:extLst>
                    <a:ext uri="{FF2B5EF4-FFF2-40B4-BE49-F238E27FC236}">
                      <a16:creationId xmlns:a16="http://schemas.microsoft.com/office/drawing/2014/main" id="{86A210DE-0186-7B99-8C56-297B41789714}"/>
                    </a:ext>
                  </a:extLst>
                </p:cNvPr>
                <p:cNvPicPr/>
                <p:nvPr/>
              </p:nvPicPr>
              <p:blipFill>
                <a:blip r:embed="rId79"/>
                <a:stretch>
                  <a:fillRect/>
                </a:stretch>
              </p:blipFill>
              <p:spPr>
                <a:xfrm>
                  <a:off x="3601583" y="3435505"/>
                  <a:ext cx="6408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1" name="Ink 70">
                  <a:extLst>
                    <a:ext uri="{FF2B5EF4-FFF2-40B4-BE49-F238E27FC236}">
                      <a16:creationId xmlns:a16="http://schemas.microsoft.com/office/drawing/2014/main" id="{C143CE72-D090-0386-56F7-9513477F4F95}"/>
                    </a:ext>
                  </a:extLst>
                </p14:cNvPr>
                <p14:cNvContentPartPr/>
                <p14:nvPr/>
              </p14:nvContentPartPr>
              <p14:xfrm>
                <a:off x="3813983" y="3378625"/>
                <a:ext cx="55800" cy="15840"/>
              </p14:xfrm>
            </p:contentPart>
          </mc:Choice>
          <mc:Fallback xmlns="">
            <p:pic>
              <p:nvPicPr>
                <p:cNvPr id="71" name="Ink 70">
                  <a:extLst>
                    <a:ext uri="{FF2B5EF4-FFF2-40B4-BE49-F238E27FC236}">
                      <a16:creationId xmlns:a16="http://schemas.microsoft.com/office/drawing/2014/main" id="{C143CE72-D090-0386-56F7-9513477F4F95}"/>
                    </a:ext>
                  </a:extLst>
                </p:cNvPr>
                <p:cNvPicPr/>
                <p:nvPr/>
              </p:nvPicPr>
              <p:blipFill>
                <a:blip r:embed="rId81"/>
                <a:stretch>
                  <a:fillRect/>
                </a:stretch>
              </p:blipFill>
              <p:spPr>
                <a:xfrm>
                  <a:off x="3809663" y="3374305"/>
                  <a:ext cx="644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72" name="Ink 71">
                  <a:extLst>
                    <a:ext uri="{FF2B5EF4-FFF2-40B4-BE49-F238E27FC236}">
                      <a16:creationId xmlns:a16="http://schemas.microsoft.com/office/drawing/2014/main" id="{60EE1764-0855-13A9-95B4-D6E8B0AA1B1F}"/>
                    </a:ext>
                  </a:extLst>
                </p14:cNvPr>
                <p14:cNvContentPartPr/>
                <p14:nvPr/>
              </p14:nvContentPartPr>
              <p14:xfrm>
                <a:off x="3982103" y="3239665"/>
                <a:ext cx="194400" cy="77760"/>
              </p14:xfrm>
            </p:contentPart>
          </mc:Choice>
          <mc:Fallback xmlns="">
            <p:pic>
              <p:nvPicPr>
                <p:cNvPr id="72" name="Ink 71">
                  <a:extLst>
                    <a:ext uri="{FF2B5EF4-FFF2-40B4-BE49-F238E27FC236}">
                      <a16:creationId xmlns:a16="http://schemas.microsoft.com/office/drawing/2014/main" id="{60EE1764-0855-13A9-95B4-D6E8B0AA1B1F}"/>
                    </a:ext>
                  </a:extLst>
                </p:cNvPr>
                <p:cNvPicPr/>
                <p:nvPr/>
              </p:nvPicPr>
              <p:blipFill>
                <a:blip r:embed="rId83"/>
                <a:stretch>
                  <a:fillRect/>
                </a:stretch>
              </p:blipFill>
              <p:spPr>
                <a:xfrm>
                  <a:off x="3977783" y="3235345"/>
                  <a:ext cx="2030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73" name="Ink 72">
                  <a:extLst>
                    <a:ext uri="{FF2B5EF4-FFF2-40B4-BE49-F238E27FC236}">
                      <a16:creationId xmlns:a16="http://schemas.microsoft.com/office/drawing/2014/main" id="{D59FB97F-0299-15C6-62E4-DBED2DFFC5C6}"/>
                    </a:ext>
                  </a:extLst>
                </p14:cNvPr>
                <p14:cNvContentPartPr/>
                <p14:nvPr/>
              </p14:nvContentPartPr>
              <p14:xfrm>
                <a:off x="4290623" y="3154345"/>
                <a:ext cx="214920" cy="49320"/>
              </p14:xfrm>
            </p:contentPart>
          </mc:Choice>
          <mc:Fallback xmlns="">
            <p:pic>
              <p:nvPicPr>
                <p:cNvPr id="73" name="Ink 72">
                  <a:extLst>
                    <a:ext uri="{FF2B5EF4-FFF2-40B4-BE49-F238E27FC236}">
                      <a16:creationId xmlns:a16="http://schemas.microsoft.com/office/drawing/2014/main" id="{D59FB97F-0299-15C6-62E4-DBED2DFFC5C6}"/>
                    </a:ext>
                  </a:extLst>
                </p:cNvPr>
                <p:cNvPicPr/>
                <p:nvPr/>
              </p:nvPicPr>
              <p:blipFill>
                <a:blip r:embed="rId85"/>
                <a:stretch>
                  <a:fillRect/>
                </a:stretch>
              </p:blipFill>
              <p:spPr>
                <a:xfrm>
                  <a:off x="4286303" y="3150025"/>
                  <a:ext cx="2235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4" name="Ink 73">
                  <a:extLst>
                    <a:ext uri="{FF2B5EF4-FFF2-40B4-BE49-F238E27FC236}">
                      <a16:creationId xmlns:a16="http://schemas.microsoft.com/office/drawing/2014/main" id="{FAE43E4E-C585-71A0-4D3B-AB419E87AD01}"/>
                    </a:ext>
                  </a:extLst>
                </p14:cNvPr>
                <p14:cNvContentPartPr/>
                <p14:nvPr/>
              </p14:nvContentPartPr>
              <p14:xfrm>
                <a:off x="4635503" y="3103945"/>
                <a:ext cx="25920" cy="14400"/>
              </p14:xfrm>
            </p:contentPart>
          </mc:Choice>
          <mc:Fallback xmlns="">
            <p:pic>
              <p:nvPicPr>
                <p:cNvPr id="74" name="Ink 73">
                  <a:extLst>
                    <a:ext uri="{FF2B5EF4-FFF2-40B4-BE49-F238E27FC236}">
                      <a16:creationId xmlns:a16="http://schemas.microsoft.com/office/drawing/2014/main" id="{FAE43E4E-C585-71A0-4D3B-AB419E87AD01}"/>
                    </a:ext>
                  </a:extLst>
                </p:cNvPr>
                <p:cNvPicPr/>
                <p:nvPr/>
              </p:nvPicPr>
              <p:blipFill>
                <a:blip r:embed="rId87"/>
                <a:stretch>
                  <a:fillRect/>
                </a:stretch>
              </p:blipFill>
              <p:spPr>
                <a:xfrm>
                  <a:off x="4631183" y="3099625"/>
                  <a:ext cx="345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76" name="Ink 75">
                  <a:extLst>
                    <a:ext uri="{FF2B5EF4-FFF2-40B4-BE49-F238E27FC236}">
                      <a16:creationId xmlns:a16="http://schemas.microsoft.com/office/drawing/2014/main" id="{352CC1C8-1B02-137C-B36D-344A183D62C0}"/>
                    </a:ext>
                  </a:extLst>
                </p14:cNvPr>
                <p14:cNvContentPartPr/>
                <p14:nvPr/>
              </p14:nvContentPartPr>
              <p14:xfrm>
                <a:off x="4764383" y="3061825"/>
                <a:ext cx="5040" cy="1080"/>
              </p14:xfrm>
            </p:contentPart>
          </mc:Choice>
          <mc:Fallback xmlns="">
            <p:pic>
              <p:nvPicPr>
                <p:cNvPr id="76" name="Ink 75">
                  <a:extLst>
                    <a:ext uri="{FF2B5EF4-FFF2-40B4-BE49-F238E27FC236}">
                      <a16:creationId xmlns:a16="http://schemas.microsoft.com/office/drawing/2014/main" id="{352CC1C8-1B02-137C-B36D-344A183D62C0}"/>
                    </a:ext>
                  </a:extLst>
                </p:cNvPr>
                <p:cNvPicPr/>
                <p:nvPr/>
              </p:nvPicPr>
              <p:blipFill>
                <a:blip r:embed="rId89"/>
                <a:stretch>
                  <a:fillRect/>
                </a:stretch>
              </p:blipFill>
              <p:spPr>
                <a:xfrm>
                  <a:off x="4760063" y="3057505"/>
                  <a:ext cx="13680" cy="97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7" name="Ink 76">
                  <a:extLst>
                    <a:ext uri="{FF2B5EF4-FFF2-40B4-BE49-F238E27FC236}">
                      <a16:creationId xmlns:a16="http://schemas.microsoft.com/office/drawing/2014/main" id="{A01CA361-B9AD-74ED-58C3-E100C1129737}"/>
                    </a:ext>
                  </a:extLst>
                </p14:cNvPr>
                <p14:cNvContentPartPr/>
                <p14:nvPr/>
              </p14:nvContentPartPr>
              <p14:xfrm>
                <a:off x="4752863" y="3067945"/>
                <a:ext cx="13680" cy="8280"/>
              </p14:xfrm>
            </p:contentPart>
          </mc:Choice>
          <mc:Fallback xmlns="">
            <p:pic>
              <p:nvPicPr>
                <p:cNvPr id="77" name="Ink 76">
                  <a:extLst>
                    <a:ext uri="{FF2B5EF4-FFF2-40B4-BE49-F238E27FC236}">
                      <a16:creationId xmlns:a16="http://schemas.microsoft.com/office/drawing/2014/main" id="{A01CA361-B9AD-74ED-58C3-E100C1129737}"/>
                    </a:ext>
                  </a:extLst>
                </p:cNvPr>
                <p:cNvPicPr/>
                <p:nvPr/>
              </p:nvPicPr>
              <p:blipFill>
                <a:blip r:embed="rId91"/>
                <a:stretch>
                  <a:fillRect/>
                </a:stretch>
              </p:blipFill>
              <p:spPr>
                <a:xfrm>
                  <a:off x="4748543" y="3063625"/>
                  <a:ext cx="2232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9" name="Ink 78">
                  <a:extLst>
                    <a:ext uri="{FF2B5EF4-FFF2-40B4-BE49-F238E27FC236}">
                      <a16:creationId xmlns:a16="http://schemas.microsoft.com/office/drawing/2014/main" id="{DB55CF99-5304-30FB-78F9-204FC31ADE94}"/>
                    </a:ext>
                  </a:extLst>
                </p14:cNvPr>
                <p14:cNvContentPartPr/>
                <p14:nvPr/>
              </p14:nvContentPartPr>
              <p14:xfrm>
                <a:off x="4749983" y="3098185"/>
                <a:ext cx="360" cy="360"/>
              </p14:xfrm>
            </p:contentPart>
          </mc:Choice>
          <mc:Fallback xmlns="">
            <p:pic>
              <p:nvPicPr>
                <p:cNvPr id="79" name="Ink 78">
                  <a:extLst>
                    <a:ext uri="{FF2B5EF4-FFF2-40B4-BE49-F238E27FC236}">
                      <a16:creationId xmlns:a16="http://schemas.microsoft.com/office/drawing/2014/main" id="{DB55CF99-5304-30FB-78F9-204FC31ADE94}"/>
                    </a:ext>
                  </a:extLst>
                </p:cNvPr>
                <p:cNvPicPr/>
                <p:nvPr/>
              </p:nvPicPr>
              <p:blipFill>
                <a:blip r:embed="rId93"/>
                <a:stretch>
                  <a:fillRect/>
                </a:stretch>
              </p:blipFill>
              <p:spPr>
                <a:xfrm>
                  <a:off x="4745663" y="3093865"/>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88" name="Ink 87">
                  <a:extLst>
                    <a:ext uri="{FF2B5EF4-FFF2-40B4-BE49-F238E27FC236}">
                      <a16:creationId xmlns:a16="http://schemas.microsoft.com/office/drawing/2014/main" id="{2431F21F-F513-C7CA-A9CD-43490B93ED79}"/>
                    </a:ext>
                  </a:extLst>
                </p14:cNvPr>
                <p14:cNvContentPartPr/>
                <p14:nvPr/>
              </p14:nvContentPartPr>
              <p14:xfrm>
                <a:off x="4433183" y="3110425"/>
                <a:ext cx="196560" cy="124200"/>
              </p14:xfrm>
            </p:contentPart>
          </mc:Choice>
          <mc:Fallback xmlns="">
            <p:pic>
              <p:nvPicPr>
                <p:cNvPr id="88" name="Ink 87">
                  <a:extLst>
                    <a:ext uri="{FF2B5EF4-FFF2-40B4-BE49-F238E27FC236}">
                      <a16:creationId xmlns:a16="http://schemas.microsoft.com/office/drawing/2014/main" id="{2431F21F-F513-C7CA-A9CD-43490B93ED79}"/>
                    </a:ext>
                  </a:extLst>
                </p:cNvPr>
                <p:cNvPicPr/>
                <p:nvPr/>
              </p:nvPicPr>
              <p:blipFill>
                <a:blip r:embed="rId95"/>
                <a:stretch>
                  <a:fillRect/>
                </a:stretch>
              </p:blipFill>
              <p:spPr>
                <a:xfrm>
                  <a:off x="4428863" y="3106105"/>
                  <a:ext cx="205200" cy="132840"/>
                </a:xfrm>
                <a:prstGeom prst="rect">
                  <a:avLst/>
                </a:prstGeom>
              </p:spPr>
            </p:pic>
          </mc:Fallback>
        </mc:AlternateContent>
      </p:grpSp>
      <p:grpSp>
        <p:nvGrpSpPr>
          <p:cNvPr id="95" name="Group 94">
            <a:extLst>
              <a:ext uri="{FF2B5EF4-FFF2-40B4-BE49-F238E27FC236}">
                <a16:creationId xmlns:a16="http://schemas.microsoft.com/office/drawing/2014/main" id="{534D59CE-0C7D-8C0B-19AD-DFDA991B759A}"/>
              </a:ext>
            </a:extLst>
          </p:cNvPr>
          <p:cNvGrpSpPr/>
          <p:nvPr/>
        </p:nvGrpSpPr>
        <p:grpSpPr>
          <a:xfrm>
            <a:off x="298223" y="2461885"/>
            <a:ext cx="1310040" cy="614160"/>
            <a:chOff x="808343" y="2471785"/>
            <a:chExt cx="1310040" cy="614160"/>
          </a:xfrm>
        </p:grpSpPr>
        <mc:AlternateContent xmlns:mc="http://schemas.openxmlformats.org/markup-compatibility/2006" xmlns:p14="http://schemas.microsoft.com/office/powerpoint/2010/main">
          <mc:Choice Requires="p14">
            <p:contentPart p14:bwMode="auto" r:id="rId96">
              <p14:nvContentPartPr>
                <p14:cNvPr id="81" name="Ink 80">
                  <a:extLst>
                    <a:ext uri="{FF2B5EF4-FFF2-40B4-BE49-F238E27FC236}">
                      <a16:creationId xmlns:a16="http://schemas.microsoft.com/office/drawing/2014/main" id="{738D1913-DF3F-5A85-6351-19F02CC5B314}"/>
                    </a:ext>
                  </a:extLst>
                </p14:cNvPr>
                <p14:cNvContentPartPr/>
                <p14:nvPr/>
              </p14:nvContentPartPr>
              <p14:xfrm>
                <a:off x="808343" y="3004945"/>
                <a:ext cx="65880" cy="66600"/>
              </p14:xfrm>
            </p:contentPart>
          </mc:Choice>
          <mc:Fallback xmlns="">
            <p:pic>
              <p:nvPicPr>
                <p:cNvPr id="81" name="Ink 80">
                  <a:extLst>
                    <a:ext uri="{FF2B5EF4-FFF2-40B4-BE49-F238E27FC236}">
                      <a16:creationId xmlns:a16="http://schemas.microsoft.com/office/drawing/2014/main" id="{738D1913-DF3F-5A85-6351-19F02CC5B314}"/>
                    </a:ext>
                  </a:extLst>
                </p:cNvPr>
                <p:cNvPicPr/>
                <p:nvPr/>
              </p:nvPicPr>
              <p:blipFill>
                <a:blip r:embed="rId97"/>
                <a:stretch>
                  <a:fillRect/>
                </a:stretch>
              </p:blipFill>
              <p:spPr>
                <a:xfrm>
                  <a:off x="804023" y="3000625"/>
                  <a:ext cx="7452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82" name="Ink 81">
                  <a:extLst>
                    <a:ext uri="{FF2B5EF4-FFF2-40B4-BE49-F238E27FC236}">
                      <a16:creationId xmlns:a16="http://schemas.microsoft.com/office/drawing/2014/main" id="{73B68155-1BED-F177-3EAD-FAF903822E07}"/>
                    </a:ext>
                  </a:extLst>
                </p14:cNvPr>
                <p14:cNvContentPartPr/>
                <p14:nvPr/>
              </p14:nvContentPartPr>
              <p14:xfrm>
                <a:off x="896903" y="2990905"/>
                <a:ext cx="79920" cy="41760"/>
              </p14:xfrm>
            </p:contentPart>
          </mc:Choice>
          <mc:Fallback xmlns="">
            <p:pic>
              <p:nvPicPr>
                <p:cNvPr id="82" name="Ink 81">
                  <a:extLst>
                    <a:ext uri="{FF2B5EF4-FFF2-40B4-BE49-F238E27FC236}">
                      <a16:creationId xmlns:a16="http://schemas.microsoft.com/office/drawing/2014/main" id="{73B68155-1BED-F177-3EAD-FAF903822E07}"/>
                    </a:ext>
                  </a:extLst>
                </p:cNvPr>
                <p:cNvPicPr/>
                <p:nvPr/>
              </p:nvPicPr>
              <p:blipFill>
                <a:blip r:embed="rId99"/>
                <a:stretch>
                  <a:fillRect/>
                </a:stretch>
              </p:blipFill>
              <p:spPr>
                <a:xfrm>
                  <a:off x="892583" y="2986585"/>
                  <a:ext cx="8856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83" name="Ink 82">
                  <a:extLst>
                    <a:ext uri="{FF2B5EF4-FFF2-40B4-BE49-F238E27FC236}">
                      <a16:creationId xmlns:a16="http://schemas.microsoft.com/office/drawing/2014/main" id="{737C9BD6-BE60-BA28-9A9D-412F9C2C6B57}"/>
                    </a:ext>
                  </a:extLst>
                </p14:cNvPr>
                <p14:cNvContentPartPr/>
                <p14:nvPr/>
              </p14:nvContentPartPr>
              <p14:xfrm>
                <a:off x="1050263" y="2826025"/>
                <a:ext cx="234360" cy="126360"/>
              </p14:xfrm>
            </p:contentPart>
          </mc:Choice>
          <mc:Fallback xmlns="">
            <p:pic>
              <p:nvPicPr>
                <p:cNvPr id="83" name="Ink 82">
                  <a:extLst>
                    <a:ext uri="{FF2B5EF4-FFF2-40B4-BE49-F238E27FC236}">
                      <a16:creationId xmlns:a16="http://schemas.microsoft.com/office/drawing/2014/main" id="{737C9BD6-BE60-BA28-9A9D-412F9C2C6B57}"/>
                    </a:ext>
                  </a:extLst>
                </p:cNvPr>
                <p:cNvPicPr/>
                <p:nvPr/>
              </p:nvPicPr>
              <p:blipFill>
                <a:blip r:embed="rId101"/>
                <a:stretch>
                  <a:fillRect/>
                </a:stretch>
              </p:blipFill>
              <p:spPr>
                <a:xfrm>
                  <a:off x="1045943" y="2821705"/>
                  <a:ext cx="24300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84" name="Ink 83">
                  <a:extLst>
                    <a:ext uri="{FF2B5EF4-FFF2-40B4-BE49-F238E27FC236}">
                      <a16:creationId xmlns:a16="http://schemas.microsoft.com/office/drawing/2014/main" id="{03BC797D-609C-5B46-C306-AF7571E9EE1E}"/>
                    </a:ext>
                  </a:extLst>
                </p14:cNvPr>
                <p14:cNvContentPartPr/>
                <p14:nvPr/>
              </p14:nvContentPartPr>
              <p14:xfrm>
                <a:off x="1448783" y="2714425"/>
                <a:ext cx="50400" cy="24120"/>
              </p14:xfrm>
            </p:contentPart>
          </mc:Choice>
          <mc:Fallback xmlns="">
            <p:pic>
              <p:nvPicPr>
                <p:cNvPr id="84" name="Ink 83">
                  <a:extLst>
                    <a:ext uri="{FF2B5EF4-FFF2-40B4-BE49-F238E27FC236}">
                      <a16:creationId xmlns:a16="http://schemas.microsoft.com/office/drawing/2014/main" id="{03BC797D-609C-5B46-C306-AF7571E9EE1E}"/>
                    </a:ext>
                  </a:extLst>
                </p:cNvPr>
                <p:cNvPicPr/>
                <p:nvPr/>
              </p:nvPicPr>
              <p:blipFill>
                <a:blip r:embed="rId103"/>
                <a:stretch>
                  <a:fillRect/>
                </a:stretch>
              </p:blipFill>
              <p:spPr>
                <a:xfrm>
                  <a:off x="1444463" y="2710105"/>
                  <a:ext cx="5904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85" name="Ink 84">
                  <a:extLst>
                    <a:ext uri="{FF2B5EF4-FFF2-40B4-BE49-F238E27FC236}">
                      <a16:creationId xmlns:a16="http://schemas.microsoft.com/office/drawing/2014/main" id="{C31D7745-7D2A-0979-5072-DAAF0D569F18}"/>
                    </a:ext>
                  </a:extLst>
                </p14:cNvPr>
                <p14:cNvContentPartPr/>
                <p14:nvPr/>
              </p14:nvContentPartPr>
              <p14:xfrm>
                <a:off x="1628063" y="2601025"/>
                <a:ext cx="169200" cy="58680"/>
              </p14:xfrm>
            </p:contentPart>
          </mc:Choice>
          <mc:Fallback xmlns="">
            <p:pic>
              <p:nvPicPr>
                <p:cNvPr id="85" name="Ink 84">
                  <a:extLst>
                    <a:ext uri="{FF2B5EF4-FFF2-40B4-BE49-F238E27FC236}">
                      <a16:creationId xmlns:a16="http://schemas.microsoft.com/office/drawing/2014/main" id="{C31D7745-7D2A-0979-5072-DAAF0D569F18}"/>
                    </a:ext>
                  </a:extLst>
                </p:cNvPr>
                <p:cNvPicPr/>
                <p:nvPr/>
              </p:nvPicPr>
              <p:blipFill>
                <a:blip r:embed="rId105"/>
                <a:stretch>
                  <a:fillRect/>
                </a:stretch>
              </p:blipFill>
              <p:spPr>
                <a:xfrm>
                  <a:off x="1623743" y="2596705"/>
                  <a:ext cx="17784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86" name="Ink 85">
                  <a:extLst>
                    <a:ext uri="{FF2B5EF4-FFF2-40B4-BE49-F238E27FC236}">
                      <a16:creationId xmlns:a16="http://schemas.microsoft.com/office/drawing/2014/main" id="{3A330821-1C4F-09F2-475E-698DA714DDCE}"/>
                    </a:ext>
                  </a:extLst>
                </p14:cNvPr>
                <p14:cNvContentPartPr/>
                <p14:nvPr/>
              </p14:nvContentPartPr>
              <p14:xfrm>
                <a:off x="1952783" y="2471785"/>
                <a:ext cx="165600" cy="51480"/>
              </p14:xfrm>
            </p:contentPart>
          </mc:Choice>
          <mc:Fallback xmlns="">
            <p:pic>
              <p:nvPicPr>
                <p:cNvPr id="86" name="Ink 85">
                  <a:extLst>
                    <a:ext uri="{FF2B5EF4-FFF2-40B4-BE49-F238E27FC236}">
                      <a16:creationId xmlns:a16="http://schemas.microsoft.com/office/drawing/2014/main" id="{3A330821-1C4F-09F2-475E-698DA714DDCE}"/>
                    </a:ext>
                  </a:extLst>
                </p:cNvPr>
                <p:cNvPicPr/>
                <p:nvPr/>
              </p:nvPicPr>
              <p:blipFill>
                <a:blip r:embed="rId107"/>
                <a:stretch>
                  <a:fillRect/>
                </a:stretch>
              </p:blipFill>
              <p:spPr>
                <a:xfrm>
                  <a:off x="1948463" y="2467465"/>
                  <a:ext cx="1742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90" name="Ink 89">
                  <a:extLst>
                    <a:ext uri="{FF2B5EF4-FFF2-40B4-BE49-F238E27FC236}">
                      <a16:creationId xmlns:a16="http://schemas.microsoft.com/office/drawing/2014/main" id="{DF1EC770-91E1-BEAB-4325-99E0D55B2A49}"/>
                    </a:ext>
                  </a:extLst>
                </p14:cNvPr>
                <p14:cNvContentPartPr/>
                <p14:nvPr/>
              </p14:nvContentPartPr>
              <p14:xfrm>
                <a:off x="835343" y="3003145"/>
                <a:ext cx="59040" cy="82800"/>
              </p14:xfrm>
            </p:contentPart>
          </mc:Choice>
          <mc:Fallback xmlns="">
            <p:pic>
              <p:nvPicPr>
                <p:cNvPr id="90" name="Ink 89">
                  <a:extLst>
                    <a:ext uri="{FF2B5EF4-FFF2-40B4-BE49-F238E27FC236}">
                      <a16:creationId xmlns:a16="http://schemas.microsoft.com/office/drawing/2014/main" id="{DF1EC770-91E1-BEAB-4325-99E0D55B2A49}"/>
                    </a:ext>
                  </a:extLst>
                </p:cNvPr>
                <p:cNvPicPr/>
                <p:nvPr/>
              </p:nvPicPr>
              <p:blipFill>
                <a:blip r:embed="rId109"/>
                <a:stretch>
                  <a:fillRect/>
                </a:stretch>
              </p:blipFill>
              <p:spPr>
                <a:xfrm>
                  <a:off x="831023" y="2998825"/>
                  <a:ext cx="6768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2" name="Ink 91">
                  <a:extLst>
                    <a:ext uri="{FF2B5EF4-FFF2-40B4-BE49-F238E27FC236}">
                      <a16:creationId xmlns:a16="http://schemas.microsoft.com/office/drawing/2014/main" id="{974D2B67-B3F4-92D0-D58D-A4EEF98C1B3E}"/>
                    </a:ext>
                  </a:extLst>
                </p14:cNvPr>
                <p14:cNvContentPartPr/>
                <p14:nvPr/>
              </p14:nvContentPartPr>
              <p14:xfrm>
                <a:off x="1924703" y="2545585"/>
                <a:ext cx="360" cy="360"/>
              </p14:xfrm>
            </p:contentPart>
          </mc:Choice>
          <mc:Fallback xmlns="">
            <p:pic>
              <p:nvPicPr>
                <p:cNvPr id="92" name="Ink 91">
                  <a:extLst>
                    <a:ext uri="{FF2B5EF4-FFF2-40B4-BE49-F238E27FC236}">
                      <a16:creationId xmlns:a16="http://schemas.microsoft.com/office/drawing/2014/main" id="{974D2B67-B3F4-92D0-D58D-A4EEF98C1B3E}"/>
                    </a:ext>
                  </a:extLst>
                </p:cNvPr>
                <p:cNvPicPr/>
                <p:nvPr/>
              </p:nvPicPr>
              <p:blipFill>
                <a:blip r:embed="rId93"/>
                <a:stretch>
                  <a:fillRect/>
                </a:stretch>
              </p:blipFill>
              <p:spPr>
                <a:xfrm>
                  <a:off x="1920383" y="2541265"/>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3" name="Ink 92">
                  <a:extLst>
                    <a:ext uri="{FF2B5EF4-FFF2-40B4-BE49-F238E27FC236}">
                      <a16:creationId xmlns:a16="http://schemas.microsoft.com/office/drawing/2014/main" id="{C69CA1BD-648C-1B13-725C-5C791306E481}"/>
                    </a:ext>
                  </a:extLst>
                </p14:cNvPr>
                <p14:cNvContentPartPr/>
                <p14:nvPr/>
              </p14:nvContentPartPr>
              <p14:xfrm>
                <a:off x="1988783" y="2525425"/>
                <a:ext cx="20520" cy="6480"/>
              </p14:xfrm>
            </p:contentPart>
          </mc:Choice>
          <mc:Fallback xmlns="">
            <p:pic>
              <p:nvPicPr>
                <p:cNvPr id="93" name="Ink 92">
                  <a:extLst>
                    <a:ext uri="{FF2B5EF4-FFF2-40B4-BE49-F238E27FC236}">
                      <a16:creationId xmlns:a16="http://schemas.microsoft.com/office/drawing/2014/main" id="{C69CA1BD-648C-1B13-725C-5C791306E481}"/>
                    </a:ext>
                  </a:extLst>
                </p:cNvPr>
                <p:cNvPicPr/>
                <p:nvPr/>
              </p:nvPicPr>
              <p:blipFill>
                <a:blip r:embed="rId112"/>
                <a:stretch>
                  <a:fillRect/>
                </a:stretch>
              </p:blipFill>
              <p:spPr>
                <a:xfrm>
                  <a:off x="1984463" y="2521105"/>
                  <a:ext cx="2916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94" name="Ink 93">
                  <a:extLst>
                    <a:ext uri="{FF2B5EF4-FFF2-40B4-BE49-F238E27FC236}">
                      <a16:creationId xmlns:a16="http://schemas.microsoft.com/office/drawing/2014/main" id="{706CFE9B-F5AA-78D7-AA0C-441B485E7FB4}"/>
                    </a:ext>
                  </a:extLst>
                </p14:cNvPr>
                <p14:cNvContentPartPr/>
                <p14:nvPr/>
              </p14:nvContentPartPr>
              <p14:xfrm>
                <a:off x="1577303" y="2624425"/>
                <a:ext cx="165960" cy="113040"/>
              </p14:xfrm>
            </p:contentPart>
          </mc:Choice>
          <mc:Fallback xmlns="">
            <p:pic>
              <p:nvPicPr>
                <p:cNvPr id="94" name="Ink 93">
                  <a:extLst>
                    <a:ext uri="{FF2B5EF4-FFF2-40B4-BE49-F238E27FC236}">
                      <a16:creationId xmlns:a16="http://schemas.microsoft.com/office/drawing/2014/main" id="{706CFE9B-F5AA-78D7-AA0C-441B485E7FB4}"/>
                    </a:ext>
                  </a:extLst>
                </p:cNvPr>
                <p:cNvPicPr/>
                <p:nvPr/>
              </p:nvPicPr>
              <p:blipFill>
                <a:blip r:embed="rId114"/>
                <a:stretch>
                  <a:fillRect/>
                </a:stretch>
              </p:blipFill>
              <p:spPr>
                <a:xfrm>
                  <a:off x="1572983" y="2620105"/>
                  <a:ext cx="174600" cy="121680"/>
                </a:xfrm>
                <a:prstGeom prst="rect">
                  <a:avLst/>
                </a:prstGeom>
              </p:spPr>
            </p:pic>
          </mc:Fallback>
        </mc:AlternateContent>
      </p:grpSp>
      <p:grpSp>
        <p:nvGrpSpPr>
          <p:cNvPr id="98" name="Group 97">
            <a:extLst>
              <a:ext uri="{FF2B5EF4-FFF2-40B4-BE49-F238E27FC236}">
                <a16:creationId xmlns:a16="http://schemas.microsoft.com/office/drawing/2014/main" id="{DCBDD9BC-6234-1883-B511-2E5CF48A371D}"/>
              </a:ext>
            </a:extLst>
          </p:cNvPr>
          <p:cNvGrpSpPr/>
          <p:nvPr/>
        </p:nvGrpSpPr>
        <p:grpSpPr>
          <a:xfrm>
            <a:off x="959903" y="1146085"/>
            <a:ext cx="1633320" cy="618120"/>
            <a:chOff x="1470023" y="1155985"/>
            <a:chExt cx="1633320" cy="618120"/>
          </a:xfrm>
        </p:grpSpPr>
        <mc:AlternateContent xmlns:mc="http://schemas.openxmlformats.org/markup-compatibility/2006" xmlns:p14="http://schemas.microsoft.com/office/powerpoint/2010/main">
          <mc:Choice Requires="p14">
            <p:contentPart p14:bwMode="auto" r:id="rId115">
              <p14:nvContentPartPr>
                <p14:cNvPr id="96" name="Ink 95">
                  <a:extLst>
                    <a:ext uri="{FF2B5EF4-FFF2-40B4-BE49-F238E27FC236}">
                      <a16:creationId xmlns:a16="http://schemas.microsoft.com/office/drawing/2014/main" id="{963BDBC2-35B9-2C6E-36B0-CF6964F7F272}"/>
                    </a:ext>
                  </a:extLst>
                </p14:cNvPr>
                <p14:cNvContentPartPr/>
                <p14:nvPr/>
              </p14:nvContentPartPr>
              <p14:xfrm>
                <a:off x="1470023" y="1155985"/>
                <a:ext cx="1596600" cy="618120"/>
              </p14:xfrm>
            </p:contentPart>
          </mc:Choice>
          <mc:Fallback xmlns="">
            <p:pic>
              <p:nvPicPr>
                <p:cNvPr id="96" name="Ink 95">
                  <a:extLst>
                    <a:ext uri="{FF2B5EF4-FFF2-40B4-BE49-F238E27FC236}">
                      <a16:creationId xmlns:a16="http://schemas.microsoft.com/office/drawing/2014/main" id="{963BDBC2-35B9-2C6E-36B0-CF6964F7F272}"/>
                    </a:ext>
                  </a:extLst>
                </p:cNvPr>
                <p:cNvPicPr/>
                <p:nvPr/>
              </p:nvPicPr>
              <p:blipFill>
                <a:blip r:embed="rId116"/>
                <a:stretch>
                  <a:fillRect/>
                </a:stretch>
              </p:blipFill>
              <p:spPr>
                <a:xfrm>
                  <a:off x="1465703" y="1151665"/>
                  <a:ext cx="1605240" cy="6267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97" name="Ink 96">
                  <a:extLst>
                    <a:ext uri="{FF2B5EF4-FFF2-40B4-BE49-F238E27FC236}">
                      <a16:creationId xmlns:a16="http://schemas.microsoft.com/office/drawing/2014/main" id="{36BCBEB2-4F6A-4133-551D-362A0CA4D79E}"/>
                    </a:ext>
                  </a:extLst>
                </p14:cNvPr>
                <p14:cNvContentPartPr/>
                <p14:nvPr/>
              </p14:nvContentPartPr>
              <p14:xfrm>
                <a:off x="2940623" y="1181545"/>
                <a:ext cx="162720" cy="70560"/>
              </p14:xfrm>
            </p:contentPart>
          </mc:Choice>
          <mc:Fallback xmlns="">
            <p:pic>
              <p:nvPicPr>
                <p:cNvPr id="97" name="Ink 96">
                  <a:extLst>
                    <a:ext uri="{FF2B5EF4-FFF2-40B4-BE49-F238E27FC236}">
                      <a16:creationId xmlns:a16="http://schemas.microsoft.com/office/drawing/2014/main" id="{36BCBEB2-4F6A-4133-551D-362A0CA4D79E}"/>
                    </a:ext>
                  </a:extLst>
                </p:cNvPr>
                <p:cNvPicPr/>
                <p:nvPr/>
              </p:nvPicPr>
              <p:blipFill>
                <a:blip r:embed="rId118"/>
                <a:stretch>
                  <a:fillRect/>
                </a:stretch>
              </p:blipFill>
              <p:spPr>
                <a:xfrm>
                  <a:off x="2936303" y="1177225"/>
                  <a:ext cx="171360" cy="79200"/>
                </a:xfrm>
                <a:prstGeom prst="rect">
                  <a:avLst/>
                </a:prstGeom>
              </p:spPr>
            </p:pic>
          </mc:Fallback>
        </mc:AlternateContent>
      </p:grpSp>
      <p:grpSp>
        <p:nvGrpSpPr>
          <p:cNvPr id="105" name="Group 104">
            <a:extLst>
              <a:ext uri="{FF2B5EF4-FFF2-40B4-BE49-F238E27FC236}">
                <a16:creationId xmlns:a16="http://schemas.microsoft.com/office/drawing/2014/main" id="{44423173-B906-252D-3D6B-79952CDDDE8D}"/>
              </a:ext>
            </a:extLst>
          </p:cNvPr>
          <p:cNvGrpSpPr/>
          <p:nvPr/>
        </p:nvGrpSpPr>
        <p:grpSpPr>
          <a:xfrm>
            <a:off x="624383" y="1193605"/>
            <a:ext cx="389520" cy="287640"/>
            <a:chOff x="1134503" y="1203505"/>
            <a:chExt cx="389520" cy="287640"/>
          </a:xfrm>
        </p:grpSpPr>
        <mc:AlternateContent xmlns:mc="http://schemas.openxmlformats.org/markup-compatibility/2006" xmlns:p14="http://schemas.microsoft.com/office/powerpoint/2010/main">
          <mc:Choice Requires="p14">
            <p:contentPart p14:bwMode="auto" r:id="rId119">
              <p14:nvContentPartPr>
                <p14:cNvPr id="102" name="Ink 101">
                  <a:extLst>
                    <a:ext uri="{FF2B5EF4-FFF2-40B4-BE49-F238E27FC236}">
                      <a16:creationId xmlns:a16="http://schemas.microsoft.com/office/drawing/2014/main" id="{ABAC586C-D0BA-F0F1-BF7B-10FD7D02FD2E}"/>
                    </a:ext>
                  </a:extLst>
                </p14:cNvPr>
                <p14:cNvContentPartPr/>
                <p14:nvPr/>
              </p14:nvContentPartPr>
              <p14:xfrm>
                <a:off x="1430063" y="1203505"/>
                <a:ext cx="93960" cy="74160"/>
              </p14:xfrm>
            </p:contentPart>
          </mc:Choice>
          <mc:Fallback xmlns="">
            <p:pic>
              <p:nvPicPr>
                <p:cNvPr id="102" name="Ink 101">
                  <a:extLst>
                    <a:ext uri="{FF2B5EF4-FFF2-40B4-BE49-F238E27FC236}">
                      <a16:creationId xmlns:a16="http://schemas.microsoft.com/office/drawing/2014/main" id="{ABAC586C-D0BA-F0F1-BF7B-10FD7D02FD2E}"/>
                    </a:ext>
                  </a:extLst>
                </p:cNvPr>
                <p:cNvPicPr/>
                <p:nvPr/>
              </p:nvPicPr>
              <p:blipFill>
                <a:blip r:embed="rId120"/>
                <a:stretch>
                  <a:fillRect/>
                </a:stretch>
              </p:blipFill>
              <p:spPr>
                <a:xfrm>
                  <a:off x="1425743" y="1199185"/>
                  <a:ext cx="10260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03" name="Ink 102">
                  <a:extLst>
                    <a:ext uri="{FF2B5EF4-FFF2-40B4-BE49-F238E27FC236}">
                      <a16:creationId xmlns:a16="http://schemas.microsoft.com/office/drawing/2014/main" id="{9B70EDF0-D50C-AF56-4E7A-965FBFE57528}"/>
                    </a:ext>
                  </a:extLst>
                </p14:cNvPr>
                <p14:cNvContentPartPr/>
                <p14:nvPr/>
              </p14:nvContentPartPr>
              <p14:xfrm>
                <a:off x="1134503" y="1308265"/>
                <a:ext cx="171360" cy="182880"/>
              </p14:xfrm>
            </p:contentPart>
          </mc:Choice>
          <mc:Fallback xmlns="">
            <p:pic>
              <p:nvPicPr>
                <p:cNvPr id="103" name="Ink 102">
                  <a:extLst>
                    <a:ext uri="{FF2B5EF4-FFF2-40B4-BE49-F238E27FC236}">
                      <a16:creationId xmlns:a16="http://schemas.microsoft.com/office/drawing/2014/main" id="{9B70EDF0-D50C-AF56-4E7A-965FBFE57528}"/>
                    </a:ext>
                  </a:extLst>
                </p:cNvPr>
                <p:cNvPicPr/>
                <p:nvPr/>
              </p:nvPicPr>
              <p:blipFill>
                <a:blip r:embed="rId122"/>
                <a:stretch>
                  <a:fillRect/>
                </a:stretch>
              </p:blipFill>
              <p:spPr>
                <a:xfrm>
                  <a:off x="1130183" y="1303945"/>
                  <a:ext cx="18000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04" name="Ink 103">
                  <a:extLst>
                    <a:ext uri="{FF2B5EF4-FFF2-40B4-BE49-F238E27FC236}">
                      <a16:creationId xmlns:a16="http://schemas.microsoft.com/office/drawing/2014/main" id="{A055B3F4-DC97-FA84-3726-9B5B98C16AAE}"/>
                    </a:ext>
                  </a:extLst>
                </p14:cNvPr>
                <p14:cNvContentPartPr/>
                <p14:nvPr/>
              </p14:nvContentPartPr>
              <p14:xfrm>
                <a:off x="1189943" y="1412665"/>
                <a:ext cx="128520" cy="25560"/>
              </p14:xfrm>
            </p:contentPart>
          </mc:Choice>
          <mc:Fallback xmlns="">
            <p:pic>
              <p:nvPicPr>
                <p:cNvPr id="104" name="Ink 103">
                  <a:extLst>
                    <a:ext uri="{FF2B5EF4-FFF2-40B4-BE49-F238E27FC236}">
                      <a16:creationId xmlns:a16="http://schemas.microsoft.com/office/drawing/2014/main" id="{A055B3F4-DC97-FA84-3726-9B5B98C16AAE}"/>
                    </a:ext>
                  </a:extLst>
                </p:cNvPr>
                <p:cNvPicPr/>
                <p:nvPr/>
              </p:nvPicPr>
              <p:blipFill>
                <a:blip r:embed="rId124"/>
                <a:stretch>
                  <a:fillRect/>
                </a:stretch>
              </p:blipFill>
              <p:spPr>
                <a:xfrm>
                  <a:off x="1185623" y="1408345"/>
                  <a:ext cx="137160" cy="34200"/>
                </a:xfrm>
                <a:prstGeom prst="rect">
                  <a:avLst/>
                </a:prstGeom>
              </p:spPr>
            </p:pic>
          </mc:Fallback>
        </mc:AlternateContent>
      </p:grpSp>
      <p:grpSp>
        <p:nvGrpSpPr>
          <p:cNvPr id="110" name="Group 109">
            <a:extLst>
              <a:ext uri="{FF2B5EF4-FFF2-40B4-BE49-F238E27FC236}">
                <a16:creationId xmlns:a16="http://schemas.microsoft.com/office/drawing/2014/main" id="{04930C1F-BD90-5A25-0A39-CD7C93BA2BE0}"/>
              </a:ext>
            </a:extLst>
          </p:cNvPr>
          <p:cNvGrpSpPr/>
          <p:nvPr/>
        </p:nvGrpSpPr>
        <p:grpSpPr>
          <a:xfrm>
            <a:off x="950543" y="3374845"/>
            <a:ext cx="1372320" cy="658080"/>
            <a:chOff x="1460663" y="3384745"/>
            <a:chExt cx="1372320" cy="658080"/>
          </a:xfrm>
        </p:grpSpPr>
        <mc:AlternateContent xmlns:mc="http://schemas.openxmlformats.org/markup-compatibility/2006" xmlns:p14="http://schemas.microsoft.com/office/powerpoint/2010/main">
          <mc:Choice Requires="p14">
            <p:contentPart p14:bwMode="auto" r:id="rId125">
              <p14:nvContentPartPr>
                <p14:cNvPr id="99" name="Ink 98">
                  <a:extLst>
                    <a:ext uri="{FF2B5EF4-FFF2-40B4-BE49-F238E27FC236}">
                      <a16:creationId xmlns:a16="http://schemas.microsoft.com/office/drawing/2014/main" id="{3812C659-83CB-B90A-FAAF-E4DA02CD45FF}"/>
                    </a:ext>
                  </a:extLst>
                </p14:cNvPr>
                <p14:cNvContentPartPr/>
                <p14:nvPr/>
              </p14:nvContentPartPr>
              <p14:xfrm>
                <a:off x="1876823" y="3384745"/>
                <a:ext cx="956160" cy="658080"/>
              </p14:xfrm>
            </p:contentPart>
          </mc:Choice>
          <mc:Fallback xmlns="">
            <p:pic>
              <p:nvPicPr>
                <p:cNvPr id="99" name="Ink 98">
                  <a:extLst>
                    <a:ext uri="{FF2B5EF4-FFF2-40B4-BE49-F238E27FC236}">
                      <a16:creationId xmlns:a16="http://schemas.microsoft.com/office/drawing/2014/main" id="{3812C659-83CB-B90A-FAAF-E4DA02CD45FF}"/>
                    </a:ext>
                  </a:extLst>
                </p:cNvPr>
                <p:cNvPicPr/>
                <p:nvPr/>
              </p:nvPicPr>
              <p:blipFill>
                <a:blip r:embed="rId126"/>
                <a:stretch>
                  <a:fillRect/>
                </a:stretch>
              </p:blipFill>
              <p:spPr>
                <a:xfrm>
                  <a:off x="1872503" y="3380425"/>
                  <a:ext cx="964800" cy="6667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00" name="Ink 99">
                  <a:extLst>
                    <a:ext uri="{FF2B5EF4-FFF2-40B4-BE49-F238E27FC236}">
                      <a16:creationId xmlns:a16="http://schemas.microsoft.com/office/drawing/2014/main" id="{1BA15FC7-C622-2CFA-ABAD-AC1F61FF5731}"/>
                    </a:ext>
                  </a:extLst>
                </p14:cNvPr>
                <p14:cNvContentPartPr/>
                <p14:nvPr/>
              </p14:nvContentPartPr>
              <p14:xfrm>
                <a:off x="1866743" y="3444865"/>
                <a:ext cx="147960" cy="114120"/>
              </p14:xfrm>
            </p:contentPart>
          </mc:Choice>
          <mc:Fallback xmlns="">
            <p:pic>
              <p:nvPicPr>
                <p:cNvPr id="100" name="Ink 99">
                  <a:extLst>
                    <a:ext uri="{FF2B5EF4-FFF2-40B4-BE49-F238E27FC236}">
                      <a16:creationId xmlns:a16="http://schemas.microsoft.com/office/drawing/2014/main" id="{1BA15FC7-C622-2CFA-ABAD-AC1F61FF5731}"/>
                    </a:ext>
                  </a:extLst>
                </p:cNvPr>
                <p:cNvPicPr/>
                <p:nvPr/>
              </p:nvPicPr>
              <p:blipFill>
                <a:blip r:embed="rId128"/>
                <a:stretch>
                  <a:fillRect/>
                </a:stretch>
              </p:blipFill>
              <p:spPr>
                <a:xfrm>
                  <a:off x="1862423" y="3440545"/>
                  <a:ext cx="1566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06" name="Ink 105">
                  <a:extLst>
                    <a:ext uri="{FF2B5EF4-FFF2-40B4-BE49-F238E27FC236}">
                      <a16:creationId xmlns:a16="http://schemas.microsoft.com/office/drawing/2014/main" id="{16F3F607-8DC9-C9D8-EC6A-C43AF28B129B}"/>
                    </a:ext>
                  </a:extLst>
                </p14:cNvPr>
                <p14:cNvContentPartPr/>
                <p14:nvPr/>
              </p14:nvContentPartPr>
              <p14:xfrm>
                <a:off x="1827863" y="3551785"/>
                <a:ext cx="93240" cy="60120"/>
              </p14:xfrm>
            </p:contentPart>
          </mc:Choice>
          <mc:Fallback xmlns="">
            <p:pic>
              <p:nvPicPr>
                <p:cNvPr id="106" name="Ink 105">
                  <a:extLst>
                    <a:ext uri="{FF2B5EF4-FFF2-40B4-BE49-F238E27FC236}">
                      <a16:creationId xmlns:a16="http://schemas.microsoft.com/office/drawing/2014/main" id="{16F3F607-8DC9-C9D8-EC6A-C43AF28B129B}"/>
                    </a:ext>
                  </a:extLst>
                </p:cNvPr>
                <p:cNvPicPr/>
                <p:nvPr/>
              </p:nvPicPr>
              <p:blipFill>
                <a:blip r:embed="rId130"/>
                <a:stretch>
                  <a:fillRect/>
                </a:stretch>
              </p:blipFill>
              <p:spPr>
                <a:xfrm>
                  <a:off x="1823543" y="3547465"/>
                  <a:ext cx="10188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08" name="Ink 107">
                  <a:extLst>
                    <a:ext uri="{FF2B5EF4-FFF2-40B4-BE49-F238E27FC236}">
                      <a16:creationId xmlns:a16="http://schemas.microsoft.com/office/drawing/2014/main" id="{92B1E4C7-8AA2-F7E7-E1EB-8B93D2944C6D}"/>
                    </a:ext>
                  </a:extLst>
                </p14:cNvPr>
                <p14:cNvContentPartPr/>
                <p14:nvPr/>
              </p14:nvContentPartPr>
              <p14:xfrm>
                <a:off x="1494143" y="3503185"/>
                <a:ext cx="45720" cy="203760"/>
              </p14:xfrm>
            </p:contentPart>
          </mc:Choice>
          <mc:Fallback xmlns="">
            <p:pic>
              <p:nvPicPr>
                <p:cNvPr id="108" name="Ink 107">
                  <a:extLst>
                    <a:ext uri="{FF2B5EF4-FFF2-40B4-BE49-F238E27FC236}">
                      <a16:creationId xmlns:a16="http://schemas.microsoft.com/office/drawing/2014/main" id="{92B1E4C7-8AA2-F7E7-E1EB-8B93D2944C6D}"/>
                    </a:ext>
                  </a:extLst>
                </p:cNvPr>
                <p:cNvPicPr/>
                <p:nvPr/>
              </p:nvPicPr>
              <p:blipFill>
                <a:blip r:embed="rId132"/>
                <a:stretch>
                  <a:fillRect/>
                </a:stretch>
              </p:blipFill>
              <p:spPr>
                <a:xfrm>
                  <a:off x="1489823" y="3498865"/>
                  <a:ext cx="5436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09" name="Ink 108">
                  <a:extLst>
                    <a:ext uri="{FF2B5EF4-FFF2-40B4-BE49-F238E27FC236}">
                      <a16:creationId xmlns:a16="http://schemas.microsoft.com/office/drawing/2014/main" id="{12378CD6-A4D6-B2EE-378E-238BFC1AE3B1}"/>
                    </a:ext>
                  </a:extLst>
                </p14:cNvPr>
                <p14:cNvContentPartPr/>
                <p14:nvPr/>
              </p14:nvContentPartPr>
              <p14:xfrm>
                <a:off x="1460663" y="3517585"/>
                <a:ext cx="191880" cy="210240"/>
              </p14:xfrm>
            </p:contentPart>
          </mc:Choice>
          <mc:Fallback xmlns="">
            <p:pic>
              <p:nvPicPr>
                <p:cNvPr id="109" name="Ink 108">
                  <a:extLst>
                    <a:ext uri="{FF2B5EF4-FFF2-40B4-BE49-F238E27FC236}">
                      <a16:creationId xmlns:a16="http://schemas.microsoft.com/office/drawing/2014/main" id="{12378CD6-A4D6-B2EE-378E-238BFC1AE3B1}"/>
                    </a:ext>
                  </a:extLst>
                </p:cNvPr>
                <p:cNvPicPr/>
                <p:nvPr/>
              </p:nvPicPr>
              <p:blipFill>
                <a:blip r:embed="rId134"/>
                <a:stretch>
                  <a:fillRect/>
                </a:stretch>
              </p:blipFill>
              <p:spPr>
                <a:xfrm>
                  <a:off x="1456343" y="3513265"/>
                  <a:ext cx="200520" cy="218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5">
            <p14:nvContentPartPr>
              <p14:cNvPr id="115" name="Ink 114">
                <a:extLst>
                  <a:ext uri="{FF2B5EF4-FFF2-40B4-BE49-F238E27FC236}">
                    <a16:creationId xmlns:a16="http://schemas.microsoft.com/office/drawing/2014/main" id="{B53AC4DF-8A39-095F-F8E7-5E06619D1BBB}"/>
                  </a:ext>
                </a:extLst>
              </p14:cNvPr>
              <p14:cNvContentPartPr/>
              <p14:nvPr/>
            </p14:nvContentPartPr>
            <p14:xfrm>
              <a:off x="3457223" y="3945085"/>
              <a:ext cx="220320" cy="250200"/>
            </p14:xfrm>
          </p:contentPart>
        </mc:Choice>
        <mc:Fallback xmlns="">
          <p:pic>
            <p:nvPicPr>
              <p:cNvPr id="115" name="Ink 114">
                <a:extLst>
                  <a:ext uri="{FF2B5EF4-FFF2-40B4-BE49-F238E27FC236}">
                    <a16:creationId xmlns:a16="http://schemas.microsoft.com/office/drawing/2014/main" id="{B53AC4DF-8A39-095F-F8E7-5E06619D1BBB}"/>
                  </a:ext>
                </a:extLst>
              </p:cNvPr>
              <p:cNvPicPr/>
              <p:nvPr/>
            </p:nvPicPr>
            <p:blipFill>
              <a:blip r:embed="rId136"/>
              <a:stretch>
                <a:fillRect/>
              </a:stretch>
            </p:blipFill>
            <p:spPr>
              <a:xfrm>
                <a:off x="3452903" y="3940765"/>
                <a:ext cx="22896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32" name="Ink 131">
                <a:extLst>
                  <a:ext uri="{FF2B5EF4-FFF2-40B4-BE49-F238E27FC236}">
                    <a16:creationId xmlns:a16="http://schemas.microsoft.com/office/drawing/2014/main" id="{F713940A-5551-A7F5-AF24-9E1953EB74CF}"/>
                  </a:ext>
                </a:extLst>
              </p14:cNvPr>
              <p14:cNvContentPartPr/>
              <p14:nvPr/>
            </p14:nvContentPartPr>
            <p14:xfrm>
              <a:off x="3136823" y="1446685"/>
              <a:ext cx="452880" cy="458280"/>
            </p14:xfrm>
          </p:contentPart>
        </mc:Choice>
        <mc:Fallback xmlns="">
          <p:pic>
            <p:nvPicPr>
              <p:cNvPr id="132" name="Ink 131">
                <a:extLst>
                  <a:ext uri="{FF2B5EF4-FFF2-40B4-BE49-F238E27FC236}">
                    <a16:creationId xmlns:a16="http://schemas.microsoft.com/office/drawing/2014/main" id="{F713940A-5551-A7F5-AF24-9E1953EB74CF}"/>
                  </a:ext>
                </a:extLst>
              </p:cNvPr>
              <p:cNvPicPr/>
              <p:nvPr/>
            </p:nvPicPr>
            <p:blipFill>
              <a:blip r:embed="rId138"/>
              <a:stretch>
                <a:fillRect/>
              </a:stretch>
            </p:blipFill>
            <p:spPr>
              <a:xfrm>
                <a:off x="3127823" y="1438045"/>
                <a:ext cx="470520" cy="475920"/>
              </a:xfrm>
              <a:prstGeom prst="rect">
                <a:avLst/>
              </a:prstGeom>
            </p:spPr>
          </p:pic>
        </mc:Fallback>
      </mc:AlternateContent>
      <p:grpSp>
        <p:nvGrpSpPr>
          <p:cNvPr id="138" name="Group 137">
            <a:extLst>
              <a:ext uri="{FF2B5EF4-FFF2-40B4-BE49-F238E27FC236}">
                <a16:creationId xmlns:a16="http://schemas.microsoft.com/office/drawing/2014/main" id="{4E020B80-9FEF-D609-AF24-4EC797073BF1}"/>
              </a:ext>
            </a:extLst>
          </p:cNvPr>
          <p:cNvGrpSpPr/>
          <p:nvPr/>
        </p:nvGrpSpPr>
        <p:grpSpPr>
          <a:xfrm>
            <a:off x="3099383" y="961405"/>
            <a:ext cx="954720" cy="1015560"/>
            <a:chOff x="3609503" y="971305"/>
            <a:chExt cx="954720" cy="1015560"/>
          </a:xfrm>
        </p:grpSpPr>
        <mc:AlternateContent xmlns:mc="http://schemas.openxmlformats.org/markup-compatibility/2006" xmlns:p14="http://schemas.microsoft.com/office/powerpoint/2010/main">
          <mc:Choice Requires="p14">
            <p:contentPart p14:bwMode="auto" r:id="rId139">
              <p14:nvContentPartPr>
                <p14:cNvPr id="112" name="Ink 111">
                  <a:extLst>
                    <a:ext uri="{FF2B5EF4-FFF2-40B4-BE49-F238E27FC236}">
                      <a16:creationId xmlns:a16="http://schemas.microsoft.com/office/drawing/2014/main" id="{0843BC93-F8CA-5DA8-2798-E98ABD4D7753}"/>
                    </a:ext>
                  </a:extLst>
                </p14:cNvPr>
                <p14:cNvContentPartPr/>
                <p14:nvPr/>
              </p14:nvContentPartPr>
              <p14:xfrm>
                <a:off x="3609503" y="971305"/>
                <a:ext cx="917640" cy="910440"/>
              </p14:xfrm>
            </p:contentPart>
          </mc:Choice>
          <mc:Fallback xmlns="">
            <p:pic>
              <p:nvPicPr>
                <p:cNvPr id="112" name="Ink 111">
                  <a:extLst>
                    <a:ext uri="{FF2B5EF4-FFF2-40B4-BE49-F238E27FC236}">
                      <a16:creationId xmlns:a16="http://schemas.microsoft.com/office/drawing/2014/main" id="{0843BC93-F8CA-5DA8-2798-E98ABD4D7753}"/>
                    </a:ext>
                  </a:extLst>
                </p:cNvPr>
                <p:cNvPicPr/>
                <p:nvPr/>
              </p:nvPicPr>
              <p:blipFill>
                <a:blip r:embed="rId140"/>
                <a:stretch>
                  <a:fillRect/>
                </a:stretch>
              </p:blipFill>
              <p:spPr>
                <a:xfrm>
                  <a:off x="3605183" y="966985"/>
                  <a:ext cx="926280" cy="9190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13" name="Ink 112">
                  <a:extLst>
                    <a:ext uri="{FF2B5EF4-FFF2-40B4-BE49-F238E27FC236}">
                      <a16:creationId xmlns:a16="http://schemas.microsoft.com/office/drawing/2014/main" id="{D5D3826A-E2F8-D947-05EC-DC810AE5CC2A}"/>
                    </a:ext>
                  </a:extLst>
                </p14:cNvPr>
                <p14:cNvContentPartPr/>
                <p14:nvPr/>
              </p14:nvContentPartPr>
              <p14:xfrm>
                <a:off x="4370543" y="1461985"/>
                <a:ext cx="179640" cy="28800"/>
              </p14:xfrm>
            </p:contentPart>
          </mc:Choice>
          <mc:Fallback xmlns="">
            <p:pic>
              <p:nvPicPr>
                <p:cNvPr id="113" name="Ink 112">
                  <a:extLst>
                    <a:ext uri="{FF2B5EF4-FFF2-40B4-BE49-F238E27FC236}">
                      <a16:creationId xmlns:a16="http://schemas.microsoft.com/office/drawing/2014/main" id="{D5D3826A-E2F8-D947-05EC-DC810AE5CC2A}"/>
                    </a:ext>
                  </a:extLst>
                </p:cNvPr>
                <p:cNvPicPr/>
                <p:nvPr/>
              </p:nvPicPr>
              <p:blipFill>
                <a:blip r:embed="rId142"/>
                <a:stretch>
                  <a:fillRect/>
                </a:stretch>
              </p:blipFill>
              <p:spPr>
                <a:xfrm>
                  <a:off x="4366223" y="1457665"/>
                  <a:ext cx="1882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16" name="Ink 115">
                  <a:extLst>
                    <a:ext uri="{FF2B5EF4-FFF2-40B4-BE49-F238E27FC236}">
                      <a16:creationId xmlns:a16="http://schemas.microsoft.com/office/drawing/2014/main" id="{78CCE5FF-965D-86EC-0E67-66D0D786EA46}"/>
                    </a:ext>
                  </a:extLst>
                </p14:cNvPr>
                <p14:cNvContentPartPr/>
                <p14:nvPr/>
              </p14:nvContentPartPr>
              <p14:xfrm>
                <a:off x="3640823" y="1229785"/>
                <a:ext cx="534600" cy="562320"/>
              </p14:xfrm>
            </p:contentPart>
          </mc:Choice>
          <mc:Fallback xmlns="">
            <p:pic>
              <p:nvPicPr>
                <p:cNvPr id="116" name="Ink 115">
                  <a:extLst>
                    <a:ext uri="{FF2B5EF4-FFF2-40B4-BE49-F238E27FC236}">
                      <a16:creationId xmlns:a16="http://schemas.microsoft.com/office/drawing/2014/main" id="{78CCE5FF-965D-86EC-0E67-66D0D786EA46}"/>
                    </a:ext>
                  </a:extLst>
                </p:cNvPr>
                <p:cNvPicPr/>
                <p:nvPr/>
              </p:nvPicPr>
              <p:blipFill>
                <a:blip r:embed="rId144"/>
                <a:stretch>
                  <a:fillRect/>
                </a:stretch>
              </p:blipFill>
              <p:spPr>
                <a:xfrm>
                  <a:off x="3631823" y="1220785"/>
                  <a:ext cx="552240" cy="5799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17" name="Ink 116">
                  <a:extLst>
                    <a:ext uri="{FF2B5EF4-FFF2-40B4-BE49-F238E27FC236}">
                      <a16:creationId xmlns:a16="http://schemas.microsoft.com/office/drawing/2014/main" id="{6F8AD926-7B94-3CF2-B4F5-0E5CBDA3B2AE}"/>
                    </a:ext>
                  </a:extLst>
                </p14:cNvPr>
                <p14:cNvContentPartPr/>
                <p14:nvPr/>
              </p14:nvContentPartPr>
              <p14:xfrm>
                <a:off x="3677903" y="1481065"/>
                <a:ext cx="859320" cy="329040"/>
              </p14:xfrm>
            </p:contentPart>
          </mc:Choice>
          <mc:Fallback xmlns="">
            <p:pic>
              <p:nvPicPr>
                <p:cNvPr id="117" name="Ink 116">
                  <a:extLst>
                    <a:ext uri="{FF2B5EF4-FFF2-40B4-BE49-F238E27FC236}">
                      <a16:creationId xmlns:a16="http://schemas.microsoft.com/office/drawing/2014/main" id="{6F8AD926-7B94-3CF2-B4F5-0E5CBDA3B2AE}"/>
                    </a:ext>
                  </a:extLst>
                </p:cNvPr>
                <p:cNvPicPr/>
                <p:nvPr/>
              </p:nvPicPr>
              <p:blipFill>
                <a:blip r:embed="rId146"/>
                <a:stretch>
                  <a:fillRect/>
                </a:stretch>
              </p:blipFill>
              <p:spPr>
                <a:xfrm>
                  <a:off x="3668903" y="1472065"/>
                  <a:ext cx="87696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19" name="Ink 118">
                  <a:extLst>
                    <a:ext uri="{FF2B5EF4-FFF2-40B4-BE49-F238E27FC236}">
                      <a16:creationId xmlns:a16="http://schemas.microsoft.com/office/drawing/2014/main" id="{2E7F163B-DC97-B5C3-AE3D-71DB387DAA4B}"/>
                    </a:ext>
                  </a:extLst>
                </p14:cNvPr>
                <p14:cNvContentPartPr/>
                <p14:nvPr/>
              </p14:nvContentPartPr>
              <p14:xfrm>
                <a:off x="3667823" y="1422385"/>
                <a:ext cx="887400" cy="62640"/>
              </p14:xfrm>
            </p:contentPart>
          </mc:Choice>
          <mc:Fallback xmlns="">
            <p:pic>
              <p:nvPicPr>
                <p:cNvPr id="119" name="Ink 118">
                  <a:extLst>
                    <a:ext uri="{FF2B5EF4-FFF2-40B4-BE49-F238E27FC236}">
                      <a16:creationId xmlns:a16="http://schemas.microsoft.com/office/drawing/2014/main" id="{2E7F163B-DC97-B5C3-AE3D-71DB387DAA4B}"/>
                    </a:ext>
                  </a:extLst>
                </p:cNvPr>
                <p:cNvPicPr/>
                <p:nvPr/>
              </p:nvPicPr>
              <p:blipFill>
                <a:blip r:embed="rId148"/>
                <a:stretch>
                  <a:fillRect/>
                </a:stretch>
              </p:blipFill>
              <p:spPr>
                <a:xfrm>
                  <a:off x="3659183" y="1413385"/>
                  <a:ext cx="90504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20" name="Ink 119">
                  <a:extLst>
                    <a:ext uri="{FF2B5EF4-FFF2-40B4-BE49-F238E27FC236}">
                      <a16:creationId xmlns:a16="http://schemas.microsoft.com/office/drawing/2014/main" id="{2DC7B6DA-FC14-D0B2-1F4B-C04354180289}"/>
                    </a:ext>
                  </a:extLst>
                </p14:cNvPr>
                <p14:cNvContentPartPr/>
                <p14:nvPr/>
              </p14:nvContentPartPr>
              <p14:xfrm>
                <a:off x="3640823" y="1455145"/>
                <a:ext cx="547560" cy="450360"/>
              </p14:xfrm>
            </p:contentPart>
          </mc:Choice>
          <mc:Fallback xmlns="">
            <p:pic>
              <p:nvPicPr>
                <p:cNvPr id="120" name="Ink 119">
                  <a:extLst>
                    <a:ext uri="{FF2B5EF4-FFF2-40B4-BE49-F238E27FC236}">
                      <a16:creationId xmlns:a16="http://schemas.microsoft.com/office/drawing/2014/main" id="{2DC7B6DA-FC14-D0B2-1F4B-C04354180289}"/>
                    </a:ext>
                  </a:extLst>
                </p:cNvPr>
                <p:cNvPicPr/>
                <p:nvPr/>
              </p:nvPicPr>
              <p:blipFill>
                <a:blip r:embed="rId150"/>
                <a:stretch>
                  <a:fillRect/>
                </a:stretch>
              </p:blipFill>
              <p:spPr>
                <a:xfrm>
                  <a:off x="3631823" y="1446505"/>
                  <a:ext cx="565200" cy="4680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21" name="Ink 120">
                  <a:extLst>
                    <a:ext uri="{FF2B5EF4-FFF2-40B4-BE49-F238E27FC236}">
                      <a16:creationId xmlns:a16="http://schemas.microsoft.com/office/drawing/2014/main" id="{BC3DA33E-2C0F-FD2D-273C-3E008E2700B4}"/>
                    </a:ext>
                  </a:extLst>
                </p14:cNvPr>
                <p14:cNvContentPartPr/>
                <p14:nvPr/>
              </p14:nvContentPartPr>
              <p14:xfrm>
                <a:off x="4044743" y="1262545"/>
                <a:ext cx="274320" cy="667440"/>
              </p14:xfrm>
            </p:contentPart>
          </mc:Choice>
          <mc:Fallback xmlns="">
            <p:pic>
              <p:nvPicPr>
                <p:cNvPr id="121" name="Ink 120">
                  <a:extLst>
                    <a:ext uri="{FF2B5EF4-FFF2-40B4-BE49-F238E27FC236}">
                      <a16:creationId xmlns:a16="http://schemas.microsoft.com/office/drawing/2014/main" id="{BC3DA33E-2C0F-FD2D-273C-3E008E2700B4}"/>
                    </a:ext>
                  </a:extLst>
                </p:cNvPr>
                <p:cNvPicPr/>
                <p:nvPr/>
              </p:nvPicPr>
              <p:blipFill>
                <a:blip r:embed="rId152"/>
                <a:stretch>
                  <a:fillRect/>
                </a:stretch>
              </p:blipFill>
              <p:spPr>
                <a:xfrm>
                  <a:off x="4035743" y="1253905"/>
                  <a:ext cx="291960" cy="68508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2" name="Ink 121">
                  <a:extLst>
                    <a:ext uri="{FF2B5EF4-FFF2-40B4-BE49-F238E27FC236}">
                      <a16:creationId xmlns:a16="http://schemas.microsoft.com/office/drawing/2014/main" id="{D4311F4C-8154-54C2-715C-4C28EE5F4675}"/>
                    </a:ext>
                  </a:extLst>
                </p14:cNvPr>
                <p14:cNvContentPartPr/>
                <p14:nvPr/>
              </p14:nvContentPartPr>
              <p14:xfrm>
                <a:off x="3636503" y="1413745"/>
                <a:ext cx="447480" cy="513720"/>
              </p14:xfrm>
            </p:contentPart>
          </mc:Choice>
          <mc:Fallback xmlns="">
            <p:pic>
              <p:nvPicPr>
                <p:cNvPr id="122" name="Ink 121">
                  <a:extLst>
                    <a:ext uri="{FF2B5EF4-FFF2-40B4-BE49-F238E27FC236}">
                      <a16:creationId xmlns:a16="http://schemas.microsoft.com/office/drawing/2014/main" id="{D4311F4C-8154-54C2-715C-4C28EE5F4675}"/>
                    </a:ext>
                  </a:extLst>
                </p:cNvPr>
                <p:cNvPicPr/>
                <p:nvPr/>
              </p:nvPicPr>
              <p:blipFill>
                <a:blip r:embed="rId154"/>
                <a:stretch>
                  <a:fillRect/>
                </a:stretch>
              </p:blipFill>
              <p:spPr>
                <a:xfrm>
                  <a:off x="3627863" y="1405105"/>
                  <a:ext cx="465120" cy="5313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24" name="Ink 123">
                  <a:extLst>
                    <a:ext uri="{FF2B5EF4-FFF2-40B4-BE49-F238E27FC236}">
                      <a16:creationId xmlns:a16="http://schemas.microsoft.com/office/drawing/2014/main" id="{118DAE59-24FC-1E2C-5C06-A5A189798DB1}"/>
                    </a:ext>
                  </a:extLst>
                </p14:cNvPr>
                <p14:cNvContentPartPr/>
                <p14:nvPr/>
              </p14:nvContentPartPr>
              <p14:xfrm>
                <a:off x="3677903" y="1233385"/>
                <a:ext cx="479520" cy="587520"/>
              </p14:xfrm>
            </p:contentPart>
          </mc:Choice>
          <mc:Fallback xmlns="">
            <p:pic>
              <p:nvPicPr>
                <p:cNvPr id="124" name="Ink 123">
                  <a:extLst>
                    <a:ext uri="{FF2B5EF4-FFF2-40B4-BE49-F238E27FC236}">
                      <a16:creationId xmlns:a16="http://schemas.microsoft.com/office/drawing/2014/main" id="{118DAE59-24FC-1E2C-5C06-A5A189798DB1}"/>
                    </a:ext>
                  </a:extLst>
                </p:cNvPr>
                <p:cNvPicPr/>
                <p:nvPr/>
              </p:nvPicPr>
              <p:blipFill>
                <a:blip r:embed="rId156"/>
                <a:stretch>
                  <a:fillRect/>
                </a:stretch>
              </p:blipFill>
              <p:spPr>
                <a:xfrm>
                  <a:off x="3668903" y="1224385"/>
                  <a:ext cx="497160" cy="6051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29" name="Ink 128">
                  <a:extLst>
                    <a:ext uri="{FF2B5EF4-FFF2-40B4-BE49-F238E27FC236}">
                      <a16:creationId xmlns:a16="http://schemas.microsoft.com/office/drawing/2014/main" id="{24B656C8-6CFB-15AC-64E1-E32ABA28E933}"/>
                    </a:ext>
                  </a:extLst>
                </p14:cNvPr>
                <p14:cNvContentPartPr/>
                <p14:nvPr/>
              </p14:nvContentPartPr>
              <p14:xfrm>
                <a:off x="3684383" y="1521025"/>
                <a:ext cx="857160" cy="295560"/>
              </p14:xfrm>
            </p:contentPart>
          </mc:Choice>
          <mc:Fallback xmlns="">
            <p:pic>
              <p:nvPicPr>
                <p:cNvPr id="129" name="Ink 128">
                  <a:extLst>
                    <a:ext uri="{FF2B5EF4-FFF2-40B4-BE49-F238E27FC236}">
                      <a16:creationId xmlns:a16="http://schemas.microsoft.com/office/drawing/2014/main" id="{24B656C8-6CFB-15AC-64E1-E32ABA28E933}"/>
                    </a:ext>
                  </a:extLst>
                </p:cNvPr>
                <p:cNvPicPr/>
                <p:nvPr/>
              </p:nvPicPr>
              <p:blipFill>
                <a:blip r:embed="rId158"/>
                <a:stretch>
                  <a:fillRect/>
                </a:stretch>
              </p:blipFill>
              <p:spPr>
                <a:xfrm>
                  <a:off x="3675383" y="1512385"/>
                  <a:ext cx="87480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30" name="Ink 129">
                  <a:extLst>
                    <a:ext uri="{FF2B5EF4-FFF2-40B4-BE49-F238E27FC236}">
                      <a16:creationId xmlns:a16="http://schemas.microsoft.com/office/drawing/2014/main" id="{8B3092C0-6B37-C935-FF83-C99A213ABBC4}"/>
                    </a:ext>
                  </a:extLst>
                </p14:cNvPr>
                <p14:cNvContentPartPr/>
                <p14:nvPr/>
              </p14:nvContentPartPr>
              <p14:xfrm>
                <a:off x="3687983" y="1393585"/>
                <a:ext cx="876240" cy="45360"/>
              </p14:xfrm>
            </p:contentPart>
          </mc:Choice>
          <mc:Fallback xmlns="">
            <p:pic>
              <p:nvPicPr>
                <p:cNvPr id="130" name="Ink 129">
                  <a:extLst>
                    <a:ext uri="{FF2B5EF4-FFF2-40B4-BE49-F238E27FC236}">
                      <a16:creationId xmlns:a16="http://schemas.microsoft.com/office/drawing/2014/main" id="{8B3092C0-6B37-C935-FF83-C99A213ABBC4}"/>
                    </a:ext>
                  </a:extLst>
                </p:cNvPr>
                <p:cNvPicPr/>
                <p:nvPr/>
              </p:nvPicPr>
              <p:blipFill>
                <a:blip r:embed="rId160"/>
                <a:stretch>
                  <a:fillRect/>
                </a:stretch>
              </p:blipFill>
              <p:spPr>
                <a:xfrm>
                  <a:off x="3678983" y="1384585"/>
                  <a:ext cx="89388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34" name="Ink 133">
                  <a:extLst>
                    <a:ext uri="{FF2B5EF4-FFF2-40B4-BE49-F238E27FC236}">
                      <a16:creationId xmlns:a16="http://schemas.microsoft.com/office/drawing/2014/main" id="{0C2A7AAA-B727-E72D-8F27-B18267238079}"/>
                    </a:ext>
                  </a:extLst>
                </p14:cNvPr>
                <p14:cNvContentPartPr/>
                <p14:nvPr/>
              </p14:nvContentPartPr>
              <p14:xfrm>
                <a:off x="4065623" y="1280905"/>
                <a:ext cx="271800" cy="705960"/>
              </p14:xfrm>
            </p:contentPart>
          </mc:Choice>
          <mc:Fallback xmlns="">
            <p:pic>
              <p:nvPicPr>
                <p:cNvPr id="134" name="Ink 133">
                  <a:extLst>
                    <a:ext uri="{FF2B5EF4-FFF2-40B4-BE49-F238E27FC236}">
                      <a16:creationId xmlns:a16="http://schemas.microsoft.com/office/drawing/2014/main" id="{0C2A7AAA-B727-E72D-8F27-B18267238079}"/>
                    </a:ext>
                  </a:extLst>
                </p:cNvPr>
                <p:cNvPicPr/>
                <p:nvPr/>
              </p:nvPicPr>
              <p:blipFill>
                <a:blip r:embed="rId162"/>
                <a:stretch>
                  <a:fillRect/>
                </a:stretch>
              </p:blipFill>
              <p:spPr>
                <a:xfrm>
                  <a:off x="4056983" y="1272265"/>
                  <a:ext cx="289440" cy="7236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36" name="Ink 135">
                  <a:extLst>
                    <a:ext uri="{FF2B5EF4-FFF2-40B4-BE49-F238E27FC236}">
                      <a16:creationId xmlns:a16="http://schemas.microsoft.com/office/drawing/2014/main" id="{1CAC897C-99AF-A444-B461-FF7410119A1F}"/>
                    </a:ext>
                  </a:extLst>
                </p14:cNvPr>
                <p14:cNvContentPartPr/>
                <p14:nvPr/>
              </p14:nvContentPartPr>
              <p14:xfrm>
                <a:off x="4083623" y="1246705"/>
                <a:ext cx="33120" cy="15120"/>
              </p14:xfrm>
            </p:contentPart>
          </mc:Choice>
          <mc:Fallback xmlns="">
            <p:pic>
              <p:nvPicPr>
                <p:cNvPr id="136" name="Ink 135">
                  <a:extLst>
                    <a:ext uri="{FF2B5EF4-FFF2-40B4-BE49-F238E27FC236}">
                      <a16:creationId xmlns:a16="http://schemas.microsoft.com/office/drawing/2014/main" id="{1CAC897C-99AF-A444-B461-FF7410119A1F}"/>
                    </a:ext>
                  </a:extLst>
                </p:cNvPr>
                <p:cNvPicPr/>
                <p:nvPr/>
              </p:nvPicPr>
              <p:blipFill>
                <a:blip r:embed="rId164"/>
                <a:stretch>
                  <a:fillRect/>
                </a:stretch>
              </p:blipFill>
              <p:spPr>
                <a:xfrm>
                  <a:off x="4074623" y="1237705"/>
                  <a:ext cx="507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37" name="Ink 136">
                  <a:extLst>
                    <a:ext uri="{FF2B5EF4-FFF2-40B4-BE49-F238E27FC236}">
                      <a16:creationId xmlns:a16="http://schemas.microsoft.com/office/drawing/2014/main" id="{57BAFBD8-E869-34A2-BE24-BAA9B8CBA0BD}"/>
                    </a:ext>
                  </a:extLst>
                </p14:cNvPr>
                <p14:cNvContentPartPr/>
                <p14:nvPr/>
              </p14:nvContentPartPr>
              <p14:xfrm>
                <a:off x="3677183" y="1236265"/>
                <a:ext cx="453600" cy="612720"/>
              </p14:xfrm>
            </p:contentPart>
          </mc:Choice>
          <mc:Fallback xmlns="">
            <p:pic>
              <p:nvPicPr>
                <p:cNvPr id="137" name="Ink 136">
                  <a:extLst>
                    <a:ext uri="{FF2B5EF4-FFF2-40B4-BE49-F238E27FC236}">
                      <a16:creationId xmlns:a16="http://schemas.microsoft.com/office/drawing/2014/main" id="{57BAFBD8-E869-34A2-BE24-BAA9B8CBA0BD}"/>
                    </a:ext>
                  </a:extLst>
                </p:cNvPr>
                <p:cNvPicPr/>
                <p:nvPr/>
              </p:nvPicPr>
              <p:blipFill>
                <a:blip r:embed="rId166"/>
                <a:stretch>
                  <a:fillRect/>
                </a:stretch>
              </p:blipFill>
              <p:spPr>
                <a:xfrm>
                  <a:off x="3668183" y="1227625"/>
                  <a:ext cx="471240" cy="630360"/>
                </a:xfrm>
                <a:prstGeom prst="rect">
                  <a:avLst/>
                </a:prstGeom>
              </p:spPr>
            </p:pic>
          </mc:Fallback>
        </mc:AlternateContent>
      </p:grpSp>
      <p:grpSp>
        <p:nvGrpSpPr>
          <p:cNvPr id="144" name="Group 143">
            <a:extLst>
              <a:ext uri="{FF2B5EF4-FFF2-40B4-BE49-F238E27FC236}">
                <a16:creationId xmlns:a16="http://schemas.microsoft.com/office/drawing/2014/main" id="{44580519-0643-1778-60B4-64F2325C4FB4}"/>
              </a:ext>
            </a:extLst>
          </p:cNvPr>
          <p:cNvGrpSpPr/>
          <p:nvPr/>
        </p:nvGrpSpPr>
        <p:grpSpPr>
          <a:xfrm>
            <a:off x="3420143" y="3903685"/>
            <a:ext cx="294480" cy="313560"/>
            <a:chOff x="3930263" y="3913585"/>
            <a:chExt cx="294480" cy="313560"/>
          </a:xfrm>
        </p:grpSpPr>
        <mc:AlternateContent xmlns:mc="http://schemas.openxmlformats.org/markup-compatibility/2006" xmlns:p14="http://schemas.microsoft.com/office/powerpoint/2010/main">
          <mc:Choice Requires="p14">
            <p:contentPart p14:bwMode="auto" r:id="rId167">
              <p14:nvContentPartPr>
                <p14:cNvPr id="139" name="Ink 138">
                  <a:extLst>
                    <a:ext uri="{FF2B5EF4-FFF2-40B4-BE49-F238E27FC236}">
                      <a16:creationId xmlns:a16="http://schemas.microsoft.com/office/drawing/2014/main" id="{A329054A-5C75-DDF7-6836-5FDCF27D2668}"/>
                    </a:ext>
                  </a:extLst>
                </p14:cNvPr>
                <p14:cNvContentPartPr/>
                <p14:nvPr/>
              </p14:nvContentPartPr>
              <p14:xfrm>
                <a:off x="3959423" y="3937345"/>
                <a:ext cx="235800" cy="228240"/>
              </p14:xfrm>
            </p:contentPart>
          </mc:Choice>
          <mc:Fallback xmlns="">
            <p:pic>
              <p:nvPicPr>
                <p:cNvPr id="139" name="Ink 138">
                  <a:extLst>
                    <a:ext uri="{FF2B5EF4-FFF2-40B4-BE49-F238E27FC236}">
                      <a16:creationId xmlns:a16="http://schemas.microsoft.com/office/drawing/2014/main" id="{A329054A-5C75-DDF7-6836-5FDCF27D2668}"/>
                    </a:ext>
                  </a:extLst>
                </p:cNvPr>
                <p:cNvPicPr/>
                <p:nvPr/>
              </p:nvPicPr>
              <p:blipFill>
                <a:blip r:embed="rId168"/>
                <a:stretch>
                  <a:fillRect/>
                </a:stretch>
              </p:blipFill>
              <p:spPr>
                <a:xfrm>
                  <a:off x="3950783" y="3928345"/>
                  <a:ext cx="25344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40" name="Ink 139">
                  <a:extLst>
                    <a:ext uri="{FF2B5EF4-FFF2-40B4-BE49-F238E27FC236}">
                      <a16:creationId xmlns:a16="http://schemas.microsoft.com/office/drawing/2014/main" id="{60347DE5-0538-9F3F-643B-4409857541B0}"/>
                    </a:ext>
                  </a:extLst>
                </p14:cNvPr>
                <p14:cNvContentPartPr/>
                <p14:nvPr/>
              </p14:nvContentPartPr>
              <p14:xfrm>
                <a:off x="3930263" y="3913585"/>
                <a:ext cx="237240" cy="261360"/>
              </p14:xfrm>
            </p:contentPart>
          </mc:Choice>
          <mc:Fallback xmlns="">
            <p:pic>
              <p:nvPicPr>
                <p:cNvPr id="140" name="Ink 139">
                  <a:extLst>
                    <a:ext uri="{FF2B5EF4-FFF2-40B4-BE49-F238E27FC236}">
                      <a16:creationId xmlns:a16="http://schemas.microsoft.com/office/drawing/2014/main" id="{60347DE5-0538-9F3F-643B-4409857541B0}"/>
                    </a:ext>
                  </a:extLst>
                </p:cNvPr>
                <p:cNvPicPr/>
                <p:nvPr/>
              </p:nvPicPr>
              <p:blipFill>
                <a:blip r:embed="rId170"/>
                <a:stretch>
                  <a:fillRect/>
                </a:stretch>
              </p:blipFill>
              <p:spPr>
                <a:xfrm>
                  <a:off x="3921263" y="3904945"/>
                  <a:ext cx="25488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41" name="Ink 140">
                  <a:extLst>
                    <a:ext uri="{FF2B5EF4-FFF2-40B4-BE49-F238E27FC236}">
                      <a16:creationId xmlns:a16="http://schemas.microsoft.com/office/drawing/2014/main" id="{DF4DE517-1774-70D3-4836-E14057C378F9}"/>
                    </a:ext>
                  </a:extLst>
                </p14:cNvPr>
                <p14:cNvContentPartPr/>
                <p14:nvPr/>
              </p14:nvContentPartPr>
              <p14:xfrm>
                <a:off x="4176143" y="3954985"/>
                <a:ext cx="23400" cy="267480"/>
              </p14:xfrm>
            </p:contentPart>
          </mc:Choice>
          <mc:Fallback xmlns="">
            <p:pic>
              <p:nvPicPr>
                <p:cNvPr id="141" name="Ink 140">
                  <a:extLst>
                    <a:ext uri="{FF2B5EF4-FFF2-40B4-BE49-F238E27FC236}">
                      <a16:creationId xmlns:a16="http://schemas.microsoft.com/office/drawing/2014/main" id="{DF4DE517-1774-70D3-4836-E14057C378F9}"/>
                    </a:ext>
                  </a:extLst>
                </p:cNvPr>
                <p:cNvPicPr/>
                <p:nvPr/>
              </p:nvPicPr>
              <p:blipFill>
                <a:blip r:embed="rId172"/>
                <a:stretch>
                  <a:fillRect/>
                </a:stretch>
              </p:blipFill>
              <p:spPr>
                <a:xfrm>
                  <a:off x="4167503" y="3946345"/>
                  <a:ext cx="4104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43" name="Ink 142">
                  <a:extLst>
                    <a:ext uri="{FF2B5EF4-FFF2-40B4-BE49-F238E27FC236}">
                      <a16:creationId xmlns:a16="http://schemas.microsoft.com/office/drawing/2014/main" id="{0811D8A8-F8ED-9218-B9AD-2BA34CD541A5}"/>
                    </a:ext>
                  </a:extLst>
                </p14:cNvPr>
                <p14:cNvContentPartPr/>
                <p14:nvPr/>
              </p14:nvContentPartPr>
              <p14:xfrm>
                <a:off x="4200983" y="3965425"/>
                <a:ext cx="23760" cy="261720"/>
              </p14:xfrm>
            </p:contentPart>
          </mc:Choice>
          <mc:Fallback xmlns="">
            <p:pic>
              <p:nvPicPr>
                <p:cNvPr id="143" name="Ink 142">
                  <a:extLst>
                    <a:ext uri="{FF2B5EF4-FFF2-40B4-BE49-F238E27FC236}">
                      <a16:creationId xmlns:a16="http://schemas.microsoft.com/office/drawing/2014/main" id="{0811D8A8-F8ED-9218-B9AD-2BA34CD541A5}"/>
                    </a:ext>
                  </a:extLst>
                </p:cNvPr>
                <p:cNvPicPr/>
                <p:nvPr/>
              </p:nvPicPr>
              <p:blipFill>
                <a:blip r:embed="rId174"/>
                <a:stretch>
                  <a:fillRect/>
                </a:stretch>
              </p:blipFill>
              <p:spPr>
                <a:xfrm>
                  <a:off x="4191983" y="3956425"/>
                  <a:ext cx="41400" cy="27936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75">
            <p14:nvContentPartPr>
              <p14:cNvPr id="145" name="Ink 144">
                <a:extLst>
                  <a:ext uri="{FF2B5EF4-FFF2-40B4-BE49-F238E27FC236}">
                    <a16:creationId xmlns:a16="http://schemas.microsoft.com/office/drawing/2014/main" id="{2EFEB377-FF73-29EF-BD6E-686EB4DCA49E}"/>
                  </a:ext>
                </a:extLst>
              </p14:cNvPr>
              <p14:cNvContentPartPr/>
              <p14:nvPr/>
            </p14:nvContentPartPr>
            <p14:xfrm>
              <a:off x="1692863" y="2272525"/>
              <a:ext cx="526680" cy="410040"/>
            </p14:xfrm>
          </p:contentPart>
        </mc:Choice>
        <mc:Fallback xmlns="">
          <p:pic>
            <p:nvPicPr>
              <p:cNvPr id="145" name="Ink 144">
                <a:extLst>
                  <a:ext uri="{FF2B5EF4-FFF2-40B4-BE49-F238E27FC236}">
                    <a16:creationId xmlns:a16="http://schemas.microsoft.com/office/drawing/2014/main" id="{2EFEB377-FF73-29EF-BD6E-686EB4DCA49E}"/>
                  </a:ext>
                </a:extLst>
              </p:cNvPr>
              <p:cNvPicPr/>
              <p:nvPr/>
            </p:nvPicPr>
            <p:blipFill>
              <a:blip r:embed="rId176"/>
              <a:stretch>
                <a:fillRect/>
              </a:stretch>
            </p:blipFill>
            <p:spPr>
              <a:xfrm>
                <a:off x="1684223" y="2263525"/>
                <a:ext cx="544320" cy="427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7">
            <p14:nvContentPartPr>
              <p14:cNvPr id="146" name="Ink 145">
                <a:extLst>
                  <a:ext uri="{FF2B5EF4-FFF2-40B4-BE49-F238E27FC236}">
                    <a16:creationId xmlns:a16="http://schemas.microsoft.com/office/drawing/2014/main" id="{19A26D4E-FAB8-748B-77CF-8385EE57748B}"/>
                  </a:ext>
                </a:extLst>
              </p14:cNvPr>
              <p14:cNvContentPartPr/>
              <p14:nvPr/>
            </p14:nvContentPartPr>
            <p14:xfrm>
              <a:off x="1607183" y="2007925"/>
              <a:ext cx="761400" cy="417960"/>
            </p14:xfrm>
          </p:contentPart>
        </mc:Choice>
        <mc:Fallback xmlns="">
          <p:pic>
            <p:nvPicPr>
              <p:cNvPr id="146" name="Ink 145">
                <a:extLst>
                  <a:ext uri="{FF2B5EF4-FFF2-40B4-BE49-F238E27FC236}">
                    <a16:creationId xmlns:a16="http://schemas.microsoft.com/office/drawing/2014/main" id="{19A26D4E-FAB8-748B-77CF-8385EE57748B}"/>
                  </a:ext>
                </a:extLst>
              </p:cNvPr>
              <p:cNvPicPr/>
              <p:nvPr/>
            </p:nvPicPr>
            <p:blipFill>
              <a:blip r:embed="rId178"/>
              <a:stretch>
                <a:fillRect/>
              </a:stretch>
            </p:blipFill>
            <p:spPr>
              <a:xfrm>
                <a:off x="1598543" y="1999285"/>
                <a:ext cx="779040" cy="435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9">
            <p14:nvContentPartPr>
              <p14:cNvPr id="147" name="Ink 146">
                <a:extLst>
                  <a:ext uri="{FF2B5EF4-FFF2-40B4-BE49-F238E27FC236}">
                    <a16:creationId xmlns:a16="http://schemas.microsoft.com/office/drawing/2014/main" id="{2072BABB-E487-B214-071E-68A27F3C2460}"/>
                  </a:ext>
                </a:extLst>
              </p14:cNvPr>
              <p14:cNvContentPartPr/>
              <p14:nvPr/>
            </p14:nvContentPartPr>
            <p14:xfrm>
              <a:off x="1914623" y="2149765"/>
              <a:ext cx="83520" cy="113760"/>
            </p14:xfrm>
          </p:contentPart>
        </mc:Choice>
        <mc:Fallback xmlns="">
          <p:pic>
            <p:nvPicPr>
              <p:cNvPr id="147" name="Ink 146">
                <a:extLst>
                  <a:ext uri="{FF2B5EF4-FFF2-40B4-BE49-F238E27FC236}">
                    <a16:creationId xmlns:a16="http://schemas.microsoft.com/office/drawing/2014/main" id="{2072BABB-E487-B214-071E-68A27F3C2460}"/>
                  </a:ext>
                </a:extLst>
              </p:cNvPr>
              <p:cNvPicPr/>
              <p:nvPr/>
            </p:nvPicPr>
            <p:blipFill>
              <a:blip r:embed="rId180"/>
              <a:stretch>
                <a:fillRect/>
              </a:stretch>
            </p:blipFill>
            <p:spPr>
              <a:xfrm>
                <a:off x="1905623" y="2141125"/>
                <a:ext cx="101160" cy="131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1">
            <p14:nvContentPartPr>
              <p14:cNvPr id="148" name="Ink 147">
                <a:extLst>
                  <a:ext uri="{FF2B5EF4-FFF2-40B4-BE49-F238E27FC236}">
                    <a16:creationId xmlns:a16="http://schemas.microsoft.com/office/drawing/2014/main" id="{B071B381-F898-13D9-5B7B-3E8931822530}"/>
                  </a:ext>
                </a:extLst>
              </p14:cNvPr>
              <p14:cNvContentPartPr/>
              <p14:nvPr/>
            </p14:nvContentPartPr>
            <p14:xfrm>
              <a:off x="2061143" y="2203765"/>
              <a:ext cx="95400" cy="113400"/>
            </p14:xfrm>
          </p:contentPart>
        </mc:Choice>
        <mc:Fallback xmlns="">
          <p:pic>
            <p:nvPicPr>
              <p:cNvPr id="148" name="Ink 147">
                <a:extLst>
                  <a:ext uri="{FF2B5EF4-FFF2-40B4-BE49-F238E27FC236}">
                    <a16:creationId xmlns:a16="http://schemas.microsoft.com/office/drawing/2014/main" id="{B071B381-F898-13D9-5B7B-3E8931822530}"/>
                  </a:ext>
                </a:extLst>
              </p:cNvPr>
              <p:cNvPicPr/>
              <p:nvPr/>
            </p:nvPicPr>
            <p:blipFill>
              <a:blip r:embed="rId182"/>
              <a:stretch>
                <a:fillRect/>
              </a:stretch>
            </p:blipFill>
            <p:spPr>
              <a:xfrm>
                <a:off x="2052143" y="2195125"/>
                <a:ext cx="113040" cy="131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3">
            <p14:nvContentPartPr>
              <p14:cNvPr id="149" name="Ink 148">
                <a:extLst>
                  <a:ext uri="{FF2B5EF4-FFF2-40B4-BE49-F238E27FC236}">
                    <a16:creationId xmlns:a16="http://schemas.microsoft.com/office/drawing/2014/main" id="{6C7145A5-94BF-4ABD-E5C6-3BD49A958F97}"/>
                  </a:ext>
                </a:extLst>
              </p14:cNvPr>
              <p14:cNvContentPartPr/>
              <p14:nvPr/>
            </p14:nvContentPartPr>
            <p14:xfrm>
              <a:off x="1910303" y="2528845"/>
              <a:ext cx="145800" cy="22680"/>
            </p14:xfrm>
          </p:contentPart>
        </mc:Choice>
        <mc:Fallback xmlns="">
          <p:pic>
            <p:nvPicPr>
              <p:cNvPr id="149" name="Ink 148">
                <a:extLst>
                  <a:ext uri="{FF2B5EF4-FFF2-40B4-BE49-F238E27FC236}">
                    <a16:creationId xmlns:a16="http://schemas.microsoft.com/office/drawing/2014/main" id="{6C7145A5-94BF-4ABD-E5C6-3BD49A958F97}"/>
                  </a:ext>
                </a:extLst>
              </p:cNvPr>
              <p:cNvPicPr/>
              <p:nvPr/>
            </p:nvPicPr>
            <p:blipFill>
              <a:blip r:embed="rId184"/>
              <a:stretch>
                <a:fillRect/>
              </a:stretch>
            </p:blipFill>
            <p:spPr>
              <a:xfrm>
                <a:off x="1901303" y="2520205"/>
                <a:ext cx="163440" cy="40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5">
            <p14:nvContentPartPr>
              <p14:cNvPr id="157" name="Ink 156">
                <a:extLst>
                  <a:ext uri="{FF2B5EF4-FFF2-40B4-BE49-F238E27FC236}">
                    <a16:creationId xmlns:a16="http://schemas.microsoft.com/office/drawing/2014/main" id="{2F736AA7-CD07-CD31-DB57-9EA74B40903D}"/>
                  </a:ext>
                </a:extLst>
              </p14:cNvPr>
              <p14:cNvContentPartPr/>
              <p14:nvPr/>
            </p14:nvContentPartPr>
            <p14:xfrm>
              <a:off x="1490183" y="2085325"/>
              <a:ext cx="207360" cy="368640"/>
            </p14:xfrm>
          </p:contentPart>
        </mc:Choice>
        <mc:Fallback xmlns="">
          <p:pic>
            <p:nvPicPr>
              <p:cNvPr id="157" name="Ink 156">
                <a:extLst>
                  <a:ext uri="{FF2B5EF4-FFF2-40B4-BE49-F238E27FC236}">
                    <a16:creationId xmlns:a16="http://schemas.microsoft.com/office/drawing/2014/main" id="{2F736AA7-CD07-CD31-DB57-9EA74B40903D}"/>
                  </a:ext>
                </a:extLst>
              </p:cNvPr>
              <p:cNvPicPr/>
              <p:nvPr/>
            </p:nvPicPr>
            <p:blipFill>
              <a:blip r:embed="rId186"/>
              <a:stretch>
                <a:fillRect/>
              </a:stretch>
            </p:blipFill>
            <p:spPr>
              <a:xfrm>
                <a:off x="1481183" y="2076685"/>
                <a:ext cx="225000" cy="386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7">
            <p14:nvContentPartPr>
              <p14:cNvPr id="159" name="Ink 158">
                <a:extLst>
                  <a:ext uri="{FF2B5EF4-FFF2-40B4-BE49-F238E27FC236}">
                    <a16:creationId xmlns:a16="http://schemas.microsoft.com/office/drawing/2014/main" id="{55E0A2E8-CFA9-DA20-CEE7-5B91F8D8311C}"/>
                  </a:ext>
                </a:extLst>
              </p14:cNvPr>
              <p14:cNvContentPartPr/>
              <p14:nvPr/>
            </p14:nvContentPartPr>
            <p14:xfrm>
              <a:off x="2105063" y="2281165"/>
              <a:ext cx="387720" cy="298800"/>
            </p14:xfrm>
          </p:contentPart>
        </mc:Choice>
        <mc:Fallback xmlns="">
          <p:pic>
            <p:nvPicPr>
              <p:cNvPr id="159" name="Ink 158">
                <a:extLst>
                  <a:ext uri="{FF2B5EF4-FFF2-40B4-BE49-F238E27FC236}">
                    <a16:creationId xmlns:a16="http://schemas.microsoft.com/office/drawing/2014/main" id="{55E0A2E8-CFA9-DA20-CEE7-5B91F8D8311C}"/>
                  </a:ext>
                </a:extLst>
              </p:cNvPr>
              <p:cNvPicPr/>
              <p:nvPr/>
            </p:nvPicPr>
            <p:blipFill>
              <a:blip r:embed="rId188"/>
              <a:stretch>
                <a:fillRect/>
              </a:stretch>
            </p:blipFill>
            <p:spPr>
              <a:xfrm>
                <a:off x="2096063" y="2272165"/>
                <a:ext cx="405360" cy="316440"/>
              </a:xfrm>
              <a:prstGeom prst="rect">
                <a:avLst/>
              </a:prstGeom>
            </p:spPr>
          </p:pic>
        </mc:Fallback>
      </mc:AlternateContent>
      <p:grpSp>
        <p:nvGrpSpPr>
          <p:cNvPr id="163" name="Group 162">
            <a:extLst>
              <a:ext uri="{FF2B5EF4-FFF2-40B4-BE49-F238E27FC236}">
                <a16:creationId xmlns:a16="http://schemas.microsoft.com/office/drawing/2014/main" id="{12DF059C-1942-3A4C-0575-8FDAB14B6FA7}"/>
              </a:ext>
            </a:extLst>
          </p:cNvPr>
          <p:cNvGrpSpPr/>
          <p:nvPr/>
        </p:nvGrpSpPr>
        <p:grpSpPr>
          <a:xfrm>
            <a:off x="1471463" y="2665645"/>
            <a:ext cx="860400" cy="563040"/>
            <a:chOff x="1981583" y="2675545"/>
            <a:chExt cx="860400" cy="563040"/>
          </a:xfrm>
        </p:grpSpPr>
        <mc:AlternateContent xmlns:mc="http://schemas.openxmlformats.org/markup-compatibility/2006" xmlns:p14="http://schemas.microsoft.com/office/powerpoint/2010/main" xmlns:aink="http://schemas.microsoft.com/office/drawing/2016/ink">
          <mc:Choice Requires="p14 aink">
            <p:contentPart p14:bwMode="auto" r:id="rId189">
              <p14:nvContentPartPr>
                <p14:cNvPr id="151" name="Ink 150">
                  <a:extLst>
                    <a:ext uri="{FF2B5EF4-FFF2-40B4-BE49-F238E27FC236}">
                      <a16:creationId xmlns:a16="http://schemas.microsoft.com/office/drawing/2014/main" id="{BE963326-84FB-4FD9-44DC-D6E101413332}"/>
                    </a:ext>
                  </a:extLst>
                </p14:cNvPr>
                <p14:cNvContentPartPr/>
                <p14:nvPr/>
              </p14:nvContentPartPr>
              <p14:xfrm>
                <a:off x="2121623" y="2675545"/>
                <a:ext cx="491040" cy="355320"/>
              </p14:xfrm>
            </p:contentPart>
          </mc:Choice>
          <mc:Fallback xmlns="">
            <p:pic>
              <p:nvPicPr>
                <p:cNvPr id="151" name="Ink 150">
                  <a:extLst>
                    <a:ext uri="{FF2B5EF4-FFF2-40B4-BE49-F238E27FC236}">
                      <a16:creationId xmlns:a16="http://schemas.microsoft.com/office/drawing/2014/main" id="{BE963326-84FB-4FD9-44DC-D6E101413332}"/>
                    </a:ext>
                  </a:extLst>
                </p:cNvPr>
                <p:cNvPicPr/>
                <p:nvPr/>
              </p:nvPicPr>
              <p:blipFill>
                <a:blip r:embed="rId190"/>
                <a:stretch>
                  <a:fillRect/>
                </a:stretch>
              </p:blipFill>
              <p:spPr>
                <a:xfrm>
                  <a:off x="2112623" y="2666905"/>
                  <a:ext cx="508680" cy="372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1">
              <p14:nvContentPartPr>
                <p14:cNvPr id="152" name="Ink 151">
                  <a:extLst>
                    <a:ext uri="{FF2B5EF4-FFF2-40B4-BE49-F238E27FC236}">
                      <a16:creationId xmlns:a16="http://schemas.microsoft.com/office/drawing/2014/main" id="{B0FDAD7C-BCFA-1392-9589-947B479FED51}"/>
                    </a:ext>
                  </a:extLst>
                </p14:cNvPr>
                <p14:cNvContentPartPr/>
                <p14:nvPr/>
              </p14:nvContentPartPr>
              <p14:xfrm>
                <a:off x="2085983" y="3007825"/>
                <a:ext cx="253440" cy="230760"/>
              </p14:xfrm>
            </p:contentPart>
          </mc:Choice>
          <mc:Fallback xmlns="">
            <p:pic>
              <p:nvPicPr>
                <p:cNvPr id="152" name="Ink 151">
                  <a:extLst>
                    <a:ext uri="{FF2B5EF4-FFF2-40B4-BE49-F238E27FC236}">
                      <a16:creationId xmlns:a16="http://schemas.microsoft.com/office/drawing/2014/main" id="{B0FDAD7C-BCFA-1392-9589-947B479FED51}"/>
                    </a:ext>
                  </a:extLst>
                </p:cNvPr>
                <p:cNvPicPr/>
                <p:nvPr/>
              </p:nvPicPr>
              <p:blipFill>
                <a:blip r:embed="rId192"/>
                <a:stretch>
                  <a:fillRect/>
                </a:stretch>
              </p:blipFill>
              <p:spPr>
                <a:xfrm>
                  <a:off x="2077343" y="2999185"/>
                  <a:ext cx="271080" cy="248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3">
              <p14:nvContentPartPr>
                <p14:cNvPr id="153" name="Ink 152">
                  <a:extLst>
                    <a:ext uri="{FF2B5EF4-FFF2-40B4-BE49-F238E27FC236}">
                      <a16:creationId xmlns:a16="http://schemas.microsoft.com/office/drawing/2014/main" id="{42E11DFA-16F0-F195-15FA-3D1FD2994B33}"/>
                    </a:ext>
                  </a:extLst>
                </p14:cNvPr>
                <p14:cNvContentPartPr/>
                <p14:nvPr/>
              </p14:nvContentPartPr>
              <p14:xfrm>
                <a:off x="2361383" y="2989825"/>
                <a:ext cx="249480" cy="243720"/>
              </p14:xfrm>
            </p:contentPart>
          </mc:Choice>
          <mc:Fallback xmlns="">
            <p:pic>
              <p:nvPicPr>
                <p:cNvPr id="153" name="Ink 152">
                  <a:extLst>
                    <a:ext uri="{FF2B5EF4-FFF2-40B4-BE49-F238E27FC236}">
                      <a16:creationId xmlns:a16="http://schemas.microsoft.com/office/drawing/2014/main" id="{42E11DFA-16F0-F195-15FA-3D1FD2994B33}"/>
                    </a:ext>
                  </a:extLst>
                </p:cNvPr>
                <p:cNvPicPr/>
                <p:nvPr/>
              </p:nvPicPr>
              <p:blipFill>
                <a:blip r:embed="rId194"/>
                <a:stretch>
                  <a:fillRect/>
                </a:stretch>
              </p:blipFill>
              <p:spPr>
                <a:xfrm>
                  <a:off x="2352743" y="2980825"/>
                  <a:ext cx="267120" cy="261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5">
              <p14:nvContentPartPr>
                <p14:cNvPr id="154" name="Ink 153">
                  <a:extLst>
                    <a:ext uri="{FF2B5EF4-FFF2-40B4-BE49-F238E27FC236}">
                      <a16:creationId xmlns:a16="http://schemas.microsoft.com/office/drawing/2014/main" id="{0E4F17C4-C81D-54F9-89EB-CD7DEC5A25D5}"/>
                    </a:ext>
                  </a:extLst>
                </p14:cNvPr>
                <p14:cNvContentPartPr/>
                <p14:nvPr/>
              </p14:nvContentPartPr>
              <p14:xfrm>
                <a:off x="2633903" y="2675545"/>
                <a:ext cx="198720" cy="64440"/>
              </p14:xfrm>
            </p:contentPart>
          </mc:Choice>
          <mc:Fallback xmlns="">
            <p:pic>
              <p:nvPicPr>
                <p:cNvPr id="154" name="Ink 153">
                  <a:extLst>
                    <a:ext uri="{FF2B5EF4-FFF2-40B4-BE49-F238E27FC236}">
                      <a16:creationId xmlns:a16="http://schemas.microsoft.com/office/drawing/2014/main" id="{0E4F17C4-C81D-54F9-89EB-CD7DEC5A25D5}"/>
                    </a:ext>
                  </a:extLst>
                </p:cNvPr>
                <p:cNvPicPr/>
                <p:nvPr/>
              </p:nvPicPr>
              <p:blipFill>
                <a:blip r:embed="rId196"/>
                <a:stretch>
                  <a:fillRect/>
                </a:stretch>
              </p:blipFill>
              <p:spPr>
                <a:xfrm>
                  <a:off x="2624903" y="2666905"/>
                  <a:ext cx="216360" cy="82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7">
              <p14:nvContentPartPr>
                <p14:cNvPr id="156" name="Ink 155">
                  <a:extLst>
                    <a:ext uri="{FF2B5EF4-FFF2-40B4-BE49-F238E27FC236}">
                      <a16:creationId xmlns:a16="http://schemas.microsoft.com/office/drawing/2014/main" id="{50688172-483E-8E6D-B1C9-8F4B6D5D1B5B}"/>
                    </a:ext>
                  </a:extLst>
                </p14:cNvPr>
                <p14:cNvContentPartPr/>
                <p14:nvPr/>
              </p14:nvContentPartPr>
              <p14:xfrm>
                <a:off x="1981583" y="2681305"/>
                <a:ext cx="313200" cy="101880"/>
              </p14:xfrm>
            </p:contentPart>
          </mc:Choice>
          <mc:Fallback xmlns="">
            <p:pic>
              <p:nvPicPr>
                <p:cNvPr id="156" name="Ink 155">
                  <a:extLst>
                    <a:ext uri="{FF2B5EF4-FFF2-40B4-BE49-F238E27FC236}">
                      <a16:creationId xmlns:a16="http://schemas.microsoft.com/office/drawing/2014/main" id="{50688172-483E-8E6D-B1C9-8F4B6D5D1B5B}"/>
                    </a:ext>
                  </a:extLst>
                </p:cNvPr>
                <p:cNvPicPr/>
                <p:nvPr/>
              </p:nvPicPr>
              <p:blipFill>
                <a:blip r:embed="rId198"/>
                <a:stretch>
                  <a:fillRect/>
                </a:stretch>
              </p:blipFill>
              <p:spPr>
                <a:xfrm>
                  <a:off x="1972583" y="2672665"/>
                  <a:ext cx="330840" cy="119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9">
              <p14:nvContentPartPr>
                <p14:cNvPr id="161" name="Ink 160">
                  <a:extLst>
                    <a:ext uri="{FF2B5EF4-FFF2-40B4-BE49-F238E27FC236}">
                      <a16:creationId xmlns:a16="http://schemas.microsoft.com/office/drawing/2014/main" id="{4281979C-226A-0214-80D5-6E281AE43A0C}"/>
                    </a:ext>
                  </a:extLst>
                </p14:cNvPr>
                <p14:cNvContentPartPr/>
                <p14:nvPr/>
              </p14:nvContentPartPr>
              <p14:xfrm>
                <a:off x="1981943" y="2726665"/>
                <a:ext cx="296640" cy="90000"/>
              </p14:xfrm>
            </p:contentPart>
          </mc:Choice>
          <mc:Fallback xmlns="">
            <p:pic>
              <p:nvPicPr>
                <p:cNvPr id="161" name="Ink 160">
                  <a:extLst>
                    <a:ext uri="{FF2B5EF4-FFF2-40B4-BE49-F238E27FC236}">
                      <a16:creationId xmlns:a16="http://schemas.microsoft.com/office/drawing/2014/main" id="{4281979C-226A-0214-80D5-6E281AE43A0C}"/>
                    </a:ext>
                  </a:extLst>
                </p:cNvPr>
                <p:cNvPicPr/>
                <p:nvPr/>
              </p:nvPicPr>
              <p:blipFill>
                <a:blip r:embed="rId200"/>
                <a:stretch>
                  <a:fillRect/>
                </a:stretch>
              </p:blipFill>
              <p:spPr>
                <a:xfrm>
                  <a:off x="1972943" y="2718025"/>
                  <a:ext cx="314280" cy="107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01">
              <p14:nvContentPartPr>
                <p14:cNvPr id="162" name="Ink 161">
                  <a:extLst>
                    <a:ext uri="{FF2B5EF4-FFF2-40B4-BE49-F238E27FC236}">
                      <a16:creationId xmlns:a16="http://schemas.microsoft.com/office/drawing/2014/main" id="{D3A3BB54-1D0B-7041-DC04-0EB56A3988B1}"/>
                    </a:ext>
                  </a:extLst>
                </p14:cNvPr>
                <p14:cNvContentPartPr/>
                <p14:nvPr/>
              </p14:nvContentPartPr>
              <p14:xfrm>
                <a:off x="2616623" y="2699305"/>
                <a:ext cx="225360" cy="79560"/>
              </p14:xfrm>
            </p:contentPart>
          </mc:Choice>
          <mc:Fallback xmlns="">
            <p:pic>
              <p:nvPicPr>
                <p:cNvPr id="162" name="Ink 161">
                  <a:extLst>
                    <a:ext uri="{FF2B5EF4-FFF2-40B4-BE49-F238E27FC236}">
                      <a16:creationId xmlns:a16="http://schemas.microsoft.com/office/drawing/2014/main" id="{D3A3BB54-1D0B-7041-DC04-0EB56A3988B1}"/>
                    </a:ext>
                  </a:extLst>
                </p:cNvPr>
                <p:cNvPicPr/>
                <p:nvPr/>
              </p:nvPicPr>
              <p:blipFill>
                <a:blip r:embed="rId202"/>
                <a:stretch>
                  <a:fillRect/>
                </a:stretch>
              </p:blipFill>
              <p:spPr>
                <a:xfrm>
                  <a:off x="2607983" y="2690305"/>
                  <a:ext cx="243000" cy="97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3">
            <p14:nvContentPartPr>
              <p14:cNvPr id="229" name="Ink 228">
                <a:extLst>
                  <a:ext uri="{FF2B5EF4-FFF2-40B4-BE49-F238E27FC236}">
                    <a16:creationId xmlns:a16="http://schemas.microsoft.com/office/drawing/2014/main" id="{2D3C1337-C95F-0209-9A06-DC1FC0FF3946}"/>
                  </a:ext>
                </a:extLst>
              </p14:cNvPr>
              <p14:cNvContentPartPr/>
              <p14:nvPr/>
            </p14:nvContentPartPr>
            <p14:xfrm>
              <a:off x="2738303" y="2211865"/>
              <a:ext cx="470520" cy="439560"/>
            </p14:xfrm>
          </p:contentPart>
        </mc:Choice>
        <mc:Fallback xmlns="">
          <p:pic>
            <p:nvPicPr>
              <p:cNvPr id="229" name="Ink 228">
                <a:extLst>
                  <a:ext uri="{FF2B5EF4-FFF2-40B4-BE49-F238E27FC236}">
                    <a16:creationId xmlns:a16="http://schemas.microsoft.com/office/drawing/2014/main" id="{2D3C1337-C95F-0209-9A06-DC1FC0FF3946}"/>
                  </a:ext>
                </a:extLst>
              </p:cNvPr>
              <p:cNvPicPr/>
              <p:nvPr/>
            </p:nvPicPr>
            <p:blipFill>
              <a:blip r:embed="rId204"/>
              <a:stretch>
                <a:fillRect/>
              </a:stretch>
            </p:blipFill>
            <p:spPr>
              <a:xfrm>
                <a:off x="2732183" y="2205745"/>
                <a:ext cx="482760" cy="451800"/>
              </a:xfrm>
              <a:prstGeom prst="rect">
                <a:avLst/>
              </a:prstGeom>
            </p:spPr>
          </p:pic>
        </mc:Fallback>
      </mc:AlternateContent>
      <p:grpSp>
        <p:nvGrpSpPr>
          <p:cNvPr id="239" name="Group 238">
            <a:extLst>
              <a:ext uri="{FF2B5EF4-FFF2-40B4-BE49-F238E27FC236}">
                <a16:creationId xmlns:a16="http://schemas.microsoft.com/office/drawing/2014/main" id="{2F3F6993-66A5-14D7-A6A3-FE95AC8F3B90}"/>
              </a:ext>
            </a:extLst>
          </p:cNvPr>
          <p:cNvGrpSpPr/>
          <p:nvPr/>
        </p:nvGrpSpPr>
        <p:grpSpPr>
          <a:xfrm>
            <a:off x="2596463" y="1926025"/>
            <a:ext cx="758880" cy="556200"/>
            <a:chOff x="2596463" y="1926025"/>
            <a:chExt cx="758880" cy="556200"/>
          </a:xfrm>
        </p:grpSpPr>
        <mc:AlternateContent xmlns:mc="http://schemas.openxmlformats.org/markup-compatibility/2006" xmlns:p14="http://schemas.microsoft.com/office/powerpoint/2010/main">
          <mc:Choice Requires="p14">
            <p:contentPart p14:bwMode="auto" r:id="rId205">
              <p14:nvContentPartPr>
                <p14:cNvPr id="230" name="Ink 229">
                  <a:extLst>
                    <a:ext uri="{FF2B5EF4-FFF2-40B4-BE49-F238E27FC236}">
                      <a16:creationId xmlns:a16="http://schemas.microsoft.com/office/drawing/2014/main" id="{38CA681C-87FF-4AEB-8894-BA088DCF99C7}"/>
                    </a:ext>
                  </a:extLst>
                </p14:cNvPr>
                <p14:cNvContentPartPr/>
                <p14:nvPr/>
              </p14:nvContentPartPr>
              <p14:xfrm>
                <a:off x="2687543" y="1926025"/>
                <a:ext cx="591480" cy="523800"/>
              </p14:xfrm>
            </p:contentPart>
          </mc:Choice>
          <mc:Fallback xmlns="">
            <p:pic>
              <p:nvPicPr>
                <p:cNvPr id="230" name="Ink 229">
                  <a:extLst>
                    <a:ext uri="{FF2B5EF4-FFF2-40B4-BE49-F238E27FC236}">
                      <a16:creationId xmlns:a16="http://schemas.microsoft.com/office/drawing/2014/main" id="{38CA681C-87FF-4AEB-8894-BA088DCF99C7}"/>
                    </a:ext>
                  </a:extLst>
                </p:cNvPr>
                <p:cNvPicPr/>
                <p:nvPr/>
              </p:nvPicPr>
              <p:blipFill>
                <a:blip r:embed="rId206"/>
                <a:stretch>
                  <a:fillRect/>
                </a:stretch>
              </p:blipFill>
              <p:spPr>
                <a:xfrm>
                  <a:off x="2681423" y="1919905"/>
                  <a:ext cx="603720" cy="53604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231" name="Ink 230">
                  <a:extLst>
                    <a:ext uri="{FF2B5EF4-FFF2-40B4-BE49-F238E27FC236}">
                      <a16:creationId xmlns:a16="http://schemas.microsoft.com/office/drawing/2014/main" id="{7DDE7F29-73C6-0DC1-DC60-01C3EC77912E}"/>
                    </a:ext>
                  </a:extLst>
                </p14:cNvPr>
                <p14:cNvContentPartPr/>
                <p14:nvPr/>
              </p14:nvContentPartPr>
              <p14:xfrm>
                <a:off x="2845223" y="2136985"/>
                <a:ext cx="93960" cy="59040"/>
              </p14:xfrm>
            </p:contentPart>
          </mc:Choice>
          <mc:Fallback xmlns="">
            <p:pic>
              <p:nvPicPr>
                <p:cNvPr id="231" name="Ink 230">
                  <a:extLst>
                    <a:ext uri="{FF2B5EF4-FFF2-40B4-BE49-F238E27FC236}">
                      <a16:creationId xmlns:a16="http://schemas.microsoft.com/office/drawing/2014/main" id="{7DDE7F29-73C6-0DC1-DC60-01C3EC77912E}"/>
                    </a:ext>
                  </a:extLst>
                </p:cNvPr>
                <p:cNvPicPr/>
                <p:nvPr/>
              </p:nvPicPr>
              <p:blipFill>
                <a:blip r:embed="rId208"/>
                <a:stretch>
                  <a:fillRect/>
                </a:stretch>
              </p:blipFill>
              <p:spPr>
                <a:xfrm>
                  <a:off x="2839103" y="2130865"/>
                  <a:ext cx="1062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232" name="Ink 231">
                  <a:extLst>
                    <a:ext uri="{FF2B5EF4-FFF2-40B4-BE49-F238E27FC236}">
                      <a16:creationId xmlns:a16="http://schemas.microsoft.com/office/drawing/2014/main" id="{DFD57DAE-5570-A608-7B68-A40B8FEF43C8}"/>
                    </a:ext>
                  </a:extLst>
                </p14:cNvPr>
                <p14:cNvContentPartPr/>
                <p14:nvPr/>
              </p14:nvContentPartPr>
              <p14:xfrm>
                <a:off x="3043223" y="2138425"/>
                <a:ext cx="79560" cy="46080"/>
              </p14:xfrm>
            </p:contentPart>
          </mc:Choice>
          <mc:Fallback xmlns="">
            <p:pic>
              <p:nvPicPr>
                <p:cNvPr id="232" name="Ink 231">
                  <a:extLst>
                    <a:ext uri="{FF2B5EF4-FFF2-40B4-BE49-F238E27FC236}">
                      <a16:creationId xmlns:a16="http://schemas.microsoft.com/office/drawing/2014/main" id="{DFD57DAE-5570-A608-7B68-A40B8FEF43C8}"/>
                    </a:ext>
                  </a:extLst>
                </p:cNvPr>
                <p:cNvPicPr/>
                <p:nvPr/>
              </p:nvPicPr>
              <p:blipFill>
                <a:blip r:embed="rId210"/>
                <a:stretch>
                  <a:fillRect/>
                </a:stretch>
              </p:blipFill>
              <p:spPr>
                <a:xfrm>
                  <a:off x="3037103" y="2132305"/>
                  <a:ext cx="9180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234" name="Ink 233">
                  <a:extLst>
                    <a:ext uri="{FF2B5EF4-FFF2-40B4-BE49-F238E27FC236}">
                      <a16:creationId xmlns:a16="http://schemas.microsoft.com/office/drawing/2014/main" id="{A2507295-EDB4-8847-CB88-11D403D2FC86}"/>
                    </a:ext>
                  </a:extLst>
                </p14:cNvPr>
                <p14:cNvContentPartPr/>
                <p14:nvPr/>
              </p14:nvContentPartPr>
              <p14:xfrm>
                <a:off x="2596463" y="2148505"/>
                <a:ext cx="119160" cy="281520"/>
              </p14:xfrm>
            </p:contentPart>
          </mc:Choice>
          <mc:Fallback xmlns="">
            <p:pic>
              <p:nvPicPr>
                <p:cNvPr id="234" name="Ink 233">
                  <a:extLst>
                    <a:ext uri="{FF2B5EF4-FFF2-40B4-BE49-F238E27FC236}">
                      <a16:creationId xmlns:a16="http://schemas.microsoft.com/office/drawing/2014/main" id="{A2507295-EDB4-8847-CB88-11D403D2FC86}"/>
                    </a:ext>
                  </a:extLst>
                </p:cNvPr>
                <p:cNvPicPr/>
                <p:nvPr/>
              </p:nvPicPr>
              <p:blipFill>
                <a:blip r:embed="rId212"/>
                <a:stretch>
                  <a:fillRect/>
                </a:stretch>
              </p:blipFill>
              <p:spPr>
                <a:xfrm>
                  <a:off x="2590343" y="2142385"/>
                  <a:ext cx="13140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236" name="Ink 235">
                  <a:extLst>
                    <a:ext uri="{FF2B5EF4-FFF2-40B4-BE49-F238E27FC236}">
                      <a16:creationId xmlns:a16="http://schemas.microsoft.com/office/drawing/2014/main" id="{EBEBF795-4C21-9D90-5363-143669DB6C09}"/>
                    </a:ext>
                  </a:extLst>
                </p14:cNvPr>
                <p14:cNvContentPartPr/>
                <p14:nvPr/>
              </p14:nvContentPartPr>
              <p14:xfrm>
                <a:off x="3176783" y="2173705"/>
                <a:ext cx="178560" cy="246960"/>
              </p14:xfrm>
            </p:contentPart>
          </mc:Choice>
          <mc:Fallback xmlns="">
            <p:pic>
              <p:nvPicPr>
                <p:cNvPr id="236" name="Ink 235">
                  <a:extLst>
                    <a:ext uri="{FF2B5EF4-FFF2-40B4-BE49-F238E27FC236}">
                      <a16:creationId xmlns:a16="http://schemas.microsoft.com/office/drawing/2014/main" id="{EBEBF795-4C21-9D90-5363-143669DB6C09}"/>
                    </a:ext>
                  </a:extLst>
                </p:cNvPr>
                <p:cNvPicPr/>
                <p:nvPr/>
              </p:nvPicPr>
              <p:blipFill>
                <a:blip r:embed="rId214"/>
                <a:stretch>
                  <a:fillRect/>
                </a:stretch>
              </p:blipFill>
              <p:spPr>
                <a:xfrm>
                  <a:off x="3170663" y="2167585"/>
                  <a:ext cx="19080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238" name="Ink 237">
                  <a:extLst>
                    <a:ext uri="{FF2B5EF4-FFF2-40B4-BE49-F238E27FC236}">
                      <a16:creationId xmlns:a16="http://schemas.microsoft.com/office/drawing/2014/main" id="{5FFD94A9-4B3A-99BB-E151-29326E61F026}"/>
                    </a:ext>
                  </a:extLst>
                </p14:cNvPr>
                <p14:cNvContentPartPr/>
                <p14:nvPr/>
              </p14:nvContentPartPr>
              <p14:xfrm>
                <a:off x="2910743" y="2415985"/>
                <a:ext cx="166320" cy="66240"/>
              </p14:xfrm>
            </p:contentPart>
          </mc:Choice>
          <mc:Fallback xmlns="">
            <p:pic>
              <p:nvPicPr>
                <p:cNvPr id="238" name="Ink 237">
                  <a:extLst>
                    <a:ext uri="{FF2B5EF4-FFF2-40B4-BE49-F238E27FC236}">
                      <a16:creationId xmlns:a16="http://schemas.microsoft.com/office/drawing/2014/main" id="{5FFD94A9-4B3A-99BB-E151-29326E61F026}"/>
                    </a:ext>
                  </a:extLst>
                </p:cNvPr>
                <p:cNvPicPr/>
                <p:nvPr/>
              </p:nvPicPr>
              <p:blipFill>
                <a:blip r:embed="rId216"/>
                <a:stretch>
                  <a:fillRect/>
                </a:stretch>
              </p:blipFill>
              <p:spPr>
                <a:xfrm>
                  <a:off x="2904623" y="2409865"/>
                  <a:ext cx="178560" cy="78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7">
            <p14:nvContentPartPr>
              <p14:cNvPr id="243" name="Ink 242">
                <a:extLst>
                  <a:ext uri="{FF2B5EF4-FFF2-40B4-BE49-F238E27FC236}">
                    <a16:creationId xmlns:a16="http://schemas.microsoft.com/office/drawing/2014/main" id="{250C2C40-AA3F-6C02-9FF2-6F50FECBC6C0}"/>
                  </a:ext>
                </a:extLst>
              </p14:cNvPr>
              <p14:cNvContentPartPr/>
              <p14:nvPr/>
            </p14:nvContentPartPr>
            <p14:xfrm>
              <a:off x="2567303" y="2837545"/>
              <a:ext cx="495360" cy="272880"/>
            </p14:xfrm>
          </p:contentPart>
        </mc:Choice>
        <mc:Fallback xmlns="">
          <p:pic>
            <p:nvPicPr>
              <p:cNvPr id="243" name="Ink 242">
                <a:extLst>
                  <a:ext uri="{FF2B5EF4-FFF2-40B4-BE49-F238E27FC236}">
                    <a16:creationId xmlns:a16="http://schemas.microsoft.com/office/drawing/2014/main" id="{250C2C40-AA3F-6C02-9FF2-6F50FECBC6C0}"/>
                  </a:ext>
                </a:extLst>
              </p:cNvPr>
              <p:cNvPicPr/>
              <p:nvPr/>
            </p:nvPicPr>
            <p:blipFill>
              <a:blip r:embed="rId218"/>
              <a:stretch>
                <a:fillRect/>
              </a:stretch>
            </p:blipFill>
            <p:spPr>
              <a:xfrm>
                <a:off x="2561183" y="2831425"/>
                <a:ext cx="50760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245" name="Ink 244">
                <a:extLst>
                  <a:ext uri="{FF2B5EF4-FFF2-40B4-BE49-F238E27FC236}">
                    <a16:creationId xmlns:a16="http://schemas.microsoft.com/office/drawing/2014/main" id="{53E458B2-8B0B-0F36-D460-A80C916653EF}"/>
                  </a:ext>
                </a:extLst>
              </p14:cNvPr>
              <p14:cNvContentPartPr/>
              <p14:nvPr/>
            </p14:nvContentPartPr>
            <p14:xfrm>
              <a:off x="2495303" y="3117985"/>
              <a:ext cx="325800" cy="213840"/>
            </p14:xfrm>
          </p:contentPart>
        </mc:Choice>
        <mc:Fallback xmlns="">
          <p:pic>
            <p:nvPicPr>
              <p:cNvPr id="245" name="Ink 244">
                <a:extLst>
                  <a:ext uri="{FF2B5EF4-FFF2-40B4-BE49-F238E27FC236}">
                    <a16:creationId xmlns:a16="http://schemas.microsoft.com/office/drawing/2014/main" id="{53E458B2-8B0B-0F36-D460-A80C916653EF}"/>
                  </a:ext>
                </a:extLst>
              </p:cNvPr>
              <p:cNvPicPr/>
              <p:nvPr/>
            </p:nvPicPr>
            <p:blipFill>
              <a:blip r:embed="rId220"/>
              <a:stretch>
                <a:fillRect/>
              </a:stretch>
            </p:blipFill>
            <p:spPr>
              <a:xfrm>
                <a:off x="2489183" y="3111865"/>
                <a:ext cx="33804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246" name="Ink 245">
                <a:extLst>
                  <a:ext uri="{FF2B5EF4-FFF2-40B4-BE49-F238E27FC236}">
                    <a16:creationId xmlns:a16="http://schemas.microsoft.com/office/drawing/2014/main" id="{FB68F9AA-78D7-E000-D443-1E963345AD40}"/>
                  </a:ext>
                </a:extLst>
              </p14:cNvPr>
              <p14:cNvContentPartPr/>
              <p14:nvPr/>
            </p14:nvContentPartPr>
            <p14:xfrm>
              <a:off x="2774663" y="3319225"/>
              <a:ext cx="193680" cy="42480"/>
            </p14:xfrm>
          </p:contentPart>
        </mc:Choice>
        <mc:Fallback xmlns="">
          <p:pic>
            <p:nvPicPr>
              <p:cNvPr id="246" name="Ink 245">
                <a:extLst>
                  <a:ext uri="{FF2B5EF4-FFF2-40B4-BE49-F238E27FC236}">
                    <a16:creationId xmlns:a16="http://schemas.microsoft.com/office/drawing/2014/main" id="{FB68F9AA-78D7-E000-D443-1E963345AD40}"/>
                  </a:ext>
                </a:extLst>
              </p:cNvPr>
              <p:cNvPicPr/>
              <p:nvPr/>
            </p:nvPicPr>
            <p:blipFill>
              <a:blip r:embed="rId222"/>
              <a:stretch>
                <a:fillRect/>
              </a:stretch>
            </p:blipFill>
            <p:spPr>
              <a:xfrm>
                <a:off x="2768543" y="3313105"/>
                <a:ext cx="20592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247" name="Ink 246">
                <a:extLst>
                  <a:ext uri="{FF2B5EF4-FFF2-40B4-BE49-F238E27FC236}">
                    <a16:creationId xmlns:a16="http://schemas.microsoft.com/office/drawing/2014/main" id="{B5E2F7D0-3778-F336-E31A-B16EB194561F}"/>
                  </a:ext>
                </a:extLst>
              </p14:cNvPr>
              <p14:cNvContentPartPr/>
              <p14:nvPr/>
            </p14:nvContentPartPr>
            <p14:xfrm>
              <a:off x="2936303" y="3124105"/>
              <a:ext cx="10800" cy="207720"/>
            </p14:xfrm>
          </p:contentPart>
        </mc:Choice>
        <mc:Fallback xmlns="">
          <p:pic>
            <p:nvPicPr>
              <p:cNvPr id="247" name="Ink 246">
                <a:extLst>
                  <a:ext uri="{FF2B5EF4-FFF2-40B4-BE49-F238E27FC236}">
                    <a16:creationId xmlns:a16="http://schemas.microsoft.com/office/drawing/2014/main" id="{B5E2F7D0-3778-F336-E31A-B16EB194561F}"/>
                  </a:ext>
                </a:extLst>
              </p:cNvPr>
              <p:cNvPicPr/>
              <p:nvPr/>
            </p:nvPicPr>
            <p:blipFill>
              <a:blip r:embed="rId224"/>
              <a:stretch>
                <a:fillRect/>
              </a:stretch>
            </p:blipFill>
            <p:spPr>
              <a:xfrm>
                <a:off x="2930183" y="3117985"/>
                <a:ext cx="2304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249" name="Ink 248">
                <a:extLst>
                  <a:ext uri="{FF2B5EF4-FFF2-40B4-BE49-F238E27FC236}">
                    <a16:creationId xmlns:a16="http://schemas.microsoft.com/office/drawing/2014/main" id="{3306EA66-517A-4AE7-4083-A2589EE00933}"/>
                  </a:ext>
                </a:extLst>
              </p14:cNvPr>
              <p14:cNvContentPartPr/>
              <p14:nvPr/>
            </p14:nvContentPartPr>
            <p14:xfrm>
              <a:off x="2760983" y="3343705"/>
              <a:ext cx="175320" cy="48600"/>
            </p14:xfrm>
          </p:contentPart>
        </mc:Choice>
        <mc:Fallback xmlns="">
          <p:pic>
            <p:nvPicPr>
              <p:cNvPr id="249" name="Ink 248">
                <a:extLst>
                  <a:ext uri="{FF2B5EF4-FFF2-40B4-BE49-F238E27FC236}">
                    <a16:creationId xmlns:a16="http://schemas.microsoft.com/office/drawing/2014/main" id="{3306EA66-517A-4AE7-4083-A2589EE00933}"/>
                  </a:ext>
                </a:extLst>
              </p:cNvPr>
              <p:cNvPicPr/>
              <p:nvPr/>
            </p:nvPicPr>
            <p:blipFill>
              <a:blip r:embed="rId226"/>
              <a:stretch>
                <a:fillRect/>
              </a:stretch>
            </p:blipFill>
            <p:spPr>
              <a:xfrm>
                <a:off x="2754863" y="3337585"/>
                <a:ext cx="18756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250" name="Ink 249">
                <a:extLst>
                  <a:ext uri="{FF2B5EF4-FFF2-40B4-BE49-F238E27FC236}">
                    <a16:creationId xmlns:a16="http://schemas.microsoft.com/office/drawing/2014/main" id="{85B8CC24-0DBA-F3A0-7B52-D00A94C47F63}"/>
                  </a:ext>
                </a:extLst>
              </p14:cNvPr>
              <p14:cNvContentPartPr/>
              <p14:nvPr/>
            </p14:nvContentPartPr>
            <p14:xfrm>
              <a:off x="2488103" y="3335065"/>
              <a:ext cx="215640" cy="25560"/>
            </p14:xfrm>
          </p:contentPart>
        </mc:Choice>
        <mc:Fallback xmlns="">
          <p:pic>
            <p:nvPicPr>
              <p:cNvPr id="250" name="Ink 249">
                <a:extLst>
                  <a:ext uri="{FF2B5EF4-FFF2-40B4-BE49-F238E27FC236}">
                    <a16:creationId xmlns:a16="http://schemas.microsoft.com/office/drawing/2014/main" id="{85B8CC24-0DBA-F3A0-7B52-D00A94C47F63}"/>
                  </a:ext>
                </a:extLst>
              </p:cNvPr>
              <p:cNvPicPr/>
              <p:nvPr/>
            </p:nvPicPr>
            <p:blipFill>
              <a:blip r:embed="rId228"/>
              <a:stretch>
                <a:fillRect/>
              </a:stretch>
            </p:blipFill>
            <p:spPr>
              <a:xfrm>
                <a:off x="2481983" y="3328945"/>
                <a:ext cx="227880" cy="37800"/>
              </a:xfrm>
              <a:prstGeom prst="rect">
                <a:avLst/>
              </a:prstGeom>
            </p:spPr>
          </p:pic>
        </mc:Fallback>
      </mc:AlternateContent>
      <p:grpSp>
        <p:nvGrpSpPr>
          <p:cNvPr id="282" name="Group 281">
            <a:extLst>
              <a:ext uri="{FF2B5EF4-FFF2-40B4-BE49-F238E27FC236}">
                <a16:creationId xmlns:a16="http://schemas.microsoft.com/office/drawing/2014/main" id="{DA0F1EC1-C8F6-33C1-FA72-180244B20B96}"/>
              </a:ext>
            </a:extLst>
          </p:cNvPr>
          <p:cNvGrpSpPr/>
          <p:nvPr/>
        </p:nvGrpSpPr>
        <p:grpSpPr>
          <a:xfrm>
            <a:off x="2476223" y="2662945"/>
            <a:ext cx="817920" cy="287280"/>
            <a:chOff x="2476223" y="2662945"/>
            <a:chExt cx="817920" cy="287280"/>
          </a:xfrm>
        </p:grpSpPr>
        <mc:AlternateContent xmlns:mc="http://schemas.openxmlformats.org/markup-compatibility/2006" xmlns:p14="http://schemas.microsoft.com/office/powerpoint/2010/main">
          <mc:Choice Requires="p14">
            <p:contentPart p14:bwMode="auto" r:id="rId229">
              <p14:nvContentPartPr>
                <p14:cNvPr id="240" name="Ink 239">
                  <a:extLst>
                    <a:ext uri="{FF2B5EF4-FFF2-40B4-BE49-F238E27FC236}">
                      <a16:creationId xmlns:a16="http://schemas.microsoft.com/office/drawing/2014/main" id="{1BC9B8A2-76EF-49A2-0D7B-4BA1B1FBCD71}"/>
                    </a:ext>
                  </a:extLst>
                </p14:cNvPr>
                <p14:cNvContentPartPr/>
                <p14:nvPr/>
              </p14:nvContentPartPr>
              <p14:xfrm>
                <a:off x="2778623" y="2662945"/>
                <a:ext cx="107280" cy="203400"/>
              </p14:xfrm>
            </p:contentPart>
          </mc:Choice>
          <mc:Fallback xmlns="">
            <p:pic>
              <p:nvPicPr>
                <p:cNvPr id="240" name="Ink 239">
                  <a:extLst>
                    <a:ext uri="{FF2B5EF4-FFF2-40B4-BE49-F238E27FC236}">
                      <a16:creationId xmlns:a16="http://schemas.microsoft.com/office/drawing/2014/main" id="{1BC9B8A2-76EF-49A2-0D7B-4BA1B1FBCD71}"/>
                    </a:ext>
                  </a:extLst>
                </p:cNvPr>
                <p:cNvPicPr/>
                <p:nvPr/>
              </p:nvPicPr>
              <p:blipFill>
                <a:blip r:embed="rId230"/>
                <a:stretch>
                  <a:fillRect/>
                </a:stretch>
              </p:blipFill>
              <p:spPr>
                <a:xfrm>
                  <a:off x="2772503" y="2656825"/>
                  <a:ext cx="11952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241" name="Ink 240">
                  <a:extLst>
                    <a:ext uri="{FF2B5EF4-FFF2-40B4-BE49-F238E27FC236}">
                      <a16:creationId xmlns:a16="http://schemas.microsoft.com/office/drawing/2014/main" id="{BCB3A2D2-B7FC-DC1C-C3DF-6B1A4E184F01}"/>
                    </a:ext>
                  </a:extLst>
                </p14:cNvPr>
                <p14:cNvContentPartPr/>
                <p14:nvPr/>
              </p14:nvContentPartPr>
              <p14:xfrm>
                <a:off x="2955743" y="2665105"/>
                <a:ext cx="20520" cy="240480"/>
              </p14:xfrm>
            </p:contentPart>
          </mc:Choice>
          <mc:Fallback xmlns="">
            <p:pic>
              <p:nvPicPr>
                <p:cNvPr id="241" name="Ink 240">
                  <a:extLst>
                    <a:ext uri="{FF2B5EF4-FFF2-40B4-BE49-F238E27FC236}">
                      <a16:creationId xmlns:a16="http://schemas.microsoft.com/office/drawing/2014/main" id="{BCB3A2D2-B7FC-DC1C-C3DF-6B1A4E184F01}"/>
                    </a:ext>
                  </a:extLst>
                </p:cNvPr>
                <p:cNvPicPr/>
                <p:nvPr/>
              </p:nvPicPr>
              <p:blipFill>
                <a:blip r:embed="rId232"/>
                <a:stretch>
                  <a:fillRect/>
                </a:stretch>
              </p:blipFill>
              <p:spPr>
                <a:xfrm>
                  <a:off x="2949623" y="2658985"/>
                  <a:ext cx="3276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252" name="Ink 251">
                  <a:extLst>
                    <a:ext uri="{FF2B5EF4-FFF2-40B4-BE49-F238E27FC236}">
                      <a16:creationId xmlns:a16="http://schemas.microsoft.com/office/drawing/2014/main" id="{C5B7E38A-34E0-BF26-9A59-3CE9237E8D47}"/>
                    </a:ext>
                  </a:extLst>
                </p14:cNvPr>
                <p14:cNvContentPartPr/>
                <p14:nvPr/>
              </p14:nvContentPartPr>
              <p14:xfrm>
                <a:off x="2616623" y="2757265"/>
                <a:ext cx="163440" cy="145080"/>
              </p14:xfrm>
            </p:contentPart>
          </mc:Choice>
          <mc:Fallback xmlns="">
            <p:pic>
              <p:nvPicPr>
                <p:cNvPr id="252" name="Ink 251">
                  <a:extLst>
                    <a:ext uri="{FF2B5EF4-FFF2-40B4-BE49-F238E27FC236}">
                      <a16:creationId xmlns:a16="http://schemas.microsoft.com/office/drawing/2014/main" id="{C5B7E38A-34E0-BF26-9A59-3CE9237E8D47}"/>
                    </a:ext>
                  </a:extLst>
                </p:cNvPr>
                <p:cNvPicPr/>
                <p:nvPr/>
              </p:nvPicPr>
              <p:blipFill>
                <a:blip r:embed="rId234"/>
                <a:stretch>
                  <a:fillRect/>
                </a:stretch>
              </p:blipFill>
              <p:spPr>
                <a:xfrm>
                  <a:off x="2610503" y="2751145"/>
                  <a:ext cx="17568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255" name="Ink 254">
                  <a:extLst>
                    <a:ext uri="{FF2B5EF4-FFF2-40B4-BE49-F238E27FC236}">
                      <a16:creationId xmlns:a16="http://schemas.microsoft.com/office/drawing/2014/main" id="{90887272-6142-7812-8D58-C1379DFF680B}"/>
                    </a:ext>
                  </a:extLst>
                </p14:cNvPr>
                <p14:cNvContentPartPr/>
                <p14:nvPr/>
              </p14:nvContentPartPr>
              <p14:xfrm>
                <a:off x="2564783" y="2733505"/>
                <a:ext cx="95760" cy="47880"/>
              </p14:xfrm>
            </p:contentPart>
          </mc:Choice>
          <mc:Fallback xmlns="">
            <p:pic>
              <p:nvPicPr>
                <p:cNvPr id="255" name="Ink 254">
                  <a:extLst>
                    <a:ext uri="{FF2B5EF4-FFF2-40B4-BE49-F238E27FC236}">
                      <a16:creationId xmlns:a16="http://schemas.microsoft.com/office/drawing/2014/main" id="{90887272-6142-7812-8D58-C1379DFF680B}"/>
                    </a:ext>
                  </a:extLst>
                </p:cNvPr>
                <p:cNvPicPr/>
                <p:nvPr/>
              </p:nvPicPr>
              <p:blipFill>
                <a:blip r:embed="rId236"/>
                <a:stretch>
                  <a:fillRect/>
                </a:stretch>
              </p:blipFill>
              <p:spPr>
                <a:xfrm>
                  <a:off x="2558663" y="2727385"/>
                  <a:ext cx="1080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257" name="Ink 256">
                  <a:extLst>
                    <a:ext uri="{FF2B5EF4-FFF2-40B4-BE49-F238E27FC236}">
                      <a16:creationId xmlns:a16="http://schemas.microsoft.com/office/drawing/2014/main" id="{C028D5F4-6F38-0C34-0E09-63CBA3841994}"/>
                    </a:ext>
                  </a:extLst>
                </p14:cNvPr>
                <p14:cNvContentPartPr/>
                <p14:nvPr/>
              </p14:nvContentPartPr>
              <p14:xfrm>
                <a:off x="2981663" y="2757625"/>
                <a:ext cx="262800" cy="153000"/>
              </p14:xfrm>
            </p:contentPart>
          </mc:Choice>
          <mc:Fallback xmlns="">
            <p:pic>
              <p:nvPicPr>
                <p:cNvPr id="257" name="Ink 256">
                  <a:extLst>
                    <a:ext uri="{FF2B5EF4-FFF2-40B4-BE49-F238E27FC236}">
                      <a16:creationId xmlns:a16="http://schemas.microsoft.com/office/drawing/2014/main" id="{C028D5F4-6F38-0C34-0E09-63CBA3841994}"/>
                    </a:ext>
                  </a:extLst>
                </p:cNvPr>
                <p:cNvPicPr/>
                <p:nvPr/>
              </p:nvPicPr>
              <p:blipFill>
                <a:blip r:embed="rId238"/>
                <a:stretch>
                  <a:fillRect/>
                </a:stretch>
              </p:blipFill>
              <p:spPr>
                <a:xfrm>
                  <a:off x="2975543" y="2751505"/>
                  <a:ext cx="27504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272" name="Ink 271">
                  <a:extLst>
                    <a:ext uri="{FF2B5EF4-FFF2-40B4-BE49-F238E27FC236}">
                      <a16:creationId xmlns:a16="http://schemas.microsoft.com/office/drawing/2014/main" id="{8A427660-48EF-EE6E-A5EB-C69638244F68}"/>
                    </a:ext>
                  </a:extLst>
                </p14:cNvPr>
                <p14:cNvContentPartPr/>
                <p14:nvPr/>
              </p14:nvContentPartPr>
              <p14:xfrm>
                <a:off x="2476223" y="2714425"/>
                <a:ext cx="119520" cy="59760"/>
              </p14:xfrm>
            </p:contentPart>
          </mc:Choice>
          <mc:Fallback xmlns="">
            <p:pic>
              <p:nvPicPr>
                <p:cNvPr id="272" name="Ink 271">
                  <a:extLst>
                    <a:ext uri="{FF2B5EF4-FFF2-40B4-BE49-F238E27FC236}">
                      <a16:creationId xmlns:a16="http://schemas.microsoft.com/office/drawing/2014/main" id="{8A427660-48EF-EE6E-A5EB-C69638244F68}"/>
                    </a:ext>
                  </a:extLst>
                </p:cNvPr>
                <p:cNvPicPr/>
                <p:nvPr/>
              </p:nvPicPr>
              <p:blipFill>
                <a:blip r:embed="rId240"/>
                <a:stretch>
                  <a:fillRect/>
                </a:stretch>
              </p:blipFill>
              <p:spPr>
                <a:xfrm>
                  <a:off x="2470103" y="2708305"/>
                  <a:ext cx="1317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274" name="Ink 273">
                  <a:extLst>
                    <a:ext uri="{FF2B5EF4-FFF2-40B4-BE49-F238E27FC236}">
                      <a16:creationId xmlns:a16="http://schemas.microsoft.com/office/drawing/2014/main" id="{EB2193F2-D5C2-CDDD-D774-2AD068B932A0}"/>
                    </a:ext>
                  </a:extLst>
                </p14:cNvPr>
                <p14:cNvContentPartPr/>
                <p14:nvPr/>
              </p14:nvContentPartPr>
              <p14:xfrm>
                <a:off x="3204503" y="2712265"/>
                <a:ext cx="89640" cy="114120"/>
              </p14:xfrm>
            </p:contentPart>
          </mc:Choice>
          <mc:Fallback xmlns="">
            <p:pic>
              <p:nvPicPr>
                <p:cNvPr id="274" name="Ink 273">
                  <a:extLst>
                    <a:ext uri="{FF2B5EF4-FFF2-40B4-BE49-F238E27FC236}">
                      <a16:creationId xmlns:a16="http://schemas.microsoft.com/office/drawing/2014/main" id="{EB2193F2-D5C2-CDDD-D774-2AD068B932A0}"/>
                    </a:ext>
                  </a:extLst>
                </p:cNvPr>
                <p:cNvPicPr/>
                <p:nvPr/>
              </p:nvPicPr>
              <p:blipFill>
                <a:blip r:embed="rId242"/>
                <a:stretch>
                  <a:fillRect/>
                </a:stretch>
              </p:blipFill>
              <p:spPr>
                <a:xfrm>
                  <a:off x="3198383" y="2706145"/>
                  <a:ext cx="10188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275" name="Ink 274">
                  <a:extLst>
                    <a:ext uri="{FF2B5EF4-FFF2-40B4-BE49-F238E27FC236}">
                      <a16:creationId xmlns:a16="http://schemas.microsoft.com/office/drawing/2014/main" id="{1076A1EC-2E4B-6D10-9C9C-2C724F3A4768}"/>
                    </a:ext>
                  </a:extLst>
                </p14:cNvPr>
                <p14:cNvContentPartPr/>
                <p14:nvPr/>
              </p14:nvContentPartPr>
              <p14:xfrm>
                <a:off x="3011903" y="2826025"/>
                <a:ext cx="223920" cy="124200"/>
              </p14:xfrm>
            </p:contentPart>
          </mc:Choice>
          <mc:Fallback xmlns="">
            <p:pic>
              <p:nvPicPr>
                <p:cNvPr id="275" name="Ink 274">
                  <a:extLst>
                    <a:ext uri="{FF2B5EF4-FFF2-40B4-BE49-F238E27FC236}">
                      <a16:creationId xmlns:a16="http://schemas.microsoft.com/office/drawing/2014/main" id="{1076A1EC-2E4B-6D10-9C9C-2C724F3A4768}"/>
                    </a:ext>
                  </a:extLst>
                </p:cNvPr>
                <p:cNvPicPr/>
                <p:nvPr/>
              </p:nvPicPr>
              <p:blipFill>
                <a:blip r:embed="rId244"/>
                <a:stretch>
                  <a:fillRect/>
                </a:stretch>
              </p:blipFill>
              <p:spPr>
                <a:xfrm>
                  <a:off x="3005783" y="2819905"/>
                  <a:ext cx="2361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277" name="Ink 276">
                  <a:extLst>
                    <a:ext uri="{FF2B5EF4-FFF2-40B4-BE49-F238E27FC236}">
                      <a16:creationId xmlns:a16="http://schemas.microsoft.com/office/drawing/2014/main" id="{63C224CB-D7CC-678D-754C-602414D4E0E7}"/>
                    </a:ext>
                  </a:extLst>
                </p14:cNvPr>
                <p14:cNvContentPartPr/>
                <p14:nvPr/>
              </p14:nvContentPartPr>
              <p14:xfrm>
                <a:off x="2531303" y="2768425"/>
                <a:ext cx="219240" cy="177480"/>
              </p14:xfrm>
            </p:contentPart>
          </mc:Choice>
          <mc:Fallback xmlns="">
            <p:pic>
              <p:nvPicPr>
                <p:cNvPr id="277" name="Ink 276">
                  <a:extLst>
                    <a:ext uri="{FF2B5EF4-FFF2-40B4-BE49-F238E27FC236}">
                      <a16:creationId xmlns:a16="http://schemas.microsoft.com/office/drawing/2014/main" id="{63C224CB-D7CC-678D-754C-602414D4E0E7}"/>
                    </a:ext>
                  </a:extLst>
                </p:cNvPr>
                <p:cNvPicPr/>
                <p:nvPr/>
              </p:nvPicPr>
              <p:blipFill>
                <a:blip r:embed="rId246"/>
                <a:stretch>
                  <a:fillRect/>
                </a:stretch>
              </p:blipFill>
              <p:spPr>
                <a:xfrm>
                  <a:off x="2525183" y="2762305"/>
                  <a:ext cx="23148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279" name="Ink 278">
                  <a:extLst>
                    <a:ext uri="{FF2B5EF4-FFF2-40B4-BE49-F238E27FC236}">
                      <a16:creationId xmlns:a16="http://schemas.microsoft.com/office/drawing/2014/main" id="{75115775-2FBC-5C6A-9EA1-075B8159E7CF}"/>
                    </a:ext>
                  </a:extLst>
                </p14:cNvPr>
                <p14:cNvContentPartPr/>
                <p14:nvPr/>
              </p14:nvContentPartPr>
              <p14:xfrm>
                <a:off x="3216383" y="2723425"/>
                <a:ext cx="77040" cy="91080"/>
              </p14:xfrm>
            </p:contentPart>
          </mc:Choice>
          <mc:Fallback xmlns="">
            <p:pic>
              <p:nvPicPr>
                <p:cNvPr id="279" name="Ink 278">
                  <a:extLst>
                    <a:ext uri="{FF2B5EF4-FFF2-40B4-BE49-F238E27FC236}">
                      <a16:creationId xmlns:a16="http://schemas.microsoft.com/office/drawing/2014/main" id="{75115775-2FBC-5C6A-9EA1-075B8159E7CF}"/>
                    </a:ext>
                  </a:extLst>
                </p:cNvPr>
                <p:cNvPicPr/>
                <p:nvPr/>
              </p:nvPicPr>
              <p:blipFill>
                <a:blip r:embed="rId248"/>
                <a:stretch>
                  <a:fillRect/>
                </a:stretch>
              </p:blipFill>
              <p:spPr>
                <a:xfrm>
                  <a:off x="3210263" y="2717305"/>
                  <a:ext cx="8928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281" name="Ink 280">
                  <a:extLst>
                    <a:ext uri="{FF2B5EF4-FFF2-40B4-BE49-F238E27FC236}">
                      <a16:creationId xmlns:a16="http://schemas.microsoft.com/office/drawing/2014/main" id="{D6746A18-8206-7B74-8D60-1BC6EAF2B935}"/>
                    </a:ext>
                  </a:extLst>
                </p14:cNvPr>
                <p14:cNvContentPartPr/>
                <p14:nvPr/>
              </p14:nvContentPartPr>
              <p14:xfrm>
                <a:off x="2520143" y="2741065"/>
                <a:ext cx="73440" cy="22680"/>
              </p14:xfrm>
            </p:contentPart>
          </mc:Choice>
          <mc:Fallback xmlns="">
            <p:pic>
              <p:nvPicPr>
                <p:cNvPr id="281" name="Ink 280">
                  <a:extLst>
                    <a:ext uri="{FF2B5EF4-FFF2-40B4-BE49-F238E27FC236}">
                      <a16:creationId xmlns:a16="http://schemas.microsoft.com/office/drawing/2014/main" id="{D6746A18-8206-7B74-8D60-1BC6EAF2B935}"/>
                    </a:ext>
                  </a:extLst>
                </p:cNvPr>
                <p:cNvPicPr/>
                <p:nvPr/>
              </p:nvPicPr>
              <p:blipFill>
                <a:blip r:embed="rId250"/>
                <a:stretch>
                  <a:fillRect/>
                </a:stretch>
              </p:blipFill>
              <p:spPr>
                <a:xfrm>
                  <a:off x="2514023" y="2734945"/>
                  <a:ext cx="85680" cy="34920"/>
                </a:xfrm>
                <a:prstGeom prst="rect">
                  <a:avLst/>
                </a:prstGeom>
              </p:spPr>
            </p:pic>
          </mc:Fallback>
        </mc:AlternateContent>
      </p:grpSp>
      <p:grpSp>
        <p:nvGrpSpPr>
          <p:cNvPr id="22" name="Group 21">
            <a:extLst>
              <a:ext uri="{FF2B5EF4-FFF2-40B4-BE49-F238E27FC236}">
                <a16:creationId xmlns:a16="http://schemas.microsoft.com/office/drawing/2014/main" id="{DB7D85D0-8F1D-FEB2-D353-A1095E1856A7}"/>
              </a:ext>
            </a:extLst>
          </p:cNvPr>
          <p:cNvGrpSpPr/>
          <p:nvPr/>
        </p:nvGrpSpPr>
        <p:grpSpPr>
          <a:xfrm>
            <a:off x="7925903" y="4223185"/>
            <a:ext cx="1297800" cy="488160"/>
            <a:chOff x="7925903" y="4223185"/>
            <a:chExt cx="1297800" cy="488160"/>
          </a:xfrm>
        </p:grpSpPr>
        <mc:AlternateContent xmlns:mc="http://schemas.openxmlformats.org/markup-compatibility/2006" xmlns:p14="http://schemas.microsoft.com/office/powerpoint/2010/main">
          <mc:Choice Requires="p14">
            <p:contentPart p14:bwMode="auto" r:id="rId251">
              <p14:nvContentPartPr>
                <p14:cNvPr id="12" name="Ink 11">
                  <a:extLst>
                    <a:ext uri="{FF2B5EF4-FFF2-40B4-BE49-F238E27FC236}">
                      <a16:creationId xmlns:a16="http://schemas.microsoft.com/office/drawing/2014/main" id="{A834F7C3-7056-672E-AC19-413EE2EEC8B4}"/>
                    </a:ext>
                  </a:extLst>
                </p14:cNvPr>
                <p14:cNvContentPartPr/>
                <p14:nvPr/>
              </p14:nvContentPartPr>
              <p14:xfrm>
                <a:off x="7925903" y="4281145"/>
                <a:ext cx="222840" cy="38520"/>
              </p14:xfrm>
            </p:contentPart>
          </mc:Choice>
          <mc:Fallback xmlns="">
            <p:pic>
              <p:nvPicPr>
                <p:cNvPr id="12" name="Ink 11">
                  <a:extLst>
                    <a:ext uri="{FF2B5EF4-FFF2-40B4-BE49-F238E27FC236}">
                      <a16:creationId xmlns:a16="http://schemas.microsoft.com/office/drawing/2014/main" id="{A834F7C3-7056-672E-AC19-413EE2EEC8B4}"/>
                    </a:ext>
                  </a:extLst>
                </p:cNvPr>
                <p:cNvPicPr/>
                <p:nvPr/>
              </p:nvPicPr>
              <p:blipFill>
                <a:blip r:embed="rId252"/>
                <a:stretch>
                  <a:fillRect/>
                </a:stretch>
              </p:blipFill>
              <p:spPr>
                <a:xfrm>
                  <a:off x="7919783" y="4275025"/>
                  <a:ext cx="23508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3" name="Ink 12">
                  <a:extLst>
                    <a:ext uri="{FF2B5EF4-FFF2-40B4-BE49-F238E27FC236}">
                      <a16:creationId xmlns:a16="http://schemas.microsoft.com/office/drawing/2014/main" id="{AF1F9D37-18AA-4947-C126-2819877CEE54}"/>
                    </a:ext>
                  </a:extLst>
                </p14:cNvPr>
                <p14:cNvContentPartPr/>
                <p14:nvPr/>
              </p14:nvContentPartPr>
              <p14:xfrm>
                <a:off x="7961183" y="4258105"/>
                <a:ext cx="54000" cy="260640"/>
              </p14:xfrm>
            </p:contentPart>
          </mc:Choice>
          <mc:Fallback xmlns="">
            <p:pic>
              <p:nvPicPr>
                <p:cNvPr id="13" name="Ink 12">
                  <a:extLst>
                    <a:ext uri="{FF2B5EF4-FFF2-40B4-BE49-F238E27FC236}">
                      <a16:creationId xmlns:a16="http://schemas.microsoft.com/office/drawing/2014/main" id="{AF1F9D37-18AA-4947-C126-2819877CEE54}"/>
                    </a:ext>
                  </a:extLst>
                </p:cNvPr>
                <p:cNvPicPr/>
                <p:nvPr/>
              </p:nvPicPr>
              <p:blipFill>
                <a:blip r:embed="rId254"/>
                <a:stretch>
                  <a:fillRect/>
                </a:stretch>
              </p:blipFill>
              <p:spPr>
                <a:xfrm>
                  <a:off x="7955063" y="4251985"/>
                  <a:ext cx="6624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4" name="Ink 13">
                  <a:extLst>
                    <a:ext uri="{FF2B5EF4-FFF2-40B4-BE49-F238E27FC236}">
                      <a16:creationId xmlns:a16="http://schemas.microsoft.com/office/drawing/2014/main" id="{CE331BA8-9475-DB5B-5225-4EB6E9694EB6}"/>
                    </a:ext>
                  </a:extLst>
                </p14:cNvPr>
                <p14:cNvContentPartPr/>
                <p14:nvPr/>
              </p14:nvContentPartPr>
              <p14:xfrm>
                <a:off x="7944623" y="4423345"/>
                <a:ext cx="166680" cy="12240"/>
              </p14:xfrm>
            </p:contentPart>
          </mc:Choice>
          <mc:Fallback xmlns="">
            <p:pic>
              <p:nvPicPr>
                <p:cNvPr id="14" name="Ink 13">
                  <a:extLst>
                    <a:ext uri="{FF2B5EF4-FFF2-40B4-BE49-F238E27FC236}">
                      <a16:creationId xmlns:a16="http://schemas.microsoft.com/office/drawing/2014/main" id="{CE331BA8-9475-DB5B-5225-4EB6E9694EB6}"/>
                    </a:ext>
                  </a:extLst>
                </p:cNvPr>
                <p:cNvPicPr/>
                <p:nvPr/>
              </p:nvPicPr>
              <p:blipFill>
                <a:blip r:embed="rId256"/>
                <a:stretch>
                  <a:fillRect/>
                </a:stretch>
              </p:blipFill>
              <p:spPr>
                <a:xfrm>
                  <a:off x="7938503" y="4417225"/>
                  <a:ext cx="1789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5" name="Ink 14">
                  <a:extLst>
                    <a:ext uri="{FF2B5EF4-FFF2-40B4-BE49-F238E27FC236}">
                      <a16:creationId xmlns:a16="http://schemas.microsoft.com/office/drawing/2014/main" id="{D259419F-1ED2-379D-E30A-4B5BBC5513A3}"/>
                    </a:ext>
                  </a:extLst>
                </p14:cNvPr>
                <p14:cNvContentPartPr/>
                <p14:nvPr/>
              </p14:nvContentPartPr>
              <p14:xfrm>
                <a:off x="8072783" y="4557265"/>
                <a:ext cx="132120" cy="127080"/>
              </p14:xfrm>
            </p:contentPart>
          </mc:Choice>
          <mc:Fallback xmlns="">
            <p:pic>
              <p:nvPicPr>
                <p:cNvPr id="15" name="Ink 14">
                  <a:extLst>
                    <a:ext uri="{FF2B5EF4-FFF2-40B4-BE49-F238E27FC236}">
                      <a16:creationId xmlns:a16="http://schemas.microsoft.com/office/drawing/2014/main" id="{D259419F-1ED2-379D-E30A-4B5BBC5513A3}"/>
                    </a:ext>
                  </a:extLst>
                </p:cNvPr>
                <p:cNvPicPr/>
                <p:nvPr/>
              </p:nvPicPr>
              <p:blipFill>
                <a:blip r:embed="rId258"/>
                <a:stretch>
                  <a:fillRect/>
                </a:stretch>
              </p:blipFill>
              <p:spPr>
                <a:xfrm>
                  <a:off x="8066663" y="4551145"/>
                  <a:ext cx="14436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6" name="Ink 15">
                  <a:extLst>
                    <a:ext uri="{FF2B5EF4-FFF2-40B4-BE49-F238E27FC236}">
                      <a16:creationId xmlns:a16="http://schemas.microsoft.com/office/drawing/2014/main" id="{92A8A5B5-A7E2-3136-F9DA-A692F89828BB}"/>
                    </a:ext>
                  </a:extLst>
                </p14:cNvPr>
                <p14:cNvContentPartPr/>
                <p14:nvPr/>
              </p14:nvContentPartPr>
              <p14:xfrm>
                <a:off x="8243063" y="4614505"/>
                <a:ext cx="113760" cy="64440"/>
              </p14:xfrm>
            </p:contentPart>
          </mc:Choice>
          <mc:Fallback xmlns="">
            <p:pic>
              <p:nvPicPr>
                <p:cNvPr id="16" name="Ink 15">
                  <a:extLst>
                    <a:ext uri="{FF2B5EF4-FFF2-40B4-BE49-F238E27FC236}">
                      <a16:creationId xmlns:a16="http://schemas.microsoft.com/office/drawing/2014/main" id="{92A8A5B5-A7E2-3136-F9DA-A692F89828BB}"/>
                    </a:ext>
                  </a:extLst>
                </p:cNvPr>
                <p:cNvPicPr/>
                <p:nvPr/>
              </p:nvPicPr>
              <p:blipFill>
                <a:blip r:embed="rId260"/>
                <a:stretch>
                  <a:fillRect/>
                </a:stretch>
              </p:blipFill>
              <p:spPr>
                <a:xfrm>
                  <a:off x="8236943" y="4608385"/>
                  <a:ext cx="12600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7" name="Ink 16">
                  <a:extLst>
                    <a:ext uri="{FF2B5EF4-FFF2-40B4-BE49-F238E27FC236}">
                      <a16:creationId xmlns:a16="http://schemas.microsoft.com/office/drawing/2014/main" id="{8C5E6489-9CC8-F0C5-F45E-CD7C4A9C083C}"/>
                    </a:ext>
                  </a:extLst>
                </p14:cNvPr>
                <p14:cNvContentPartPr/>
                <p14:nvPr/>
              </p14:nvContentPartPr>
              <p14:xfrm>
                <a:off x="8429903" y="4402825"/>
                <a:ext cx="226080" cy="151560"/>
              </p14:xfrm>
            </p:contentPart>
          </mc:Choice>
          <mc:Fallback xmlns="">
            <p:pic>
              <p:nvPicPr>
                <p:cNvPr id="17" name="Ink 16">
                  <a:extLst>
                    <a:ext uri="{FF2B5EF4-FFF2-40B4-BE49-F238E27FC236}">
                      <a16:creationId xmlns:a16="http://schemas.microsoft.com/office/drawing/2014/main" id="{8C5E6489-9CC8-F0C5-F45E-CD7C4A9C083C}"/>
                    </a:ext>
                  </a:extLst>
                </p:cNvPr>
                <p:cNvPicPr/>
                <p:nvPr/>
              </p:nvPicPr>
              <p:blipFill>
                <a:blip r:embed="rId262"/>
                <a:stretch>
                  <a:fillRect/>
                </a:stretch>
              </p:blipFill>
              <p:spPr>
                <a:xfrm>
                  <a:off x="8423783" y="4396705"/>
                  <a:ext cx="2383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9" name="Ink 18">
                  <a:extLst>
                    <a:ext uri="{FF2B5EF4-FFF2-40B4-BE49-F238E27FC236}">
                      <a16:creationId xmlns:a16="http://schemas.microsoft.com/office/drawing/2014/main" id="{282287C3-475E-01E6-C699-2EF7912CA0A6}"/>
                    </a:ext>
                  </a:extLst>
                </p14:cNvPr>
                <p14:cNvContentPartPr/>
                <p14:nvPr/>
              </p14:nvContentPartPr>
              <p14:xfrm>
                <a:off x="8962703" y="4223185"/>
                <a:ext cx="99360" cy="155520"/>
              </p14:xfrm>
            </p:contentPart>
          </mc:Choice>
          <mc:Fallback xmlns="">
            <p:pic>
              <p:nvPicPr>
                <p:cNvPr id="19" name="Ink 18">
                  <a:extLst>
                    <a:ext uri="{FF2B5EF4-FFF2-40B4-BE49-F238E27FC236}">
                      <a16:creationId xmlns:a16="http://schemas.microsoft.com/office/drawing/2014/main" id="{282287C3-475E-01E6-C699-2EF7912CA0A6}"/>
                    </a:ext>
                  </a:extLst>
                </p:cNvPr>
                <p:cNvPicPr/>
                <p:nvPr/>
              </p:nvPicPr>
              <p:blipFill>
                <a:blip r:embed="rId264"/>
                <a:stretch>
                  <a:fillRect/>
                </a:stretch>
              </p:blipFill>
              <p:spPr>
                <a:xfrm>
                  <a:off x="8956583" y="4217065"/>
                  <a:ext cx="11160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20" name="Ink 19">
                  <a:extLst>
                    <a:ext uri="{FF2B5EF4-FFF2-40B4-BE49-F238E27FC236}">
                      <a16:creationId xmlns:a16="http://schemas.microsoft.com/office/drawing/2014/main" id="{DFE83AC7-B416-6A33-BF20-3C1BA0DA1166}"/>
                    </a:ext>
                  </a:extLst>
                </p14:cNvPr>
                <p14:cNvContentPartPr/>
                <p14:nvPr/>
              </p14:nvContentPartPr>
              <p14:xfrm>
                <a:off x="8851103" y="4438825"/>
                <a:ext cx="372600" cy="25920"/>
              </p14:xfrm>
            </p:contentPart>
          </mc:Choice>
          <mc:Fallback xmlns="">
            <p:pic>
              <p:nvPicPr>
                <p:cNvPr id="20" name="Ink 19">
                  <a:extLst>
                    <a:ext uri="{FF2B5EF4-FFF2-40B4-BE49-F238E27FC236}">
                      <a16:creationId xmlns:a16="http://schemas.microsoft.com/office/drawing/2014/main" id="{DFE83AC7-B416-6A33-BF20-3C1BA0DA1166}"/>
                    </a:ext>
                  </a:extLst>
                </p:cNvPr>
                <p:cNvPicPr/>
                <p:nvPr/>
              </p:nvPicPr>
              <p:blipFill>
                <a:blip r:embed="rId266"/>
                <a:stretch>
                  <a:fillRect/>
                </a:stretch>
              </p:blipFill>
              <p:spPr>
                <a:xfrm>
                  <a:off x="8844983" y="4432705"/>
                  <a:ext cx="38484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21" name="Ink 20">
                  <a:extLst>
                    <a:ext uri="{FF2B5EF4-FFF2-40B4-BE49-F238E27FC236}">
                      <a16:creationId xmlns:a16="http://schemas.microsoft.com/office/drawing/2014/main" id="{A3D21116-D1B1-6910-6126-FDFD2C5C7170}"/>
                    </a:ext>
                  </a:extLst>
                </p14:cNvPr>
                <p14:cNvContentPartPr/>
                <p14:nvPr/>
              </p14:nvContentPartPr>
              <p14:xfrm>
                <a:off x="8983223" y="4587145"/>
                <a:ext cx="175680" cy="124200"/>
              </p14:xfrm>
            </p:contentPart>
          </mc:Choice>
          <mc:Fallback xmlns="">
            <p:pic>
              <p:nvPicPr>
                <p:cNvPr id="21" name="Ink 20">
                  <a:extLst>
                    <a:ext uri="{FF2B5EF4-FFF2-40B4-BE49-F238E27FC236}">
                      <a16:creationId xmlns:a16="http://schemas.microsoft.com/office/drawing/2014/main" id="{A3D21116-D1B1-6910-6126-FDFD2C5C7170}"/>
                    </a:ext>
                  </a:extLst>
                </p:cNvPr>
                <p:cNvPicPr/>
                <p:nvPr/>
              </p:nvPicPr>
              <p:blipFill>
                <a:blip r:embed="rId268"/>
                <a:stretch>
                  <a:fillRect/>
                </a:stretch>
              </p:blipFill>
              <p:spPr>
                <a:xfrm>
                  <a:off x="8977103" y="4581025"/>
                  <a:ext cx="187920" cy="136440"/>
                </a:xfrm>
                <a:prstGeom prst="rect">
                  <a:avLst/>
                </a:prstGeom>
              </p:spPr>
            </p:pic>
          </mc:Fallback>
        </mc:AlternateContent>
      </p:grpSp>
      <p:grpSp>
        <p:nvGrpSpPr>
          <p:cNvPr id="101" name="Group 100">
            <a:extLst>
              <a:ext uri="{FF2B5EF4-FFF2-40B4-BE49-F238E27FC236}">
                <a16:creationId xmlns:a16="http://schemas.microsoft.com/office/drawing/2014/main" id="{B0D50548-E2E8-CD04-03B7-3729A41A97FB}"/>
              </a:ext>
            </a:extLst>
          </p:cNvPr>
          <p:cNvGrpSpPr/>
          <p:nvPr/>
        </p:nvGrpSpPr>
        <p:grpSpPr>
          <a:xfrm>
            <a:off x="869543" y="6249760"/>
            <a:ext cx="2023560" cy="522360"/>
            <a:chOff x="869543" y="6249760"/>
            <a:chExt cx="2023560" cy="522360"/>
          </a:xfrm>
        </p:grpSpPr>
        <mc:AlternateContent xmlns:mc="http://schemas.openxmlformats.org/markup-compatibility/2006" xmlns:p14="http://schemas.microsoft.com/office/powerpoint/2010/main">
          <mc:Choice Requires="p14">
            <p:contentPart p14:bwMode="auto" r:id="rId269">
              <p14:nvContentPartPr>
                <p14:cNvPr id="25" name="Ink 24">
                  <a:extLst>
                    <a:ext uri="{FF2B5EF4-FFF2-40B4-BE49-F238E27FC236}">
                      <a16:creationId xmlns:a16="http://schemas.microsoft.com/office/drawing/2014/main" id="{87D963C4-E69F-94A2-AFFB-7730F0B4825D}"/>
                    </a:ext>
                  </a:extLst>
                </p14:cNvPr>
                <p14:cNvContentPartPr/>
                <p14:nvPr/>
              </p14:nvContentPartPr>
              <p14:xfrm>
                <a:off x="869543" y="6249760"/>
                <a:ext cx="223560" cy="43200"/>
              </p14:xfrm>
            </p:contentPart>
          </mc:Choice>
          <mc:Fallback xmlns="">
            <p:pic>
              <p:nvPicPr>
                <p:cNvPr id="25" name="Ink 24">
                  <a:extLst>
                    <a:ext uri="{FF2B5EF4-FFF2-40B4-BE49-F238E27FC236}">
                      <a16:creationId xmlns:a16="http://schemas.microsoft.com/office/drawing/2014/main" id="{87D963C4-E69F-94A2-AFFB-7730F0B4825D}"/>
                    </a:ext>
                  </a:extLst>
                </p:cNvPr>
                <p:cNvPicPr/>
                <p:nvPr/>
              </p:nvPicPr>
              <p:blipFill>
                <a:blip r:embed="rId270"/>
                <a:stretch>
                  <a:fillRect/>
                </a:stretch>
              </p:blipFill>
              <p:spPr>
                <a:xfrm>
                  <a:off x="863423" y="6243640"/>
                  <a:ext cx="2358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28" name="Ink 27">
                  <a:extLst>
                    <a:ext uri="{FF2B5EF4-FFF2-40B4-BE49-F238E27FC236}">
                      <a16:creationId xmlns:a16="http://schemas.microsoft.com/office/drawing/2014/main" id="{D7ED4209-A581-B211-F8A7-7C712AF30169}"/>
                    </a:ext>
                  </a:extLst>
                </p14:cNvPr>
                <p14:cNvContentPartPr/>
                <p14:nvPr/>
              </p14:nvContentPartPr>
              <p14:xfrm>
                <a:off x="978623" y="6280000"/>
                <a:ext cx="52920" cy="243360"/>
              </p14:xfrm>
            </p:contentPart>
          </mc:Choice>
          <mc:Fallback xmlns="">
            <p:pic>
              <p:nvPicPr>
                <p:cNvPr id="28" name="Ink 27">
                  <a:extLst>
                    <a:ext uri="{FF2B5EF4-FFF2-40B4-BE49-F238E27FC236}">
                      <a16:creationId xmlns:a16="http://schemas.microsoft.com/office/drawing/2014/main" id="{D7ED4209-A581-B211-F8A7-7C712AF30169}"/>
                    </a:ext>
                  </a:extLst>
                </p:cNvPr>
                <p:cNvPicPr/>
                <p:nvPr/>
              </p:nvPicPr>
              <p:blipFill>
                <a:blip r:embed="rId272"/>
                <a:stretch>
                  <a:fillRect/>
                </a:stretch>
              </p:blipFill>
              <p:spPr>
                <a:xfrm>
                  <a:off x="972503" y="6273880"/>
                  <a:ext cx="6516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30" name="Ink 29">
                  <a:extLst>
                    <a:ext uri="{FF2B5EF4-FFF2-40B4-BE49-F238E27FC236}">
                      <a16:creationId xmlns:a16="http://schemas.microsoft.com/office/drawing/2014/main" id="{F0D6D718-004C-474C-2803-F463A3DF1007}"/>
                    </a:ext>
                  </a:extLst>
                </p14:cNvPr>
                <p14:cNvContentPartPr/>
                <p14:nvPr/>
              </p14:nvContentPartPr>
              <p14:xfrm>
                <a:off x="1075823" y="6389800"/>
                <a:ext cx="105480" cy="146160"/>
              </p14:xfrm>
            </p:contentPart>
          </mc:Choice>
          <mc:Fallback xmlns="">
            <p:pic>
              <p:nvPicPr>
                <p:cNvPr id="30" name="Ink 29">
                  <a:extLst>
                    <a:ext uri="{FF2B5EF4-FFF2-40B4-BE49-F238E27FC236}">
                      <a16:creationId xmlns:a16="http://schemas.microsoft.com/office/drawing/2014/main" id="{F0D6D718-004C-474C-2803-F463A3DF1007}"/>
                    </a:ext>
                  </a:extLst>
                </p:cNvPr>
                <p:cNvPicPr/>
                <p:nvPr/>
              </p:nvPicPr>
              <p:blipFill>
                <a:blip r:embed="rId274"/>
                <a:stretch>
                  <a:fillRect/>
                </a:stretch>
              </p:blipFill>
              <p:spPr>
                <a:xfrm>
                  <a:off x="1069703" y="6383680"/>
                  <a:ext cx="11772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39" name="Ink 38">
                  <a:extLst>
                    <a:ext uri="{FF2B5EF4-FFF2-40B4-BE49-F238E27FC236}">
                      <a16:creationId xmlns:a16="http://schemas.microsoft.com/office/drawing/2014/main" id="{DAC95BC8-D19F-7E33-C8B9-92120147196B}"/>
                    </a:ext>
                  </a:extLst>
                </p14:cNvPr>
                <p14:cNvContentPartPr/>
                <p14:nvPr/>
              </p14:nvContentPartPr>
              <p14:xfrm>
                <a:off x="1223063" y="6393040"/>
                <a:ext cx="116280" cy="156240"/>
              </p14:xfrm>
            </p:contentPart>
          </mc:Choice>
          <mc:Fallback xmlns="">
            <p:pic>
              <p:nvPicPr>
                <p:cNvPr id="39" name="Ink 38">
                  <a:extLst>
                    <a:ext uri="{FF2B5EF4-FFF2-40B4-BE49-F238E27FC236}">
                      <a16:creationId xmlns:a16="http://schemas.microsoft.com/office/drawing/2014/main" id="{DAC95BC8-D19F-7E33-C8B9-92120147196B}"/>
                    </a:ext>
                  </a:extLst>
                </p:cNvPr>
                <p:cNvPicPr/>
                <p:nvPr/>
              </p:nvPicPr>
              <p:blipFill>
                <a:blip r:embed="rId276"/>
                <a:stretch>
                  <a:fillRect/>
                </a:stretch>
              </p:blipFill>
              <p:spPr>
                <a:xfrm>
                  <a:off x="1216943" y="6386920"/>
                  <a:ext cx="12852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49" name="Ink 48">
                  <a:extLst>
                    <a:ext uri="{FF2B5EF4-FFF2-40B4-BE49-F238E27FC236}">
                      <a16:creationId xmlns:a16="http://schemas.microsoft.com/office/drawing/2014/main" id="{F0B47E54-86D5-2EB1-ACAA-FAD581025ACF}"/>
                    </a:ext>
                  </a:extLst>
                </p14:cNvPr>
                <p14:cNvContentPartPr/>
                <p14:nvPr/>
              </p14:nvContentPartPr>
              <p14:xfrm>
                <a:off x="1351943" y="6408160"/>
                <a:ext cx="129600" cy="162720"/>
              </p14:xfrm>
            </p:contentPart>
          </mc:Choice>
          <mc:Fallback xmlns="">
            <p:pic>
              <p:nvPicPr>
                <p:cNvPr id="49" name="Ink 48">
                  <a:extLst>
                    <a:ext uri="{FF2B5EF4-FFF2-40B4-BE49-F238E27FC236}">
                      <a16:creationId xmlns:a16="http://schemas.microsoft.com/office/drawing/2014/main" id="{F0B47E54-86D5-2EB1-ACAA-FAD581025ACF}"/>
                    </a:ext>
                  </a:extLst>
                </p:cNvPr>
                <p:cNvPicPr/>
                <p:nvPr/>
              </p:nvPicPr>
              <p:blipFill>
                <a:blip r:embed="rId278"/>
                <a:stretch>
                  <a:fillRect/>
                </a:stretch>
              </p:blipFill>
              <p:spPr>
                <a:xfrm>
                  <a:off x="1345823" y="6402040"/>
                  <a:ext cx="14184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54" name="Ink 53">
                  <a:extLst>
                    <a:ext uri="{FF2B5EF4-FFF2-40B4-BE49-F238E27FC236}">
                      <a16:creationId xmlns:a16="http://schemas.microsoft.com/office/drawing/2014/main" id="{4491353B-049F-135D-2996-92AF3D5EF687}"/>
                    </a:ext>
                  </a:extLst>
                </p14:cNvPr>
                <p14:cNvContentPartPr/>
                <p14:nvPr/>
              </p14:nvContentPartPr>
              <p14:xfrm>
                <a:off x="1508903" y="6437320"/>
                <a:ext cx="146520" cy="163080"/>
              </p14:xfrm>
            </p:contentPart>
          </mc:Choice>
          <mc:Fallback xmlns="">
            <p:pic>
              <p:nvPicPr>
                <p:cNvPr id="54" name="Ink 53">
                  <a:extLst>
                    <a:ext uri="{FF2B5EF4-FFF2-40B4-BE49-F238E27FC236}">
                      <a16:creationId xmlns:a16="http://schemas.microsoft.com/office/drawing/2014/main" id="{4491353B-049F-135D-2996-92AF3D5EF687}"/>
                    </a:ext>
                  </a:extLst>
                </p:cNvPr>
                <p:cNvPicPr/>
                <p:nvPr/>
              </p:nvPicPr>
              <p:blipFill>
                <a:blip r:embed="rId280"/>
                <a:stretch>
                  <a:fillRect/>
                </a:stretch>
              </p:blipFill>
              <p:spPr>
                <a:xfrm>
                  <a:off x="1502783" y="6431200"/>
                  <a:ext cx="15876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55" name="Ink 54">
                  <a:extLst>
                    <a:ext uri="{FF2B5EF4-FFF2-40B4-BE49-F238E27FC236}">
                      <a16:creationId xmlns:a16="http://schemas.microsoft.com/office/drawing/2014/main" id="{709A6938-2191-F646-03C9-80A3CC9EE84C}"/>
                    </a:ext>
                  </a:extLst>
                </p14:cNvPr>
                <p14:cNvContentPartPr/>
                <p14:nvPr/>
              </p14:nvContentPartPr>
              <p14:xfrm>
                <a:off x="1743983" y="6531280"/>
                <a:ext cx="113040" cy="14400"/>
              </p14:xfrm>
            </p:contentPart>
          </mc:Choice>
          <mc:Fallback xmlns="">
            <p:pic>
              <p:nvPicPr>
                <p:cNvPr id="55" name="Ink 54">
                  <a:extLst>
                    <a:ext uri="{FF2B5EF4-FFF2-40B4-BE49-F238E27FC236}">
                      <a16:creationId xmlns:a16="http://schemas.microsoft.com/office/drawing/2014/main" id="{709A6938-2191-F646-03C9-80A3CC9EE84C}"/>
                    </a:ext>
                  </a:extLst>
                </p:cNvPr>
                <p:cNvPicPr/>
                <p:nvPr/>
              </p:nvPicPr>
              <p:blipFill>
                <a:blip r:embed="rId282"/>
                <a:stretch>
                  <a:fillRect/>
                </a:stretch>
              </p:blipFill>
              <p:spPr>
                <a:xfrm>
                  <a:off x="1737863" y="6525160"/>
                  <a:ext cx="1252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56" name="Ink 55">
                  <a:extLst>
                    <a:ext uri="{FF2B5EF4-FFF2-40B4-BE49-F238E27FC236}">
                      <a16:creationId xmlns:a16="http://schemas.microsoft.com/office/drawing/2014/main" id="{EBD37B76-3AAF-E242-2AEC-E6025F595D3C}"/>
                    </a:ext>
                  </a:extLst>
                </p14:cNvPr>
                <p14:cNvContentPartPr/>
                <p14:nvPr/>
              </p14:nvContentPartPr>
              <p14:xfrm>
                <a:off x="1912823" y="6283960"/>
                <a:ext cx="199080" cy="44280"/>
              </p14:xfrm>
            </p:contentPart>
          </mc:Choice>
          <mc:Fallback xmlns="">
            <p:pic>
              <p:nvPicPr>
                <p:cNvPr id="56" name="Ink 55">
                  <a:extLst>
                    <a:ext uri="{FF2B5EF4-FFF2-40B4-BE49-F238E27FC236}">
                      <a16:creationId xmlns:a16="http://schemas.microsoft.com/office/drawing/2014/main" id="{EBD37B76-3AAF-E242-2AEC-E6025F595D3C}"/>
                    </a:ext>
                  </a:extLst>
                </p:cNvPr>
                <p:cNvPicPr/>
                <p:nvPr/>
              </p:nvPicPr>
              <p:blipFill>
                <a:blip r:embed="rId284"/>
                <a:stretch>
                  <a:fillRect/>
                </a:stretch>
              </p:blipFill>
              <p:spPr>
                <a:xfrm>
                  <a:off x="1906703" y="6277840"/>
                  <a:ext cx="2113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57" name="Ink 56">
                  <a:extLst>
                    <a:ext uri="{FF2B5EF4-FFF2-40B4-BE49-F238E27FC236}">
                      <a16:creationId xmlns:a16="http://schemas.microsoft.com/office/drawing/2014/main" id="{49D2E124-B61A-914D-264D-53F31F6BCB91}"/>
                    </a:ext>
                  </a:extLst>
                </p14:cNvPr>
                <p14:cNvContentPartPr/>
                <p14:nvPr/>
              </p14:nvContentPartPr>
              <p14:xfrm>
                <a:off x="1958183" y="6287200"/>
                <a:ext cx="74880" cy="283680"/>
              </p14:xfrm>
            </p:contentPart>
          </mc:Choice>
          <mc:Fallback xmlns="">
            <p:pic>
              <p:nvPicPr>
                <p:cNvPr id="57" name="Ink 56">
                  <a:extLst>
                    <a:ext uri="{FF2B5EF4-FFF2-40B4-BE49-F238E27FC236}">
                      <a16:creationId xmlns:a16="http://schemas.microsoft.com/office/drawing/2014/main" id="{49D2E124-B61A-914D-264D-53F31F6BCB91}"/>
                    </a:ext>
                  </a:extLst>
                </p:cNvPr>
                <p:cNvPicPr/>
                <p:nvPr/>
              </p:nvPicPr>
              <p:blipFill>
                <a:blip r:embed="rId286"/>
                <a:stretch>
                  <a:fillRect/>
                </a:stretch>
              </p:blipFill>
              <p:spPr>
                <a:xfrm>
                  <a:off x="1952063" y="6281080"/>
                  <a:ext cx="8712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58" name="Ink 57">
                  <a:extLst>
                    <a:ext uri="{FF2B5EF4-FFF2-40B4-BE49-F238E27FC236}">
                      <a16:creationId xmlns:a16="http://schemas.microsoft.com/office/drawing/2014/main" id="{12378371-531A-615F-07B4-C3904D002FEE}"/>
                    </a:ext>
                  </a:extLst>
                </p14:cNvPr>
                <p14:cNvContentPartPr/>
                <p14:nvPr/>
              </p14:nvContentPartPr>
              <p14:xfrm>
                <a:off x="2023703" y="6444160"/>
                <a:ext cx="113760" cy="149040"/>
              </p14:xfrm>
            </p:contentPart>
          </mc:Choice>
          <mc:Fallback xmlns="">
            <p:pic>
              <p:nvPicPr>
                <p:cNvPr id="58" name="Ink 57">
                  <a:extLst>
                    <a:ext uri="{FF2B5EF4-FFF2-40B4-BE49-F238E27FC236}">
                      <a16:creationId xmlns:a16="http://schemas.microsoft.com/office/drawing/2014/main" id="{12378371-531A-615F-07B4-C3904D002FEE}"/>
                    </a:ext>
                  </a:extLst>
                </p:cNvPr>
                <p:cNvPicPr/>
                <p:nvPr/>
              </p:nvPicPr>
              <p:blipFill>
                <a:blip r:embed="rId288"/>
                <a:stretch>
                  <a:fillRect/>
                </a:stretch>
              </p:blipFill>
              <p:spPr>
                <a:xfrm>
                  <a:off x="2017583" y="6438040"/>
                  <a:ext cx="1260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75" name="Ink 74">
                  <a:extLst>
                    <a:ext uri="{FF2B5EF4-FFF2-40B4-BE49-F238E27FC236}">
                      <a16:creationId xmlns:a16="http://schemas.microsoft.com/office/drawing/2014/main" id="{7828885B-5DA7-7FD9-8E8F-2CCCF89CC6EB}"/>
                    </a:ext>
                  </a:extLst>
                </p14:cNvPr>
                <p14:cNvContentPartPr/>
                <p14:nvPr/>
              </p14:nvContentPartPr>
              <p14:xfrm>
                <a:off x="2138903" y="6460000"/>
                <a:ext cx="142560" cy="312120"/>
              </p14:xfrm>
            </p:contentPart>
          </mc:Choice>
          <mc:Fallback xmlns="">
            <p:pic>
              <p:nvPicPr>
                <p:cNvPr id="75" name="Ink 74">
                  <a:extLst>
                    <a:ext uri="{FF2B5EF4-FFF2-40B4-BE49-F238E27FC236}">
                      <a16:creationId xmlns:a16="http://schemas.microsoft.com/office/drawing/2014/main" id="{7828885B-5DA7-7FD9-8E8F-2CCCF89CC6EB}"/>
                    </a:ext>
                  </a:extLst>
                </p:cNvPr>
                <p:cNvPicPr/>
                <p:nvPr/>
              </p:nvPicPr>
              <p:blipFill>
                <a:blip r:embed="rId290"/>
                <a:stretch>
                  <a:fillRect/>
                </a:stretch>
              </p:blipFill>
              <p:spPr>
                <a:xfrm>
                  <a:off x="2132783" y="6453880"/>
                  <a:ext cx="15480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78" name="Ink 77">
                  <a:extLst>
                    <a:ext uri="{FF2B5EF4-FFF2-40B4-BE49-F238E27FC236}">
                      <a16:creationId xmlns:a16="http://schemas.microsoft.com/office/drawing/2014/main" id="{45A3061A-B7B6-D3E2-1873-94D37492FEEF}"/>
                    </a:ext>
                  </a:extLst>
                </p14:cNvPr>
                <p14:cNvContentPartPr/>
                <p14:nvPr/>
              </p14:nvContentPartPr>
              <p14:xfrm>
                <a:off x="2304503" y="6491320"/>
                <a:ext cx="56520" cy="121680"/>
              </p14:xfrm>
            </p:contentPart>
          </mc:Choice>
          <mc:Fallback xmlns="">
            <p:pic>
              <p:nvPicPr>
                <p:cNvPr id="78" name="Ink 77">
                  <a:extLst>
                    <a:ext uri="{FF2B5EF4-FFF2-40B4-BE49-F238E27FC236}">
                      <a16:creationId xmlns:a16="http://schemas.microsoft.com/office/drawing/2014/main" id="{45A3061A-B7B6-D3E2-1873-94D37492FEEF}"/>
                    </a:ext>
                  </a:extLst>
                </p:cNvPr>
                <p:cNvPicPr/>
                <p:nvPr/>
              </p:nvPicPr>
              <p:blipFill>
                <a:blip r:embed="rId292"/>
                <a:stretch>
                  <a:fillRect/>
                </a:stretch>
              </p:blipFill>
              <p:spPr>
                <a:xfrm>
                  <a:off x="2298383" y="6485200"/>
                  <a:ext cx="6876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80" name="Ink 79">
                  <a:extLst>
                    <a:ext uri="{FF2B5EF4-FFF2-40B4-BE49-F238E27FC236}">
                      <a16:creationId xmlns:a16="http://schemas.microsoft.com/office/drawing/2014/main" id="{CEC8AAF3-5A24-67B4-3C1B-E3247472B8A8}"/>
                    </a:ext>
                  </a:extLst>
                </p14:cNvPr>
                <p14:cNvContentPartPr/>
                <p14:nvPr/>
              </p14:nvContentPartPr>
              <p14:xfrm>
                <a:off x="2447423" y="6301240"/>
                <a:ext cx="177120" cy="296280"/>
              </p14:xfrm>
            </p:contentPart>
          </mc:Choice>
          <mc:Fallback xmlns="">
            <p:pic>
              <p:nvPicPr>
                <p:cNvPr id="80" name="Ink 79">
                  <a:extLst>
                    <a:ext uri="{FF2B5EF4-FFF2-40B4-BE49-F238E27FC236}">
                      <a16:creationId xmlns:a16="http://schemas.microsoft.com/office/drawing/2014/main" id="{CEC8AAF3-5A24-67B4-3C1B-E3247472B8A8}"/>
                    </a:ext>
                  </a:extLst>
                </p:cNvPr>
                <p:cNvPicPr/>
                <p:nvPr/>
              </p:nvPicPr>
              <p:blipFill>
                <a:blip r:embed="rId294"/>
                <a:stretch>
                  <a:fillRect/>
                </a:stretch>
              </p:blipFill>
              <p:spPr>
                <a:xfrm>
                  <a:off x="2441303" y="6295120"/>
                  <a:ext cx="18936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87" name="Ink 86">
                  <a:extLst>
                    <a:ext uri="{FF2B5EF4-FFF2-40B4-BE49-F238E27FC236}">
                      <a16:creationId xmlns:a16="http://schemas.microsoft.com/office/drawing/2014/main" id="{03220A9E-D4C2-2BC8-ABAD-3B572CE0EE67}"/>
                    </a:ext>
                  </a:extLst>
                </p14:cNvPr>
                <p14:cNvContentPartPr/>
                <p14:nvPr/>
              </p14:nvContentPartPr>
              <p14:xfrm>
                <a:off x="2599343" y="6479800"/>
                <a:ext cx="138960" cy="243360"/>
              </p14:xfrm>
            </p:contentPart>
          </mc:Choice>
          <mc:Fallback xmlns="">
            <p:pic>
              <p:nvPicPr>
                <p:cNvPr id="87" name="Ink 86">
                  <a:extLst>
                    <a:ext uri="{FF2B5EF4-FFF2-40B4-BE49-F238E27FC236}">
                      <a16:creationId xmlns:a16="http://schemas.microsoft.com/office/drawing/2014/main" id="{03220A9E-D4C2-2BC8-ABAD-3B572CE0EE67}"/>
                    </a:ext>
                  </a:extLst>
                </p:cNvPr>
                <p:cNvPicPr/>
                <p:nvPr/>
              </p:nvPicPr>
              <p:blipFill>
                <a:blip r:embed="rId296"/>
                <a:stretch>
                  <a:fillRect/>
                </a:stretch>
              </p:blipFill>
              <p:spPr>
                <a:xfrm>
                  <a:off x="2593223" y="6473680"/>
                  <a:ext cx="15120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91" name="Ink 90">
                  <a:extLst>
                    <a:ext uri="{FF2B5EF4-FFF2-40B4-BE49-F238E27FC236}">
                      <a16:creationId xmlns:a16="http://schemas.microsoft.com/office/drawing/2014/main" id="{83D0840C-8F13-34D2-7732-7D6DAE97D211}"/>
                    </a:ext>
                  </a:extLst>
                </p14:cNvPr>
                <p14:cNvContentPartPr/>
                <p14:nvPr/>
              </p14:nvContentPartPr>
              <p14:xfrm>
                <a:off x="2759903" y="6474400"/>
                <a:ext cx="133200" cy="204840"/>
              </p14:xfrm>
            </p:contentPart>
          </mc:Choice>
          <mc:Fallback xmlns="">
            <p:pic>
              <p:nvPicPr>
                <p:cNvPr id="91" name="Ink 90">
                  <a:extLst>
                    <a:ext uri="{FF2B5EF4-FFF2-40B4-BE49-F238E27FC236}">
                      <a16:creationId xmlns:a16="http://schemas.microsoft.com/office/drawing/2014/main" id="{83D0840C-8F13-34D2-7732-7D6DAE97D211}"/>
                    </a:ext>
                  </a:extLst>
                </p:cNvPr>
                <p:cNvPicPr/>
                <p:nvPr/>
              </p:nvPicPr>
              <p:blipFill>
                <a:blip r:embed="rId298"/>
                <a:stretch>
                  <a:fillRect/>
                </a:stretch>
              </p:blipFill>
              <p:spPr>
                <a:xfrm>
                  <a:off x="2753783" y="6468280"/>
                  <a:ext cx="145440" cy="217080"/>
                </a:xfrm>
                <a:prstGeom prst="rect">
                  <a:avLst/>
                </a:prstGeom>
              </p:spPr>
            </p:pic>
          </mc:Fallback>
        </mc:AlternateContent>
      </p:grpSp>
      <p:grpSp>
        <p:nvGrpSpPr>
          <p:cNvPr id="131" name="Group 130">
            <a:extLst>
              <a:ext uri="{FF2B5EF4-FFF2-40B4-BE49-F238E27FC236}">
                <a16:creationId xmlns:a16="http://schemas.microsoft.com/office/drawing/2014/main" id="{59A46607-6698-738D-EEE2-4932FEB8DCF7}"/>
              </a:ext>
            </a:extLst>
          </p:cNvPr>
          <p:cNvGrpSpPr/>
          <p:nvPr/>
        </p:nvGrpSpPr>
        <p:grpSpPr>
          <a:xfrm>
            <a:off x="796103" y="5648200"/>
            <a:ext cx="1757160" cy="471240"/>
            <a:chOff x="796103" y="5648200"/>
            <a:chExt cx="1757160" cy="471240"/>
          </a:xfrm>
        </p:grpSpPr>
        <mc:AlternateContent xmlns:mc="http://schemas.openxmlformats.org/markup-compatibility/2006" xmlns:p14="http://schemas.microsoft.com/office/powerpoint/2010/main">
          <mc:Choice Requires="p14">
            <p:contentPart p14:bwMode="auto" r:id="rId299">
              <p14:nvContentPartPr>
                <p14:cNvPr id="107" name="Ink 106">
                  <a:extLst>
                    <a:ext uri="{FF2B5EF4-FFF2-40B4-BE49-F238E27FC236}">
                      <a16:creationId xmlns:a16="http://schemas.microsoft.com/office/drawing/2014/main" id="{B5A414EA-1875-6A62-C63D-759DF585F993}"/>
                    </a:ext>
                  </a:extLst>
                </p14:cNvPr>
                <p14:cNvContentPartPr/>
                <p14:nvPr/>
              </p14:nvContentPartPr>
              <p14:xfrm>
                <a:off x="2184983" y="5761600"/>
                <a:ext cx="368280" cy="241200"/>
              </p14:xfrm>
            </p:contentPart>
          </mc:Choice>
          <mc:Fallback xmlns="">
            <p:pic>
              <p:nvPicPr>
                <p:cNvPr id="107" name="Ink 106">
                  <a:extLst>
                    <a:ext uri="{FF2B5EF4-FFF2-40B4-BE49-F238E27FC236}">
                      <a16:creationId xmlns:a16="http://schemas.microsoft.com/office/drawing/2014/main" id="{B5A414EA-1875-6A62-C63D-759DF585F993}"/>
                    </a:ext>
                  </a:extLst>
                </p:cNvPr>
                <p:cNvPicPr/>
                <p:nvPr/>
              </p:nvPicPr>
              <p:blipFill>
                <a:blip r:embed="rId300"/>
                <a:stretch>
                  <a:fillRect/>
                </a:stretch>
              </p:blipFill>
              <p:spPr>
                <a:xfrm>
                  <a:off x="2175983" y="5752960"/>
                  <a:ext cx="38592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11" name="Ink 110">
                  <a:extLst>
                    <a:ext uri="{FF2B5EF4-FFF2-40B4-BE49-F238E27FC236}">
                      <a16:creationId xmlns:a16="http://schemas.microsoft.com/office/drawing/2014/main" id="{96344A64-2E05-FE9B-284C-2CFBBCE488CF}"/>
                    </a:ext>
                  </a:extLst>
                </p14:cNvPr>
                <p14:cNvContentPartPr/>
                <p14:nvPr/>
              </p14:nvContentPartPr>
              <p14:xfrm>
                <a:off x="2360303" y="5656120"/>
                <a:ext cx="84960" cy="66600"/>
              </p14:xfrm>
            </p:contentPart>
          </mc:Choice>
          <mc:Fallback xmlns="">
            <p:pic>
              <p:nvPicPr>
                <p:cNvPr id="111" name="Ink 110">
                  <a:extLst>
                    <a:ext uri="{FF2B5EF4-FFF2-40B4-BE49-F238E27FC236}">
                      <a16:creationId xmlns:a16="http://schemas.microsoft.com/office/drawing/2014/main" id="{96344A64-2E05-FE9B-284C-2CFBBCE488CF}"/>
                    </a:ext>
                  </a:extLst>
                </p:cNvPr>
                <p:cNvPicPr/>
                <p:nvPr/>
              </p:nvPicPr>
              <p:blipFill>
                <a:blip r:embed="rId302"/>
                <a:stretch>
                  <a:fillRect/>
                </a:stretch>
              </p:blipFill>
              <p:spPr>
                <a:xfrm>
                  <a:off x="2351663" y="5647480"/>
                  <a:ext cx="10260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14" name="Ink 113">
                  <a:extLst>
                    <a:ext uri="{FF2B5EF4-FFF2-40B4-BE49-F238E27FC236}">
                      <a16:creationId xmlns:a16="http://schemas.microsoft.com/office/drawing/2014/main" id="{DA613286-04CF-5B6A-15EA-4F1E6F156772}"/>
                    </a:ext>
                  </a:extLst>
                </p14:cNvPr>
                <p14:cNvContentPartPr/>
                <p14:nvPr/>
              </p14:nvContentPartPr>
              <p14:xfrm>
                <a:off x="1766663" y="5805160"/>
                <a:ext cx="289800" cy="115200"/>
              </p14:xfrm>
            </p:contentPart>
          </mc:Choice>
          <mc:Fallback xmlns="">
            <p:pic>
              <p:nvPicPr>
                <p:cNvPr id="114" name="Ink 113">
                  <a:extLst>
                    <a:ext uri="{FF2B5EF4-FFF2-40B4-BE49-F238E27FC236}">
                      <a16:creationId xmlns:a16="http://schemas.microsoft.com/office/drawing/2014/main" id="{DA613286-04CF-5B6A-15EA-4F1E6F156772}"/>
                    </a:ext>
                  </a:extLst>
                </p:cNvPr>
                <p:cNvPicPr/>
                <p:nvPr/>
              </p:nvPicPr>
              <p:blipFill>
                <a:blip r:embed="rId304"/>
                <a:stretch>
                  <a:fillRect/>
                </a:stretch>
              </p:blipFill>
              <p:spPr>
                <a:xfrm>
                  <a:off x="1757663" y="5796520"/>
                  <a:ext cx="3074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18" name="Ink 117">
                  <a:extLst>
                    <a:ext uri="{FF2B5EF4-FFF2-40B4-BE49-F238E27FC236}">
                      <a16:creationId xmlns:a16="http://schemas.microsoft.com/office/drawing/2014/main" id="{8810B364-209D-647E-A7E3-8CFB8071EE06}"/>
                    </a:ext>
                  </a:extLst>
                </p14:cNvPr>
                <p14:cNvContentPartPr/>
                <p14:nvPr/>
              </p14:nvContentPartPr>
              <p14:xfrm>
                <a:off x="1550663" y="5775280"/>
                <a:ext cx="251280" cy="192960"/>
              </p14:xfrm>
            </p:contentPart>
          </mc:Choice>
          <mc:Fallback xmlns="">
            <p:pic>
              <p:nvPicPr>
                <p:cNvPr id="118" name="Ink 117">
                  <a:extLst>
                    <a:ext uri="{FF2B5EF4-FFF2-40B4-BE49-F238E27FC236}">
                      <a16:creationId xmlns:a16="http://schemas.microsoft.com/office/drawing/2014/main" id="{8810B364-209D-647E-A7E3-8CFB8071EE06}"/>
                    </a:ext>
                  </a:extLst>
                </p:cNvPr>
                <p:cNvPicPr/>
                <p:nvPr/>
              </p:nvPicPr>
              <p:blipFill>
                <a:blip r:embed="rId306"/>
                <a:stretch>
                  <a:fillRect/>
                </a:stretch>
              </p:blipFill>
              <p:spPr>
                <a:xfrm>
                  <a:off x="1542023" y="5766640"/>
                  <a:ext cx="26892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23" name="Ink 122">
                  <a:extLst>
                    <a:ext uri="{FF2B5EF4-FFF2-40B4-BE49-F238E27FC236}">
                      <a16:creationId xmlns:a16="http://schemas.microsoft.com/office/drawing/2014/main" id="{70666EAC-699C-2049-F808-FFF1D77DD408}"/>
                    </a:ext>
                  </a:extLst>
                </p14:cNvPr>
                <p14:cNvContentPartPr/>
                <p14:nvPr/>
              </p14:nvContentPartPr>
              <p14:xfrm>
                <a:off x="1389023" y="5846200"/>
                <a:ext cx="256680" cy="226080"/>
              </p14:xfrm>
            </p:contentPart>
          </mc:Choice>
          <mc:Fallback xmlns="">
            <p:pic>
              <p:nvPicPr>
                <p:cNvPr id="123" name="Ink 122">
                  <a:extLst>
                    <a:ext uri="{FF2B5EF4-FFF2-40B4-BE49-F238E27FC236}">
                      <a16:creationId xmlns:a16="http://schemas.microsoft.com/office/drawing/2014/main" id="{70666EAC-699C-2049-F808-FFF1D77DD408}"/>
                    </a:ext>
                  </a:extLst>
                </p:cNvPr>
                <p:cNvPicPr/>
                <p:nvPr/>
              </p:nvPicPr>
              <p:blipFill>
                <a:blip r:embed="rId308"/>
                <a:stretch>
                  <a:fillRect/>
                </a:stretch>
              </p:blipFill>
              <p:spPr>
                <a:xfrm>
                  <a:off x="1380023" y="5837200"/>
                  <a:ext cx="27432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25" name="Ink 124">
                  <a:extLst>
                    <a:ext uri="{FF2B5EF4-FFF2-40B4-BE49-F238E27FC236}">
                      <a16:creationId xmlns:a16="http://schemas.microsoft.com/office/drawing/2014/main" id="{A3C0F6F3-63CE-1AF3-8863-5906855FC442}"/>
                    </a:ext>
                  </a:extLst>
                </p14:cNvPr>
                <p14:cNvContentPartPr/>
                <p14:nvPr/>
              </p14:nvContentPartPr>
              <p14:xfrm>
                <a:off x="1709423" y="5648200"/>
                <a:ext cx="24120" cy="187920"/>
              </p14:xfrm>
            </p:contentPart>
          </mc:Choice>
          <mc:Fallback xmlns="">
            <p:pic>
              <p:nvPicPr>
                <p:cNvPr id="125" name="Ink 124">
                  <a:extLst>
                    <a:ext uri="{FF2B5EF4-FFF2-40B4-BE49-F238E27FC236}">
                      <a16:creationId xmlns:a16="http://schemas.microsoft.com/office/drawing/2014/main" id="{A3C0F6F3-63CE-1AF3-8863-5906855FC442}"/>
                    </a:ext>
                  </a:extLst>
                </p:cNvPr>
                <p:cNvPicPr/>
                <p:nvPr/>
              </p:nvPicPr>
              <p:blipFill>
                <a:blip r:embed="rId310"/>
                <a:stretch>
                  <a:fillRect/>
                </a:stretch>
              </p:blipFill>
              <p:spPr>
                <a:xfrm>
                  <a:off x="1700783" y="5639560"/>
                  <a:ext cx="4176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26" name="Ink 125">
                  <a:extLst>
                    <a:ext uri="{FF2B5EF4-FFF2-40B4-BE49-F238E27FC236}">
                      <a16:creationId xmlns:a16="http://schemas.microsoft.com/office/drawing/2014/main" id="{E66DC1C0-7AD0-2D89-06AA-5EA7ED5E644B}"/>
                    </a:ext>
                  </a:extLst>
                </p14:cNvPr>
                <p14:cNvContentPartPr/>
                <p14:nvPr/>
              </p14:nvContentPartPr>
              <p14:xfrm>
                <a:off x="1303703" y="5700040"/>
                <a:ext cx="20160" cy="233280"/>
              </p14:xfrm>
            </p:contentPart>
          </mc:Choice>
          <mc:Fallback xmlns="">
            <p:pic>
              <p:nvPicPr>
                <p:cNvPr id="126" name="Ink 125">
                  <a:extLst>
                    <a:ext uri="{FF2B5EF4-FFF2-40B4-BE49-F238E27FC236}">
                      <a16:creationId xmlns:a16="http://schemas.microsoft.com/office/drawing/2014/main" id="{E66DC1C0-7AD0-2D89-06AA-5EA7ED5E644B}"/>
                    </a:ext>
                  </a:extLst>
                </p:cNvPr>
                <p:cNvPicPr/>
                <p:nvPr/>
              </p:nvPicPr>
              <p:blipFill>
                <a:blip r:embed="rId312"/>
                <a:stretch>
                  <a:fillRect/>
                </a:stretch>
              </p:blipFill>
              <p:spPr>
                <a:xfrm>
                  <a:off x="1295063" y="5691040"/>
                  <a:ext cx="3780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27" name="Ink 126">
                  <a:extLst>
                    <a:ext uri="{FF2B5EF4-FFF2-40B4-BE49-F238E27FC236}">
                      <a16:creationId xmlns:a16="http://schemas.microsoft.com/office/drawing/2014/main" id="{473D28C3-809B-9E30-1596-EE4D3BEFEF4A}"/>
                    </a:ext>
                  </a:extLst>
                </p14:cNvPr>
                <p14:cNvContentPartPr/>
                <p14:nvPr/>
              </p14:nvContentPartPr>
              <p14:xfrm>
                <a:off x="796103" y="5674120"/>
                <a:ext cx="478080" cy="439560"/>
              </p14:xfrm>
            </p:contentPart>
          </mc:Choice>
          <mc:Fallback xmlns="">
            <p:pic>
              <p:nvPicPr>
                <p:cNvPr id="127" name="Ink 126">
                  <a:extLst>
                    <a:ext uri="{FF2B5EF4-FFF2-40B4-BE49-F238E27FC236}">
                      <a16:creationId xmlns:a16="http://schemas.microsoft.com/office/drawing/2014/main" id="{473D28C3-809B-9E30-1596-EE4D3BEFEF4A}"/>
                    </a:ext>
                  </a:extLst>
                </p:cNvPr>
                <p:cNvPicPr/>
                <p:nvPr/>
              </p:nvPicPr>
              <p:blipFill>
                <a:blip r:embed="rId314"/>
                <a:stretch>
                  <a:fillRect/>
                </a:stretch>
              </p:blipFill>
              <p:spPr>
                <a:xfrm>
                  <a:off x="787463" y="5665120"/>
                  <a:ext cx="495720" cy="45720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128" name="Ink 127">
                  <a:extLst>
                    <a:ext uri="{FF2B5EF4-FFF2-40B4-BE49-F238E27FC236}">
                      <a16:creationId xmlns:a16="http://schemas.microsoft.com/office/drawing/2014/main" id="{246ABF9C-AFE3-31A5-2C57-2DCE3601AB47}"/>
                    </a:ext>
                  </a:extLst>
                </p14:cNvPr>
                <p14:cNvContentPartPr/>
                <p14:nvPr/>
              </p14:nvContentPartPr>
              <p14:xfrm>
                <a:off x="1099223" y="6084160"/>
                <a:ext cx="19440" cy="35280"/>
              </p14:xfrm>
            </p:contentPart>
          </mc:Choice>
          <mc:Fallback xmlns="">
            <p:pic>
              <p:nvPicPr>
                <p:cNvPr id="128" name="Ink 127">
                  <a:extLst>
                    <a:ext uri="{FF2B5EF4-FFF2-40B4-BE49-F238E27FC236}">
                      <a16:creationId xmlns:a16="http://schemas.microsoft.com/office/drawing/2014/main" id="{246ABF9C-AFE3-31A5-2C57-2DCE3601AB47}"/>
                    </a:ext>
                  </a:extLst>
                </p:cNvPr>
                <p:cNvPicPr/>
                <p:nvPr/>
              </p:nvPicPr>
              <p:blipFill>
                <a:blip r:embed="rId316"/>
                <a:stretch>
                  <a:fillRect/>
                </a:stretch>
              </p:blipFill>
              <p:spPr>
                <a:xfrm>
                  <a:off x="1090583" y="6075160"/>
                  <a:ext cx="37080" cy="52920"/>
                </a:xfrm>
                <a:prstGeom prst="rect">
                  <a:avLst/>
                </a:prstGeom>
              </p:spPr>
            </p:pic>
          </mc:Fallback>
        </mc:AlternateContent>
      </p:grpSp>
      <p:grpSp>
        <p:nvGrpSpPr>
          <p:cNvPr id="155" name="Group 154">
            <a:extLst>
              <a:ext uri="{FF2B5EF4-FFF2-40B4-BE49-F238E27FC236}">
                <a16:creationId xmlns:a16="http://schemas.microsoft.com/office/drawing/2014/main" id="{902C3CC5-67EB-4AB6-FD2D-A49CBE8AE6F7}"/>
              </a:ext>
            </a:extLst>
          </p:cNvPr>
          <p:cNvGrpSpPr/>
          <p:nvPr/>
        </p:nvGrpSpPr>
        <p:grpSpPr>
          <a:xfrm>
            <a:off x="3303863" y="5546320"/>
            <a:ext cx="1099800" cy="516960"/>
            <a:chOff x="3303863" y="5546320"/>
            <a:chExt cx="1099800" cy="516960"/>
          </a:xfrm>
        </p:grpSpPr>
        <mc:AlternateContent xmlns:mc="http://schemas.openxmlformats.org/markup-compatibility/2006" xmlns:p14="http://schemas.microsoft.com/office/powerpoint/2010/main">
          <mc:Choice Requires="p14">
            <p:contentPart p14:bwMode="auto" r:id="rId317">
              <p14:nvContentPartPr>
                <p14:cNvPr id="133" name="Ink 132">
                  <a:extLst>
                    <a:ext uri="{FF2B5EF4-FFF2-40B4-BE49-F238E27FC236}">
                      <a16:creationId xmlns:a16="http://schemas.microsoft.com/office/drawing/2014/main" id="{5723D765-7C18-6E0D-BF2F-53B892E70767}"/>
                    </a:ext>
                  </a:extLst>
                </p14:cNvPr>
                <p14:cNvContentPartPr/>
                <p14:nvPr/>
              </p14:nvContentPartPr>
              <p14:xfrm>
                <a:off x="3303863" y="5546320"/>
                <a:ext cx="1099800" cy="516960"/>
              </p14:xfrm>
            </p:contentPart>
          </mc:Choice>
          <mc:Fallback xmlns="">
            <p:pic>
              <p:nvPicPr>
                <p:cNvPr id="133" name="Ink 132">
                  <a:extLst>
                    <a:ext uri="{FF2B5EF4-FFF2-40B4-BE49-F238E27FC236}">
                      <a16:creationId xmlns:a16="http://schemas.microsoft.com/office/drawing/2014/main" id="{5723D765-7C18-6E0D-BF2F-53B892E70767}"/>
                    </a:ext>
                  </a:extLst>
                </p:cNvPr>
                <p:cNvPicPr/>
                <p:nvPr/>
              </p:nvPicPr>
              <p:blipFill>
                <a:blip r:embed="rId318"/>
                <a:stretch>
                  <a:fillRect/>
                </a:stretch>
              </p:blipFill>
              <p:spPr>
                <a:xfrm>
                  <a:off x="3295223" y="5537320"/>
                  <a:ext cx="1117440" cy="53460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135" name="Ink 134">
                  <a:extLst>
                    <a:ext uri="{FF2B5EF4-FFF2-40B4-BE49-F238E27FC236}">
                      <a16:creationId xmlns:a16="http://schemas.microsoft.com/office/drawing/2014/main" id="{041A8C4A-2AD9-C879-A180-650F2B94FAB5}"/>
                    </a:ext>
                  </a:extLst>
                </p14:cNvPr>
                <p14:cNvContentPartPr/>
                <p14:nvPr/>
              </p14:nvContentPartPr>
              <p14:xfrm>
                <a:off x="3588983" y="5789320"/>
                <a:ext cx="541440" cy="150840"/>
              </p14:xfrm>
            </p:contentPart>
          </mc:Choice>
          <mc:Fallback xmlns="">
            <p:pic>
              <p:nvPicPr>
                <p:cNvPr id="135" name="Ink 134">
                  <a:extLst>
                    <a:ext uri="{FF2B5EF4-FFF2-40B4-BE49-F238E27FC236}">
                      <a16:creationId xmlns:a16="http://schemas.microsoft.com/office/drawing/2014/main" id="{041A8C4A-2AD9-C879-A180-650F2B94FAB5}"/>
                    </a:ext>
                  </a:extLst>
                </p:cNvPr>
                <p:cNvPicPr/>
                <p:nvPr/>
              </p:nvPicPr>
              <p:blipFill>
                <a:blip r:embed="rId320"/>
                <a:stretch>
                  <a:fillRect/>
                </a:stretch>
              </p:blipFill>
              <p:spPr>
                <a:xfrm>
                  <a:off x="3579983" y="5780680"/>
                  <a:ext cx="55908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150" name="Ink 149">
                  <a:extLst>
                    <a:ext uri="{FF2B5EF4-FFF2-40B4-BE49-F238E27FC236}">
                      <a16:creationId xmlns:a16="http://schemas.microsoft.com/office/drawing/2014/main" id="{CA1110D2-37CF-272C-1678-31D3C6EAB905}"/>
                    </a:ext>
                  </a:extLst>
                </p14:cNvPr>
                <p14:cNvContentPartPr/>
                <p14:nvPr/>
              </p14:nvContentPartPr>
              <p14:xfrm>
                <a:off x="3649463" y="5804080"/>
                <a:ext cx="421920" cy="129960"/>
              </p14:xfrm>
            </p:contentPart>
          </mc:Choice>
          <mc:Fallback xmlns="">
            <p:pic>
              <p:nvPicPr>
                <p:cNvPr id="150" name="Ink 149">
                  <a:extLst>
                    <a:ext uri="{FF2B5EF4-FFF2-40B4-BE49-F238E27FC236}">
                      <a16:creationId xmlns:a16="http://schemas.microsoft.com/office/drawing/2014/main" id="{CA1110D2-37CF-272C-1678-31D3C6EAB905}"/>
                    </a:ext>
                  </a:extLst>
                </p:cNvPr>
                <p:cNvPicPr/>
                <p:nvPr/>
              </p:nvPicPr>
              <p:blipFill>
                <a:blip r:embed="rId322"/>
                <a:stretch>
                  <a:fillRect/>
                </a:stretch>
              </p:blipFill>
              <p:spPr>
                <a:xfrm>
                  <a:off x="3640823" y="5795440"/>
                  <a:ext cx="439560" cy="147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3">
            <p14:nvContentPartPr>
              <p14:cNvPr id="158" name="Ink 157">
                <a:extLst>
                  <a:ext uri="{FF2B5EF4-FFF2-40B4-BE49-F238E27FC236}">
                    <a16:creationId xmlns:a16="http://schemas.microsoft.com/office/drawing/2014/main" id="{4A77E7DE-410B-DDAB-74CC-937B39E58E80}"/>
                  </a:ext>
                </a:extLst>
              </p14:cNvPr>
              <p14:cNvContentPartPr/>
              <p14:nvPr/>
            </p14:nvContentPartPr>
            <p14:xfrm>
              <a:off x="3690503" y="5548480"/>
              <a:ext cx="230400" cy="21600"/>
            </p14:xfrm>
          </p:contentPart>
        </mc:Choice>
        <mc:Fallback xmlns="">
          <p:pic>
            <p:nvPicPr>
              <p:cNvPr id="158" name="Ink 157">
                <a:extLst>
                  <a:ext uri="{FF2B5EF4-FFF2-40B4-BE49-F238E27FC236}">
                    <a16:creationId xmlns:a16="http://schemas.microsoft.com/office/drawing/2014/main" id="{4A77E7DE-410B-DDAB-74CC-937B39E58E80}"/>
                  </a:ext>
                </a:extLst>
              </p:cNvPr>
              <p:cNvPicPr/>
              <p:nvPr/>
            </p:nvPicPr>
            <p:blipFill>
              <a:blip r:embed="rId324"/>
              <a:stretch>
                <a:fillRect/>
              </a:stretch>
            </p:blipFill>
            <p:spPr>
              <a:xfrm>
                <a:off x="3681863" y="5539480"/>
                <a:ext cx="248040" cy="39240"/>
              </a:xfrm>
              <a:prstGeom prst="rect">
                <a:avLst/>
              </a:prstGeom>
            </p:spPr>
          </p:pic>
        </mc:Fallback>
      </mc:AlternateContent>
    </p:spTree>
    <p:extLst>
      <p:ext uri="{BB962C8B-B14F-4D97-AF65-F5344CB8AC3E}">
        <p14:creationId xmlns:p14="http://schemas.microsoft.com/office/powerpoint/2010/main" val="4118507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B852EF-0320-70BE-3AA1-7A2309F2657F}"/>
              </a:ext>
            </a:extLst>
          </p:cNvPr>
          <p:cNvSpPr txBox="1"/>
          <p:nvPr/>
        </p:nvSpPr>
        <p:spPr>
          <a:xfrm>
            <a:off x="1586401" y="534154"/>
            <a:ext cx="10469534" cy="5632311"/>
          </a:xfrm>
          <a:prstGeom prst="rect">
            <a:avLst/>
          </a:prstGeom>
          <a:noFill/>
        </p:spPr>
        <p:txBody>
          <a:bodyPr wrap="none" rtlCol="0">
            <a:spAutoFit/>
          </a:bodyPr>
          <a:lstStyle/>
          <a:p>
            <a:pPr algn="r" rtl="1"/>
            <a:r>
              <a:rPr lang="ar-JO" sz="4000" dirty="0"/>
              <a:t>عندما شاهدت الفيلم: </a:t>
            </a:r>
            <a:r>
              <a:rPr lang="en-US" sz="4000" dirty="0"/>
              <a:t>“</a:t>
            </a:r>
            <a:r>
              <a:rPr lang="ar-JO" sz="4000" dirty="0"/>
              <a:t>ضربة قاتلة للماديين</a:t>
            </a:r>
            <a:r>
              <a:rPr lang="en-US" sz="4000" dirty="0"/>
              <a:t>” </a:t>
            </a:r>
            <a:r>
              <a:rPr lang="ar-JO" sz="4000" dirty="0"/>
              <a:t> ؟؟</a:t>
            </a:r>
          </a:p>
          <a:p>
            <a:pPr algn="r" rtl="1"/>
            <a:endParaRPr lang="ar-JO" sz="4000" dirty="0"/>
          </a:p>
          <a:p>
            <a:pPr algn="r" rtl="1"/>
            <a:r>
              <a:rPr lang="ar-JO" sz="4000" dirty="0"/>
              <a:t>بعد سنتين: </a:t>
            </a:r>
            <a:r>
              <a:rPr lang="en-US" sz="4000" dirty="0"/>
              <a:t>Nick Bostrom – Simulation Hypothesis</a:t>
            </a:r>
          </a:p>
          <a:p>
            <a:pPr algn="r" rtl="1"/>
            <a:endParaRPr lang="en-US" sz="4000" dirty="0"/>
          </a:p>
          <a:p>
            <a:pPr algn="r" rtl="1"/>
            <a:r>
              <a:rPr lang="ar-JO" sz="4000" dirty="0"/>
              <a:t>؟؟ الانبثاق </a:t>
            </a:r>
            <a:r>
              <a:rPr lang="en-US" sz="4000" dirty="0"/>
              <a:t>Emergence</a:t>
            </a:r>
            <a:br>
              <a:rPr lang="en-US" sz="4000" dirty="0"/>
            </a:br>
            <a:br>
              <a:rPr lang="en-US" sz="4000" dirty="0"/>
            </a:br>
            <a:r>
              <a:rPr lang="en-US" sz="4000" dirty="0"/>
              <a:t>Chat GPT </a:t>
            </a:r>
            <a:r>
              <a:rPr lang="en-US" sz="4000" dirty="0">
                <a:effectLst/>
                <a:latin typeface="Calibri" panose="020F0502020204030204" pitchFamily="34" charset="0"/>
                <a:ea typeface="Calibri" panose="020F0502020204030204" pitchFamily="34" charset="0"/>
                <a:cs typeface="Arial" panose="020B0604020202020204" pitchFamily="34" charset="0"/>
              </a:rPr>
              <a:t>(Model3: 175 billion parameters)</a:t>
            </a:r>
          </a:p>
          <a:p>
            <a:pPr algn="r" rtl="1"/>
            <a:endParaRPr lang="en-US" sz="4000" dirty="0"/>
          </a:p>
          <a:p>
            <a:pPr algn="r" rtl="1"/>
            <a:r>
              <a:rPr lang="ar-JO" sz="4000" dirty="0"/>
              <a:t>ولكنه لا يفهم </a:t>
            </a:r>
            <a:r>
              <a:rPr lang="en-US" sz="4000" dirty="0"/>
              <a:t>Syntax vs. Semantics </a:t>
            </a:r>
            <a:r>
              <a:rPr lang="ar-JO" sz="4000" dirty="0"/>
              <a:t> (</a:t>
            </a:r>
            <a:r>
              <a:rPr lang="ar-SA" sz="4000" dirty="0"/>
              <a:t>النحو والدلالة</a:t>
            </a:r>
            <a:r>
              <a:rPr lang="ar-JO" sz="4000" dirty="0"/>
              <a:t>)</a:t>
            </a:r>
            <a:endParaRPr lang="en-US" sz="4000" dirty="0"/>
          </a:p>
        </p:txBody>
      </p:sp>
    </p:spTree>
    <p:extLst>
      <p:ext uri="{BB962C8B-B14F-4D97-AF65-F5344CB8AC3E}">
        <p14:creationId xmlns:p14="http://schemas.microsoft.com/office/powerpoint/2010/main" val="1426091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F5D1B9-7D55-9513-B68B-7A749AB797CF}"/>
              </a:ext>
            </a:extLst>
          </p:cNvPr>
          <p:cNvSpPr txBox="1"/>
          <p:nvPr/>
        </p:nvSpPr>
        <p:spPr>
          <a:xfrm>
            <a:off x="8149535" y="344032"/>
            <a:ext cx="3246403" cy="1015663"/>
          </a:xfrm>
          <a:prstGeom prst="rect">
            <a:avLst/>
          </a:prstGeom>
          <a:noFill/>
        </p:spPr>
        <p:txBody>
          <a:bodyPr wrap="none" rtlCol="0">
            <a:spAutoFit/>
          </a:bodyPr>
          <a:lstStyle/>
          <a:p>
            <a:pPr algn="r" rtl="1"/>
            <a:r>
              <a:rPr lang="ar-JO" sz="6000" dirty="0"/>
              <a:t>فوائد عقائدية</a:t>
            </a:r>
            <a:endParaRPr lang="en-US" sz="6000" dirty="0"/>
          </a:p>
        </p:txBody>
      </p:sp>
      <p:sp>
        <p:nvSpPr>
          <p:cNvPr id="3" name="TextBox 2">
            <a:extLst>
              <a:ext uri="{FF2B5EF4-FFF2-40B4-BE49-F238E27FC236}">
                <a16:creationId xmlns:a16="http://schemas.microsoft.com/office/drawing/2014/main" id="{A1D512B4-B6E4-D90F-DAED-5BBCE6C4BD02}"/>
              </a:ext>
            </a:extLst>
          </p:cNvPr>
          <p:cNvSpPr txBox="1"/>
          <p:nvPr/>
        </p:nvSpPr>
        <p:spPr>
          <a:xfrm>
            <a:off x="0" y="0"/>
            <a:ext cx="7162587" cy="5632311"/>
          </a:xfrm>
          <a:prstGeom prst="rect">
            <a:avLst/>
          </a:prstGeom>
          <a:solidFill>
            <a:srgbClr val="FFC000"/>
          </a:solidFill>
        </p:spPr>
        <p:txBody>
          <a:bodyPr wrap="square" rtlCol="0">
            <a:spAutoFit/>
          </a:bodyPr>
          <a:lstStyle/>
          <a:p>
            <a:pPr marL="742950" indent="-742950" algn="r" rtl="1">
              <a:buFont typeface="+mj-lt"/>
              <a:buAutoNum type="arabicPeriod"/>
            </a:pPr>
            <a:r>
              <a:rPr lang="ar-JO" sz="4000" dirty="0"/>
              <a:t>نقض المادية الحاسوبية </a:t>
            </a:r>
            <a:r>
              <a:rPr lang="en-US" sz="4000" dirty="0"/>
              <a:t>Strong AI</a:t>
            </a:r>
            <a:br>
              <a:rPr lang="ar-JO" sz="4000" dirty="0"/>
            </a:br>
            <a:endParaRPr lang="ar-JO" sz="4000" dirty="0"/>
          </a:p>
          <a:p>
            <a:pPr marL="742950" indent="-742950" algn="r" rtl="1">
              <a:buFont typeface="+mj-lt"/>
              <a:buAutoNum type="arabicPeriod"/>
            </a:pPr>
            <a:r>
              <a:rPr lang="ar-JO" sz="4000" dirty="0"/>
              <a:t>دعم احتمال التصميم الذكي في مقابل التطور </a:t>
            </a:r>
            <a:r>
              <a:rPr lang="ar-JO" sz="4000" dirty="0" err="1"/>
              <a:t>الدارويني</a:t>
            </a:r>
            <a:br>
              <a:rPr lang="ar-JO" sz="4000" dirty="0"/>
            </a:br>
            <a:endParaRPr lang="ar-JO" sz="4000" dirty="0"/>
          </a:p>
          <a:p>
            <a:pPr marL="742950" indent="-742950" algn="r" rtl="1">
              <a:buFont typeface="+mj-lt"/>
              <a:buAutoNum type="arabicPeriod"/>
            </a:pPr>
            <a:r>
              <a:rPr lang="ar-JO" sz="4000" dirty="0"/>
              <a:t>توضيح معنى واحتمال "المعجزة"</a:t>
            </a:r>
            <a:br>
              <a:rPr lang="ar-JO" sz="4000" dirty="0"/>
            </a:br>
            <a:endParaRPr lang="ar-JO" sz="4000" dirty="0"/>
          </a:p>
          <a:p>
            <a:pPr marL="742950" indent="-742950" algn="r" rtl="1">
              <a:buFont typeface="+mj-lt"/>
              <a:buAutoNum type="arabicPeriod"/>
            </a:pPr>
            <a:r>
              <a:rPr lang="ar-JO" sz="4000" dirty="0"/>
              <a:t>تعقل صفات في المبرمج يمكن استخلاص صفات للصانع الحكيم منها</a:t>
            </a:r>
          </a:p>
        </p:txBody>
      </p:sp>
      <p:sp>
        <p:nvSpPr>
          <p:cNvPr id="4" name="TextBox 3">
            <a:extLst>
              <a:ext uri="{FF2B5EF4-FFF2-40B4-BE49-F238E27FC236}">
                <a16:creationId xmlns:a16="http://schemas.microsoft.com/office/drawing/2014/main" id="{CF70FFEF-30F2-86F5-52E4-1DB16AB410B5}"/>
              </a:ext>
            </a:extLst>
          </p:cNvPr>
          <p:cNvSpPr txBox="1"/>
          <p:nvPr/>
        </p:nvSpPr>
        <p:spPr>
          <a:xfrm>
            <a:off x="7162587" y="4508926"/>
            <a:ext cx="4825017" cy="2246769"/>
          </a:xfrm>
          <a:prstGeom prst="rect">
            <a:avLst/>
          </a:prstGeom>
          <a:solidFill>
            <a:schemeClr val="accent2">
              <a:lumMod val="60000"/>
              <a:lumOff val="40000"/>
            </a:schemeClr>
          </a:solidFill>
        </p:spPr>
        <p:txBody>
          <a:bodyPr wrap="square" rtlCol="0">
            <a:spAutoFit/>
          </a:bodyPr>
          <a:lstStyle/>
          <a:p>
            <a:pPr algn="r" rtl="1"/>
            <a:r>
              <a:rPr lang="ar-JO" sz="2800" dirty="0">
                <a:highlight>
                  <a:srgbClr val="FFFF00"/>
                </a:highlight>
              </a:rPr>
              <a:t>نقطتان منهجيتان:</a:t>
            </a:r>
            <a:br>
              <a:rPr lang="ar-JO" sz="2800" dirty="0"/>
            </a:br>
            <a:r>
              <a:rPr lang="ar-JO" sz="2800" dirty="0"/>
              <a:t>1- الابتداء بمحاكاة تخلو من كائنات واعية مكلّفة (تجنب صفتي العدل والحب)</a:t>
            </a:r>
            <a:br>
              <a:rPr lang="ar-JO" sz="2800" dirty="0"/>
            </a:br>
            <a:r>
              <a:rPr lang="ar-JO" sz="2800" dirty="0"/>
              <a:t>2- إثبات صفات الكمال إلى أقصى حد لا يكون معه تناقض عقلي</a:t>
            </a:r>
            <a:endParaRPr lang="en-US" sz="2800" dirty="0"/>
          </a:p>
        </p:txBody>
      </p:sp>
    </p:spTree>
    <p:extLst>
      <p:ext uri="{BB962C8B-B14F-4D97-AF65-F5344CB8AC3E}">
        <p14:creationId xmlns:p14="http://schemas.microsoft.com/office/powerpoint/2010/main" val="3845713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27A6F5-8076-8FEA-3A69-A54B6DC89F1E}"/>
              </a:ext>
            </a:extLst>
          </p:cNvPr>
          <p:cNvSpPr txBox="1"/>
          <p:nvPr/>
        </p:nvSpPr>
        <p:spPr>
          <a:xfrm>
            <a:off x="9053433" y="488887"/>
            <a:ext cx="3017173" cy="830997"/>
          </a:xfrm>
          <a:prstGeom prst="rect">
            <a:avLst/>
          </a:prstGeom>
          <a:noFill/>
        </p:spPr>
        <p:txBody>
          <a:bodyPr wrap="none" rtlCol="0">
            <a:spAutoFit/>
          </a:bodyPr>
          <a:lstStyle/>
          <a:p>
            <a:pPr algn="r" rtl="1"/>
            <a:r>
              <a:rPr lang="ar-JO" sz="4800" dirty="0">
                <a:highlight>
                  <a:srgbClr val="FFFF00"/>
                </a:highlight>
              </a:rPr>
              <a:t>التشبيه المكاني</a:t>
            </a:r>
            <a:endParaRPr lang="en-US" sz="4800" dirty="0">
              <a:highlight>
                <a:srgbClr val="FFFF00"/>
              </a:highlight>
            </a:endParaRPr>
          </a:p>
        </p:txBody>
      </p:sp>
      <p:grpSp>
        <p:nvGrpSpPr>
          <p:cNvPr id="3" name="Group 2">
            <a:extLst>
              <a:ext uri="{FF2B5EF4-FFF2-40B4-BE49-F238E27FC236}">
                <a16:creationId xmlns:a16="http://schemas.microsoft.com/office/drawing/2014/main" id="{858A29E9-F42E-70C4-B8C3-4323CCBEFD86}"/>
              </a:ext>
            </a:extLst>
          </p:cNvPr>
          <p:cNvGrpSpPr/>
          <p:nvPr/>
        </p:nvGrpSpPr>
        <p:grpSpPr>
          <a:xfrm>
            <a:off x="192743" y="1025485"/>
            <a:ext cx="4071960" cy="3181320"/>
            <a:chOff x="702863" y="1035385"/>
            <a:chExt cx="4071960" cy="318132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2C0464D-203C-496F-0838-629F7D3DA205}"/>
                    </a:ext>
                  </a:extLst>
                </p14:cNvPr>
                <p14:cNvContentPartPr/>
                <p14:nvPr/>
              </p14:nvContentPartPr>
              <p14:xfrm>
                <a:off x="702863" y="1171465"/>
                <a:ext cx="146160" cy="2566080"/>
              </p14:xfrm>
            </p:contentPart>
          </mc:Choice>
          <mc:Fallback xmlns="">
            <p:pic>
              <p:nvPicPr>
                <p:cNvPr id="3" name="Ink 2">
                  <a:extLst>
                    <a:ext uri="{FF2B5EF4-FFF2-40B4-BE49-F238E27FC236}">
                      <a16:creationId xmlns:a16="http://schemas.microsoft.com/office/drawing/2014/main" id="{A462918A-FA5F-0BDB-92EB-DBCF94F9DD6F}"/>
                    </a:ext>
                  </a:extLst>
                </p:cNvPr>
                <p:cNvPicPr/>
                <p:nvPr/>
              </p:nvPicPr>
              <p:blipFill>
                <a:blip r:embed="rId3"/>
                <a:stretch>
                  <a:fillRect/>
                </a:stretch>
              </p:blipFill>
              <p:spPr>
                <a:xfrm>
                  <a:off x="694223" y="1162825"/>
                  <a:ext cx="163800" cy="2583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F7BF9D35-BBB1-3796-D088-13431AFA29F8}"/>
                    </a:ext>
                  </a:extLst>
                </p14:cNvPr>
                <p14:cNvContentPartPr/>
                <p14:nvPr/>
              </p14:nvContentPartPr>
              <p14:xfrm>
                <a:off x="878903" y="3780025"/>
                <a:ext cx="3720240" cy="432720"/>
              </p14:xfrm>
            </p:contentPart>
          </mc:Choice>
          <mc:Fallback xmlns="">
            <p:pic>
              <p:nvPicPr>
                <p:cNvPr id="4" name="Ink 3">
                  <a:extLst>
                    <a:ext uri="{FF2B5EF4-FFF2-40B4-BE49-F238E27FC236}">
                      <a16:creationId xmlns:a16="http://schemas.microsoft.com/office/drawing/2014/main" id="{C17027A2-A514-F767-911C-4702D69E9D52}"/>
                    </a:ext>
                  </a:extLst>
                </p:cNvPr>
                <p:cNvPicPr/>
                <p:nvPr/>
              </p:nvPicPr>
              <p:blipFill>
                <a:blip r:embed="rId5"/>
                <a:stretch>
                  <a:fillRect/>
                </a:stretch>
              </p:blipFill>
              <p:spPr>
                <a:xfrm>
                  <a:off x="869903" y="3771385"/>
                  <a:ext cx="3737880" cy="450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2D0E23C7-3F76-BECE-429E-404AA1436827}"/>
                    </a:ext>
                  </a:extLst>
                </p14:cNvPr>
                <p14:cNvContentPartPr/>
                <p14:nvPr/>
              </p14:nvContentPartPr>
              <p14:xfrm>
                <a:off x="4606703" y="1125745"/>
                <a:ext cx="168120" cy="3090960"/>
              </p14:xfrm>
            </p:contentPart>
          </mc:Choice>
          <mc:Fallback xmlns="">
            <p:pic>
              <p:nvPicPr>
                <p:cNvPr id="5" name="Ink 4">
                  <a:extLst>
                    <a:ext uri="{FF2B5EF4-FFF2-40B4-BE49-F238E27FC236}">
                      <a16:creationId xmlns:a16="http://schemas.microsoft.com/office/drawing/2014/main" id="{8FBCCD0C-8CCA-EFD2-A434-2C61B4374EAD}"/>
                    </a:ext>
                  </a:extLst>
                </p:cNvPr>
                <p:cNvPicPr/>
                <p:nvPr/>
              </p:nvPicPr>
              <p:blipFill>
                <a:blip r:embed="rId7"/>
                <a:stretch>
                  <a:fillRect/>
                </a:stretch>
              </p:blipFill>
              <p:spPr>
                <a:xfrm>
                  <a:off x="4597703" y="1116745"/>
                  <a:ext cx="185760" cy="3108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E3BD36E6-8FE7-5649-C98D-3AA6907CA302}"/>
                    </a:ext>
                  </a:extLst>
                </p14:cNvPr>
                <p14:cNvContentPartPr/>
                <p14:nvPr/>
              </p14:nvContentPartPr>
              <p14:xfrm>
                <a:off x="720143" y="1035385"/>
                <a:ext cx="4011480" cy="202320"/>
              </p14:xfrm>
            </p:contentPart>
          </mc:Choice>
          <mc:Fallback xmlns="">
            <p:pic>
              <p:nvPicPr>
                <p:cNvPr id="7" name="Ink 6">
                  <a:extLst>
                    <a:ext uri="{FF2B5EF4-FFF2-40B4-BE49-F238E27FC236}">
                      <a16:creationId xmlns:a16="http://schemas.microsoft.com/office/drawing/2014/main" id="{6F6D27F8-D6F3-8FAA-D411-872011DE1B10}"/>
                    </a:ext>
                  </a:extLst>
                </p:cNvPr>
                <p:cNvPicPr/>
                <p:nvPr/>
              </p:nvPicPr>
              <p:blipFill>
                <a:blip r:embed="rId9"/>
                <a:stretch>
                  <a:fillRect/>
                </a:stretch>
              </p:blipFill>
              <p:spPr>
                <a:xfrm>
                  <a:off x="711143" y="1026745"/>
                  <a:ext cx="402912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8DBD7B82-05D6-A080-4910-B7244CC224AE}"/>
                    </a:ext>
                  </a:extLst>
                </p14:cNvPr>
                <p14:cNvContentPartPr/>
                <p14:nvPr/>
              </p14:nvContentPartPr>
              <p14:xfrm>
                <a:off x="703223" y="1055185"/>
                <a:ext cx="56160" cy="193680"/>
              </p14:xfrm>
            </p:contentPart>
          </mc:Choice>
          <mc:Fallback xmlns="">
            <p:pic>
              <p:nvPicPr>
                <p:cNvPr id="9" name="Ink 8">
                  <a:extLst>
                    <a:ext uri="{FF2B5EF4-FFF2-40B4-BE49-F238E27FC236}">
                      <a16:creationId xmlns:a16="http://schemas.microsoft.com/office/drawing/2014/main" id="{0A72E622-3287-7BE7-4EDF-9BB289A23F2B}"/>
                    </a:ext>
                  </a:extLst>
                </p:cNvPr>
                <p:cNvPicPr/>
                <p:nvPr/>
              </p:nvPicPr>
              <p:blipFill>
                <a:blip r:embed="rId11"/>
                <a:stretch>
                  <a:fillRect/>
                </a:stretch>
              </p:blipFill>
              <p:spPr>
                <a:xfrm>
                  <a:off x="694223" y="1046545"/>
                  <a:ext cx="73800" cy="211320"/>
                </a:xfrm>
                <a:prstGeom prst="rect">
                  <a:avLst/>
                </a:prstGeom>
              </p:spPr>
            </p:pic>
          </mc:Fallback>
        </mc:AlternateContent>
      </p:grpSp>
      <p:grpSp>
        <p:nvGrpSpPr>
          <p:cNvPr id="9" name="Group 8">
            <a:extLst>
              <a:ext uri="{FF2B5EF4-FFF2-40B4-BE49-F238E27FC236}">
                <a16:creationId xmlns:a16="http://schemas.microsoft.com/office/drawing/2014/main" id="{9AFC7108-7413-3C7D-851A-0D41426372AB}"/>
              </a:ext>
            </a:extLst>
          </p:cNvPr>
          <p:cNvGrpSpPr/>
          <p:nvPr/>
        </p:nvGrpSpPr>
        <p:grpSpPr>
          <a:xfrm>
            <a:off x="191663" y="311965"/>
            <a:ext cx="4440960" cy="4341600"/>
            <a:chOff x="701783" y="321865"/>
            <a:chExt cx="4440960" cy="4341600"/>
          </a:xfrm>
        </p:grpSpPr>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68294AAE-3423-D28F-2D09-3DF8ADCE9965}"/>
                    </a:ext>
                  </a:extLst>
                </p14:cNvPr>
                <p14:cNvContentPartPr/>
                <p14:nvPr/>
              </p14:nvContentPartPr>
              <p14:xfrm>
                <a:off x="919583" y="3864985"/>
                <a:ext cx="4062240" cy="541440"/>
              </p14:xfrm>
            </p:contentPart>
          </mc:Choice>
          <mc:Fallback xmlns="">
            <p:pic>
              <p:nvPicPr>
                <p:cNvPr id="45" name="Ink 44">
                  <a:extLst>
                    <a:ext uri="{FF2B5EF4-FFF2-40B4-BE49-F238E27FC236}">
                      <a16:creationId xmlns:a16="http://schemas.microsoft.com/office/drawing/2014/main" id="{57D73223-159F-B534-386F-9B1CA8F68884}"/>
                    </a:ext>
                  </a:extLst>
                </p:cNvPr>
                <p:cNvPicPr/>
                <p:nvPr/>
              </p:nvPicPr>
              <p:blipFill>
                <a:blip r:embed="rId45"/>
                <a:stretch>
                  <a:fillRect/>
                </a:stretch>
              </p:blipFill>
              <p:spPr>
                <a:xfrm>
                  <a:off x="915263" y="3860665"/>
                  <a:ext cx="4070880" cy="550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1" name="Ink 10">
                  <a:extLst>
                    <a:ext uri="{FF2B5EF4-FFF2-40B4-BE49-F238E27FC236}">
                      <a16:creationId xmlns:a16="http://schemas.microsoft.com/office/drawing/2014/main" id="{E77E09F4-3C5E-056F-63B6-A6A54BB1F8E5}"/>
                    </a:ext>
                  </a:extLst>
                </p14:cNvPr>
                <p14:cNvContentPartPr/>
                <p14:nvPr/>
              </p14:nvContentPartPr>
              <p14:xfrm>
                <a:off x="4934303" y="4506505"/>
                <a:ext cx="208440" cy="151920"/>
              </p14:xfrm>
            </p:contentPart>
          </mc:Choice>
          <mc:Fallback xmlns="">
            <p:pic>
              <p:nvPicPr>
                <p:cNvPr id="46" name="Ink 45">
                  <a:extLst>
                    <a:ext uri="{FF2B5EF4-FFF2-40B4-BE49-F238E27FC236}">
                      <a16:creationId xmlns:a16="http://schemas.microsoft.com/office/drawing/2014/main" id="{6E68C713-4EED-1AD3-DD18-0B9AF1A029A0}"/>
                    </a:ext>
                  </a:extLst>
                </p:cNvPr>
                <p:cNvPicPr/>
                <p:nvPr/>
              </p:nvPicPr>
              <p:blipFill>
                <a:blip r:embed="rId47"/>
                <a:stretch>
                  <a:fillRect/>
                </a:stretch>
              </p:blipFill>
              <p:spPr>
                <a:xfrm>
                  <a:off x="4929983" y="4502185"/>
                  <a:ext cx="21708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2" name="Ink 11">
                  <a:extLst>
                    <a:ext uri="{FF2B5EF4-FFF2-40B4-BE49-F238E27FC236}">
                      <a16:creationId xmlns:a16="http://schemas.microsoft.com/office/drawing/2014/main" id="{40379693-E686-22AC-C14A-9A00CE934FB1}"/>
                    </a:ext>
                  </a:extLst>
                </p14:cNvPr>
                <p14:cNvContentPartPr/>
                <p14:nvPr/>
              </p14:nvContentPartPr>
              <p14:xfrm>
                <a:off x="4984343" y="4508305"/>
                <a:ext cx="103680" cy="155160"/>
              </p14:xfrm>
            </p:contentPart>
          </mc:Choice>
          <mc:Fallback xmlns="">
            <p:pic>
              <p:nvPicPr>
                <p:cNvPr id="47" name="Ink 46">
                  <a:extLst>
                    <a:ext uri="{FF2B5EF4-FFF2-40B4-BE49-F238E27FC236}">
                      <a16:creationId xmlns:a16="http://schemas.microsoft.com/office/drawing/2014/main" id="{C4763789-E9B9-94B6-8E39-F43ED5601B76}"/>
                    </a:ext>
                  </a:extLst>
                </p:cNvPr>
                <p:cNvPicPr/>
                <p:nvPr/>
              </p:nvPicPr>
              <p:blipFill>
                <a:blip r:embed="rId49"/>
                <a:stretch>
                  <a:fillRect/>
                </a:stretch>
              </p:blipFill>
              <p:spPr>
                <a:xfrm>
                  <a:off x="4980023" y="4503985"/>
                  <a:ext cx="1123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3" name="Ink 12">
                  <a:extLst>
                    <a:ext uri="{FF2B5EF4-FFF2-40B4-BE49-F238E27FC236}">
                      <a16:creationId xmlns:a16="http://schemas.microsoft.com/office/drawing/2014/main" id="{A5451477-AF7D-FE9C-0A64-9FAEDC873D3F}"/>
                    </a:ext>
                  </a:extLst>
                </p14:cNvPr>
                <p14:cNvContentPartPr/>
                <p14:nvPr/>
              </p14:nvContentPartPr>
              <p14:xfrm>
                <a:off x="1061423" y="3471505"/>
                <a:ext cx="196200" cy="126360"/>
              </p14:xfrm>
            </p:contentPart>
          </mc:Choice>
          <mc:Fallback xmlns="">
            <p:pic>
              <p:nvPicPr>
                <p:cNvPr id="48" name="Ink 47">
                  <a:extLst>
                    <a:ext uri="{FF2B5EF4-FFF2-40B4-BE49-F238E27FC236}">
                      <a16:creationId xmlns:a16="http://schemas.microsoft.com/office/drawing/2014/main" id="{61375691-DADF-364F-E68A-942E545241D0}"/>
                    </a:ext>
                  </a:extLst>
                </p:cNvPr>
                <p:cNvPicPr/>
                <p:nvPr/>
              </p:nvPicPr>
              <p:blipFill>
                <a:blip r:embed="rId51"/>
                <a:stretch>
                  <a:fillRect/>
                </a:stretch>
              </p:blipFill>
              <p:spPr>
                <a:xfrm>
                  <a:off x="1057103" y="3467185"/>
                  <a:ext cx="2048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4" name="Ink 13">
                  <a:extLst>
                    <a:ext uri="{FF2B5EF4-FFF2-40B4-BE49-F238E27FC236}">
                      <a16:creationId xmlns:a16="http://schemas.microsoft.com/office/drawing/2014/main" id="{8FE7D611-4F8A-DC6F-360F-DE2839CF0F7B}"/>
                    </a:ext>
                  </a:extLst>
                </p14:cNvPr>
                <p14:cNvContentPartPr/>
                <p14:nvPr/>
              </p14:nvContentPartPr>
              <p14:xfrm>
                <a:off x="796103" y="581065"/>
                <a:ext cx="266400" cy="3223080"/>
              </p14:xfrm>
            </p:contentPart>
          </mc:Choice>
          <mc:Fallback xmlns="">
            <p:pic>
              <p:nvPicPr>
                <p:cNvPr id="50" name="Ink 49">
                  <a:extLst>
                    <a:ext uri="{FF2B5EF4-FFF2-40B4-BE49-F238E27FC236}">
                      <a16:creationId xmlns:a16="http://schemas.microsoft.com/office/drawing/2014/main" id="{B549E0E1-838E-03CA-6812-937C6F1D7EF7}"/>
                    </a:ext>
                  </a:extLst>
                </p:cNvPr>
                <p:cNvPicPr/>
                <p:nvPr/>
              </p:nvPicPr>
              <p:blipFill>
                <a:blip r:embed="rId53"/>
                <a:stretch>
                  <a:fillRect/>
                </a:stretch>
              </p:blipFill>
              <p:spPr>
                <a:xfrm>
                  <a:off x="791783" y="576745"/>
                  <a:ext cx="275040" cy="32317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5" name="Ink 14">
                  <a:extLst>
                    <a:ext uri="{FF2B5EF4-FFF2-40B4-BE49-F238E27FC236}">
                      <a16:creationId xmlns:a16="http://schemas.microsoft.com/office/drawing/2014/main" id="{A3862C09-F570-1FCF-B161-EB944ED8CD5A}"/>
                    </a:ext>
                  </a:extLst>
                </p14:cNvPr>
                <p14:cNvContentPartPr/>
                <p14:nvPr/>
              </p14:nvContentPartPr>
              <p14:xfrm>
                <a:off x="701783" y="321865"/>
                <a:ext cx="129600" cy="218520"/>
              </p14:xfrm>
            </p:contentPart>
          </mc:Choice>
          <mc:Fallback xmlns="">
            <p:pic>
              <p:nvPicPr>
                <p:cNvPr id="51" name="Ink 50">
                  <a:extLst>
                    <a:ext uri="{FF2B5EF4-FFF2-40B4-BE49-F238E27FC236}">
                      <a16:creationId xmlns:a16="http://schemas.microsoft.com/office/drawing/2014/main" id="{F59FD021-2302-8BF1-5330-A2A73B134AE0}"/>
                    </a:ext>
                  </a:extLst>
                </p:cNvPr>
                <p:cNvPicPr/>
                <p:nvPr/>
              </p:nvPicPr>
              <p:blipFill>
                <a:blip r:embed="rId55"/>
                <a:stretch>
                  <a:fillRect/>
                </a:stretch>
              </p:blipFill>
              <p:spPr>
                <a:xfrm>
                  <a:off x="697463" y="317545"/>
                  <a:ext cx="138240" cy="227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6">
            <p14:nvContentPartPr>
              <p14:cNvPr id="16" name="Ink 15">
                <a:extLst>
                  <a:ext uri="{FF2B5EF4-FFF2-40B4-BE49-F238E27FC236}">
                    <a16:creationId xmlns:a16="http://schemas.microsoft.com/office/drawing/2014/main" id="{D5763822-05B3-C2A6-5219-862DD447CF00}"/>
                  </a:ext>
                </a:extLst>
              </p14:cNvPr>
              <p14:cNvContentPartPr/>
              <p14:nvPr/>
            </p14:nvContentPartPr>
            <p14:xfrm>
              <a:off x="2924423" y="3420205"/>
              <a:ext cx="155520" cy="132120"/>
            </p14:xfrm>
          </p:contentPart>
        </mc:Choice>
        <mc:Fallback xmlns="">
          <p:pic>
            <p:nvPicPr>
              <p:cNvPr id="16" name="Ink 15">
                <a:extLst>
                  <a:ext uri="{FF2B5EF4-FFF2-40B4-BE49-F238E27FC236}">
                    <a16:creationId xmlns:a16="http://schemas.microsoft.com/office/drawing/2014/main" id="{D5763822-05B3-C2A6-5219-862DD447CF00}"/>
                  </a:ext>
                </a:extLst>
              </p:cNvPr>
              <p:cNvPicPr/>
              <p:nvPr/>
            </p:nvPicPr>
            <p:blipFill>
              <a:blip r:embed="rId57"/>
              <a:stretch>
                <a:fillRect/>
              </a:stretch>
            </p:blipFill>
            <p:spPr>
              <a:xfrm>
                <a:off x="2920103" y="3415885"/>
                <a:ext cx="164160" cy="140760"/>
              </a:xfrm>
              <a:prstGeom prst="rect">
                <a:avLst/>
              </a:prstGeom>
            </p:spPr>
          </p:pic>
        </mc:Fallback>
      </mc:AlternateContent>
      <p:grpSp>
        <p:nvGrpSpPr>
          <p:cNvPr id="17" name="Group 16">
            <a:extLst>
              <a:ext uri="{FF2B5EF4-FFF2-40B4-BE49-F238E27FC236}">
                <a16:creationId xmlns:a16="http://schemas.microsoft.com/office/drawing/2014/main" id="{AD0F285C-3CE9-5353-6E5F-1B4B95D7FE89}"/>
              </a:ext>
            </a:extLst>
          </p:cNvPr>
          <p:cNvGrpSpPr/>
          <p:nvPr/>
        </p:nvGrpSpPr>
        <p:grpSpPr>
          <a:xfrm>
            <a:off x="3095783" y="3051925"/>
            <a:ext cx="1163520" cy="392760"/>
            <a:chOff x="3605903" y="3061825"/>
            <a:chExt cx="1163520" cy="392760"/>
          </a:xfrm>
        </p:grpSpPr>
        <mc:AlternateContent xmlns:mc="http://schemas.openxmlformats.org/markup-compatibility/2006" xmlns:p14="http://schemas.microsoft.com/office/powerpoint/2010/main">
          <mc:Choice Requires="p14">
            <p:contentPart p14:bwMode="auto" r:id="rId58">
              <p14:nvContentPartPr>
                <p14:cNvPr id="18" name="Ink 17">
                  <a:extLst>
                    <a:ext uri="{FF2B5EF4-FFF2-40B4-BE49-F238E27FC236}">
                      <a16:creationId xmlns:a16="http://schemas.microsoft.com/office/drawing/2014/main" id="{3EC009B9-7500-0632-1606-DC7242BD6A54}"/>
                    </a:ext>
                  </a:extLst>
                </p14:cNvPr>
                <p14:cNvContentPartPr/>
                <p14:nvPr/>
              </p14:nvContentPartPr>
              <p14:xfrm>
                <a:off x="3605903" y="3439825"/>
                <a:ext cx="55440" cy="14760"/>
              </p14:xfrm>
            </p:contentPart>
          </mc:Choice>
          <mc:Fallback xmlns="">
            <p:pic>
              <p:nvPicPr>
                <p:cNvPr id="70" name="Ink 69">
                  <a:extLst>
                    <a:ext uri="{FF2B5EF4-FFF2-40B4-BE49-F238E27FC236}">
                      <a16:creationId xmlns:a16="http://schemas.microsoft.com/office/drawing/2014/main" id="{86A210DE-0186-7B99-8C56-297B41789714}"/>
                    </a:ext>
                  </a:extLst>
                </p:cNvPr>
                <p:cNvPicPr/>
                <p:nvPr/>
              </p:nvPicPr>
              <p:blipFill>
                <a:blip r:embed="rId79"/>
                <a:stretch>
                  <a:fillRect/>
                </a:stretch>
              </p:blipFill>
              <p:spPr>
                <a:xfrm>
                  <a:off x="3601583" y="3435505"/>
                  <a:ext cx="6408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9" name="Ink 18">
                  <a:extLst>
                    <a:ext uri="{FF2B5EF4-FFF2-40B4-BE49-F238E27FC236}">
                      <a16:creationId xmlns:a16="http://schemas.microsoft.com/office/drawing/2014/main" id="{327B38C7-98D1-4ED0-3ECB-DAC1DD3191A8}"/>
                    </a:ext>
                  </a:extLst>
                </p14:cNvPr>
                <p14:cNvContentPartPr/>
                <p14:nvPr/>
              </p14:nvContentPartPr>
              <p14:xfrm>
                <a:off x="3813983" y="3378625"/>
                <a:ext cx="55800" cy="15840"/>
              </p14:xfrm>
            </p:contentPart>
          </mc:Choice>
          <mc:Fallback xmlns="">
            <p:pic>
              <p:nvPicPr>
                <p:cNvPr id="71" name="Ink 70">
                  <a:extLst>
                    <a:ext uri="{FF2B5EF4-FFF2-40B4-BE49-F238E27FC236}">
                      <a16:creationId xmlns:a16="http://schemas.microsoft.com/office/drawing/2014/main" id="{C143CE72-D090-0386-56F7-9513477F4F95}"/>
                    </a:ext>
                  </a:extLst>
                </p:cNvPr>
                <p:cNvPicPr/>
                <p:nvPr/>
              </p:nvPicPr>
              <p:blipFill>
                <a:blip r:embed="rId81"/>
                <a:stretch>
                  <a:fillRect/>
                </a:stretch>
              </p:blipFill>
              <p:spPr>
                <a:xfrm>
                  <a:off x="3809663" y="3374305"/>
                  <a:ext cx="644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0" name="Ink 19">
                  <a:extLst>
                    <a:ext uri="{FF2B5EF4-FFF2-40B4-BE49-F238E27FC236}">
                      <a16:creationId xmlns:a16="http://schemas.microsoft.com/office/drawing/2014/main" id="{7C6D4193-8D24-A886-BA84-2D275253309D}"/>
                    </a:ext>
                  </a:extLst>
                </p14:cNvPr>
                <p14:cNvContentPartPr/>
                <p14:nvPr/>
              </p14:nvContentPartPr>
              <p14:xfrm>
                <a:off x="3982103" y="3239665"/>
                <a:ext cx="194400" cy="77760"/>
              </p14:xfrm>
            </p:contentPart>
          </mc:Choice>
          <mc:Fallback xmlns="">
            <p:pic>
              <p:nvPicPr>
                <p:cNvPr id="72" name="Ink 71">
                  <a:extLst>
                    <a:ext uri="{FF2B5EF4-FFF2-40B4-BE49-F238E27FC236}">
                      <a16:creationId xmlns:a16="http://schemas.microsoft.com/office/drawing/2014/main" id="{60EE1764-0855-13A9-95B4-D6E8B0AA1B1F}"/>
                    </a:ext>
                  </a:extLst>
                </p:cNvPr>
                <p:cNvPicPr/>
                <p:nvPr/>
              </p:nvPicPr>
              <p:blipFill>
                <a:blip r:embed="rId83"/>
                <a:stretch>
                  <a:fillRect/>
                </a:stretch>
              </p:blipFill>
              <p:spPr>
                <a:xfrm>
                  <a:off x="3977783" y="3235345"/>
                  <a:ext cx="2030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1" name="Ink 20">
                  <a:extLst>
                    <a:ext uri="{FF2B5EF4-FFF2-40B4-BE49-F238E27FC236}">
                      <a16:creationId xmlns:a16="http://schemas.microsoft.com/office/drawing/2014/main" id="{8AD4BEFB-94C9-53F0-08B4-6E259E24F25D}"/>
                    </a:ext>
                  </a:extLst>
                </p14:cNvPr>
                <p14:cNvContentPartPr/>
                <p14:nvPr/>
              </p14:nvContentPartPr>
              <p14:xfrm>
                <a:off x="4290623" y="3154345"/>
                <a:ext cx="214920" cy="49320"/>
              </p14:xfrm>
            </p:contentPart>
          </mc:Choice>
          <mc:Fallback xmlns="">
            <p:pic>
              <p:nvPicPr>
                <p:cNvPr id="73" name="Ink 72">
                  <a:extLst>
                    <a:ext uri="{FF2B5EF4-FFF2-40B4-BE49-F238E27FC236}">
                      <a16:creationId xmlns:a16="http://schemas.microsoft.com/office/drawing/2014/main" id="{D59FB97F-0299-15C6-62E4-DBED2DFFC5C6}"/>
                    </a:ext>
                  </a:extLst>
                </p:cNvPr>
                <p:cNvPicPr/>
                <p:nvPr/>
              </p:nvPicPr>
              <p:blipFill>
                <a:blip r:embed="rId85"/>
                <a:stretch>
                  <a:fillRect/>
                </a:stretch>
              </p:blipFill>
              <p:spPr>
                <a:xfrm>
                  <a:off x="4286303" y="3150025"/>
                  <a:ext cx="2235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2" name="Ink 21">
                  <a:extLst>
                    <a:ext uri="{FF2B5EF4-FFF2-40B4-BE49-F238E27FC236}">
                      <a16:creationId xmlns:a16="http://schemas.microsoft.com/office/drawing/2014/main" id="{EC724F66-E731-8F75-4BE1-427D0055DB14}"/>
                    </a:ext>
                  </a:extLst>
                </p14:cNvPr>
                <p14:cNvContentPartPr/>
                <p14:nvPr/>
              </p14:nvContentPartPr>
              <p14:xfrm>
                <a:off x="4635503" y="3103945"/>
                <a:ext cx="25920" cy="14400"/>
              </p14:xfrm>
            </p:contentPart>
          </mc:Choice>
          <mc:Fallback xmlns="">
            <p:pic>
              <p:nvPicPr>
                <p:cNvPr id="74" name="Ink 73">
                  <a:extLst>
                    <a:ext uri="{FF2B5EF4-FFF2-40B4-BE49-F238E27FC236}">
                      <a16:creationId xmlns:a16="http://schemas.microsoft.com/office/drawing/2014/main" id="{FAE43E4E-C585-71A0-4D3B-AB419E87AD01}"/>
                    </a:ext>
                  </a:extLst>
                </p:cNvPr>
                <p:cNvPicPr/>
                <p:nvPr/>
              </p:nvPicPr>
              <p:blipFill>
                <a:blip r:embed="rId87"/>
                <a:stretch>
                  <a:fillRect/>
                </a:stretch>
              </p:blipFill>
              <p:spPr>
                <a:xfrm>
                  <a:off x="4631183" y="3099625"/>
                  <a:ext cx="345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23" name="Ink 22">
                  <a:extLst>
                    <a:ext uri="{FF2B5EF4-FFF2-40B4-BE49-F238E27FC236}">
                      <a16:creationId xmlns:a16="http://schemas.microsoft.com/office/drawing/2014/main" id="{07CCF805-A683-0004-F9B5-0021D2284F65}"/>
                    </a:ext>
                  </a:extLst>
                </p14:cNvPr>
                <p14:cNvContentPartPr/>
                <p14:nvPr/>
              </p14:nvContentPartPr>
              <p14:xfrm>
                <a:off x="4764383" y="3061825"/>
                <a:ext cx="5040" cy="1080"/>
              </p14:xfrm>
            </p:contentPart>
          </mc:Choice>
          <mc:Fallback xmlns="">
            <p:pic>
              <p:nvPicPr>
                <p:cNvPr id="76" name="Ink 75">
                  <a:extLst>
                    <a:ext uri="{FF2B5EF4-FFF2-40B4-BE49-F238E27FC236}">
                      <a16:creationId xmlns:a16="http://schemas.microsoft.com/office/drawing/2014/main" id="{352CC1C8-1B02-137C-B36D-344A183D62C0}"/>
                    </a:ext>
                  </a:extLst>
                </p:cNvPr>
                <p:cNvPicPr/>
                <p:nvPr/>
              </p:nvPicPr>
              <p:blipFill>
                <a:blip r:embed="rId89"/>
                <a:stretch>
                  <a:fillRect/>
                </a:stretch>
              </p:blipFill>
              <p:spPr>
                <a:xfrm>
                  <a:off x="4760063" y="3057505"/>
                  <a:ext cx="13680" cy="97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4" name="Ink 23">
                  <a:extLst>
                    <a:ext uri="{FF2B5EF4-FFF2-40B4-BE49-F238E27FC236}">
                      <a16:creationId xmlns:a16="http://schemas.microsoft.com/office/drawing/2014/main" id="{22D68A20-52F7-1773-0E00-46B337F45484}"/>
                    </a:ext>
                  </a:extLst>
                </p14:cNvPr>
                <p14:cNvContentPartPr/>
                <p14:nvPr/>
              </p14:nvContentPartPr>
              <p14:xfrm>
                <a:off x="4752863" y="3067945"/>
                <a:ext cx="13680" cy="8280"/>
              </p14:xfrm>
            </p:contentPart>
          </mc:Choice>
          <mc:Fallback xmlns="">
            <p:pic>
              <p:nvPicPr>
                <p:cNvPr id="77" name="Ink 76">
                  <a:extLst>
                    <a:ext uri="{FF2B5EF4-FFF2-40B4-BE49-F238E27FC236}">
                      <a16:creationId xmlns:a16="http://schemas.microsoft.com/office/drawing/2014/main" id="{A01CA361-B9AD-74ED-58C3-E100C1129737}"/>
                    </a:ext>
                  </a:extLst>
                </p:cNvPr>
                <p:cNvPicPr/>
                <p:nvPr/>
              </p:nvPicPr>
              <p:blipFill>
                <a:blip r:embed="rId91"/>
                <a:stretch>
                  <a:fillRect/>
                </a:stretch>
              </p:blipFill>
              <p:spPr>
                <a:xfrm>
                  <a:off x="4748543" y="3063625"/>
                  <a:ext cx="2232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5" name="Ink 24">
                  <a:extLst>
                    <a:ext uri="{FF2B5EF4-FFF2-40B4-BE49-F238E27FC236}">
                      <a16:creationId xmlns:a16="http://schemas.microsoft.com/office/drawing/2014/main" id="{66A13310-0253-1D1E-30D4-BFECB87C86DC}"/>
                    </a:ext>
                  </a:extLst>
                </p14:cNvPr>
                <p14:cNvContentPartPr/>
                <p14:nvPr/>
              </p14:nvContentPartPr>
              <p14:xfrm>
                <a:off x="4749983" y="3098185"/>
                <a:ext cx="360" cy="360"/>
              </p14:xfrm>
            </p:contentPart>
          </mc:Choice>
          <mc:Fallback xmlns="">
            <p:pic>
              <p:nvPicPr>
                <p:cNvPr id="79" name="Ink 78">
                  <a:extLst>
                    <a:ext uri="{FF2B5EF4-FFF2-40B4-BE49-F238E27FC236}">
                      <a16:creationId xmlns:a16="http://schemas.microsoft.com/office/drawing/2014/main" id="{DB55CF99-5304-30FB-78F9-204FC31ADE94}"/>
                    </a:ext>
                  </a:extLst>
                </p:cNvPr>
                <p:cNvPicPr/>
                <p:nvPr/>
              </p:nvPicPr>
              <p:blipFill>
                <a:blip r:embed="rId93"/>
                <a:stretch>
                  <a:fillRect/>
                </a:stretch>
              </p:blipFill>
              <p:spPr>
                <a:xfrm>
                  <a:off x="4745663" y="3093865"/>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6" name="Ink 25">
                  <a:extLst>
                    <a:ext uri="{FF2B5EF4-FFF2-40B4-BE49-F238E27FC236}">
                      <a16:creationId xmlns:a16="http://schemas.microsoft.com/office/drawing/2014/main" id="{C6B7D280-BBF4-4608-1BE2-D3E249C4B531}"/>
                    </a:ext>
                  </a:extLst>
                </p14:cNvPr>
                <p14:cNvContentPartPr/>
                <p14:nvPr/>
              </p14:nvContentPartPr>
              <p14:xfrm>
                <a:off x="4433183" y="3110425"/>
                <a:ext cx="196560" cy="124200"/>
              </p14:xfrm>
            </p:contentPart>
          </mc:Choice>
          <mc:Fallback xmlns="">
            <p:pic>
              <p:nvPicPr>
                <p:cNvPr id="88" name="Ink 87">
                  <a:extLst>
                    <a:ext uri="{FF2B5EF4-FFF2-40B4-BE49-F238E27FC236}">
                      <a16:creationId xmlns:a16="http://schemas.microsoft.com/office/drawing/2014/main" id="{2431F21F-F513-C7CA-A9CD-43490B93ED79}"/>
                    </a:ext>
                  </a:extLst>
                </p:cNvPr>
                <p:cNvPicPr/>
                <p:nvPr/>
              </p:nvPicPr>
              <p:blipFill>
                <a:blip r:embed="rId95"/>
                <a:stretch>
                  <a:fillRect/>
                </a:stretch>
              </p:blipFill>
              <p:spPr>
                <a:xfrm>
                  <a:off x="4428863" y="3106105"/>
                  <a:ext cx="205200" cy="132840"/>
                </a:xfrm>
                <a:prstGeom prst="rect">
                  <a:avLst/>
                </a:prstGeom>
              </p:spPr>
            </p:pic>
          </mc:Fallback>
        </mc:AlternateContent>
      </p:grpSp>
      <p:grpSp>
        <p:nvGrpSpPr>
          <p:cNvPr id="27" name="Group 26">
            <a:extLst>
              <a:ext uri="{FF2B5EF4-FFF2-40B4-BE49-F238E27FC236}">
                <a16:creationId xmlns:a16="http://schemas.microsoft.com/office/drawing/2014/main" id="{36AE1DF5-F284-4CB2-3078-654869F8D6F3}"/>
              </a:ext>
            </a:extLst>
          </p:cNvPr>
          <p:cNvGrpSpPr/>
          <p:nvPr/>
        </p:nvGrpSpPr>
        <p:grpSpPr>
          <a:xfrm>
            <a:off x="298223" y="2461885"/>
            <a:ext cx="1310040" cy="614160"/>
            <a:chOff x="808343" y="2471785"/>
            <a:chExt cx="1310040" cy="614160"/>
          </a:xfrm>
        </p:grpSpPr>
        <mc:AlternateContent xmlns:mc="http://schemas.openxmlformats.org/markup-compatibility/2006" xmlns:p14="http://schemas.microsoft.com/office/powerpoint/2010/main">
          <mc:Choice Requires="p14">
            <p:contentPart p14:bwMode="auto" r:id="rId96">
              <p14:nvContentPartPr>
                <p14:cNvPr id="28" name="Ink 27">
                  <a:extLst>
                    <a:ext uri="{FF2B5EF4-FFF2-40B4-BE49-F238E27FC236}">
                      <a16:creationId xmlns:a16="http://schemas.microsoft.com/office/drawing/2014/main" id="{128E159E-A6C3-C822-750C-CF7FDBBEF756}"/>
                    </a:ext>
                  </a:extLst>
                </p14:cNvPr>
                <p14:cNvContentPartPr/>
                <p14:nvPr/>
              </p14:nvContentPartPr>
              <p14:xfrm>
                <a:off x="808343" y="3004945"/>
                <a:ext cx="65880" cy="66600"/>
              </p14:xfrm>
            </p:contentPart>
          </mc:Choice>
          <mc:Fallback xmlns="">
            <p:pic>
              <p:nvPicPr>
                <p:cNvPr id="81" name="Ink 80">
                  <a:extLst>
                    <a:ext uri="{FF2B5EF4-FFF2-40B4-BE49-F238E27FC236}">
                      <a16:creationId xmlns:a16="http://schemas.microsoft.com/office/drawing/2014/main" id="{738D1913-DF3F-5A85-6351-19F02CC5B314}"/>
                    </a:ext>
                  </a:extLst>
                </p:cNvPr>
                <p:cNvPicPr/>
                <p:nvPr/>
              </p:nvPicPr>
              <p:blipFill>
                <a:blip r:embed="rId97"/>
                <a:stretch>
                  <a:fillRect/>
                </a:stretch>
              </p:blipFill>
              <p:spPr>
                <a:xfrm>
                  <a:off x="804023" y="3000625"/>
                  <a:ext cx="7452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29" name="Ink 28">
                  <a:extLst>
                    <a:ext uri="{FF2B5EF4-FFF2-40B4-BE49-F238E27FC236}">
                      <a16:creationId xmlns:a16="http://schemas.microsoft.com/office/drawing/2014/main" id="{2C00ED09-5EE6-2468-8942-50348D0578A8}"/>
                    </a:ext>
                  </a:extLst>
                </p14:cNvPr>
                <p14:cNvContentPartPr/>
                <p14:nvPr/>
              </p14:nvContentPartPr>
              <p14:xfrm>
                <a:off x="896903" y="2990905"/>
                <a:ext cx="79920" cy="41760"/>
              </p14:xfrm>
            </p:contentPart>
          </mc:Choice>
          <mc:Fallback xmlns="">
            <p:pic>
              <p:nvPicPr>
                <p:cNvPr id="82" name="Ink 81">
                  <a:extLst>
                    <a:ext uri="{FF2B5EF4-FFF2-40B4-BE49-F238E27FC236}">
                      <a16:creationId xmlns:a16="http://schemas.microsoft.com/office/drawing/2014/main" id="{73B68155-1BED-F177-3EAD-FAF903822E07}"/>
                    </a:ext>
                  </a:extLst>
                </p:cNvPr>
                <p:cNvPicPr/>
                <p:nvPr/>
              </p:nvPicPr>
              <p:blipFill>
                <a:blip r:embed="rId99"/>
                <a:stretch>
                  <a:fillRect/>
                </a:stretch>
              </p:blipFill>
              <p:spPr>
                <a:xfrm>
                  <a:off x="892583" y="2986585"/>
                  <a:ext cx="8856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0" name="Ink 29">
                  <a:extLst>
                    <a:ext uri="{FF2B5EF4-FFF2-40B4-BE49-F238E27FC236}">
                      <a16:creationId xmlns:a16="http://schemas.microsoft.com/office/drawing/2014/main" id="{CD2819A4-B0F5-C117-3BDD-81578D1F8322}"/>
                    </a:ext>
                  </a:extLst>
                </p14:cNvPr>
                <p14:cNvContentPartPr/>
                <p14:nvPr/>
              </p14:nvContentPartPr>
              <p14:xfrm>
                <a:off x="1050263" y="2826025"/>
                <a:ext cx="234360" cy="126360"/>
              </p14:xfrm>
            </p:contentPart>
          </mc:Choice>
          <mc:Fallback xmlns="">
            <p:pic>
              <p:nvPicPr>
                <p:cNvPr id="83" name="Ink 82">
                  <a:extLst>
                    <a:ext uri="{FF2B5EF4-FFF2-40B4-BE49-F238E27FC236}">
                      <a16:creationId xmlns:a16="http://schemas.microsoft.com/office/drawing/2014/main" id="{737C9BD6-BE60-BA28-9A9D-412F9C2C6B57}"/>
                    </a:ext>
                  </a:extLst>
                </p:cNvPr>
                <p:cNvPicPr/>
                <p:nvPr/>
              </p:nvPicPr>
              <p:blipFill>
                <a:blip r:embed="rId101"/>
                <a:stretch>
                  <a:fillRect/>
                </a:stretch>
              </p:blipFill>
              <p:spPr>
                <a:xfrm>
                  <a:off x="1045943" y="2821705"/>
                  <a:ext cx="24300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1" name="Ink 30">
                  <a:extLst>
                    <a:ext uri="{FF2B5EF4-FFF2-40B4-BE49-F238E27FC236}">
                      <a16:creationId xmlns:a16="http://schemas.microsoft.com/office/drawing/2014/main" id="{B11AF933-67A6-5167-6EC9-CD70B5A8B71F}"/>
                    </a:ext>
                  </a:extLst>
                </p14:cNvPr>
                <p14:cNvContentPartPr/>
                <p14:nvPr/>
              </p14:nvContentPartPr>
              <p14:xfrm>
                <a:off x="1448783" y="2714425"/>
                <a:ext cx="50400" cy="24120"/>
              </p14:xfrm>
            </p:contentPart>
          </mc:Choice>
          <mc:Fallback xmlns="">
            <p:pic>
              <p:nvPicPr>
                <p:cNvPr id="84" name="Ink 83">
                  <a:extLst>
                    <a:ext uri="{FF2B5EF4-FFF2-40B4-BE49-F238E27FC236}">
                      <a16:creationId xmlns:a16="http://schemas.microsoft.com/office/drawing/2014/main" id="{03BC797D-609C-5B46-C306-AF7571E9EE1E}"/>
                    </a:ext>
                  </a:extLst>
                </p:cNvPr>
                <p:cNvPicPr/>
                <p:nvPr/>
              </p:nvPicPr>
              <p:blipFill>
                <a:blip r:embed="rId103"/>
                <a:stretch>
                  <a:fillRect/>
                </a:stretch>
              </p:blipFill>
              <p:spPr>
                <a:xfrm>
                  <a:off x="1444463" y="2710105"/>
                  <a:ext cx="5904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32" name="Ink 31">
                  <a:extLst>
                    <a:ext uri="{FF2B5EF4-FFF2-40B4-BE49-F238E27FC236}">
                      <a16:creationId xmlns:a16="http://schemas.microsoft.com/office/drawing/2014/main" id="{E24E730B-3EC2-2327-0CDB-E6CA354B789B}"/>
                    </a:ext>
                  </a:extLst>
                </p14:cNvPr>
                <p14:cNvContentPartPr/>
                <p14:nvPr/>
              </p14:nvContentPartPr>
              <p14:xfrm>
                <a:off x="1628063" y="2601025"/>
                <a:ext cx="169200" cy="58680"/>
              </p14:xfrm>
            </p:contentPart>
          </mc:Choice>
          <mc:Fallback xmlns="">
            <p:pic>
              <p:nvPicPr>
                <p:cNvPr id="85" name="Ink 84">
                  <a:extLst>
                    <a:ext uri="{FF2B5EF4-FFF2-40B4-BE49-F238E27FC236}">
                      <a16:creationId xmlns:a16="http://schemas.microsoft.com/office/drawing/2014/main" id="{C31D7745-7D2A-0979-5072-DAAF0D569F18}"/>
                    </a:ext>
                  </a:extLst>
                </p:cNvPr>
                <p:cNvPicPr/>
                <p:nvPr/>
              </p:nvPicPr>
              <p:blipFill>
                <a:blip r:embed="rId105"/>
                <a:stretch>
                  <a:fillRect/>
                </a:stretch>
              </p:blipFill>
              <p:spPr>
                <a:xfrm>
                  <a:off x="1623743" y="2596705"/>
                  <a:ext cx="17784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3" name="Ink 32">
                  <a:extLst>
                    <a:ext uri="{FF2B5EF4-FFF2-40B4-BE49-F238E27FC236}">
                      <a16:creationId xmlns:a16="http://schemas.microsoft.com/office/drawing/2014/main" id="{90DF7353-A238-BACE-48FA-82456CE664E9}"/>
                    </a:ext>
                  </a:extLst>
                </p14:cNvPr>
                <p14:cNvContentPartPr/>
                <p14:nvPr/>
              </p14:nvContentPartPr>
              <p14:xfrm>
                <a:off x="1952783" y="2471785"/>
                <a:ext cx="165600" cy="51480"/>
              </p14:xfrm>
            </p:contentPart>
          </mc:Choice>
          <mc:Fallback xmlns="">
            <p:pic>
              <p:nvPicPr>
                <p:cNvPr id="86" name="Ink 85">
                  <a:extLst>
                    <a:ext uri="{FF2B5EF4-FFF2-40B4-BE49-F238E27FC236}">
                      <a16:creationId xmlns:a16="http://schemas.microsoft.com/office/drawing/2014/main" id="{3A330821-1C4F-09F2-475E-698DA714DDCE}"/>
                    </a:ext>
                  </a:extLst>
                </p:cNvPr>
                <p:cNvPicPr/>
                <p:nvPr/>
              </p:nvPicPr>
              <p:blipFill>
                <a:blip r:embed="rId107"/>
                <a:stretch>
                  <a:fillRect/>
                </a:stretch>
              </p:blipFill>
              <p:spPr>
                <a:xfrm>
                  <a:off x="1948463" y="2467465"/>
                  <a:ext cx="1742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4" name="Ink 33">
                  <a:extLst>
                    <a:ext uri="{FF2B5EF4-FFF2-40B4-BE49-F238E27FC236}">
                      <a16:creationId xmlns:a16="http://schemas.microsoft.com/office/drawing/2014/main" id="{45A0C209-9158-1015-1949-4F461904B790}"/>
                    </a:ext>
                  </a:extLst>
                </p14:cNvPr>
                <p14:cNvContentPartPr/>
                <p14:nvPr/>
              </p14:nvContentPartPr>
              <p14:xfrm>
                <a:off x="835343" y="3003145"/>
                <a:ext cx="59040" cy="82800"/>
              </p14:xfrm>
            </p:contentPart>
          </mc:Choice>
          <mc:Fallback xmlns="">
            <p:pic>
              <p:nvPicPr>
                <p:cNvPr id="90" name="Ink 89">
                  <a:extLst>
                    <a:ext uri="{FF2B5EF4-FFF2-40B4-BE49-F238E27FC236}">
                      <a16:creationId xmlns:a16="http://schemas.microsoft.com/office/drawing/2014/main" id="{DF1EC770-91E1-BEAB-4325-99E0D55B2A49}"/>
                    </a:ext>
                  </a:extLst>
                </p:cNvPr>
                <p:cNvPicPr/>
                <p:nvPr/>
              </p:nvPicPr>
              <p:blipFill>
                <a:blip r:embed="rId109"/>
                <a:stretch>
                  <a:fillRect/>
                </a:stretch>
              </p:blipFill>
              <p:spPr>
                <a:xfrm>
                  <a:off x="831023" y="2998825"/>
                  <a:ext cx="6768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5" name="Ink 34">
                  <a:extLst>
                    <a:ext uri="{FF2B5EF4-FFF2-40B4-BE49-F238E27FC236}">
                      <a16:creationId xmlns:a16="http://schemas.microsoft.com/office/drawing/2014/main" id="{4DE6DEAD-6712-B76B-271C-D9E8260B997D}"/>
                    </a:ext>
                  </a:extLst>
                </p14:cNvPr>
                <p14:cNvContentPartPr/>
                <p14:nvPr/>
              </p14:nvContentPartPr>
              <p14:xfrm>
                <a:off x="1924703" y="2545585"/>
                <a:ext cx="360" cy="360"/>
              </p14:xfrm>
            </p:contentPart>
          </mc:Choice>
          <mc:Fallback xmlns="">
            <p:pic>
              <p:nvPicPr>
                <p:cNvPr id="92" name="Ink 91">
                  <a:extLst>
                    <a:ext uri="{FF2B5EF4-FFF2-40B4-BE49-F238E27FC236}">
                      <a16:creationId xmlns:a16="http://schemas.microsoft.com/office/drawing/2014/main" id="{974D2B67-B3F4-92D0-D58D-A4EEF98C1B3E}"/>
                    </a:ext>
                  </a:extLst>
                </p:cNvPr>
                <p:cNvPicPr/>
                <p:nvPr/>
              </p:nvPicPr>
              <p:blipFill>
                <a:blip r:embed="rId93"/>
                <a:stretch>
                  <a:fillRect/>
                </a:stretch>
              </p:blipFill>
              <p:spPr>
                <a:xfrm>
                  <a:off x="1920383" y="2541265"/>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36" name="Ink 35">
                  <a:extLst>
                    <a:ext uri="{FF2B5EF4-FFF2-40B4-BE49-F238E27FC236}">
                      <a16:creationId xmlns:a16="http://schemas.microsoft.com/office/drawing/2014/main" id="{F3E53992-F014-F892-AE47-FA6AB32DC5C3}"/>
                    </a:ext>
                  </a:extLst>
                </p14:cNvPr>
                <p14:cNvContentPartPr/>
                <p14:nvPr/>
              </p14:nvContentPartPr>
              <p14:xfrm>
                <a:off x="1988783" y="2525425"/>
                <a:ext cx="20520" cy="6480"/>
              </p14:xfrm>
            </p:contentPart>
          </mc:Choice>
          <mc:Fallback xmlns="">
            <p:pic>
              <p:nvPicPr>
                <p:cNvPr id="93" name="Ink 92">
                  <a:extLst>
                    <a:ext uri="{FF2B5EF4-FFF2-40B4-BE49-F238E27FC236}">
                      <a16:creationId xmlns:a16="http://schemas.microsoft.com/office/drawing/2014/main" id="{C69CA1BD-648C-1B13-725C-5C791306E481}"/>
                    </a:ext>
                  </a:extLst>
                </p:cNvPr>
                <p:cNvPicPr/>
                <p:nvPr/>
              </p:nvPicPr>
              <p:blipFill>
                <a:blip r:embed="rId112"/>
                <a:stretch>
                  <a:fillRect/>
                </a:stretch>
              </p:blipFill>
              <p:spPr>
                <a:xfrm>
                  <a:off x="1984463" y="2521105"/>
                  <a:ext cx="2916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37" name="Ink 36">
                  <a:extLst>
                    <a:ext uri="{FF2B5EF4-FFF2-40B4-BE49-F238E27FC236}">
                      <a16:creationId xmlns:a16="http://schemas.microsoft.com/office/drawing/2014/main" id="{A19A66EB-A842-0F8E-1DD6-2C37758790B7}"/>
                    </a:ext>
                  </a:extLst>
                </p14:cNvPr>
                <p14:cNvContentPartPr/>
                <p14:nvPr/>
              </p14:nvContentPartPr>
              <p14:xfrm>
                <a:off x="1577303" y="2624425"/>
                <a:ext cx="165960" cy="113040"/>
              </p14:xfrm>
            </p:contentPart>
          </mc:Choice>
          <mc:Fallback xmlns="">
            <p:pic>
              <p:nvPicPr>
                <p:cNvPr id="94" name="Ink 93">
                  <a:extLst>
                    <a:ext uri="{FF2B5EF4-FFF2-40B4-BE49-F238E27FC236}">
                      <a16:creationId xmlns:a16="http://schemas.microsoft.com/office/drawing/2014/main" id="{706CFE9B-F5AA-78D7-AA0C-441B485E7FB4}"/>
                    </a:ext>
                  </a:extLst>
                </p:cNvPr>
                <p:cNvPicPr/>
                <p:nvPr/>
              </p:nvPicPr>
              <p:blipFill>
                <a:blip r:embed="rId114"/>
                <a:stretch>
                  <a:fillRect/>
                </a:stretch>
              </p:blipFill>
              <p:spPr>
                <a:xfrm>
                  <a:off x="1572983" y="2620105"/>
                  <a:ext cx="174600" cy="121680"/>
                </a:xfrm>
                <a:prstGeom prst="rect">
                  <a:avLst/>
                </a:prstGeom>
              </p:spPr>
            </p:pic>
          </mc:Fallback>
        </mc:AlternateContent>
      </p:grpSp>
      <p:grpSp>
        <p:nvGrpSpPr>
          <p:cNvPr id="38" name="Group 37">
            <a:extLst>
              <a:ext uri="{FF2B5EF4-FFF2-40B4-BE49-F238E27FC236}">
                <a16:creationId xmlns:a16="http://schemas.microsoft.com/office/drawing/2014/main" id="{A31C9D42-3627-51F1-1ECF-EB43AEFBAA99}"/>
              </a:ext>
            </a:extLst>
          </p:cNvPr>
          <p:cNvGrpSpPr/>
          <p:nvPr/>
        </p:nvGrpSpPr>
        <p:grpSpPr>
          <a:xfrm>
            <a:off x="959903" y="1146085"/>
            <a:ext cx="1633320" cy="618120"/>
            <a:chOff x="1470023" y="1155985"/>
            <a:chExt cx="1633320" cy="618120"/>
          </a:xfrm>
        </p:grpSpPr>
        <mc:AlternateContent xmlns:mc="http://schemas.openxmlformats.org/markup-compatibility/2006" xmlns:p14="http://schemas.microsoft.com/office/powerpoint/2010/main">
          <mc:Choice Requires="p14">
            <p:contentPart p14:bwMode="auto" r:id="rId115">
              <p14:nvContentPartPr>
                <p14:cNvPr id="39" name="Ink 38">
                  <a:extLst>
                    <a:ext uri="{FF2B5EF4-FFF2-40B4-BE49-F238E27FC236}">
                      <a16:creationId xmlns:a16="http://schemas.microsoft.com/office/drawing/2014/main" id="{1C7713D2-D547-8F9E-5187-04C6DA853CE6}"/>
                    </a:ext>
                  </a:extLst>
                </p14:cNvPr>
                <p14:cNvContentPartPr/>
                <p14:nvPr/>
              </p14:nvContentPartPr>
              <p14:xfrm>
                <a:off x="1470023" y="1155985"/>
                <a:ext cx="1596600" cy="618120"/>
              </p14:xfrm>
            </p:contentPart>
          </mc:Choice>
          <mc:Fallback xmlns="">
            <p:pic>
              <p:nvPicPr>
                <p:cNvPr id="96" name="Ink 95">
                  <a:extLst>
                    <a:ext uri="{FF2B5EF4-FFF2-40B4-BE49-F238E27FC236}">
                      <a16:creationId xmlns:a16="http://schemas.microsoft.com/office/drawing/2014/main" id="{963BDBC2-35B9-2C6E-36B0-CF6964F7F272}"/>
                    </a:ext>
                  </a:extLst>
                </p:cNvPr>
                <p:cNvPicPr/>
                <p:nvPr/>
              </p:nvPicPr>
              <p:blipFill>
                <a:blip r:embed="rId116"/>
                <a:stretch>
                  <a:fillRect/>
                </a:stretch>
              </p:blipFill>
              <p:spPr>
                <a:xfrm>
                  <a:off x="1465703" y="1151665"/>
                  <a:ext cx="1605240" cy="6267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40" name="Ink 39">
                  <a:extLst>
                    <a:ext uri="{FF2B5EF4-FFF2-40B4-BE49-F238E27FC236}">
                      <a16:creationId xmlns:a16="http://schemas.microsoft.com/office/drawing/2014/main" id="{C8818762-AF7B-25EE-DB40-9BBB1C1EDD00}"/>
                    </a:ext>
                  </a:extLst>
                </p14:cNvPr>
                <p14:cNvContentPartPr/>
                <p14:nvPr/>
              </p14:nvContentPartPr>
              <p14:xfrm>
                <a:off x="2940623" y="1181545"/>
                <a:ext cx="162720" cy="70560"/>
              </p14:xfrm>
            </p:contentPart>
          </mc:Choice>
          <mc:Fallback xmlns="">
            <p:pic>
              <p:nvPicPr>
                <p:cNvPr id="97" name="Ink 96">
                  <a:extLst>
                    <a:ext uri="{FF2B5EF4-FFF2-40B4-BE49-F238E27FC236}">
                      <a16:creationId xmlns:a16="http://schemas.microsoft.com/office/drawing/2014/main" id="{36BCBEB2-4F6A-4133-551D-362A0CA4D79E}"/>
                    </a:ext>
                  </a:extLst>
                </p:cNvPr>
                <p:cNvPicPr/>
                <p:nvPr/>
              </p:nvPicPr>
              <p:blipFill>
                <a:blip r:embed="rId118"/>
                <a:stretch>
                  <a:fillRect/>
                </a:stretch>
              </p:blipFill>
              <p:spPr>
                <a:xfrm>
                  <a:off x="2936303" y="1177225"/>
                  <a:ext cx="171360" cy="79200"/>
                </a:xfrm>
                <a:prstGeom prst="rect">
                  <a:avLst/>
                </a:prstGeom>
              </p:spPr>
            </p:pic>
          </mc:Fallback>
        </mc:AlternateContent>
      </p:grpSp>
      <p:grpSp>
        <p:nvGrpSpPr>
          <p:cNvPr id="41" name="Group 40">
            <a:extLst>
              <a:ext uri="{FF2B5EF4-FFF2-40B4-BE49-F238E27FC236}">
                <a16:creationId xmlns:a16="http://schemas.microsoft.com/office/drawing/2014/main" id="{EAA8ADB1-49B8-665F-0483-34EEABA2CE57}"/>
              </a:ext>
            </a:extLst>
          </p:cNvPr>
          <p:cNvGrpSpPr/>
          <p:nvPr/>
        </p:nvGrpSpPr>
        <p:grpSpPr>
          <a:xfrm>
            <a:off x="624383" y="1193605"/>
            <a:ext cx="389520" cy="287640"/>
            <a:chOff x="1134503" y="1203505"/>
            <a:chExt cx="389520" cy="287640"/>
          </a:xfrm>
        </p:grpSpPr>
        <mc:AlternateContent xmlns:mc="http://schemas.openxmlformats.org/markup-compatibility/2006" xmlns:p14="http://schemas.microsoft.com/office/powerpoint/2010/main">
          <mc:Choice Requires="p14">
            <p:contentPart p14:bwMode="auto" r:id="rId119">
              <p14:nvContentPartPr>
                <p14:cNvPr id="42" name="Ink 41">
                  <a:extLst>
                    <a:ext uri="{FF2B5EF4-FFF2-40B4-BE49-F238E27FC236}">
                      <a16:creationId xmlns:a16="http://schemas.microsoft.com/office/drawing/2014/main" id="{C7F9967C-445A-AA64-24F7-90216BDAF002}"/>
                    </a:ext>
                  </a:extLst>
                </p14:cNvPr>
                <p14:cNvContentPartPr/>
                <p14:nvPr/>
              </p14:nvContentPartPr>
              <p14:xfrm>
                <a:off x="1430063" y="1203505"/>
                <a:ext cx="93960" cy="74160"/>
              </p14:xfrm>
            </p:contentPart>
          </mc:Choice>
          <mc:Fallback xmlns="">
            <p:pic>
              <p:nvPicPr>
                <p:cNvPr id="102" name="Ink 101">
                  <a:extLst>
                    <a:ext uri="{FF2B5EF4-FFF2-40B4-BE49-F238E27FC236}">
                      <a16:creationId xmlns:a16="http://schemas.microsoft.com/office/drawing/2014/main" id="{ABAC586C-D0BA-F0F1-BF7B-10FD7D02FD2E}"/>
                    </a:ext>
                  </a:extLst>
                </p:cNvPr>
                <p:cNvPicPr/>
                <p:nvPr/>
              </p:nvPicPr>
              <p:blipFill>
                <a:blip r:embed="rId120"/>
                <a:stretch>
                  <a:fillRect/>
                </a:stretch>
              </p:blipFill>
              <p:spPr>
                <a:xfrm>
                  <a:off x="1425743" y="1199185"/>
                  <a:ext cx="10260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43" name="Ink 42">
                  <a:extLst>
                    <a:ext uri="{FF2B5EF4-FFF2-40B4-BE49-F238E27FC236}">
                      <a16:creationId xmlns:a16="http://schemas.microsoft.com/office/drawing/2014/main" id="{497AA6A9-C1C6-CA7D-36C1-C9E25737517A}"/>
                    </a:ext>
                  </a:extLst>
                </p14:cNvPr>
                <p14:cNvContentPartPr/>
                <p14:nvPr/>
              </p14:nvContentPartPr>
              <p14:xfrm>
                <a:off x="1134503" y="1308265"/>
                <a:ext cx="171360" cy="182880"/>
              </p14:xfrm>
            </p:contentPart>
          </mc:Choice>
          <mc:Fallback xmlns="">
            <p:pic>
              <p:nvPicPr>
                <p:cNvPr id="103" name="Ink 102">
                  <a:extLst>
                    <a:ext uri="{FF2B5EF4-FFF2-40B4-BE49-F238E27FC236}">
                      <a16:creationId xmlns:a16="http://schemas.microsoft.com/office/drawing/2014/main" id="{9B70EDF0-D50C-AF56-4E7A-965FBFE57528}"/>
                    </a:ext>
                  </a:extLst>
                </p:cNvPr>
                <p:cNvPicPr/>
                <p:nvPr/>
              </p:nvPicPr>
              <p:blipFill>
                <a:blip r:embed="rId122"/>
                <a:stretch>
                  <a:fillRect/>
                </a:stretch>
              </p:blipFill>
              <p:spPr>
                <a:xfrm>
                  <a:off x="1130183" y="1303945"/>
                  <a:ext cx="18000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44" name="Ink 43">
                  <a:extLst>
                    <a:ext uri="{FF2B5EF4-FFF2-40B4-BE49-F238E27FC236}">
                      <a16:creationId xmlns:a16="http://schemas.microsoft.com/office/drawing/2014/main" id="{FC724FD4-43F1-5527-DAC2-E391A4B12AF6}"/>
                    </a:ext>
                  </a:extLst>
                </p14:cNvPr>
                <p14:cNvContentPartPr/>
                <p14:nvPr/>
              </p14:nvContentPartPr>
              <p14:xfrm>
                <a:off x="1189943" y="1412665"/>
                <a:ext cx="128520" cy="25560"/>
              </p14:xfrm>
            </p:contentPart>
          </mc:Choice>
          <mc:Fallback xmlns="">
            <p:pic>
              <p:nvPicPr>
                <p:cNvPr id="104" name="Ink 103">
                  <a:extLst>
                    <a:ext uri="{FF2B5EF4-FFF2-40B4-BE49-F238E27FC236}">
                      <a16:creationId xmlns:a16="http://schemas.microsoft.com/office/drawing/2014/main" id="{A055B3F4-DC97-FA84-3726-9B5B98C16AAE}"/>
                    </a:ext>
                  </a:extLst>
                </p:cNvPr>
                <p:cNvPicPr/>
                <p:nvPr/>
              </p:nvPicPr>
              <p:blipFill>
                <a:blip r:embed="rId124"/>
                <a:stretch>
                  <a:fillRect/>
                </a:stretch>
              </p:blipFill>
              <p:spPr>
                <a:xfrm>
                  <a:off x="1185623" y="1408345"/>
                  <a:ext cx="137160" cy="34200"/>
                </a:xfrm>
                <a:prstGeom prst="rect">
                  <a:avLst/>
                </a:prstGeom>
              </p:spPr>
            </p:pic>
          </mc:Fallback>
        </mc:AlternateContent>
      </p:grpSp>
      <p:grpSp>
        <p:nvGrpSpPr>
          <p:cNvPr id="45" name="Group 44">
            <a:extLst>
              <a:ext uri="{FF2B5EF4-FFF2-40B4-BE49-F238E27FC236}">
                <a16:creationId xmlns:a16="http://schemas.microsoft.com/office/drawing/2014/main" id="{633CD3E4-ACA1-0766-BA48-0756B2065336}"/>
              </a:ext>
            </a:extLst>
          </p:cNvPr>
          <p:cNvGrpSpPr/>
          <p:nvPr/>
        </p:nvGrpSpPr>
        <p:grpSpPr>
          <a:xfrm>
            <a:off x="950543" y="3374845"/>
            <a:ext cx="1372320" cy="658080"/>
            <a:chOff x="1460663" y="3384745"/>
            <a:chExt cx="1372320" cy="658080"/>
          </a:xfrm>
        </p:grpSpPr>
        <mc:AlternateContent xmlns:mc="http://schemas.openxmlformats.org/markup-compatibility/2006" xmlns:p14="http://schemas.microsoft.com/office/powerpoint/2010/main">
          <mc:Choice Requires="p14">
            <p:contentPart p14:bwMode="auto" r:id="rId125">
              <p14:nvContentPartPr>
                <p14:cNvPr id="46" name="Ink 45">
                  <a:extLst>
                    <a:ext uri="{FF2B5EF4-FFF2-40B4-BE49-F238E27FC236}">
                      <a16:creationId xmlns:a16="http://schemas.microsoft.com/office/drawing/2014/main" id="{AAB892FF-1F76-3D7D-9CE8-D0764A9AE85F}"/>
                    </a:ext>
                  </a:extLst>
                </p14:cNvPr>
                <p14:cNvContentPartPr/>
                <p14:nvPr/>
              </p14:nvContentPartPr>
              <p14:xfrm>
                <a:off x="1876823" y="3384745"/>
                <a:ext cx="956160" cy="658080"/>
              </p14:xfrm>
            </p:contentPart>
          </mc:Choice>
          <mc:Fallback xmlns="">
            <p:pic>
              <p:nvPicPr>
                <p:cNvPr id="99" name="Ink 98">
                  <a:extLst>
                    <a:ext uri="{FF2B5EF4-FFF2-40B4-BE49-F238E27FC236}">
                      <a16:creationId xmlns:a16="http://schemas.microsoft.com/office/drawing/2014/main" id="{3812C659-83CB-B90A-FAAF-E4DA02CD45FF}"/>
                    </a:ext>
                  </a:extLst>
                </p:cNvPr>
                <p:cNvPicPr/>
                <p:nvPr/>
              </p:nvPicPr>
              <p:blipFill>
                <a:blip r:embed="rId126"/>
                <a:stretch>
                  <a:fillRect/>
                </a:stretch>
              </p:blipFill>
              <p:spPr>
                <a:xfrm>
                  <a:off x="1872503" y="3380425"/>
                  <a:ext cx="964800" cy="6667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47" name="Ink 46">
                  <a:extLst>
                    <a:ext uri="{FF2B5EF4-FFF2-40B4-BE49-F238E27FC236}">
                      <a16:creationId xmlns:a16="http://schemas.microsoft.com/office/drawing/2014/main" id="{ADB44092-C6EA-CE8E-5E23-44E293E7DD48}"/>
                    </a:ext>
                  </a:extLst>
                </p14:cNvPr>
                <p14:cNvContentPartPr/>
                <p14:nvPr/>
              </p14:nvContentPartPr>
              <p14:xfrm>
                <a:off x="1866743" y="3444865"/>
                <a:ext cx="147960" cy="114120"/>
              </p14:xfrm>
            </p:contentPart>
          </mc:Choice>
          <mc:Fallback xmlns="">
            <p:pic>
              <p:nvPicPr>
                <p:cNvPr id="100" name="Ink 99">
                  <a:extLst>
                    <a:ext uri="{FF2B5EF4-FFF2-40B4-BE49-F238E27FC236}">
                      <a16:creationId xmlns:a16="http://schemas.microsoft.com/office/drawing/2014/main" id="{1BA15FC7-C622-2CFA-ABAD-AC1F61FF5731}"/>
                    </a:ext>
                  </a:extLst>
                </p:cNvPr>
                <p:cNvPicPr/>
                <p:nvPr/>
              </p:nvPicPr>
              <p:blipFill>
                <a:blip r:embed="rId128"/>
                <a:stretch>
                  <a:fillRect/>
                </a:stretch>
              </p:blipFill>
              <p:spPr>
                <a:xfrm>
                  <a:off x="1862423" y="3440545"/>
                  <a:ext cx="1566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48" name="Ink 47">
                  <a:extLst>
                    <a:ext uri="{FF2B5EF4-FFF2-40B4-BE49-F238E27FC236}">
                      <a16:creationId xmlns:a16="http://schemas.microsoft.com/office/drawing/2014/main" id="{D998D052-FBF1-0C78-21BA-51998E2335FD}"/>
                    </a:ext>
                  </a:extLst>
                </p14:cNvPr>
                <p14:cNvContentPartPr/>
                <p14:nvPr/>
              </p14:nvContentPartPr>
              <p14:xfrm>
                <a:off x="1827863" y="3551785"/>
                <a:ext cx="93240" cy="60120"/>
              </p14:xfrm>
            </p:contentPart>
          </mc:Choice>
          <mc:Fallback xmlns="">
            <p:pic>
              <p:nvPicPr>
                <p:cNvPr id="106" name="Ink 105">
                  <a:extLst>
                    <a:ext uri="{FF2B5EF4-FFF2-40B4-BE49-F238E27FC236}">
                      <a16:creationId xmlns:a16="http://schemas.microsoft.com/office/drawing/2014/main" id="{16F3F607-8DC9-C9D8-EC6A-C43AF28B129B}"/>
                    </a:ext>
                  </a:extLst>
                </p:cNvPr>
                <p:cNvPicPr/>
                <p:nvPr/>
              </p:nvPicPr>
              <p:blipFill>
                <a:blip r:embed="rId130"/>
                <a:stretch>
                  <a:fillRect/>
                </a:stretch>
              </p:blipFill>
              <p:spPr>
                <a:xfrm>
                  <a:off x="1823543" y="3547465"/>
                  <a:ext cx="10188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49" name="Ink 48">
                  <a:extLst>
                    <a:ext uri="{FF2B5EF4-FFF2-40B4-BE49-F238E27FC236}">
                      <a16:creationId xmlns:a16="http://schemas.microsoft.com/office/drawing/2014/main" id="{6B451FB5-D2D9-C4AF-5F63-F7AA4C19DD1B}"/>
                    </a:ext>
                  </a:extLst>
                </p14:cNvPr>
                <p14:cNvContentPartPr/>
                <p14:nvPr/>
              </p14:nvContentPartPr>
              <p14:xfrm>
                <a:off x="1494143" y="3503185"/>
                <a:ext cx="45720" cy="203760"/>
              </p14:xfrm>
            </p:contentPart>
          </mc:Choice>
          <mc:Fallback xmlns="">
            <p:pic>
              <p:nvPicPr>
                <p:cNvPr id="108" name="Ink 107">
                  <a:extLst>
                    <a:ext uri="{FF2B5EF4-FFF2-40B4-BE49-F238E27FC236}">
                      <a16:creationId xmlns:a16="http://schemas.microsoft.com/office/drawing/2014/main" id="{92B1E4C7-8AA2-F7E7-E1EB-8B93D2944C6D}"/>
                    </a:ext>
                  </a:extLst>
                </p:cNvPr>
                <p:cNvPicPr/>
                <p:nvPr/>
              </p:nvPicPr>
              <p:blipFill>
                <a:blip r:embed="rId132"/>
                <a:stretch>
                  <a:fillRect/>
                </a:stretch>
              </p:blipFill>
              <p:spPr>
                <a:xfrm>
                  <a:off x="1489823" y="3498865"/>
                  <a:ext cx="5436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50" name="Ink 49">
                  <a:extLst>
                    <a:ext uri="{FF2B5EF4-FFF2-40B4-BE49-F238E27FC236}">
                      <a16:creationId xmlns:a16="http://schemas.microsoft.com/office/drawing/2014/main" id="{FD1D7C5A-84E1-0FC1-BD43-60062501ECA3}"/>
                    </a:ext>
                  </a:extLst>
                </p14:cNvPr>
                <p14:cNvContentPartPr/>
                <p14:nvPr/>
              </p14:nvContentPartPr>
              <p14:xfrm>
                <a:off x="1460663" y="3517585"/>
                <a:ext cx="191880" cy="210240"/>
              </p14:xfrm>
            </p:contentPart>
          </mc:Choice>
          <mc:Fallback xmlns="">
            <p:pic>
              <p:nvPicPr>
                <p:cNvPr id="109" name="Ink 108">
                  <a:extLst>
                    <a:ext uri="{FF2B5EF4-FFF2-40B4-BE49-F238E27FC236}">
                      <a16:creationId xmlns:a16="http://schemas.microsoft.com/office/drawing/2014/main" id="{12378CD6-A4D6-B2EE-378E-238BFC1AE3B1}"/>
                    </a:ext>
                  </a:extLst>
                </p:cNvPr>
                <p:cNvPicPr/>
                <p:nvPr/>
              </p:nvPicPr>
              <p:blipFill>
                <a:blip r:embed="rId134"/>
                <a:stretch>
                  <a:fillRect/>
                </a:stretch>
              </p:blipFill>
              <p:spPr>
                <a:xfrm>
                  <a:off x="1456343" y="3513265"/>
                  <a:ext cx="200520" cy="218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5">
            <p14:nvContentPartPr>
              <p14:cNvPr id="51" name="Ink 50">
                <a:extLst>
                  <a:ext uri="{FF2B5EF4-FFF2-40B4-BE49-F238E27FC236}">
                    <a16:creationId xmlns:a16="http://schemas.microsoft.com/office/drawing/2014/main" id="{4144AC96-F174-9708-B5A1-571E385F1E28}"/>
                  </a:ext>
                </a:extLst>
              </p14:cNvPr>
              <p14:cNvContentPartPr/>
              <p14:nvPr/>
            </p14:nvContentPartPr>
            <p14:xfrm>
              <a:off x="3457223" y="3945085"/>
              <a:ext cx="220320" cy="250200"/>
            </p14:xfrm>
          </p:contentPart>
        </mc:Choice>
        <mc:Fallback xmlns="">
          <p:pic>
            <p:nvPicPr>
              <p:cNvPr id="51" name="Ink 50">
                <a:extLst>
                  <a:ext uri="{FF2B5EF4-FFF2-40B4-BE49-F238E27FC236}">
                    <a16:creationId xmlns:a16="http://schemas.microsoft.com/office/drawing/2014/main" id="{4144AC96-F174-9708-B5A1-571E385F1E28}"/>
                  </a:ext>
                </a:extLst>
              </p:cNvPr>
              <p:cNvPicPr/>
              <p:nvPr/>
            </p:nvPicPr>
            <p:blipFill>
              <a:blip r:embed="rId136"/>
              <a:stretch>
                <a:fillRect/>
              </a:stretch>
            </p:blipFill>
            <p:spPr>
              <a:xfrm>
                <a:off x="3452896" y="3940765"/>
                <a:ext cx="228974"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52" name="Ink 51">
                <a:extLst>
                  <a:ext uri="{FF2B5EF4-FFF2-40B4-BE49-F238E27FC236}">
                    <a16:creationId xmlns:a16="http://schemas.microsoft.com/office/drawing/2014/main" id="{D36EE6F7-0287-8FBD-3428-4DF776907BE4}"/>
                  </a:ext>
                </a:extLst>
              </p14:cNvPr>
              <p14:cNvContentPartPr/>
              <p14:nvPr/>
            </p14:nvContentPartPr>
            <p14:xfrm>
              <a:off x="3136823" y="1446685"/>
              <a:ext cx="452880" cy="458280"/>
            </p14:xfrm>
          </p:contentPart>
        </mc:Choice>
        <mc:Fallback xmlns="">
          <p:pic>
            <p:nvPicPr>
              <p:cNvPr id="52" name="Ink 51">
                <a:extLst>
                  <a:ext uri="{FF2B5EF4-FFF2-40B4-BE49-F238E27FC236}">
                    <a16:creationId xmlns:a16="http://schemas.microsoft.com/office/drawing/2014/main" id="{D36EE6F7-0287-8FBD-3428-4DF776907BE4}"/>
                  </a:ext>
                </a:extLst>
              </p:cNvPr>
              <p:cNvPicPr/>
              <p:nvPr/>
            </p:nvPicPr>
            <p:blipFill>
              <a:blip r:embed="rId138"/>
              <a:stretch>
                <a:fillRect/>
              </a:stretch>
            </p:blipFill>
            <p:spPr>
              <a:xfrm>
                <a:off x="3127823" y="1437685"/>
                <a:ext cx="470520" cy="475920"/>
              </a:xfrm>
              <a:prstGeom prst="rect">
                <a:avLst/>
              </a:prstGeom>
            </p:spPr>
          </p:pic>
        </mc:Fallback>
      </mc:AlternateContent>
      <p:grpSp>
        <p:nvGrpSpPr>
          <p:cNvPr id="53" name="Group 52">
            <a:extLst>
              <a:ext uri="{FF2B5EF4-FFF2-40B4-BE49-F238E27FC236}">
                <a16:creationId xmlns:a16="http://schemas.microsoft.com/office/drawing/2014/main" id="{82A67809-F15A-D777-6C10-EA88CD658417}"/>
              </a:ext>
            </a:extLst>
          </p:cNvPr>
          <p:cNvGrpSpPr/>
          <p:nvPr/>
        </p:nvGrpSpPr>
        <p:grpSpPr>
          <a:xfrm>
            <a:off x="3099383" y="961405"/>
            <a:ext cx="954720" cy="1015560"/>
            <a:chOff x="3609503" y="971305"/>
            <a:chExt cx="954720" cy="1015560"/>
          </a:xfrm>
        </p:grpSpPr>
        <mc:AlternateContent xmlns:mc="http://schemas.openxmlformats.org/markup-compatibility/2006" xmlns:p14="http://schemas.microsoft.com/office/powerpoint/2010/main">
          <mc:Choice Requires="p14">
            <p:contentPart p14:bwMode="auto" r:id="rId139">
              <p14:nvContentPartPr>
                <p14:cNvPr id="54" name="Ink 53">
                  <a:extLst>
                    <a:ext uri="{FF2B5EF4-FFF2-40B4-BE49-F238E27FC236}">
                      <a16:creationId xmlns:a16="http://schemas.microsoft.com/office/drawing/2014/main" id="{91575774-E946-40EE-E3A4-AD5637410E8E}"/>
                    </a:ext>
                  </a:extLst>
                </p14:cNvPr>
                <p14:cNvContentPartPr/>
                <p14:nvPr/>
              </p14:nvContentPartPr>
              <p14:xfrm>
                <a:off x="3609503" y="971305"/>
                <a:ext cx="917640" cy="910440"/>
              </p14:xfrm>
            </p:contentPart>
          </mc:Choice>
          <mc:Fallback xmlns="">
            <p:pic>
              <p:nvPicPr>
                <p:cNvPr id="112" name="Ink 111">
                  <a:extLst>
                    <a:ext uri="{FF2B5EF4-FFF2-40B4-BE49-F238E27FC236}">
                      <a16:creationId xmlns:a16="http://schemas.microsoft.com/office/drawing/2014/main" id="{0843BC93-F8CA-5DA8-2798-E98ABD4D7753}"/>
                    </a:ext>
                  </a:extLst>
                </p:cNvPr>
                <p:cNvPicPr/>
                <p:nvPr/>
              </p:nvPicPr>
              <p:blipFill>
                <a:blip r:embed="rId140"/>
                <a:stretch>
                  <a:fillRect/>
                </a:stretch>
              </p:blipFill>
              <p:spPr>
                <a:xfrm>
                  <a:off x="3605183" y="966985"/>
                  <a:ext cx="926280" cy="9190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55" name="Ink 54">
                  <a:extLst>
                    <a:ext uri="{FF2B5EF4-FFF2-40B4-BE49-F238E27FC236}">
                      <a16:creationId xmlns:a16="http://schemas.microsoft.com/office/drawing/2014/main" id="{0CADF206-695A-959F-A07E-91FF0674A1FF}"/>
                    </a:ext>
                  </a:extLst>
                </p14:cNvPr>
                <p14:cNvContentPartPr/>
                <p14:nvPr/>
              </p14:nvContentPartPr>
              <p14:xfrm>
                <a:off x="4370543" y="1461985"/>
                <a:ext cx="179640" cy="28800"/>
              </p14:xfrm>
            </p:contentPart>
          </mc:Choice>
          <mc:Fallback xmlns="">
            <p:pic>
              <p:nvPicPr>
                <p:cNvPr id="113" name="Ink 112">
                  <a:extLst>
                    <a:ext uri="{FF2B5EF4-FFF2-40B4-BE49-F238E27FC236}">
                      <a16:creationId xmlns:a16="http://schemas.microsoft.com/office/drawing/2014/main" id="{D5D3826A-E2F8-D947-05EC-DC810AE5CC2A}"/>
                    </a:ext>
                  </a:extLst>
                </p:cNvPr>
                <p:cNvPicPr/>
                <p:nvPr/>
              </p:nvPicPr>
              <p:blipFill>
                <a:blip r:embed="rId142"/>
                <a:stretch>
                  <a:fillRect/>
                </a:stretch>
              </p:blipFill>
              <p:spPr>
                <a:xfrm>
                  <a:off x="4366223" y="1457665"/>
                  <a:ext cx="1882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56" name="Ink 55">
                  <a:extLst>
                    <a:ext uri="{FF2B5EF4-FFF2-40B4-BE49-F238E27FC236}">
                      <a16:creationId xmlns:a16="http://schemas.microsoft.com/office/drawing/2014/main" id="{2B41E00D-3214-B281-D9B6-218FBA9151C3}"/>
                    </a:ext>
                  </a:extLst>
                </p14:cNvPr>
                <p14:cNvContentPartPr/>
                <p14:nvPr/>
              </p14:nvContentPartPr>
              <p14:xfrm>
                <a:off x="3640823" y="1229785"/>
                <a:ext cx="534600" cy="562320"/>
              </p14:xfrm>
            </p:contentPart>
          </mc:Choice>
          <mc:Fallback xmlns="">
            <p:pic>
              <p:nvPicPr>
                <p:cNvPr id="116" name="Ink 115">
                  <a:extLst>
                    <a:ext uri="{FF2B5EF4-FFF2-40B4-BE49-F238E27FC236}">
                      <a16:creationId xmlns:a16="http://schemas.microsoft.com/office/drawing/2014/main" id="{78CCE5FF-965D-86EC-0E67-66D0D786EA46}"/>
                    </a:ext>
                  </a:extLst>
                </p:cNvPr>
                <p:cNvPicPr/>
                <p:nvPr/>
              </p:nvPicPr>
              <p:blipFill>
                <a:blip r:embed="rId144"/>
                <a:stretch>
                  <a:fillRect/>
                </a:stretch>
              </p:blipFill>
              <p:spPr>
                <a:xfrm>
                  <a:off x="3631823" y="1220785"/>
                  <a:ext cx="552240" cy="5799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57" name="Ink 56">
                  <a:extLst>
                    <a:ext uri="{FF2B5EF4-FFF2-40B4-BE49-F238E27FC236}">
                      <a16:creationId xmlns:a16="http://schemas.microsoft.com/office/drawing/2014/main" id="{53CFD807-0950-9AE0-1456-EE3C6CC6D50B}"/>
                    </a:ext>
                  </a:extLst>
                </p14:cNvPr>
                <p14:cNvContentPartPr/>
                <p14:nvPr/>
              </p14:nvContentPartPr>
              <p14:xfrm>
                <a:off x="3677903" y="1481065"/>
                <a:ext cx="859320" cy="329040"/>
              </p14:xfrm>
            </p:contentPart>
          </mc:Choice>
          <mc:Fallback xmlns="">
            <p:pic>
              <p:nvPicPr>
                <p:cNvPr id="117" name="Ink 116">
                  <a:extLst>
                    <a:ext uri="{FF2B5EF4-FFF2-40B4-BE49-F238E27FC236}">
                      <a16:creationId xmlns:a16="http://schemas.microsoft.com/office/drawing/2014/main" id="{6F8AD926-7B94-3CF2-B4F5-0E5CBDA3B2AE}"/>
                    </a:ext>
                  </a:extLst>
                </p:cNvPr>
                <p:cNvPicPr/>
                <p:nvPr/>
              </p:nvPicPr>
              <p:blipFill>
                <a:blip r:embed="rId146"/>
                <a:stretch>
                  <a:fillRect/>
                </a:stretch>
              </p:blipFill>
              <p:spPr>
                <a:xfrm>
                  <a:off x="3668903" y="1472065"/>
                  <a:ext cx="87696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58" name="Ink 57">
                  <a:extLst>
                    <a:ext uri="{FF2B5EF4-FFF2-40B4-BE49-F238E27FC236}">
                      <a16:creationId xmlns:a16="http://schemas.microsoft.com/office/drawing/2014/main" id="{A467AD44-B497-E0DD-CAE1-573C2F60BC20}"/>
                    </a:ext>
                  </a:extLst>
                </p14:cNvPr>
                <p14:cNvContentPartPr/>
                <p14:nvPr/>
              </p14:nvContentPartPr>
              <p14:xfrm>
                <a:off x="3667823" y="1422385"/>
                <a:ext cx="887400" cy="62640"/>
              </p14:xfrm>
            </p:contentPart>
          </mc:Choice>
          <mc:Fallback xmlns="">
            <p:pic>
              <p:nvPicPr>
                <p:cNvPr id="119" name="Ink 118">
                  <a:extLst>
                    <a:ext uri="{FF2B5EF4-FFF2-40B4-BE49-F238E27FC236}">
                      <a16:creationId xmlns:a16="http://schemas.microsoft.com/office/drawing/2014/main" id="{2E7F163B-DC97-B5C3-AE3D-71DB387DAA4B}"/>
                    </a:ext>
                  </a:extLst>
                </p:cNvPr>
                <p:cNvPicPr/>
                <p:nvPr/>
              </p:nvPicPr>
              <p:blipFill>
                <a:blip r:embed="rId148"/>
                <a:stretch>
                  <a:fillRect/>
                </a:stretch>
              </p:blipFill>
              <p:spPr>
                <a:xfrm>
                  <a:off x="3659183" y="1413385"/>
                  <a:ext cx="90504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59" name="Ink 58">
                  <a:extLst>
                    <a:ext uri="{FF2B5EF4-FFF2-40B4-BE49-F238E27FC236}">
                      <a16:creationId xmlns:a16="http://schemas.microsoft.com/office/drawing/2014/main" id="{0C2869C5-CB46-6A4A-B8BF-660F50677E00}"/>
                    </a:ext>
                  </a:extLst>
                </p14:cNvPr>
                <p14:cNvContentPartPr/>
                <p14:nvPr/>
              </p14:nvContentPartPr>
              <p14:xfrm>
                <a:off x="3640823" y="1455145"/>
                <a:ext cx="547560" cy="450360"/>
              </p14:xfrm>
            </p:contentPart>
          </mc:Choice>
          <mc:Fallback xmlns="">
            <p:pic>
              <p:nvPicPr>
                <p:cNvPr id="120" name="Ink 119">
                  <a:extLst>
                    <a:ext uri="{FF2B5EF4-FFF2-40B4-BE49-F238E27FC236}">
                      <a16:creationId xmlns:a16="http://schemas.microsoft.com/office/drawing/2014/main" id="{2DC7B6DA-FC14-D0B2-1F4B-C04354180289}"/>
                    </a:ext>
                  </a:extLst>
                </p:cNvPr>
                <p:cNvPicPr/>
                <p:nvPr/>
              </p:nvPicPr>
              <p:blipFill>
                <a:blip r:embed="rId150"/>
                <a:stretch>
                  <a:fillRect/>
                </a:stretch>
              </p:blipFill>
              <p:spPr>
                <a:xfrm>
                  <a:off x="3631823" y="1446505"/>
                  <a:ext cx="565200" cy="4680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60" name="Ink 59">
                  <a:extLst>
                    <a:ext uri="{FF2B5EF4-FFF2-40B4-BE49-F238E27FC236}">
                      <a16:creationId xmlns:a16="http://schemas.microsoft.com/office/drawing/2014/main" id="{F6F4995C-492B-BFC0-82D5-1FA4BDD72C34}"/>
                    </a:ext>
                  </a:extLst>
                </p14:cNvPr>
                <p14:cNvContentPartPr/>
                <p14:nvPr/>
              </p14:nvContentPartPr>
              <p14:xfrm>
                <a:off x="4044743" y="1262545"/>
                <a:ext cx="274320" cy="667440"/>
              </p14:xfrm>
            </p:contentPart>
          </mc:Choice>
          <mc:Fallback xmlns="">
            <p:pic>
              <p:nvPicPr>
                <p:cNvPr id="121" name="Ink 120">
                  <a:extLst>
                    <a:ext uri="{FF2B5EF4-FFF2-40B4-BE49-F238E27FC236}">
                      <a16:creationId xmlns:a16="http://schemas.microsoft.com/office/drawing/2014/main" id="{BC3DA33E-2C0F-FD2D-273C-3E008E2700B4}"/>
                    </a:ext>
                  </a:extLst>
                </p:cNvPr>
                <p:cNvPicPr/>
                <p:nvPr/>
              </p:nvPicPr>
              <p:blipFill>
                <a:blip r:embed="rId152"/>
                <a:stretch>
                  <a:fillRect/>
                </a:stretch>
              </p:blipFill>
              <p:spPr>
                <a:xfrm>
                  <a:off x="4035743" y="1253905"/>
                  <a:ext cx="291960" cy="68508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61" name="Ink 60">
                  <a:extLst>
                    <a:ext uri="{FF2B5EF4-FFF2-40B4-BE49-F238E27FC236}">
                      <a16:creationId xmlns:a16="http://schemas.microsoft.com/office/drawing/2014/main" id="{DF961EA5-A375-AAEB-10B4-17FC55F406B6}"/>
                    </a:ext>
                  </a:extLst>
                </p14:cNvPr>
                <p14:cNvContentPartPr/>
                <p14:nvPr/>
              </p14:nvContentPartPr>
              <p14:xfrm>
                <a:off x="3636503" y="1413745"/>
                <a:ext cx="447480" cy="513720"/>
              </p14:xfrm>
            </p:contentPart>
          </mc:Choice>
          <mc:Fallback xmlns="">
            <p:pic>
              <p:nvPicPr>
                <p:cNvPr id="122" name="Ink 121">
                  <a:extLst>
                    <a:ext uri="{FF2B5EF4-FFF2-40B4-BE49-F238E27FC236}">
                      <a16:creationId xmlns:a16="http://schemas.microsoft.com/office/drawing/2014/main" id="{D4311F4C-8154-54C2-715C-4C28EE5F4675}"/>
                    </a:ext>
                  </a:extLst>
                </p:cNvPr>
                <p:cNvPicPr/>
                <p:nvPr/>
              </p:nvPicPr>
              <p:blipFill>
                <a:blip r:embed="rId154"/>
                <a:stretch>
                  <a:fillRect/>
                </a:stretch>
              </p:blipFill>
              <p:spPr>
                <a:xfrm>
                  <a:off x="3627863" y="1405105"/>
                  <a:ext cx="465120" cy="5313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62" name="Ink 61">
                  <a:extLst>
                    <a:ext uri="{FF2B5EF4-FFF2-40B4-BE49-F238E27FC236}">
                      <a16:creationId xmlns:a16="http://schemas.microsoft.com/office/drawing/2014/main" id="{23E96163-B64E-B056-9CF6-019884B0D63F}"/>
                    </a:ext>
                  </a:extLst>
                </p14:cNvPr>
                <p14:cNvContentPartPr/>
                <p14:nvPr/>
              </p14:nvContentPartPr>
              <p14:xfrm>
                <a:off x="3677903" y="1233385"/>
                <a:ext cx="479520" cy="587520"/>
              </p14:xfrm>
            </p:contentPart>
          </mc:Choice>
          <mc:Fallback xmlns="">
            <p:pic>
              <p:nvPicPr>
                <p:cNvPr id="124" name="Ink 123">
                  <a:extLst>
                    <a:ext uri="{FF2B5EF4-FFF2-40B4-BE49-F238E27FC236}">
                      <a16:creationId xmlns:a16="http://schemas.microsoft.com/office/drawing/2014/main" id="{118DAE59-24FC-1E2C-5C06-A5A189798DB1}"/>
                    </a:ext>
                  </a:extLst>
                </p:cNvPr>
                <p:cNvPicPr/>
                <p:nvPr/>
              </p:nvPicPr>
              <p:blipFill>
                <a:blip r:embed="rId156"/>
                <a:stretch>
                  <a:fillRect/>
                </a:stretch>
              </p:blipFill>
              <p:spPr>
                <a:xfrm>
                  <a:off x="3668903" y="1224385"/>
                  <a:ext cx="497160" cy="6051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63" name="Ink 62">
                  <a:extLst>
                    <a:ext uri="{FF2B5EF4-FFF2-40B4-BE49-F238E27FC236}">
                      <a16:creationId xmlns:a16="http://schemas.microsoft.com/office/drawing/2014/main" id="{B363A7BB-6C65-7C68-8213-C3F9398BF744}"/>
                    </a:ext>
                  </a:extLst>
                </p14:cNvPr>
                <p14:cNvContentPartPr/>
                <p14:nvPr/>
              </p14:nvContentPartPr>
              <p14:xfrm>
                <a:off x="3684383" y="1521025"/>
                <a:ext cx="857160" cy="295560"/>
              </p14:xfrm>
            </p:contentPart>
          </mc:Choice>
          <mc:Fallback xmlns="">
            <p:pic>
              <p:nvPicPr>
                <p:cNvPr id="129" name="Ink 128">
                  <a:extLst>
                    <a:ext uri="{FF2B5EF4-FFF2-40B4-BE49-F238E27FC236}">
                      <a16:creationId xmlns:a16="http://schemas.microsoft.com/office/drawing/2014/main" id="{24B656C8-6CFB-15AC-64E1-E32ABA28E933}"/>
                    </a:ext>
                  </a:extLst>
                </p:cNvPr>
                <p:cNvPicPr/>
                <p:nvPr/>
              </p:nvPicPr>
              <p:blipFill>
                <a:blip r:embed="rId158"/>
                <a:stretch>
                  <a:fillRect/>
                </a:stretch>
              </p:blipFill>
              <p:spPr>
                <a:xfrm>
                  <a:off x="3675383" y="1512385"/>
                  <a:ext cx="87480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64" name="Ink 63">
                  <a:extLst>
                    <a:ext uri="{FF2B5EF4-FFF2-40B4-BE49-F238E27FC236}">
                      <a16:creationId xmlns:a16="http://schemas.microsoft.com/office/drawing/2014/main" id="{38FC7321-F311-6F0F-D84E-EA1B953EBBFB}"/>
                    </a:ext>
                  </a:extLst>
                </p14:cNvPr>
                <p14:cNvContentPartPr/>
                <p14:nvPr/>
              </p14:nvContentPartPr>
              <p14:xfrm>
                <a:off x="3687983" y="1393585"/>
                <a:ext cx="876240" cy="45360"/>
              </p14:xfrm>
            </p:contentPart>
          </mc:Choice>
          <mc:Fallback xmlns="">
            <p:pic>
              <p:nvPicPr>
                <p:cNvPr id="130" name="Ink 129">
                  <a:extLst>
                    <a:ext uri="{FF2B5EF4-FFF2-40B4-BE49-F238E27FC236}">
                      <a16:creationId xmlns:a16="http://schemas.microsoft.com/office/drawing/2014/main" id="{8B3092C0-6B37-C935-FF83-C99A213ABBC4}"/>
                    </a:ext>
                  </a:extLst>
                </p:cNvPr>
                <p:cNvPicPr/>
                <p:nvPr/>
              </p:nvPicPr>
              <p:blipFill>
                <a:blip r:embed="rId160"/>
                <a:stretch>
                  <a:fillRect/>
                </a:stretch>
              </p:blipFill>
              <p:spPr>
                <a:xfrm>
                  <a:off x="3678983" y="1384585"/>
                  <a:ext cx="89388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65" name="Ink 64">
                  <a:extLst>
                    <a:ext uri="{FF2B5EF4-FFF2-40B4-BE49-F238E27FC236}">
                      <a16:creationId xmlns:a16="http://schemas.microsoft.com/office/drawing/2014/main" id="{48CB0356-CC17-D652-B5AA-BBF9A507C892}"/>
                    </a:ext>
                  </a:extLst>
                </p14:cNvPr>
                <p14:cNvContentPartPr/>
                <p14:nvPr/>
              </p14:nvContentPartPr>
              <p14:xfrm>
                <a:off x="4065623" y="1280905"/>
                <a:ext cx="271800" cy="705960"/>
              </p14:xfrm>
            </p:contentPart>
          </mc:Choice>
          <mc:Fallback xmlns="">
            <p:pic>
              <p:nvPicPr>
                <p:cNvPr id="134" name="Ink 133">
                  <a:extLst>
                    <a:ext uri="{FF2B5EF4-FFF2-40B4-BE49-F238E27FC236}">
                      <a16:creationId xmlns:a16="http://schemas.microsoft.com/office/drawing/2014/main" id="{0C2A7AAA-B727-E72D-8F27-B18267238079}"/>
                    </a:ext>
                  </a:extLst>
                </p:cNvPr>
                <p:cNvPicPr/>
                <p:nvPr/>
              </p:nvPicPr>
              <p:blipFill>
                <a:blip r:embed="rId162"/>
                <a:stretch>
                  <a:fillRect/>
                </a:stretch>
              </p:blipFill>
              <p:spPr>
                <a:xfrm>
                  <a:off x="4056983" y="1272265"/>
                  <a:ext cx="289440" cy="7236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66" name="Ink 65">
                  <a:extLst>
                    <a:ext uri="{FF2B5EF4-FFF2-40B4-BE49-F238E27FC236}">
                      <a16:creationId xmlns:a16="http://schemas.microsoft.com/office/drawing/2014/main" id="{BE8A4463-6F50-8735-C1F4-FE9BC983CE42}"/>
                    </a:ext>
                  </a:extLst>
                </p14:cNvPr>
                <p14:cNvContentPartPr/>
                <p14:nvPr/>
              </p14:nvContentPartPr>
              <p14:xfrm>
                <a:off x="4083623" y="1246705"/>
                <a:ext cx="33120" cy="15120"/>
              </p14:xfrm>
            </p:contentPart>
          </mc:Choice>
          <mc:Fallback xmlns="">
            <p:pic>
              <p:nvPicPr>
                <p:cNvPr id="136" name="Ink 135">
                  <a:extLst>
                    <a:ext uri="{FF2B5EF4-FFF2-40B4-BE49-F238E27FC236}">
                      <a16:creationId xmlns:a16="http://schemas.microsoft.com/office/drawing/2014/main" id="{1CAC897C-99AF-A444-B461-FF7410119A1F}"/>
                    </a:ext>
                  </a:extLst>
                </p:cNvPr>
                <p:cNvPicPr/>
                <p:nvPr/>
              </p:nvPicPr>
              <p:blipFill>
                <a:blip r:embed="rId164"/>
                <a:stretch>
                  <a:fillRect/>
                </a:stretch>
              </p:blipFill>
              <p:spPr>
                <a:xfrm>
                  <a:off x="4074623" y="1237705"/>
                  <a:ext cx="507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67" name="Ink 66">
                  <a:extLst>
                    <a:ext uri="{FF2B5EF4-FFF2-40B4-BE49-F238E27FC236}">
                      <a16:creationId xmlns:a16="http://schemas.microsoft.com/office/drawing/2014/main" id="{27A2B271-3668-5990-901E-A931EA5C23FE}"/>
                    </a:ext>
                  </a:extLst>
                </p14:cNvPr>
                <p14:cNvContentPartPr/>
                <p14:nvPr/>
              </p14:nvContentPartPr>
              <p14:xfrm>
                <a:off x="3677183" y="1236265"/>
                <a:ext cx="453600" cy="612720"/>
              </p14:xfrm>
            </p:contentPart>
          </mc:Choice>
          <mc:Fallback xmlns="">
            <p:pic>
              <p:nvPicPr>
                <p:cNvPr id="137" name="Ink 136">
                  <a:extLst>
                    <a:ext uri="{FF2B5EF4-FFF2-40B4-BE49-F238E27FC236}">
                      <a16:creationId xmlns:a16="http://schemas.microsoft.com/office/drawing/2014/main" id="{57BAFBD8-E869-34A2-BE24-BAA9B8CBA0BD}"/>
                    </a:ext>
                  </a:extLst>
                </p:cNvPr>
                <p:cNvPicPr/>
                <p:nvPr/>
              </p:nvPicPr>
              <p:blipFill>
                <a:blip r:embed="rId166"/>
                <a:stretch>
                  <a:fillRect/>
                </a:stretch>
              </p:blipFill>
              <p:spPr>
                <a:xfrm>
                  <a:off x="3668183" y="1227625"/>
                  <a:ext cx="471240" cy="630360"/>
                </a:xfrm>
                <a:prstGeom prst="rect">
                  <a:avLst/>
                </a:prstGeom>
              </p:spPr>
            </p:pic>
          </mc:Fallback>
        </mc:AlternateContent>
      </p:grpSp>
      <p:grpSp>
        <p:nvGrpSpPr>
          <p:cNvPr id="68" name="Group 67">
            <a:extLst>
              <a:ext uri="{FF2B5EF4-FFF2-40B4-BE49-F238E27FC236}">
                <a16:creationId xmlns:a16="http://schemas.microsoft.com/office/drawing/2014/main" id="{9BA1DD28-829C-4E16-C06F-18CBEF1B2DC1}"/>
              </a:ext>
            </a:extLst>
          </p:cNvPr>
          <p:cNvGrpSpPr/>
          <p:nvPr/>
        </p:nvGrpSpPr>
        <p:grpSpPr>
          <a:xfrm>
            <a:off x="3420143" y="3903685"/>
            <a:ext cx="294480" cy="313560"/>
            <a:chOff x="3930263" y="3913585"/>
            <a:chExt cx="294480" cy="313560"/>
          </a:xfrm>
        </p:grpSpPr>
        <mc:AlternateContent xmlns:mc="http://schemas.openxmlformats.org/markup-compatibility/2006" xmlns:p14="http://schemas.microsoft.com/office/powerpoint/2010/main">
          <mc:Choice Requires="p14">
            <p:contentPart p14:bwMode="auto" r:id="rId167">
              <p14:nvContentPartPr>
                <p14:cNvPr id="69" name="Ink 68">
                  <a:extLst>
                    <a:ext uri="{FF2B5EF4-FFF2-40B4-BE49-F238E27FC236}">
                      <a16:creationId xmlns:a16="http://schemas.microsoft.com/office/drawing/2014/main" id="{5BA621B7-8D90-6BD8-4B38-0FD29B5F58C5}"/>
                    </a:ext>
                  </a:extLst>
                </p14:cNvPr>
                <p14:cNvContentPartPr/>
                <p14:nvPr/>
              </p14:nvContentPartPr>
              <p14:xfrm>
                <a:off x="3959423" y="3937345"/>
                <a:ext cx="235800" cy="228240"/>
              </p14:xfrm>
            </p:contentPart>
          </mc:Choice>
          <mc:Fallback xmlns="">
            <p:pic>
              <p:nvPicPr>
                <p:cNvPr id="139" name="Ink 138">
                  <a:extLst>
                    <a:ext uri="{FF2B5EF4-FFF2-40B4-BE49-F238E27FC236}">
                      <a16:creationId xmlns:a16="http://schemas.microsoft.com/office/drawing/2014/main" id="{A329054A-5C75-DDF7-6836-5FDCF27D2668}"/>
                    </a:ext>
                  </a:extLst>
                </p:cNvPr>
                <p:cNvPicPr/>
                <p:nvPr/>
              </p:nvPicPr>
              <p:blipFill>
                <a:blip r:embed="rId168"/>
                <a:stretch>
                  <a:fillRect/>
                </a:stretch>
              </p:blipFill>
              <p:spPr>
                <a:xfrm>
                  <a:off x="3950783" y="3928345"/>
                  <a:ext cx="25344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70" name="Ink 69">
                  <a:extLst>
                    <a:ext uri="{FF2B5EF4-FFF2-40B4-BE49-F238E27FC236}">
                      <a16:creationId xmlns:a16="http://schemas.microsoft.com/office/drawing/2014/main" id="{E7118D3B-97EC-77B4-7198-C8A0E1EF6914}"/>
                    </a:ext>
                  </a:extLst>
                </p14:cNvPr>
                <p14:cNvContentPartPr/>
                <p14:nvPr/>
              </p14:nvContentPartPr>
              <p14:xfrm>
                <a:off x="3930263" y="3913585"/>
                <a:ext cx="237240" cy="261360"/>
              </p14:xfrm>
            </p:contentPart>
          </mc:Choice>
          <mc:Fallback xmlns="">
            <p:pic>
              <p:nvPicPr>
                <p:cNvPr id="140" name="Ink 139">
                  <a:extLst>
                    <a:ext uri="{FF2B5EF4-FFF2-40B4-BE49-F238E27FC236}">
                      <a16:creationId xmlns:a16="http://schemas.microsoft.com/office/drawing/2014/main" id="{60347DE5-0538-9F3F-643B-4409857541B0}"/>
                    </a:ext>
                  </a:extLst>
                </p:cNvPr>
                <p:cNvPicPr/>
                <p:nvPr/>
              </p:nvPicPr>
              <p:blipFill>
                <a:blip r:embed="rId170"/>
                <a:stretch>
                  <a:fillRect/>
                </a:stretch>
              </p:blipFill>
              <p:spPr>
                <a:xfrm>
                  <a:off x="3921263" y="3904945"/>
                  <a:ext cx="25488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71" name="Ink 70">
                  <a:extLst>
                    <a:ext uri="{FF2B5EF4-FFF2-40B4-BE49-F238E27FC236}">
                      <a16:creationId xmlns:a16="http://schemas.microsoft.com/office/drawing/2014/main" id="{F62D35DB-CFF4-23AD-8E05-3FE87C498DBF}"/>
                    </a:ext>
                  </a:extLst>
                </p14:cNvPr>
                <p14:cNvContentPartPr/>
                <p14:nvPr/>
              </p14:nvContentPartPr>
              <p14:xfrm>
                <a:off x="4176143" y="3954985"/>
                <a:ext cx="23400" cy="267480"/>
              </p14:xfrm>
            </p:contentPart>
          </mc:Choice>
          <mc:Fallback xmlns="">
            <p:pic>
              <p:nvPicPr>
                <p:cNvPr id="141" name="Ink 140">
                  <a:extLst>
                    <a:ext uri="{FF2B5EF4-FFF2-40B4-BE49-F238E27FC236}">
                      <a16:creationId xmlns:a16="http://schemas.microsoft.com/office/drawing/2014/main" id="{DF4DE517-1774-70D3-4836-E14057C378F9}"/>
                    </a:ext>
                  </a:extLst>
                </p:cNvPr>
                <p:cNvPicPr/>
                <p:nvPr/>
              </p:nvPicPr>
              <p:blipFill>
                <a:blip r:embed="rId172"/>
                <a:stretch>
                  <a:fillRect/>
                </a:stretch>
              </p:blipFill>
              <p:spPr>
                <a:xfrm>
                  <a:off x="4167503" y="3946345"/>
                  <a:ext cx="4104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72" name="Ink 71">
                  <a:extLst>
                    <a:ext uri="{FF2B5EF4-FFF2-40B4-BE49-F238E27FC236}">
                      <a16:creationId xmlns:a16="http://schemas.microsoft.com/office/drawing/2014/main" id="{F0426D4B-6EC8-538E-A163-4FA9A9109860}"/>
                    </a:ext>
                  </a:extLst>
                </p14:cNvPr>
                <p14:cNvContentPartPr/>
                <p14:nvPr/>
              </p14:nvContentPartPr>
              <p14:xfrm>
                <a:off x="4200983" y="3965425"/>
                <a:ext cx="23760" cy="261720"/>
              </p14:xfrm>
            </p:contentPart>
          </mc:Choice>
          <mc:Fallback xmlns="">
            <p:pic>
              <p:nvPicPr>
                <p:cNvPr id="143" name="Ink 142">
                  <a:extLst>
                    <a:ext uri="{FF2B5EF4-FFF2-40B4-BE49-F238E27FC236}">
                      <a16:creationId xmlns:a16="http://schemas.microsoft.com/office/drawing/2014/main" id="{0811D8A8-F8ED-9218-B9AD-2BA34CD541A5}"/>
                    </a:ext>
                  </a:extLst>
                </p:cNvPr>
                <p:cNvPicPr/>
                <p:nvPr/>
              </p:nvPicPr>
              <p:blipFill>
                <a:blip r:embed="rId174"/>
                <a:stretch>
                  <a:fillRect/>
                </a:stretch>
              </p:blipFill>
              <p:spPr>
                <a:xfrm>
                  <a:off x="4191983" y="3956425"/>
                  <a:ext cx="41400" cy="27936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75">
            <p14:nvContentPartPr>
              <p14:cNvPr id="73" name="Ink 72">
                <a:extLst>
                  <a:ext uri="{FF2B5EF4-FFF2-40B4-BE49-F238E27FC236}">
                    <a16:creationId xmlns:a16="http://schemas.microsoft.com/office/drawing/2014/main" id="{817BF0D3-7A5F-8A6F-BC05-96C932657234}"/>
                  </a:ext>
                </a:extLst>
              </p14:cNvPr>
              <p14:cNvContentPartPr/>
              <p14:nvPr/>
            </p14:nvContentPartPr>
            <p14:xfrm>
              <a:off x="1692863" y="2272525"/>
              <a:ext cx="526680" cy="410040"/>
            </p14:xfrm>
          </p:contentPart>
        </mc:Choice>
        <mc:Fallback xmlns="">
          <p:pic>
            <p:nvPicPr>
              <p:cNvPr id="73" name="Ink 72">
                <a:extLst>
                  <a:ext uri="{FF2B5EF4-FFF2-40B4-BE49-F238E27FC236}">
                    <a16:creationId xmlns:a16="http://schemas.microsoft.com/office/drawing/2014/main" id="{817BF0D3-7A5F-8A6F-BC05-96C932657234}"/>
                  </a:ext>
                </a:extLst>
              </p:cNvPr>
              <p:cNvPicPr/>
              <p:nvPr/>
            </p:nvPicPr>
            <p:blipFill>
              <a:blip r:embed="rId176"/>
              <a:stretch>
                <a:fillRect/>
              </a:stretch>
            </p:blipFill>
            <p:spPr>
              <a:xfrm>
                <a:off x="1683863" y="2263525"/>
                <a:ext cx="544320" cy="427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7">
            <p14:nvContentPartPr>
              <p14:cNvPr id="74" name="Ink 73">
                <a:extLst>
                  <a:ext uri="{FF2B5EF4-FFF2-40B4-BE49-F238E27FC236}">
                    <a16:creationId xmlns:a16="http://schemas.microsoft.com/office/drawing/2014/main" id="{5069757A-E384-1779-1992-7EE014F0BD25}"/>
                  </a:ext>
                </a:extLst>
              </p14:cNvPr>
              <p14:cNvContentPartPr/>
              <p14:nvPr/>
            </p14:nvContentPartPr>
            <p14:xfrm>
              <a:off x="1607183" y="2007925"/>
              <a:ext cx="761400" cy="417960"/>
            </p14:xfrm>
          </p:contentPart>
        </mc:Choice>
        <mc:Fallback xmlns="">
          <p:pic>
            <p:nvPicPr>
              <p:cNvPr id="74" name="Ink 73">
                <a:extLst>
                  <a:ext uri="{FF2B5EF4-FFF2-40B4-BE49-F238E27FC236}">
                    <a16:creationId xmlns:a16="http://schemas.microsoft.com/office/drawing/2014/main" id="{5069757A-E384-1779-1992-7EE014F0BD25}"/>
                  </a:ext>
                </a:extLst>
              </p:cNvPr>
              <p:cNvPicPr/>
              <p:nvPr/>
            </p:nvPicPr>
            <p:blipFill>
              <a:blip r:embed="rId178"/>
              <a:stretch>
                <a:fillRect/>
              </a:stretch>
            </p:blipFill>
            <p:spPr>
              <a:xfrm>
                <a:off x="1598179" y="1998917"/>
                <a:ext cx="779048" cy="43561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9">
            <p14:nvContentPartPr>
              <p14:cNvPr id="75" name="Ink 74">
                <a:extLst>
                  <a:ext uri="{FF2B5EF4-FFF2-40B4-BE49-F238E27FC236}">
                    <a16:creationId xmlns:a16="http://schemas.microsoft.com/office/drawing/2014/main" id="{BEC99474-E288-F3F9-4AD7-3877B0F8C91A}"/>
                  </a:ext>
                </a:extLst>
              </p14:cNvPr>
              <p14:cNvContentPartPr/>
              <p14:nvPr/>
            </p14:nvContentPartPr>
            <p14:xfrm>
              <a:off x="1914623" y="2149765"/>
              <a:ext cx="83520" cy="113760"/>
            </p14:xfrm>
          </p:contentPart>
        </mc:Choice>
        <mc:Fallback xmlns="">
          <p:pic>
            <p:nvPicPr>
              <p:cNvPr id="75" name="Ink 74">
                <a:extLst>
                  <a:ext uri="{FF2B5EF4-FFF2-40B4-BE49-F238E27FC236}">
                    <a16:creationId xmlns:a16="http://schemas.microsoft.com/office/drawing/2014/main" id="{BEC99474-E288-F3F9-4AD7-3877B0F8C91A}"/>
                  </a:ext>
                </a:extLst>
              </p:cNvPr>
              <p:cNvPicPr/>
              <p:nvPr/>
            </p:nvPicPr>
            <p:blipFill>
              <a:blip r:embed="rId180"/>
              <a:stretch>
                <a:fillRect/>
              </a:stretch>
            </p:blipFill>
            <p:spPr>
              <a:xfrm>
                <a:off x="1905623" y="2140736"/>
                <a:ext cx="101160" cy="13145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1">
            <p14:nvContentPartPr>
              <p14:cNvPr id="76" name="Ink 75">
                <a:extLst>
                  <a:ext uri="{FF2B5EF4-FFF2-40B4-BE49-F238E27FC236}">
                    <a16:creationId xmlns:a16="http://schemas.microsoft.com/office/drawing/2014/main" id="{E6AE58DF-1234-8E28-1EFE-CA4C02B4D556}"/>
                  </a:ext>
                </a:extLst>
              </p14:cNvPr>
              <p14:cNvContentPartPr/>
              <p14:nvPr/>
            </p14:nvContentPartPr>
            <p14:xfrm>
              <a:off x="2061143" y="2203765"/>
              <a:ext cx="95400" cy="113400"/>
            </p14:xfrm>
          </p:contentPart>
        </mc:Choice>
        <mc:Fallback xmlns="">
          <p:pic>
            <p:nvPicPr>
              <p:cNvPr id="76" name="Ink 75">
                <a:extLst>
                  <a:ext uri="{FF2B5EF4-FFF2-40B4-BE49-F238E27FC236}">
                    <a16:creationId xmlns:a16="http://schemas.microsoft.com/office/drawing/2014/main" id="{E6AE58DF-1234-8E28-1EFE-CA4C02B4D556}"/>
                  </a:ext>
                </a:extLst>
              </p:cNvPr>
              <p:cNvPicPr/>
              <p:nvPr/>
            </p:nvPicPr>
            <p:blipFill>
              <a:blip r:embed="rId182"/>
              <a:stretch>
                <a:fillRect/>
              </a:stretch>
            </p:blipFill>
            <p:spPr>
              <a:xfrm>
                <a:off x="2052143" y="2194765"/>
                <a:ext cx="113040" cy="131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3">
            <p14:nvContentPartPr>
              <p14:cNvPr id="77" name="Ink 76">
                <a:extLst>
                  <a:ext uri="{FF2B5EF4-FFF2-40B4-BE49-F238E27FC236}">
                    <a16:creationId xmlns:a16="http://schemas.microsoft.com/office/drawing/2014/main" id="{14EE06AD-E85C-00FA-E524-8AABB743B8B5}"/>
                  </a:ext>
                </a:extLst>
              </p14:cNvPr>
              <p14:cNvContentPartPr/>
              <p14:nvPr/>
            </p14:nvContentPartPr>
            <p14:xfrm>
              <a:off x="1910303" y="2528845"/>
              <a:ext cx="145800" cy="22680"/>
            </p14:xfrm>
          </p:contentPart>
        </mc:Choice>
        <mc:Fallback xmlns="">
          <p:pic>
            <p:nvPicPr>
              <p:cNvPr id="77" name="Ink 76">
                <a:extLst>
                  <a:ext uri="{FF2B5EF4-FFF2-40B4-BE49-F238E27FC236}">
                    <a16:creationId xmlns:a16="http://schemas.microsoft.com/office/drawing/2014/main" id="{14EE06AD-E85C-00FA-E524-8AABB743B8B5}"/>
                  </a:ext>
                </a:extLst>
              </p:cNvPr>
              <p:cNvPicPr/>
              <p:nvPr/>
            </p:nvPicPr>
            <p:blipFill>
              <a:blip r:embed="rId184"/>
              <a:stretch>
                <a:fillRect/>
              </a:stretch>
            </p:blipFill>
            <p:spPr>
              <a:xfrm>
                <a:off x="1901303" y="2519700"/>
                <a:ext cx="163440" cy="4060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5">
            <p14:nvContentPartPr>
              <p14:cNvPr id="78" name="Ink 77">
                <a:extLst>
                  <a:ext uri="{FF2B5EF4-FFF2-40B4-BE49-F238E27FC236}">
                    <a16:creationId xmlns:a16="http://schemas.microsoft.com/office/drawing/2014/main" id="{1B1E3A32-3C79-6D02-25F6-9278D2297179}"/>
                  </a:ext>
                </a:extLst>
              </p14:cNvPr>
              <p14:cNvContentPartPr/>
              <p14:nvPr/>
            </p14:nvContentPartPr>
            <p14:xfrm>
              <a:off x="1490183" y="2085325"/>
              <a:ext cx="207360" cy="368640"/>
            </p14:xfrm>
          </p:contentPart>
        </mc:Choice>
        <mc:Fallback xmlns="">
          <p:pic>
            <p:nvPicPr>
              <p:cNvPr id="78" name="Ink 77">
                <a:extLst>
                  <a:ext uri="{FF2B5EF4-FFF2-40B4-BE49-F238E27FC236}">
                    <a16:creationId xmlns:a16="http://schemas.microsoft.com/office/drawing/2014/main" id="{1B1E3A32-3C79-6D02-25F6-9278D2297179}"/>
                  </a:ext>
                </a:extLst>
              </p:cNvPr>
              <p:cNvPicPr/>
              <p:nvPr/>
            </p:nvPicPr>
            <p:blipFill>
              <a:blip r:embed="rId186"/>
              <a:stretch>
                <a:fillRect/>
              </a:stretch>
            </p:blipFill>
            <p:spPr>
              <a:xfrm>
                <a:off x="1481183" y="2076325"/>
                <a:ext cx="225000" cy="386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7">
            <p14:nvContentPartPr>
              <p14:cNvPr id="79" name="Ink 78">
                <a:extLst>
                  <a:ext uri="{FF2B5EF4-FFF2-40B4-BE49-F238E27FC236}">
                    <a16:creationId xmlns:a16="http://schemas.microsoft.com/office/drawing/2014/main" id="{4A23CCF5-7827-8BAF-9840-14F682146835}"/>
                  </a:ext>
                </a:extLst>
              </p14:cNvPr>
              <p14:cNvContentPartPr/>
              <p14:nvPr/>
            </p14:nvContentPartPr>
            <p14:xfrm>
              <a:off x="2105063" y="2281165"/>
              <a:ext cx="387720" cy="298800"/>
            </p14:xfrm>
          </p:contentPart>
        </mc:Choice>
        <mc:Fallback xmlns="">
          <p:pic>
            <p:nvPicPr>
              <p:cNvPr id="79" name="Ink 78">
                <a:extLst>
                  <a:ext uri="{FF2B5EF4-FFF2-40B4-BE49-F238E27FC236}">
                    <a16:creationId xmlns:a16="http://schemas.microsoft.com/office/drawing/2014/main" id="{4A23CCF5-7827-8BAF-9840-14F682146835}"/>
                  </a:ext>
                </a:extLst>
              </p:cNvPr>
              <p:cNvPicPr/>
              <p:nvPr/>
            </p:nvPicPr>
            <p:blipFill>
              <a:blip r:embed="rId188"/>
              <a:stretch>
                <a:fillRect/>
              </a:stretch>
            </p:blipFill>
            <p:spPr>
              <a:xfrm>
                <a:off x="2096071" y="2272165"/>
                <a:ext cx="405344" cy="316440"/>
              </a:xfrm>
              <a:prstGeom prst="rect">
                <a:avLst/>
              </a:prstGeom>
            </p:spPr>
          </p:pic>
        </mc:Fallback>
      </mc:AlternateContent>
      <p:grpSp>
        <p:nvGrpSpPr>
          <p:cNvPr id="80" name="Group 79">
            <a:extLst>
              <a:ext uri="{FF2B5EF4-FFF2-40B4-BE49-F238E27FC236}">
                <a16:creationId xmlns:a16="http://schemas.microsoft.com/office/drawing/2014/main" id="{9B2ACC78-8791-C17D-B74A-19538C518455}"/>
              </a:ext>
            </a:extLst>
          </p:cNvPr>
          <p:cNvGrpSpPr/>
          <p:nvPr/>
        </p:nvGrpSpPr>
        <p:grpSpPr>
          <a:xfrm>
            <a:off x="1471463" y="2665645"/>
            <a:ext cx="860400" cy="563040"/>
            <a:chOff x="1981583" y="2675545"/>
            <a:chExt cx="860400" cy="563040"/>
          </a:xfrm>
        </p:grpSpPr>
        <mc:AlternateContent xmlns:mc="http://schemas.openxmlformats.org/markup-compatibility/2006" xmlns:p14="http://schemas.microsoft.com/office/powerpoint/2010/main" xmlns:aink="http://schemas.microsoft.com/office/drawing/2016/ink">
          <mc:Choice Requires="p14 aink">
            <p:contentPart p14:bwMode="auto" r:id="rId189">
              <p14:nvContentPartPr>
                <p14:cNvPr id="81" name="Ink 80">
                  <a:extLst>
                    <a:ext uri="{FF2B5EF4-FFF2-40B4-BE49-F238E27FC236}">
                      <a16:creationId xmlns:a16="http://schemas.microsoft.com/office/drawing/2014/main" id="{2AFFF106-C776-6405-3BC0-5EFADBF36A53}"/>
                    </a:ext>
                  </a:extLst>
                </p14:cNvPr>
                <p14:cNvContentPartPr/>
                <p14:nvPr/>
              </p14:nvContentPartPr>
              <p14:xfrm>
                <a:off x="2121623" y="2675545"/>
                <a:ext cx="491040" cy="355320"/>
              </p14:xfrm>
            </p:contentPart>
          </mc:Choice>
          <mc:Fallback xmlns="">
            <p:pic>
              <p:nvPicPr>
                <p:cNvPr id="151" name="Ink 150">
                  <a:extLst>
                    <a:ext uri="{FF2B5EF4-FFF2-40B4-BE49-F238E27FC236}">
                      <a16:creationId xmlns:a16="http://schemas.microsoft.com/office/drawing/2014/main" id="{BE963326-84FB-4FD9-44DC-D6E101413332}"/>
                    </a:ext>
                  </a:extLst>
                </p:cNvPr>
                <p:cNvPicPr/>
                <p:nvPr/>
              </p:nvPicPr>
              <p:blipFill>
                <a:blip r:embed="rId190"/>
                <a:stretch>
                  <a:fillRect/>
                </a:stretch>
              </p:blipFill>
              <p:spPr>
                <a:xfrm>
                  <a:off x="2112623" y="2666905"/>
                  <a:ext cx="508680" cy="372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1">
              <p14:nvContentPartPr>
                <p14:cNvPr id="82" name="Ink 81">
                  <a:extLst>
                    <a:ext uri="{FF2B5EF4-FFF2-40B4-BE49-F238E27FC236}">
                      <a16:creationId xmlns:a16="http://schemas.microsoft.com/office/drawing/2014/main" id="{B7F89F03-E5BF-6265-CF73-7D2540237AC7}"/>
                    </a:ext>
                  </a:extLst>
                </p14:cNvPr>
                <p14:cNvContentPartPr/>
                <p14:nvPr/>
              </p14:nvContentPartPr>
              <p14:xfrm>
                <a:off x="2085983" y="3007825"/>
                <a:ext cx="253440" cy="230760"/>
              </p14:xfrm>
            </p:contentPart>
          </mc:Choice>
          <mc:Fallback xmlns="">
            <p:pic>
              <p:nvPicPr>
                <p:cNvPr id="152" name="Ink 151">
                  <a:extLst>
                    <a:ext uri="{FF2B5EF4-FFF2-40B4-BE49-F238E27FC236}">
                      <a16:creationId xmlns:a16="http://schemas.microsoft.com/office/drawing/2014/main" id="{B0FDAD7C-BCFA-1392-9589-947B479FED51}"/>
                    </a:ext>
                  </a:extLst>
                </p:cNvPr>
                <p:cNvPicPr/>
                <p:nvPr/>
              </p:nvPicPr>
              <p:blipFill>
                <a:blip r:embed="rId192"/>
                <a:stretch>
                  <a:fillRect/>
                </a:stretch>
              </p:blipFill>
              <p:spPr>
                <a:xfrm>
                  <a:off x="2077343" y="2999185"/>
                  <a:ext cx="271080" cy="248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3">
              <p14:nvContentPartPr>
                <p14:cNvPr id="83" name="Ink 82">
                  <a:extLst>
                    <a:ext uri="{FF2B5EF4-FFF2-40B4-BE49-F238E27FC236}">
                      <a16:creationId xmlns:a16="http://schemas.microsoft.com/office/drawing/2014/main" id="{B3EEBC55-890B-7BA1-6209-B138067F2D4E}"/>
                    </a:ext>
                  </a:extLst>
                </p14:cNvPr>
                <p14:cNvContentPartPr/>
                <p14:nvPr/>
              </p14:nvContentPartPr>
              <p14:xfrm>
                <a:off x="2361383" y="2989825"/>
                <a:ext cx="249480" cy="243720"/>
              </p14:xfrm>
            </p:contentPart>
          </mc:Choice>
          <mc:Fallback xmlns="">
            <p:pic>
              <p:nvPicPr>
                <p:cNvPr id="153" name="Ink 152">
                  <a:extLst>
                    <a:ext uri="{FF2B5EF4-FFF2-40B4-BE49-F238E27FC236}">
                      <a16:creationId xmlns:a16="http://schemas.microsoft.com/office/drawing/2014/main" id="{42E11DFA-16F0-F195-15FA-3D1FD2994B33}"/>
                    </a:ext>
                  </a:extLst>
                </p:cNvPr>
                <p:cNvPicPr/>
                <p:nvPr/>
              </p:nvPicPr>
              <p:blipFill>
                <a:blip r:embed="rId194"/>
                <a:stretch>
                  <a:fillRect/>
                </a:stretch>
              </p:blipFill>
              <p:spPr>
                <a:xfrm>
                  <a:off x="2352743" y="2980825"/>
                  <a:ext cx="267120" cy="261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5">
              <p14:nvContentPartPr>
                <p14:cNvPr id="84" name="Ink 83">
                  <a:extLst>
                    <a:ext uri="{FF2B5EF4-FFF2-40B4-BE49-F238E27FC236}">
                      <a16:creationId xmlns:a16="http://schemas.microsoft.com/office/drawing/2014/main" id="{CCB4B28E-0EFE-5E37-48A0-33DE6EB11EC7}"/>
                    </a:ext>
                  </a:extLst>
                </p14:cNvPr>
                <p14:cNvContentPartPr/>
                <p14:nvPr/>
              </p14:nvContentPartPr>
              <p14:xfrm>
                <a:off x="2633903" y="2675545"/>
                <a:ext cx="198720" cy="64440"/>
              </p14:xfrm>
            </p:contentPart>
          </mc:Choice>
          <mc:Fallback xmlns="">
            <p:pic>
              <p:nvPicPr>
                <p:cNvPr id="154" name="Ink 153">
                  <a:extLst>
                    <a:ext uri="{FF2B5EF4-FFF2-40B4-BE49-F238E27FC236}">
                      <a16:creationId xmlns:a16="http://schemas.microsoft.com/office/drawing/2014/main" id="{0E4F17C4-C81D-54F9-89EB-CD7DEC5A25D5}"/>
                    </a:ext>
                  </a:extLst>
                </p:cNvPr>
                <p:cNvPicPr/>
                <p:nvPr/>
              </p:nvPicPr>
              <p:blipFill>
                <a:blip r:embed="rId196"/>
                <a:stretch>
                  <a:fillRect/>
                </a:stretch>
              </p:blipFill>
              <p:spPr>
                <a:xfrm>
                  <a:off x="2624903" y="2666905"/>
                  <a:ext cx="216360" cy="82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7">
              <p14:nvContentPartPr>
                <p14:cNvPr id="85" name="Ink 84">
                  <a:extLst>
                    <a:ext uri="{FF2B5EF4-FFF2-40B4-BE49-F238E27FC236}">
                      <a16:creationId xmlns:a16="http://schemas.microsoft.com/office/drawing/2014/main" id="{57244B42-7D1B-ECFC-60C7-E886F852A707}"/>
                    </a:ext>
                  </a:extLst>
                </p14:cNvPr>
                <p14:cNvContentPartPr/>
                <p14:nvPr/>
              </p14:nvContentPartPr>
              <p14:xfrm>
                <a:off x="1981583" y="2681305"/>
                <a:ext cx="313200" cy="101880"/>
              </p14:xfrm>
            </p:contentPart>
          </mc:Choice>
          <mc:Fallback xmlns="">
            <p:pic>
              <p:nvPicPr>
                <p:cNvPr id="156" name="Ink 155">
                  <a:extLst>
                    <a:ext uri="{FF2B5EF4-FFF2-40B4-BE49-F238E27FC236}">
                      <a16:creationId xmlns:a16="http://schemas.microsoft.com/office/drawing/2014/main" id="{50688172-483E-8E6D-B1C9-8F4B6D5D1B5B}"/>
                    </a:ext>
                  </a:extLst>
                </p:cNvPr>
                <p:cNvPicPr/>
                <p:nvPr/>
              </p:nvPicPr>
              <p:blipFill>
                <a:blip r:embed="rId198"/>
                <a:stretch>
                  <a:fillRect/>
                </a:stretch>
              </p:blipFill>
              <p:spPr>
                <a:xfrm>
                  <a:off x="1972583" y="2672665"/>
                  <a:ext cx="330840" cy="119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9">
              <p14:nvContentPartPr>
                <p14:cNvPr id="86" name="Ink 85">
                  <a:extLst>
                    <a:ext uri="{FF2B5EF4-FFF2-40B4-BE49-F238E27FC236}">
                      <a16:creationId xmlns:a16="http://schemas.microsoft.com/office/drawing/2014/main" id="{B213F489-FC91-58DB-3176-57533BD34BB0}"/>
                    </a:ext>
                  </a:extLst>
                </p14:cNvPr>
                <p14:cNvContentPartPr/>
                <p14:nvPr/>
              </p14:nvContentPartPr>
              <p14:xfrm>
                <a:off x="1981943" y="2726665"/>
                <a:ext cx="296640" cy="90000"/>
              </p14:xfrm>
            </p:contentPart>
          </mc:Choice>
          <mc:Fallback xmlns="">
            <p:pic>
              <p:nvPicPr>
                <p:cNvPr id="161" name="Ink 160">
                  <a:extLst>
                    <a:ext uri="{FF2B5EF4-FFF2-40B4-BE49-F238E27FC236}">
                      <a16:creationId xmlns:a16="http://schemas.microsoft.com/office/drawing/2014/main" id="{4281979C-226A-0214-80D5-6E281AE43A0C}"/>
                    </a:ext>
                  </a:extLst>
                </p:cNvPr>
                <p:cNvPicPr/>
                <p:nvPr/>
              </p:nvPicPr>
              <p:blipFill>
                <a:blip r:embed="rId200"/>
                <a:stretch>
                  <a:fillRect/>
                </a:stretch>
              </p:blipFill>
              <p:spPr>
                <a:xfrm>
                  <a:off x="1972943" y="2718025"/>
                  <a:ext cx="314280" cy="107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01">
              <p14:nvContentPartPr>
                <p14:cNvPr id="87" name="Ink 86">
                  <a:extLst>
                    <a:ext uri="{FF2B5EF4-FFF2-40B4-BE49-F238E27FC236}">
                      <a16:creationId xmlns:a16="http://schemas.microsoft.com/office/drawing/2014/main" id="{C768BCFB-EF36-F75D-C010-AA6E42269940}"/>
                    </a:ext>
                  </a:extLst>
                </p14:cNvPr>
                <p14:cNvContentPartPr/>
                <p14:nvPr/>
              </p14:nvContentPartPr>
              <p14:xfrm>
                <a:off x="2616623" y="2699305"/>
                <a:ext cx="225360" cy="79560"/>
              </p14:xfrm>
            </p:contentPart>
          </mc:Choice>
          <mc:Fallback xmlns="">
            <p:pic>
              <p:nvPicPr>
                <p:cNvPr id="162" name="Ink 161">
                  <a:extLst>
                    <a:ext uri="{FF2B5EF4-FFF2-40B4-BE49-F238E27FC236}">
                      <a16:creationId xmlns:a16="http://schemas.microsoft.com/office/drawing/2014/main" id="{D3A3BB54-1D0B-7041-DC04-0EB56A3988B1}"/>
                    </a:ext>
                  </a:extLst>
                </p:cNvPr>
                <p:cNvPicPr/>
                <p:nvPr/>
              </p:nvPicPr>
              <p:blipFill>
                <a:blip r:embed="rId202"/>
                <a:stretch>
                  <a:fillRect/>
                </a:stretch>
              </p:blipFill>
              <p:spPr>
                <a:xfrm>
                  <a:off x="2607983" y="2690305"/>
                  <a:ext cx="243000" cy="97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3">
            <p14:nvContentPartPr>
              <p14:cNvPr id="88" name="Ink 87">
                <a:extLst>
                  <a:ext uri="{FF2B5EF4-FFF2-40B4-BE49-F238E27FC236}">
                    <a16:creationId xmlns:a16="http://schemas.microsoft.com/office/drawing/2014/main" id="{51C3A11A-266C-946A-7F52-B55A265EE321}"/>
                  </a:ext>
                </a:extLst>
              </p14:cNvPr>
              <p14:cNvContentPartPr/>
              <p14:nvPr/>
            </p14:nvContentPartPr>
            <p14:xfrm>
              <a:off x="2738303" y="2211865"/>
              <a:ext cx="470520" cy="439560"/>
            </p14:xfrm>
          </p:contentPart>
        </mc:Choice>
        <mc:Fallback xmlns="">
          <p:pic>
            <p:nvPicPr>
              <p:cNvPr id="88" name="Ink 87">
                <a:extLst>
                  <a:ext uri="{FF2B5EF4-FFF2-40B4-BE49-F238E27FC236}">
                    <a16:creationId xmlns:a16="http://schemas.microsoft.com/office/drawing/2014/main" id="{51C3A11A-266C-946A-7F52-B55A265EE321}"/>
                  </a:ext>
                </a:extLst>
              </p:cNvPr>
              <p:cNvPicPr/>
              <p:nvPr/>
            </p:nvPicPr>
            <p:blipFill>
              <a:blip r:embed="rId204"/>
              <a:stretch>
                <a:fillRect/>
              </a:stretch>
            </p:blipFill>
            <p:spPr>
              <a:xfrm>
                <a:off x="2732183" y="2205745"/>
                <a:ext cx="482760" cy="451800"/>
              </a:xfrm>
              <a:prstGeom prst="rect">
                <a:avLst/>
              </a:prstGeom>
            </p:spPr>
          </p:pic>
        </mc:Fallback>
      </mc:AlternateContent>
      <p:grpSp>
        <p:nvGrpSpPr>
          <p:cNvPr id="89" name="Group 88">
            <a:extLst>
              <a:ext uri="{FF2B5EF4-FFF2-40B4-BE49-F238E27FC236}">
                <a16:creationId xmlns:a16="http://schemas.microsoft.com/office/drawing/2014/main" id="{D54B6A05-89E4-D9C2-9343-5199FE1AF8E3}"/>
              </a:ext>
            </a:extLst>
          </p:cNvPr>
          <p:cNvGrpSpPr/>
          <p:nvPr/>
        </p:nvGrpSpPr>
        <p:grpSpPr>
          <a:xfrm>
            <a:off x="2596463" y="1926025"/>
            <a:ext cx="758880" cy="556200"/>
            <a:chOff x="2596463" y="1926025"/>
            <a:chExt cx="758880" cy="556200"/>
          </a:xfrm>
        </p:grpSpPr>
        <mc:AlternateContent xmlns:mc="http://schemas.openxmlformats.org/markup-compatibility/2006" xmlns:p14="http://schemas.microsoft.com/office/powerpoint/2010/main">
          <mc:Choice Requires="p14">
            <p:contentPart p14:bwMode="auto" r:id="rId205">
              <p14:nvContentPartPr>
                <p14:cNvPr id="90" name="Ink 89">
                  <a:extLst>
                    <a:ext uri="{FF2B5EF4-FFF2-40B4-BE49-F238E27FC236}">
                      <a16:creationId xmlns:a16="http://schemas.microsoft.com/office/drawing/2014/main" id="{32BBA270-4F40-BD64-A1A7-4E5CA98B3758}"/>
                    </a:ext>
                  </a:extLst>
                </p14:cNvPr>
                <p14:cNvContentPartPr/>
                <p14:nvPr/>
              </p14:nvContentPartPr>
              <p14:xfrm>
                <a:off x="2687543" y="1926025"/>
                <a:ext cx="591480" cy="523800"/>
              </p14:xfrm>
            </p:contentPart>
          </mc:Choice>
          <mc:Fallback xmlns="">
            <p:pic>
              <p:nvPicPr>
                <p:cNvPr id="230" name="Ink 229">
                  <a:extLst>
                    <a:ext uri="{FF2B5EF4-FFF2-40B4-BE49-F238E27FC236}">
                      <a16:creationId xmlns:a16="http://schemas.microsoft.com/office/drawing/2014/main" id="{38CA681C-87FF-4AEB-8894-BA088DCF99C7}"/>
                    </a:ext>
                  </a:extLst>
                </p:cNvPr>
                <p:cNvPicPr/>
                <p:nvPr/>
              </p:nvPicPr>
              <p:blipFill>
                <a:blip r:embed="rId206"/>
                <a:stretch>
                  <a:fillRect/>
                </a:stretch>
              </p:blipFill>
              <p:spPr>
                <a:xfrm>
                  <a:off x="2681423" y="1919905"/>
                  <a:ext cx="603720" cy="53604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91" name="Ink 90">
                  <a:extLst>
                    <a:ext uri="{FF2B5EF4-FFF2-40B4-BE49-F238E27FC236}">
                      <a16:creationId xmlns:a16="http://schemas.microsoft.com/office/drawing/2014/main" id="{E40DFA65-9D66-EA6B-BEE3-5B5B3FBC9D87}"/>
                    </a:ext>
                  </a:extLst>
                </p14:cNvPr>
                <p14:cNvContentPartPr/>
                <p14:nvPr/>
              </p14:nvContentPartPr>
              <p14:xfrm>
                <a:off x="2845223" y="2136985"/>
                <a:ext cx="93960" cy="59040"/>
              </p14:xfrm>
            </p:contentPart>
          </mc:Choice>
          <mc:Fallback xmlns="">
            <p:pic>
              <p:nvPicPr>
                <p:cNvPr id="231" name="Ink 230">
                  <a:extLst>
                    <a:ext uri="{FF2B5EF4-FFF2-40B4-BE49-F238E27FC236}">
                      <a16:creationId xmlns:a16="http://schemas.microsoft.com/office/drawing/2014/main" id="{7DDE7F29-73C6-0DC1-DC60-01C3EC77912E}"/>
                    </a:ext>
                  </a:extLst>
                </p:cNvPr>
                <p:cNvPicPr/>
                <p:nvPr/>
              </p:nvPicPr>
              <p:blipFill>
                <a:blip r:embed="rId208"/>
                <a:stretch>
                  <a:fillRect/>
                </a:stretch>
              </p:blipFill>
              <p:spPr>
                <a:xfrm>
                  <a:off x="2839103" y="2130865"/>
                  <a:ext cx="1062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92" name="Ink 91">
                  <a:extLst>
                    <a:ext uri="{FF2B5EF4-FFF2-40B4-BE49-F238E27FC236}">
                      <a16:creationId xmlns:a16="http://schemas.microsoft.com/office/drawing/2014/main" id="{4C6E560B-AB94-A67D-5F51-388CA2B79D23}"/>
                    </a:ext>
                  </a:extLst>
                </p14:cNvPr>
                <p14:cNvContentPartPr/>
                <p14:nvPr/>
              </p14:nvContentPartPr>
              <p14:xfrm>
                <a:off x="3043223" y="2138425"/>
                <a:ext cx="79560" cy="46080"/>
              </p14:xfrm>
            </p:contentPart>
          </mc:Choice>
          <mc:Fallback xmlns="">
            <p:pic>
              <p:nvPicPr>
                <p:cNvPr id="232" name="Ink 231">
                  <a:extLst>
                    <a:ext uri="{FF2B5EF4-FFF2-40B4-BE49-F238E27FC236}">
                      <a16:creationId xmlns:a16="http://schemas.microsoft.com/office/drawing/2014/main" id="{DFD57DAE-5570-A608-7B68-A40B8FEF43C8}"/>
                    </a:ext>
                  </a:extLst>
                </p:cNvPr>
                <p:cNvPicPr/>
                <p:nvPr/>
              </p:nvPicPr>
              <p:blipFill>
                <a:blip r:embed="rId210"/>
                <a:stretch>
                  <a:fillRect/>
                </a:stretch>
              </p:blipFill>
              <p:spPr>
                <a:xfrm>
                  <a:off x="3037103" y="2132305"/>
                  <a:ext cx="9180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93" name="Ink 92">
                  <a:extLst>
                    <a:ext uri="{FF2B5EF4-FFF2-40B4-BE49-F238E27FC236}">
                      <a16:creationId xmlns:a16="http://schemas.microsoft.com/office/drawing/2014/main" id="{834D5942-ABFB-C706-0F66-21F3B788826A}"/>
                    </a:ext>
                  </a:extLst>
                </p14:cNvPr>
                <p14:cNvContentPartPr/>
                <p14:nvPr/>
              </p14:nvContentPartPr>
              <p14:xfrm>
                <a:off x="2596463" y="2148505"/>
                <a:ext cx="119160" cy="281520"/>
              </p14:xfrm>
            </p:contentPart>
          </mc:Choice>
          <mc:Fallback xmlns="">
            <p:pic>
              <p:nvPicPr>
                <p:cNvPr id="234" name="Ink 233">
                  <a:extLst>
                    <a:ext uri="{FF2B5EF4-FFF2-40B4-BE49-F238E27FC236}">
                      <a16:creationId xmlns:a16="http://schemas.microsoft.com/office/drawing/2014/main" id="{A2507295-EDB4-8847-CB88-11D403D2FC86}"/>
                    </a:ext>
                  </a:extLst>
                </p:cNvPr>
                <p:cNvPicPr/>
                <p:nvPr/>
              </p:nvPicPr>
              <p:blipFill>
                <a:blip r:embed="rId212"/>
                <a:stretch>
                  <a:fillRect/>
                </a:stretch>
              </p:blipFill>
              <p:spPr>
                <a:xfrm>
                  <a:off x="2590343" y="2142385"/>
                  <a:ext cx="13140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94" name="Ink 93">
                  <a:extLst>
                    <a:ext uri="{FF2B5EF4-FFF2-40B4-BE49-F238E27FC236}">
                      <a16:creationId xmlns:a16="http://schemas.microsoft.com/office/drawing/2014/main" id="{F51964F7-AB08-17EE-6E66-EF3C35F4E9DA}"/>
                    </a:ext>
                  </a:extLst>
                </p14:cNvPr>
                <p14:cNvContentPartPr/>
                <p14:nvPr/>
              </p14:nvContentPartPr>
              <p14:xfrm>
                <a:off x="3176783" y="2173705"/>
                <a:ext cx="178560" cy="246960"/>
              </p14:xfrm>
            </p:contentPart>
          </mc:Choice>
          <mc:Fallback xmlns="">
            <p:pic>
              <p:nvPicPr>
                <p:cNvPr id="236" name="Ink 235">
                  <a:extLst>
                    <a:ext uri="{FF2B5EF4-FFF2-40B4-BE49-F238E27FC236}">
                      <a16:creationId xmlns:a16="http://schemas.microsoft.com/office/drawing/2014/main" id="{EBEBF795-4C21-9D90-5363-143669DB6C09}"/>
                    </a:ext>
                  </a:extLst>
                </p:cNvPr>
                <p:cNvPicPr/>
                <p:nvPr/>
              </p:nvPicPr>
              <p:blipFill>
                <a:blip r:embed="rId214"/>
                <a:stretch>
                  <a:fillRect/>
                </a:stretch>
              </p:blipFill>
              <p:spPr>
                <a:xfrm>
                  <a:off x="3170663" y="2167585"/>
                  <a:ext cx="19080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95" name="Ink 94">
                  <a:extLst>
                    <a:ext uri="{FF2B5EF4-FFF2-40B4-BE49-F238E27FC236}">
                      <a16:creationId xmlns:a16="http://schemas.microsoft.com/office/drawing/2014/main" id="{80C92889-E81B-634F-7C8D-82855F3525BE}"/>
                    </a:ext>
                  </a:extLst>
                </p14:cNvPr>
                <p14:cNvContentPartPr/>
                <p14:nvPr/>
              </p14:nvContentPartPr>
              <p14:xfrm>
                <a:off x="2910743" y="2415985"/>
                <a:ext cx="166320" cy="66240"/>
              </p14:xfrm>
            </p:contentPart>
          </mc:Choice>
          <mc:Fallback xmlns="">
            <p:pic>
              <p:nvPicPr>
                <p:cNvPr id="238" name="Ink 237">
                  <a:extLst>
                    <a:ext uri="{FF2B5EF4-FFF2-40B4-BE49-F238E27FC236}">
                      <a16:creationId xmlns:a16="http://schemas.microsoft.com/office/drawing/2014/main" id="{5FFD94A9-4B3A-99BB-E151-29326E61F026}"/>
                    </a:ext>
                  </a:extLst>
                </p:cNvPr>
                <p:cNvPicPr/>
                <p:nvPr/>
              </p:nvPicPr>
              <p:blipFill>
                <a:blip r:embed="rId216"/>
                <a:stretch>
                  <a:fillRect/>
                </a:stretch>
              </p:blipFill>
              <p:spPr>
                <a:xfrm>
                  <a:off x="2904623" y="2409865"/>
                  <a:ext cx="178560" cy="78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7">
            <p14:nvContentPartPr>
              <p14:cNvPr id="96" name="Ink 95">
                <a:extLst>
                  <a:ext uri="{FF2B5EF4-FFF2-40B4-BE49-F238E27FC236}">
                    <a16:creationId xmlns:a16="http://schemas.microsoft.com/office/drawing/2014/main" id="{3D958CF8-015E-F96E-6134-0706039F7913}"/>
                  </a:ext>
                </a:extLst>
              </p14:cNvPr>
              <p14:cNvContentPartPr/>
              <p14:nvPr/>
            </p14:nvContentPartPr>
            <p14:xfrm>
              <a:off x="2567303" y="2837545"/>
              <a:ext cx="495360" cy="272880"/>
            </p14:xfrm>
          </p:contentPart>
        </mc:Choice>
        <mc:Fallback xmlns="">
          <p:pic>
            <p:nvPicPr>
              <p:cNvPr id="96" name="Ink 95">
                <a:extLst>
                  <a:ext uri="{FF2B5EF4-FFF2-40B4-BE49-F238E27FC236}">
                    <a16:creationId xmlns:a16="http://schemas.microsoft.com/office/drawing/2014/main" id="{3D958CF8-015E-F96E-6134-0706039F7913}"/>
                  </a:ext>
                </a:extLst>
              </p:cNvPr>
              <p:cNvPicPr/>
              <p:nvPr/>
            </p:nvPicPr>
            <p:blipFill>
              <a:blip r:embed="rId218"/>
              <a:stretch>
                <a:fillRect/>
              </a:stretch>
            </p:blipFill>
            <p:spPr>
              <a:xfrm>
                <a:off x="2561183" y="2831425"/>
                <a:ext cx="50760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97" name="Ink 96">
                <a:extLst>
                  <a:ext uri="{FF2B5EF4-FFF2-40B4-BE49-F238E27FC236}">
                    <a16:creationId xmlns:a16="http://schemas.microsoft.com/office/drawing/2014/main" id="{59026E6F-4803-5948-44E6-0D1E5EBAF305}"/>
                  </a:ext>
                </a:extLst>
              </p14:cNvPr>
              <p14:cNvContentPartPr/>
              <p14:nvPr/>
            </p14:nvContentPartPr>
            <p14:xfrm>
              <a:off x="2495303" y="3117985"/>
              <a:ext cx="325800" cy="213840"/>
            </p14:xfrm>
          </p:contentPart>
        </mc:Choice>
        <mc:Fallback xmlns="">
          <p:pic>
            <p:nvPicPr>
              <p:cNvPr id="97" name="Ink 96">
                <a:extLst>
                  <a:ext uri="{FF2B5EF4-FFF2-40B4-BE49-F238E27FC236}">
                    <a16:creationId xmlns:a16="http://schemas.microsoft.com/office/drawing/2014/main" id="{59026E6F-4803-5948-44E6-0D1E5EBAF305}"/>
                  </a:ext>
                </a:extLst>
              </p:cNvPr>
              <p:cNvPicPr/>
              <p:nvPr/>
            </p:nvPicPr>
            <p:blipFill>
              <a:blip r:embed="rId220"/>
              <a:stretch>
                <a:fillRect/>
              </a:stretch>
            </p:blipFill>
            <p:spPr>
              <a:xfrm>
                <a:off x="2489176" y="3111865"/>
                <a:ext cx="338054"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98" name="Ink 97">
                <a:extLst>
                  <a:ext uri="{FF2B5EF4-FFF2-40B4-BE49-F238E27FC236}">
                    <a16:creationId xmlns:a16="http://schemas.microsoft.com/office/drawing/2014/main" id="{AB7889F2-322B-DF26-A75B-B1DFC08128D5}"/>
                  </a:ext>
                </a:extLst>
              </p14:cNvPr>
              <p14:cNvContentPartPr/>
              <p14:nvPr/>
            </p14:nvContentPartPr>
            <p14:xfrm>
              <a:off x="2774663" y="3319225"/>
              <a:ext cx="193680" cy="42480"/>
            </p14:xfrm>
          </p:contentPart>
        </mc:Choice>
        <mc:Fallback xmlns="">
          <p:pic>
            <p:nvPicPr>
              <p:cNvPr id="98" name="Ink 97">
                <a:extLst>
                  <a:ext uri="{FF2B5EF4-FFF2-40B4-BE49-F238E27FC236}">
                    <a16:creationId xmlns:a16="http://schemas.microsoft.com/office/drawing/2014/main" id="{AB7889F2-322B-DF26-A75B-B1DFC08128D5}"/>
                  </a:ext>
                </a:extLst>
              </p:cNvPr>
              <p:cNvPicPr/>
              <p:nvPr/>
            </p:nvPicPr>
            <p:blipFill>
              <a:blip r:embed="rId222"/>
              <a:stretch>
                <a:fillRect/>
              </a:stretch>
            </p:blipFill>
            <p:spPr>
              <a:xfrm>
                <a:off x="2768554" y="3313105"/>
                <a:ext cx="205897"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99" name="Ink 98">
                <a:extLst>
                  <a:ext uri="{FF2B5EF4-FFF2-40B4-BE49-F238E27FC236}">
                    <a16:creationId xmlns:a16="http://schemas.microsoft.com/office/drawing/2014/main" id="{8486CB39-2431-301F-57DA-71969AA10D9B}"/>
                  </a:ext>
                </a:extLst>
              </p14:cNvPr>
              <p14:cNvContentPartPr/>
              <p14:nvPr/>
            </p14:nvContentPartPr>
            <p14:xfrm>
              <a:off x="2936303" y="3124105"/>
              <a:ext cx="10800" cy="207720"/>
            </p14:xfrm>
          </p:contentPart>
        </mc:Choice>
        <mc:Fallback xmlns="">
          <p:pic>
            <p:nvPicPr>
              <p:cNvPr id="99" name="Ink 98">
                <a:extLst>
                  <a:ext uri="{FF2B5EF4-FFF2-40B4-BE49-F238E27FC236}">
                    <a16:creationId xmlns:a16="http://schemas.microsoft.com/office/drawing/2014/main" id="{8486CB39-2431-301F-57DA-71969AA10D9B}"/>
                  </a:ext>
                </a:extLst>
              </p:cNvPr>
              <p:cNvPicPr/>
              <p:nvPr/>
            </p:nvPicPr>
            <p:blipFill>
              <a:blip r:embed="rId224"/>
              <a:stretch>
                <a:fillRect/>
              </a:stretch>
            </p:blipFill>
            <p:spPr>
              <a:xfrm>
                <a:off x="2930380" y="3117985"/>
                <a:ext cx="22645"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00" name="Ink 99">
                <a:extLst>
                  <a:ext uri="{FF2B5EF4-FFF2-40B4-BE49-F238E27FC236}">
                    <a16:creationId xmlns:a16="http://schemas.microsoft.com/office/drawing/2014/main" id="{08C0524C-7F3F-ADDA-021C-020FEE24CCD1}"/>
                  </a:ext>
                </a:extLst>
              </p14:cNvPr>
              <p14:cNvContentPartPr/>
              <p14:nvPr/>
            </p14:nvContentPartPr>
            <p14:xfrm>
              <a:off x="2760983" y="3343705"/>
              <a:ext cx="175320" cy="48600"/>
            </p14:xfrm>
          </p:contentPart>
        </mc:Choice>
        <mc:Fallback xmlns="">
          <p:pic>
            <p:nvPicPr>
              <p:cNvPr id="100" name="Ink 99">
                <a:extLst>
                  <a:ext uri="{FF2B5EF4-FFF2-40B4-BE49-F238E27FC236}">
                    <a16:creationId xmlns:a16="http://schemas.microsoft.com/office/drawing/2014/main" id="{08C0524C-7F3F-ADDA-021C-020FEE24CCD1}"/>
                  </a:ext>
                </a:extLst>
              </p:cNvPr>
              <p:cNvPicPr/>
              <p:nvPr/>
            </p:nvPicPr>
            <p:blipFill>
              <a:blip r:embed="rId226"/>
              <a:stretch>
                <a:fillRect/>
              </a:stretch>
            </p:blipFill>
            <p:spPr>
              <a:xfrm>
                <a:off x="2754863" y="3337585"/>
                <a:ext cx="18756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01" name="Ink 100">
                <a:extLst>
                  <a:ext uri="{FF2B5EF4-FFF2-40B4-BE49-F238E27FC236}">
                    <a16:creationId xmlns:a16="http://schemas.microsoft.com/office/drawing/2014/main" id="{235900D2-900A-47DA-7737-18A9CDC590F1}"/>
                  </a:ext>
                </a:extLst>
              </p14:cNvPr>
              <p14:cNvContentPartPr/>
              <p14:nvPr/>
            </p14:nvContentPartPr>
            <p14:xfrm>
              <a:off x="2488103" y="3335065"/>
              <a:ext cx="215640" cy="25560"/>
            </p14:xfrm>
          </p:contentPart>
        </mc:Choice>
        <mc:Fallback xmlns="">
          <p:pic>
            <p:nvPicPr>
              <p:cNvPr id="101" name="Ink 100">
                <a:extLst>
                  <a:ext uri="{FF2B5EF4-FFF2-40B4-BE49-F238E27FC236}">
                    <a16:creationId xmlns:a16="http://schemas.microsoft.com/office/drawing/2014/main" id="{235900D2-900A-47DA-7737-18A9CDC590F1}"/>
                  </a:ext>
                </a:extLst>
              </p:cNvPr>
              <p:cNvPicPr/>
              <p:nvPr/>
            </p:nvPicPr>
            <p:blipFill>
              <a:blip r:embed="rId228"/>
              <a:stretch>
                <a:fillRect/>
              </a:stretch>
            </p:blipFill>
            <p:spPr>
              <a:xfrm>
                <a:off x="2481983" y="3328945"/>
                <a:ext cx="227880" cy="37800"/>
              </a:xfrm>
              <a:prstGeom prst="rect">
                <a:avLst/>
              </a:prstGeom>
            </p:spPr>
          </p:pic>
        </mc:Fallback>
      </mc:AlternateContent>
      <p:grpSp>
        <p:nvGrpSpPr>
          <p:cNvPr id="102" name="Group 101">
            <a:extLst>
              <a:ext uri="{FF2B5EF4-FFF2-40B4-BE49-F238E27FC236}">
                <a16:creationId xmlns:a16="http://schemas.microsoft.com/office/drawing/2014/main" id="{B645DD44-A395-A800-4D90-C4D6EDFD0179}"/>
              </a:ext>
            </a:extLst>
          </p:cNvPr>
          <p:cNvGrpSpPr/>
          <p:nvPr/>
        </p:nvGrpSpPr>
        <p:grpSpPr>
          <a:xfrm>
            <a:off x="2476223" y="2662945"/>
            <a:ext cx="817920" cy="287280"/>
            <a:chOff x="2476223" y="2662945"/>
            <a:chExt cx="817920" cy="287280"/>
          </a:xfrm>
        </p:grpSpPr>
        <mc:AlternateContent xmlns:mc="http://schemas.openxmlformats.org/markup-compatibility/2006" xmlns:p14="http://schemas.microsoft.com/office/powerpoint/2010/main">
          <mc:Choice Requires="p14">
            <p:contentPart p14:bwMode="auto" r:id="rId229">
              <p14:nvContentPartPr>
                <p14:cNvPr id="103" name="Ink 102">
                  <a:extLst>
                    <a:ext uri="{FF2B5EF4-FFF2-40B4-BE49-F238E27FC236}">
                      <a16:creationId xmlns:a16="http://schemas.microsoft.com/office/drawing/2014/main" id="{C7F4875C-6697-53E5-A848-BC498ACD2B30}"/>
                    </a:ext>
                  </a:extLst>
                </p14:cNvPr>
                <p14:cNvContentPartPr/>
                <p14:nvPr/>
              </p14:nvContentPartPr>
              <p14:xfrm>
                <a:off x="2778623" y="2662945"/>
                <a:ext cx="107280" cy="203400"/>
              </p14:xfrm>
            </p:contentPart>
          </mc:Choice>
          <mc:Fallback xmlns="">
            <p:pic>
              <p:nvPicPr>
                <p:cNvPr id="240" name="Ink 239">
                  <a:extLst>
                    <a:ext uri="{FF2B5EF4-FFF2-40B4-BE49-F238E27FC236}">
                      <a16:creationId xmlns:a16="http://schemas.microsoft.com/office/drawing/2014/main" id="{1BC9B8A2-76EF-49A2-0D7B-4BA1B1FBCD71}"/>
                    </a:ext>
                  </a:extLst>
                </p:cNvPr>
                <p:cNvPicPr/>
                <p:nvPr/>
              </p:nvPicPr>
              <p:blipFill>
                <a:blip r:embed="rId230"/>
                <a:stretch>
                  <a:fillRect/>
                </a:stretch>
              </p:blipFill>
              <p:spPr>
                <a:xfrm>
                  <a:off x="2772503" y="2656825"/>
                  <a:ext cx="11952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04" name="Ink 103">
                  <a:extLst>
                    <a:ext uri="{FF2B5EF4-FFF2-40B4-BE49-F238E27FC236}">
                      <a16:creationId xmlns:a16="http://schemas.microsoft.com/office/drawing/2014/main" id="{4DB54CEF-1C11-03F7-8C9D-0C29BD4B6308}"/>
                    </a:ext>
                  </a:extLst>
                </p14:cNvPr>
                <p14:cNvContentPartPr/>
                <p14:nvPr/>
              </p14:nvContentPartPr>
              <p14:xfrm>
                <a:off x="2955743" y="2665105"/>
                <a:ext cx="20520" cy="240480"/>
              </p14:xfrm>
            </p:contentPart>
          </mc:Choice>
          <mc:Fallback xmlns="">
            <p:pic>
              <p:nvPicPr>
                <p:cNvPr id="241" name="Ink 240">
                  <a:extLst>
                    <a:ext uri="{FF2B5EF4-FFF2-40B4-BE49-F238E27FC236}">
                      <a16:creationId xmlns:a16="http://schemas.microsoft.com/office/drawing/2014/main" id="{BCB3A2D2-B7FC-DC1C-C3DF-6B1A4E184F01}"/>
                    </a:ext>
                  </a:extLst>
                </p:cNvPr>
                <p:cNvPicPr/>
                <p:nvPr/>
              </p:nvPicPr>
              <p:blipFill>
                <a:blip r:embed="rId232"/>
                <a:stretch>
                  <a:fillRect/>
                </a:stretch>
              </p:blipFill>
              <p:spPr>
                <a:xfrm>
                  <a:off x="2949623" y="2658985"/>
                  <a:ext cx="3276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05" name="Ink 104">
                  <a:extLst>
                    <a:ext uri="{FF2B5EF4-FFF2-40B4-BE49-F238E27FC236}">
                      <a16:creationId xmlns:a16="http://schemas.microsoft.com/office/drawing/2014/main" id="{73047003-C0CE-28A5-E000-E30A908F328B}"/>
                    </a:ext>
                  </a:extLst>
                </p14:cNvPr>
                <p14:cNvContentPartPr/>
                <p14:nvPr/>
              </p14:nvContentPartPr>
              <p14:xfrm>
                <a:off x="2616623" y="2757265"/>
                <a:ext cx="163440" cy="145080"/>
              </p14:xfrm>
            </p:contentPart>
          </mc:Choice>
          <mc:Fallback xmlns="">
            <p:pic>
              <p:nvPicPr>
                <p:cNvPr id="252" name="Ink 251">
                  <a:extLst>
                    <a:ext uri="{FF2B5EF4-FFF2-40B4-BE49-F238E27FC236}">
                      <a16:creationId xmlns:a16="http://schemas.microsoft.com/office/drawing/2014/main" id="{C5B7E38A-34E0-BF26-9A59-3CE9237E8D47}"/>
                    </a:ext>
                  </a:extLst>
                </p:cNvPr>
                <p:cNvPicPr/>
                <p:nvPr/>
              </p:nvPicPr>
              <p:blipFill>
                <a:blip r:embed="rId234"/>
                <a:stretch>
                  <a:fillRect/>
                </a:stretch>
              </p:blipFill>
              <p:spPr>
                <a:xfrm>
                  <a:off x="2610503" y="2751145"/>
                  <a:ext cx="17568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06" name="Ink 105">
                  <a:extLst>
                    <a:ext uri="{FF2B5EF4-FFF2-40B4-BE49-F238E27FC236}">
                      <a16:creationId xmlns:a16="http://schemas.microsoft.com/office/drawing/2014/main" id="{E0A82385-545D-FE09-35E7-C82AAEFE996A}"/>
                    </a:ext>
                  </a:extLst>
                </p14:cNvPr>
                <p14:cNvContentPartPr/>
                <p14:nvPr/>
              </p14:nvContentPartPr>
              <p14:xfrm>
                <a:off x="2564783" y="2733505"/>
                <a:ext cx="95760" cy="47880"/>
              </p14:xfrm>
            </p:contentPart>
          </mc:Choice>
          <mc:Fallback xmlns="">
            <p:pic>
              <p:nvPicPr>
                <p:cNvPr id="255" name="Ink 254">
                  <a:extLst>
                    <a:ext uri="{FF2B5EF4-FFF2-40B4-BE49-F238E27FC236}">
                      <a16:creationId xmlns:a16="http://schemas.microsoft.com/office/drawing/2014/main" id="{90887272-6142-7812-8D58-C1379DFF680B}"/>
                    </a:ext>
                  </a:extLst>
                </p:cNvPr>
                <p:cNvPicPr/>
                <p:nvPr/>
              </p:nvPicPr>
              <p:blipFill>
                <a:blip r:embed="rId236"/>
                <a:stretch>
                  <a:fillRect/>
                </a:stretch>
              </p:blipFill>
              <p:spPr>
                <a:xfrm>
                  <a:off x="2558663" y="2727385"/>
                  <a:ext cx="1080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07" name="Ink 106">
                  <a:extLst>
                    <a:ext uri="{FF2B5EF4-FFF2-40B4-BE49-F238E27FC236}">
                      <a16:creationId xmlns:a16="http://schemas.microsoft.com/office/drawing/2014/main" id="{BFD47129-9013-345B-805A-6A2FD538430E}"/>
                    </a:ext>
                  </a:extLst>
                </p14:cNvPr>
                <p14:cNvContentPartPr/>
                <p14:nvPr/>
              </p14:nvContentPartPr>
              <p14:xfrm>
                <a:off x="2981663" y="2757625"/>
                <a:ext cx="262800" cy="153000"/>
              </p14:xfrm>
            </p:contentPart>
          </mc:Choice>
          <mc:Fallback xmlns="">
            <p:pic>
              <p:nvPicPr>
                <p:cNvPr id="257" name="Ink 256">
                  <a:extLst>
                    <a:ext uri="{FF2B5EF4-FFF2-40B4-BE49-F238E27FC236}">
                      <a16:creationId xmlns:a16="http://schemas.microsoft.com/office/drawing/2014/main" id="{C028D5F4-6F38-0C34-0E09-63CBA3841994}"/>
                    </a:ext>
                  </a:extLst>
                </p:cNvPr>
                <p:cNvPicPr/>
                <p:nvPr/>
              </p:nvPicPr>
              <p:blipFill>
                <a:blip r:embed="rId238"/>
                <a:stretch>
                  <a:fillRect/>
                </a:stretch>
              </p:blipFill>
              <p:spPr>
                <a:xfrm>
                  <a:off x="2975543" y="2751505"/>
                  <a:ext cx="27504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08" name="Ink 107">
                  <a:extLst>
                    <a:ext uri="{FF2B5EF4-FFF2-40B4-BE49-F238E27FC236}">
                      <a16:creationId xmlns:a16="http://schemas.microsoft.com/office/drawing/2014/main" id="{11B9F82F-89BD-B483-4438-802FC84CE792}"/>
                    </a:ext>
                  </a:extLst>
                </p14:cNvPr>
                <p14:cNvContentPartPr/>
                <p14:nvPr/>
              </p14:nvContentPartPr>
              <p14:xfrm>
                <a:off x="2476223" y="2714425"/>
                <a:ext cx="119520" cy="59760"/>
              </p14:xfrm>
            </p:contentPart>
          </mc:Choice>
          <mc:Fallback xmlns="">
            <p:pic>
              <p:nvPicPr>
                <p:cNvPr id="272" name="Ink 271">
                  <a:extLst>
                    <a:ext uri="{FF2B5EF4-FFF2-40B4-BE49-F238E27FC236}">
                      <a16:creationId xmlns:a16="http://schemas.microsoft.com/office/drawing/2014/main" id="{8A427660-48EF-EE6E-A5EB-C69638244F68}"/>
                    </a:ext>
                  </a:extLst>
                </p:cNvPr>
                <p:cNvPicPr/>
                <p:nvPr/>
              </p:nvPicPr>
              <p:blipFill>
                <a:blip r:embed="rId240"/>
                <a:stretch>
                  <a:fillRect/>
                </a:stretch>
              </p:blipFill>
              <p:spPr>
                <a:xfrm>
                  <a:off x="2470103" y="2708305"/>
                  <a:ext cx="1317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09" name="Ink 108">
                  <a:extLst>
                    <a:ext uri="{FF2B5EF4-FFF2-40B4-BE49-F238E27FC236}">
                      <a16:creationId xmlns:a16="http://schemas.microsoft.com/office/drawing/2014/main" id="{1D4E2FFD-A8BE-2EEC-7610-5DA4D93DEEFF}"/>
                    </a:ext>
                  </a:extLst>
                </p14:cNvPr>
                <p14:cNvContentPartPr/>
                <p14:nvPr/>
              </p14:nvContentPartPr>
              <p14:xfrm>
                <a:off x="3204503" y="2712265"/>
                <a:ext cx="89640" cy="114120"/>
              </p14:xfrm>
            </p:contentPart>
          </mc:Choice>
          <mc:Fallback xmlns="">
            <p:pic>
              <p:nvPicPr>
                <p:cNvPr id="274" name="Ink 273">
                  <a:extLst>
                    <a:ext uri="{FF2B5EF4-FFF2-40B4-BE49-F238E27FC236}">
                      <a16:creationId xmlns:a16="http://schemas.microsoft.com/office/drawing/2014/main" id="{EB2193F2-D5C2-CDDD-D774-2AD068B932A0}"/>
                    </a:ext>
                  </a:extLst>
                </p:cNvPr>
                <p:cNvPicPr/>
                <p:nvPr/>
              </p:nvPicPr>
              <p:blipFill>
                <a:blip r:embed="rId242"/>
                <a:stretch>
                  <a:fillRect/>
                </a:stretch>
              </p:blipFill>
              <p:spPr>
                <a:xfrm>
                  <a:off x="3198383" y="2706145"/>
                  <a:ext cx="10188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10" name="Ink 109">
                  <a:extLst>
                    <a:ext uri="{FF2B5EF4-FFF2-40B4-BE49-F238E27FC236}">
                      <a16:creationId xmlns:a16="http://schemas.microsoft.com/office/drawing/2014/main" id="{87011B92-E0E8-A322-0C11-662DEA258C64}"/>
                    </a:ext>
                  </a:extLst>
                </p14:cNvPr>
                <p14:cNvContentPartPr/>
                <p14:nvPr/>
              </p14:nvContentPartPr>
              <p14:xfrm>
                <a:off x="3011903" y="2826025"/>
                <a:ext cx="223920" cy="124200"/>
              </p14:xfrm>
            </p:contentPart>
          </mc:Choice>
          <mc:Fallback xmlns="">
            <p:pic>
              <p:nvPicPr>
                <p:cNvPr id="275" name="Ink 274">
                  <a:extLst>
                    <a:ext uri="{FF2B5EF4-FFF2-40B4-BE49-F238E27FC236}">
                      <a16:creationId xmlns:a16="http://schemas.microsoft.com/office/drawing/2014/main" id="{1076A1EC-2E4B-6D10-9C9C-2C724F3A4768}"/>
                    </a:ext>
                  </a:extLst>
                </p:cNvPr>
                <p:cNvPicPr/>
                <p:nvPr/>
              </p:nvPicPr>
              <p:blipFill>
                <a:blip r:embed="rId244"/>
                <a:stretch>
                  <a:fillRect/>
                </a:stretch>
              </p:blipFill>
              <p:spPr>
                <a:xfrm>
                  <a:off x="3005783" y="2819905"/>
                  <a:ext cx="2361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11" name="Ink 110">
                  <a:extLst>
                    <a:ext uri="{FF2B5EF4-FFF2-40B4-BE49-F238E27FC236}">
                      <a16:creationId xmlns:a16="http://schemas.microsoft.com/office/drawing/2014/main" id="{05A7228C-0213-C04A-C867-ACF997B47E70}"/>
                    </a:ext>
                  </a:extLst>
                </p14:cNvPr>
                <p14:cNvContentPartPr/>
                <p14:nvPr/>
              </p14:nvContentPartPr>
              <p14:xfrm>
                <a:off x="2531303" y="2768425"/>
                <a:ext cx="219240" cy="177480"/>
              </p14:xfrm>
            </p:contentPart>
          </mc:Choice>
          <mc:Fallback xmlns="">
            <p:pic>
              <p:nvPicPr>
                <p:cNvPr id="277" name="Ink 276">
                  <a:extLst>
                    <a:ext uri="{FF2B5EF4-FFF2-40B4-BE49-F238E27FC236}">
                      <a16:creationId xmlns:a16="http://schemas.microsoft.com/office/drawing/2014/main" id="{63C224CB-D7CC-678D-754C-602414D4E0E7}"/>
                    </a:ext>
                  </a:extLst>
                </p:cNvPr>
                <p:cNvPicPr/>
                <p:nvPr/>
              </p:nvPicPr>
              <p:blipFill>
                <a:blip r:embed="rId246"/>
                <a:stretch>
                  <a:fillRect/>
                </a:stretch>
              </p:blipFill>
              <p:spPr>
                <a:xfrm>
                  <a:off x="2525183" y="2762305"/>
                  <a:ext cx="23148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12" name="Ink 111">
                  <a:extLst>
                    <a:ext uri="{FF2B5EF4-FFF2-40B4-BE49-F238E27FC236}">
                      <a16:creationId xmlns:a16="http://schemas.microsoft.com/office/drawing/2014/main" id="{732B4E60-29E3-EF4A-DF0E-88D135A2DDCB}"/>
                    </a:ext>
                  </a:extLst>
                </p14:cNvPr>
                <p14:cNvContentPartPr/>
                <p14:nvPr/>
              </p14:nvContentPartPr>
              <p14:xfrm>
                <a:off x="3216383" y="2723425"/>
                <a:ext cx="77040" cy="91080"/>
              </p14:xfrm>
            </p:contentPart>
          </mc:Choice>
          <mc:Fallback xmlns="">
            <p:pic>
              <p:nvPicPr>
                <p:cNvPr id="279" name="Ink 278">
                  <a:extLst>
                    <a:ext uri="{FF2B5EF4-FFF2-40B4-BE49-F238E27FC236}">
                      <a16:creationId xmlns:a16="http://schemas.microsoft.com/office/drawing/2014/main" id="{75115775-2FBC-5C6A-9EA1-075B8159E7CF}"/>
                    </a:ext>
                  </a:extLst>
                </p:cNvPr>
                <p:cNvPicPr/>
                <p:nvPr/>
              </p:nvPicPr>
              <p:blipFill>
                <a:blip r:embed="rId248"/>
                <a:stretch>
                  <a:fillRect/>
                </a:stretch>
              </p:blipFill>
              <p:spPr>
                <a:xfrm>
                  <a:off x="3210263" y="2717305"/>
                  <a:ext cx="8928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13" name="Ink 112">
                  <a:extLst>
                    <a:ext uri="{FF2B5EF4-FFF2-40B4-BE49-F238E27FC236}">
                      <a16:creationId xmlns:a16="http://schemas.microsoft.com/office/drawing/2014/main" id="{4171587C-B73A-64C2-DEAA-92333B403BAF}"/>
                    </a:ext>
                  </a:extLst>
                </p14:cNvPr>
                <p14:cNvContentPartPr/>
                <p14:nvPr/>
              </p14:nvContentPartPr>
              <p14:xfrm>
                <a:off x="2520143" y="2741065"/>
                <a:ext cx="73440" cy="22680"/>
              </p14:xfrm>
            </p:contentPart>
          </mc:Choice>
          <mc:Fallback xmlns="">
            <p:pic>
              <p:nvPicPr>
                <p:cNvPr id="281" name="Ink 280">
                  <a:extLst>
                    <a:ext uri="{FF2B5EF4-FFF2-40B4-BE49-F238E27FC236}">
                      <a16:creationId xmlns:a16="http://schemas.microsoft.com/office/drawing/2014/main" id="{D6746A18-8206-7B74-8D60-1BC6EAF2B935}"/>
                    </a:ext>
                  </a:extLst>
                </p:cNvPr>
                <p:cNvPicPr/>
                <p:nvPr/>
              </p:nvPicPr>
              <p:blipFill>
                <a:blip r:embed="rId250"/>
                <a:stretch>
                  <a:fillRect/>
                </a:stretch>
              </p:blipFill>
              <p:spPr>
                <a:xfrm>
                  <a:off x="2514023" y="2734945"/>
                  <a:ext cx="85680" cy="34920"/>
                </a:xfrm>
                <a:prstGeom prst="rect">
                  <a:avLst/>
                </a:prstGeom>
              </p:spPr>
            </p:pic>
          </mc:Fallback>
        </mc:AlternateContent>
      </p:grpSp>
      <p:grpSp>
        <p:nvGrpSpPr>
          <p:cNvPr id="120" name="Group 119">
            <a:extLst>
              <a:ext uri="{FF2B5EF4-FFF2-40B4-BE49-F238E27FC236}">
                <a16:creationId xmlns:a16="http://schemas.microsoft.com/office/drawing/2014/main" id="{4BADF83E-A91D-23B4-81D4-CEFEDB001857}"/>
              </a:ext>
            </a:extLst>
          </p:cNvPr>
          <p:cNvGrpSpPr/>
          <p:nvPr/>
        </p:nvGrpSpPr>
        <p:grpSpPr>
          <a:xfrm>
            <a:off x="2887703" y="4677705"/>
            <a:ext cx="569160" cy="523080"/>
            <a:chOff x="2887703" y="4677705"/>
            <a:chExt cx="569160" cy="523080"/>
          </a:xfrm>
        </p:grpSpPr>
        <mc:AlternateContent xmlns:mc="http://schemas.openxmlformats.org/markup-compatibility/2006" xmlns:p14="http://schemas.microsoft.com/office/powerpoint/2010/main">
          <mc:Choice Requires="p14">
            <p:contentPart p14:bwMode="auto" r:id="rId251">
              <p14:nvContentPartPr>
                <p14:cNvPr id="114" name="Ink 113">
                  <a:extLst>
                    <a:ext uri="{FF2B5EF4-FFF2-40B4-BE49-F238E27FC236}">
                      <a16:creationId xmlns:a16="http://schemas.microsoft.com/office/drawing/2014/main" id="{08A25D2E-5853-1732-444F-A37956835E0B}"/>
                    </a:ext>
                  </a:extLst>
                </p14:cNvPr>
                <p14:cNvContentPartPr/>
                <p14:nvPr/>
              </p14:nvContentPartPr>
              <p14:xfrm>
                <a:off x="3357143" y="4886505"/>
                <a:ext cx="13680" cy="314280"/>
              </p14:xfrm>
            </p:contentPart>
          </mc:Choice>
          <mc:Fallback xmlns="">
            <p:pic>
              <p:nvPicPr>
                <p:cNvPr id="114" name="Ink 113">
                  <a:extLst>
                    <a:ext uri="{FF2B5EF4-FFF2-40B4-BE49-F238E27FC236}">
                      <a16:creationId xmlns:a16="http://schemas.microsoft.com/office/drawing/2014/main" id="{08A25D2E-5853-1732-444F-A37956835E0B}"/>
                    </a:ext>
                  </a:extLst>
                </p:cNvPr>
                <p:cNvPicPr/>
                <p:nvPr/>
              </p:nvPicPr>
              <p:blipFill>
                <a:blip r:embed="rId252"/>
                <a:stretch>
                  <a:fillRect/>
                </a:stretch>
              </p:blipFill>
              <p:spPr>
                <a:xfrm>
                  <a:off x="3348503" y="4877865"/>
                  <a:ext cx="31320" cy="33192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15" name="Ink 114">
                  <a:extLst>
                    <a:ext uri="{FF2B5EF4-FFF2-40B4-BE49-F238E27FC236}">
                      <a16:creationId xmlns:a16="http://schemas.microsoft.com/office/drawing/2014/main" id="{B6FF47E5-0096-678D-9CC0-A7732CC45407}"/>
                    </a:ext>
                  </a:extLst>
                </p14:cNvPr>
                <p14:cNvContentPartPr/>
                <p14:nvPr/>
              </p14:nvContentPartPr>
              <p14:xfrm>
                <a:off x="3341303" y="4677705"/>
                <a:ext cx="115560" cy="98280"/>
              </p14:xfrm>
            </p:contentPart>
          </mc:Choice>
          <mc:Fallback xmlns="">
            <p:pic>
              <p:nvPicPr>
                <p:cNvPr id="115" name="Ink 114">
                  <a:extLst>
                    <a:ext uri="{FF2B5EF4-FFF2-40B4-BE49-F238E27FC236}">
                      <a16:creationId xmlns:a16="http://schemas.microsoft.com/office/drawing/2014/main" id="{B6FF47E5-0096-678D-9CC0-A7732CC45407}"/>
                    </a:ext>
                  </a:extLst>
                </p:cNvPr>
                <p:cNvPicPr/>
                <p:nvPr/>
              </p:nvPicPr>
              <p:blipFill>
                <a:blip r:embed="rId254"/>
                <a:stretch>
                  <a:fillRect/>
                </a:stretch>
              </p:blipFill>
              <p:spPr>
                <a:xfrm>
                  <a:off x="3332303" y="4669065"/>
                  <a:ext cx="13320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17" name="Ink 116">
                  <a:extLst>
                    <a:ext uri="{FF2B5EF4-FFF2-40B4-BE49-F238E27FC236}">
                      <a16:creationId xmlns:a16="http://schemas.microsoft.com/office/drawing/2014/main" id="{E5121256-E554-532E-4768-625E317A82D4}"/>
                    </a:ext>
                  </a:extLst>
                </p14:cNvPr>
                <p14:cNvContentPartPr/>
                <p14:nvPr/>
              </p14:nvContentPartPr>
              <p14:xfrm>
                <a:off x="2887703" y="4891905"/>
                <a:ext cx="328320" cy="259920"/>
              </p14:xfrm>
            </p:contentPart>
          </mc:Choice>
          <mc:Fallback xmlns="">
            <p:pic>
              <p:nvPicPr>
                <p:cNvPr id="117" name="Ink 116">
                  <a:extLst>
                    <a:ext uri="{FF2B5EF4-FFF2-40B4-BE49-F238E27FC236}">
                      <a16:creationId xmlns:a16="http://schemas.microsoft.com/office/drawing/2014/main" id="{E5121256-E554-532E-4768-625E317A82D4}"/>
                    </a:ext>
                  </a:extLst>
                </p:cNvPr>
                <p:cNvPicPr/>
                <p:nvPr/>
              </p:nvPicPr>
              <p:blipFill>
                <a:blip r:embed="rId256"/>
                <a:stretch>
                  <a:fillRect/>
                </a:stretch>
              </p:blipFill>
              <p:spPr>
                <a:xfrm>
                  <a:off x="2878703" y="4883265"/>
                  <a:ext cx="34596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18" name="Ink 117">
                  <a:extLst>
                    <a:ext uri="{FF2B5EF4-FFF2-40B4-BE49-F238E27FC236}">
                      <a16:creationId xmlns:a16="http://schemas.microsoft.com/office/drawing/2014/main" id="{0591D8E4-27EE-D31E-DFEA-CD055F58C55D}"/>
                    </a:ext>
                  </a:extLst>
                </p14:cNvPr>
                <p14:cNvContentPartPr/>
                <p14:nvPr/>
              </p14:nvContentPartPr>
              <p14:xfrm>
                <a:off x="3017663" y="4815945"/>
                <a:ext cx="15120" cy="26640"/>
              </p14:xfrm>
            </p:contentPart>
          </mc:Choice>
          <mc:Fallback xmlns="">
            <p:pic>
              <p:nvPicPr>
                <p:cNvPr id="118" name="Ink 117">
                  <a:extLst>
                    <a:ext uri="{FF2B5EF4-FFF2-40B4-BE49-F238E27FC236}">
                      <a16:creationId xmlns:a16="http://schemas.microsoft.com/office/drawing/2014/main" id="{0591D8E4-27EE-D31E-DFEA-CD055F58C55D}"/>
                    </a:ext>
                  </a:extLst>
                </p:cNvPr>
                <p:cNvPicPr/>
                <p:nvPr/>
              </p:nvPicPr>
              <p:blipFill>
                <a:blip r:embed="rId258"/>
                <a:stretch>
                  <a:fillRect/>
                </a:stretch>
              </p:blipFill>
              <p:spPr>
                <a:xfrm>
                  <a:off x="3009023" y="4806945"/>
                  <a:ext cx="32760" cy="44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9">
            <p14:nvContentPartPr>
              <p14:cNvPr id="119" name="Ink 118">
                <a:extLst>
                  <a:ext uri="{FF2B5EF4-FFF2-40B4-BE49-F238E27FC236}">
                    <a16:creationId xmlns:a16="http://schemas.microsoft.com/office/drawing/2014/main" id="{F9BF8572-9734-9326-BAD5-A129367C833E}"/>
                  </a:ext>
                </a:extLst>
              </p14:cNvPr>
              <p14:cNvContentPartPr/>
              <p14:nvPr/>
            </p14:nvContentPartPr>
            <p14:xfrm>
              <a:off x="3122423" y="5341545"/>
              <a:ext cx="129960" cy="11520"/>
            </p14:xfrm>
          </p:contentPart>
        </mc:Choice>
        <mc:Fallback xmlns="">
          <p:pic>
            <p:nvPicPr>
              <p:cNvPr id="119" name="Ink 118">
                <a:extLst>
                  <a:ext uri="{FF2B5EF4-FFF2-40B4-BE49-F238E27FC236}">
                    <a16:creationId xmlns:a16="http://schemas.microsoft.com/office/drawing/2014/main" id="{F9BF8572-9734-9326-BAD5-A129367C833E}"/>
                  </a:ext>
                </a:extLst>
              </p:cNvPr>
              <p:cNvPicPr/>
              <p:nvPr/>
            </p:nvPicPr>
            <p:blipFill>
              <a:blip r:embed="rId260"/>
              <a:stretch>
                <a:fillRect/>
              </a:stretch>
            </p:blipFill>
            <p:spPr>
              <a:xfrm>
                <a:off x="3113423" y="5332905"/>
                <a:ext cx="1476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28" name="Ink 127">
                <a:extLst>
                  <a:ext uri="{FF2B5EF4-FFF2-40B4-BE49-F238E27FC236}">
                    <a16:creationId xmlns:a16="http://schemas.microsoft.com/office/drawing/2014/main" id="{BDA06A76-B5E2-66D6-2175-E08BF7BE46D6}"/>
                  </a:ext>
                </a:extLst>
              </p14:cNvPr>
              <p14:cNvContentPartPr/>
              <p14:nvPr/>
            </p14:nvContentPartPr>
            <p14:xfrm>
              <a:off x="962423" y="4854825"/>
              <a:ext cx="183960" cy="355320"/>
            </p14:xfrm>
          </p:contentPart>
        </mc:Choice>
        <mc:Fallback xmlns="">
          <p:pic>
            <p:nvPicPr>
              <p:cNvPr id="128" name="Ink 127">
                <a:extLst>
                  <a:ext uri="{FF2B5EF4-FFF2-40B4-BE49-F238E27FC236}">
                    <a16:creationId xmlns:a16="http://schemas.microsoft.com/office/drawing/2014/main" id="{BDA06A76-B5E2-66D6-2175-E08BF7BE46D6}"/>
                  </a:ext>
                </a:extLst>
              </p:cNvPr>
              <p:cNvPicPr/>
              <p:nvPr/>
            </p:nvPicPr>
            <p:blipFill>
              <a:blip r:embed="rId262"/>
              <a:stretch>
                <a:fillRect/>
              </a:stretch>
            </p:blipFill>
            <p:spPr>
              <a:xfrm>
                <a:off x="953783" y="4845825"/>
                <a:ext cx="201600" cy="37296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29" name="Ink 128">
                <a:extLst>
                  <a:ext uri="{FF2B5EF4-FFF2-40B4-BE49-F238E27FC236}">
                    <a16:creationId xmlns:a16="http://schemas.microsoft.com/office/drawing/2014/main" id="{10004715-B7F5-03E8-5E5C-410D46FEA1E3}"/>
                  </a:ext>
                </a:extLst>
              </p14:cNvPr>
              <p14:cNvContentPartPr/>
              <p14:nvPr/>
            </p14:nvContentPartPr>
            <p14:xfrm>
              <a:off x="1031903" y="5334705"/>
              <a:ext cx="57600" cy="55800"/>
            </p14:xfrm>
          </p:contentPart>
        </mc:Choice>
        <mc:Fallback xmlns="">
          <p:pic>
            <p:nvPicPr>
              <p:cNvPr id="129" name="Ink 128">
                <a:extLst>
                  <a:ext uri="{FF2B5EF4-FFF2-40B4-BE49-F238E27FC236}">
                    <a16:creationId xmlns:a16="http://schemas.microsoft.com/office/drawing/2014/main" id="{10004715-B7F5-03E8-5E5C-410D46FEA1E3}"/>
                  </a:ext>
                </a:extLst>
              </p:cNvPr>
              <p:cNvPicPr/>
              <p:nvPr/>
            </p:nvPicPr>
            <p:blipFill>
              <a:blip r:embed="rId264"/>
              <a:stretch>
                <a:fillRect/>
              </a:stretch>
            </p:blipFill>
            <p:spPr>
              <a:xfrm>
                <a:off x="1023263" y="5326065"/>
                <a:ext cx="7524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21" name="Ink 120">
                <a:extLst>
                  <a:ext uri="{FF2B5EF4-FFF2-40B4-BE49-F238E27FC236}">
                    <a16:creationId xmlns:a16="http://schemas.microsoft.com/office/drawing/2014/main" id="{B0E8A757-58B3-6E1F-71EB-1509C4D23409}"/>
                  </a:ext>
                </a:extLst>
              </p14:cNvPr>
              <p14:cNvContentPartPr/>
              <p14:nvPr/>
            </p14:nvContentPartPr>
            <p14:xfrm>
              <a:off x="2580263" y="4863105"/>
              <a:ext cx="42840" cy="356400"/>
            </p14:xfrm>
          </p:contentPart>
        </mc:Choice>
        <mc:Fallback xmlns="">
          <p:pic>
            <p:nvPicPr>
              <p:cNvPr id="121" name="Ink 120">
                <a:extLst>
                  <a:ext uri="{FF2B5EF4-FFF2-40B4-BE49-F238E27FC236}">
                    <a16:creationId xmlns:a16="http://schemas.microsoft.com/office/drawing/2014/main" id="{B0E8A757-58B3-6E1F-71EB-1509C4D23409}"/>
                  </a:ext>
                </a:extLst>
              </p:cNvPr>
              <p:cNvPicPr/>
              <p:nvPr/>
            </p:nvPicPr>
            <p:blipFill>
              <a:blip r:embed="rId266"/>
              <a:stretch>
                <a:fillRect/>
              </a:stretch>
            </p:blipFill>
            <p:spPr>
              <a:xfrm>
                <a:off x="2571263" y="4854465"/>
                <a:ext cx="6048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22" name="Ink 121">
                <a:extLst>
                  <a:ext uri="{FF2B5EF4-FFF2-40B4-BE49-F238E27FC236}">
                    <a16:creationId xmlns:a16="http://schemas.microsoft.com/office/drawing/2014/main" id="{6874E46F-1FAD-8BC6-BE3A-D85E43F27E21}"/>
                  </a:ext>
                </a:extLst>
              </p14:cNvPr>
              <p14:cNvContentPartPr/>
              <p14:nvPr/>
            </p14:nvContentPartPr>
            <p14:xfrm>
              <a:off x="1921103" y="4863465"/>
              <a:ext cx="590400" cy="375480"/>
            </p14:xfrm>
          </p:contentPart>
        </mc:Choice>
        <mc:Fallback xmlns="">
          <p:pic>
            <p:nvPicPr>
              <p:cNvPr id="122" name="Ink 121">
                <a:extLst>
                  <a:ext uri="{FF2B5EF4-FFF2-40B4-BE49-F238E27FC236}">
                    <a16:creationId xmlns:a16="http://schemas.microsoft.com/office/drawing/2014/main" id="{6874E46F-1FAD-8BC6-BE3A-D85E43F27E21}"/>
                  </a:ext>
                </a:extLst>
              </p:cNvPr>
              <p:cNvPicPr/>
              <p:nvPr/>
            </p:nvPicPr>
            <p:blipFill>
              <a:blip r:embed="rId268"/>
              <a:stretch>
                <a:fillRect/>
              </a:stretch>
            </p:blipFill>
            <p:spPr>
              <a:xfrm>
                <a:off x="1912103" y="4854465"/>
                <a:ext cx="608040" cy="39312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23" name="Ink 122">
                <a:extLst>
                  <a:ext uri="{FF2B5EF4-FFF2-40B4-BE49-F238E27FC236}">
                    <a16:creationId xmlns:a16="http://schemas.microsoft.com/office/drawing/2014/main" id="{3801710B-9EE1-030B-3740-F2F241DC8FB5}"/>
                  </a:ext>
                </a:extLst>
              </p14:cNvPr>
              <p14:cNvContentPartPr/>
              <p14:nvPr/>
            </p14:nvContentPartPr>
            <p14:xfrm>
              <a:off x="2190023" y="5274945"/>
              <a:ext cx="37800" cy="27000"/>
            </p14:xfrm>
          </p:contentPart>
        </mc:Choice>
        <mc:Fallback xmlns="">
          <p:pic>
            <p:nvPicPr>
              <p:cNvPr id="123" name="Ink 122">
                <a:extLst>
                  <a:ext uri="{FF2B5EF4-FFF2-40B4-BE49-F238E27FC236}">
                    <a16:creationId xmlns:a16="http://schemas.microsoft.com/office/drawing/2014/main" id="{3801710B-9EE1-030B-3740-F2F241DC8FB5}"/>
                  </a:ext>
                </a:extLst>
              </p:cNvPr>
              <p:cNvPicPr/>
              <p:nvPr/>
            </p:nvPicPr>
            <p:blipFill>
              <a:blip r:embed="rId270"/>
              <a:stretch>
                <a:fillRect/>
              </a:stretch>
            </p:blipFill>
            <p:spPr>
              <a:xfrm>
                <a:off x="2181023" y="5266305"/>
                <a:ext cx="5544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31" name="Ink 130">
                <a:extLst>
                  <a:ext uri="{FF2B5EF4-FFF2-40B4-BE49-F238E27FC236}">
                    <a16:creationId xmlns:a16="http://schemas.microsoft.com/office/drawing/2014/main" id="{A52666A6-B346-2566-4A9B-4615D4F1F6C5}"/>
                  </a:ext>
                </a:extLst>
              </p14:cNvPr>
              <p14:cNvContentPartPr/>
              <p14:nvPr/>
            </p14:nvContentPartPr>
            <p14:xfrm>
              <a:off x="1776743" y="5008545"/>
              <a:ext cx="85320" cy="91080"/>
            </p14:xfrm>
          </p:contentPart>
        </mc:Choice>
        <mc:Fallback xmlns="">
          <p:pic>
            <p:nvPicPr>
              <p:cNvPr id="131" name="Ink 130">
                <a:extLst>
                  <a:ext uri="{FF2B5EF4-FFF2-40B4-BE49-F238E27FC236}">
                    <a16:creationId xmlns:a16="http://schemas.microsoft.com/office/drawing/2014/main" id="{A52666A6-B346-2566-4A9B-4615D4F1F6C5}"/>
                  </a:ext>
                </a:extLst>
              </p:cNvPr>
              <p:cNvPicPr/>
              <p:nvPr/>
            </p:nvPicPr>
            <p:blipFill>
              <a:blip r:embed="rId272"/>
              <a:stretch>
                <a:fillRect/>
              </a:stretch>
            </p:blipFill>
            <p:spPr>
              <a:xfrm>
                <a:off x="1767743" y="4999545"/>
                <a:ext cx="10296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33" name="Ink 132">
                <a:extLst>
                  <a:ext uri="{FF2B5EF4-FFF2-40B4-BE49-F238E27FC236}">
                    <a16:creationId xmlns:a16="http://schemas.microsoft.com/office/drawing/2014/main" id="{F9909A25-02D7-F1F8-14A9-C4D01CB578E5}"/>
                  </a:ext>
                </a:extLst>
              </p14:cNvPr>
              <p14:cNvContentPartPr/>
              <p14:nvPr/>
            </p14:nvContentPartPr>
            <p14:xfrm>
              <a:off x="2385143" y="4865625"/>
              <a:ext cx="360" cy="360"/>
            </p14:xfrm>
          </p:contentPart>
        </mc:Choice>
        <mc:Fallback xmlns="">
          <p:pic>
            <p:nvPicPr>
              <p:cNvPr id="133" name="Ink 132">
                <a:extLst>
                  <a:ext uri="{FF2B5EF4-FFF2-40B4-BE49-F238E27FC236}">
                    <a16:creationId xmlns:a16="http://schemas.microsoft.com/office/drawing/2014/main" id="{F9909A25-02D7-F1F8-14A9-C4D01CB578E5}"/>
                  </a:ext>
                </a:extLst>
              </p:cNvPr>
              <p:cNvPicPr/>
              <p:nvPr/>
            </p:nvPicPr>
            <p:blipFill>
              <a:blip r:embed="rId274"/>
              <a:stretch>
                <a:fillRect/>
              </a:stretch>
            </p:blipFill>
            <p:spPr>
              <a:xfrm>
                <a:off x="2376143" y="485698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34" name="Ink 133">
                <a:extLst>
                  <a:ext uri="{FF2B5EF4-FFF2-40B4-BE49-F238E27FC236}">
                    <a16:creationId xmlns:a16="http://schemas.microsoft.com/office/drawing/2014/main" id="{338E28C1-98EA-9A96-CA3A-7E8ADC568F2F}"/>
                  </a:ext>
                </a:extLst>
              </p14:cNvPr>
              <p14:cNvContentPartPr/>
              <p14:nvPr/>
            </p14:nvContentPartPr>
            <p14:xfrm>
              <a:off x="2409263" y="4852305"/>
              <a:ext cx="360" cy="360"/>
            </p14:xfrm>
          </p:contentPart>
        </mc:Choice>
        <mc:Fallback xmlns="">
          <p:pic>
            <p:nvPicPr>
              <p:cNvPr id="134" name="Ink 133">
                <a:extLst>
                  <a:ext uri="{FF2B5EF4-FFF2-40B4-BE49-F238E27FC236}">
                    <a16:creationId xmlns:a16="http://schemas.microsoft.com/office/drawing/2014/main" id="{338E28C1-98EA-9A96-CA3A-7E8ADC568F2F}"/>
                  </a:ext>
                </a:extLst>
              </p:cNvPr>
              <p:cNvPicPr/>
              <p:nvPr/>
            </p:nvPicPr>
            <p:blipFill>
              <a:blip r:embed="rId274"/>
              <a:stretch>
                <a:fillRect/>
              </a:stretch>
            </p:blipFill>
            <p:spPr>
              <a:xfrm>
                <a:off x="2400623" y="484330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35" name="Ink 134">
                <a:extLst>
                  <a:ext uri="{FF2B5EF4-FFF2-40B4-BE49-F238E27FC236}">
                    <a16:creationId xmlns:a16="http://schemas.microsoft.com/office/drawing/2014/main" id="{FD1DEA6A-CB50-CEBA-28A6-ADBA41A17F83}"/>
                  </a:ext>
                </a:extLst>
              </p14:cNvPr>
              <p14:cNvContentPartPr/>
              <p14:nvPr/>
            </p14:nvContentPartPr>
            <p14:xfrm>
              <a:off x="2393063" y="4827105"/>
              <a:ext cx="36360" cy="175680"/>
            </p14:xfrm>
          </p:contentPart>
        </mc:Choice>
        <mc:Fallback xmlns="">
          <p:pic>
            <p:nvPicPr>
              <p:cNvPr id="135" name="Ink 134">
                <a:extLst>
                  <a:ext uri="{FF2B5EF4-FFF2-40B4-BE49-F238E27FC236}">
                    <a16:creationId xmlns:a16="http://schemas.microsoft.com/office/drawing/2014/main" id="{FD1DEA6A-CB50-CEBA-28A6-ADBA41A17F83}"/>
                  </a:ext>
                </a:extLst>
              </p:cNvPr>
              <p:cNvPicPr/>
              <p:nvPr/>
            </p:nvPicPr>
            <p:blipFill>
              <a:blip r:embed="rId277"/>
              <a:stretch>
                <a:fillRect/>
              </a:stretch>
            </p:blipFill>
            <p:spPr>
              <a:xfrm>
                <a:off x="2384423" y="4818105"/>
                <a:ext cx="54000" cy="193320"/>
              </a:xfrm>
              <a:prstGeom prst="rect">
                <a:avLst/>
              </a:prstGeom>
            </p:spPr>
          </p:pic>
        </mc:Fallback>
      </mc:AlternateContent>
      <p:grpSp>
        <p:nvGrpSpPr>
          <p:cNvPr id="138" name="Group 137">
            <a:extLst>
              <a:ext uri="{FF2B5EF4-FFF2-40B4-BE49-F238E27FC236}">
                <a16:creationId xmlns:a16="http://schemas.microsoft.com/office/drawing/2014/main" id="{C0135168-2167-D70A-9615-1B7044F3AC7E}"/>
              </a:ext>
            </a:extLst>
          </p:cNvPr>
          <p:cNvGrpSpPr/>
          <p:nvPr/>
        </p:nvGrpSpPr>
        <p:grpSpPr>
          <a:xfrm>
            <a:off x="1379303" y="4989105"/>
            <a:ext cx="440640" cy="302760"/>
            <a:chOff x="1379303" y="4989105"/>
            <a:chExt cx="440640" cy="302760"/>
          </a:xfrm>
        </p:grpSpPr>
        <mc:AlternateContent xmlns:mc="http://schemas.openxmlformats.org/markup-compatibility/2006" xmlns:p14="http://schemas.microsoft.com/office/powerpoint/2010/main">
          <mc:Choice Requires="p14">
            <p:contentPart p14:bwMode="auto" r:id="rId278">
              <p14:nvContentPartPr>
                <p14:cNvPr id="125" name="Ink 124">
                  <a:extLst>
                    <a:ext uri="{FF2B5EF4-FFF2-40B4-BE49-F238E27FC236}">
                      <a16:creationId xmlns:a16="http://schemas.microsoft.com/office/drawing/2014/main" id="{DB7FC1C7-FB99-7615-736B-E22F30A924EA}"/>
                    </a:ext>
                  </a:extLst>
                </p14:cNvPr>
                <p14:cNvContentPartPr/>
                <p14:nvPr/>
              </p14:nvContentPartPr>
              <p14:xfrm>
                <a:off x="1540583" y="5000985"/>
                <a:ext cx="279360" cy="116640"/>
              </p14:xfrm>
            </p:contentPart>
          </mc:Choice>
          <mc:Fallback xmlns="">
            <p:pic>
              <p:nvPicPr>
                <p:cNvPr id="125" name="Ink 124">
                  <a:extLst>
                    <a:ext uri="{FF2B5EF4-FFF2-40B4-BE49-F238E27FC236}">
                      <a16:creationId xmlns:a16="http://schemas.microsoft.com/office/drawing/2014/main" id="{DB7FC1C7-FB99-7615-736B-E22F30A924EA}"/>
                    </a:ext>
                  </a:extLst>
                </p:cNvPr>
                <p:cNvPicPr/>
                <p:nvPr/>
              </p:nvPicPr>
              <p:blipFill>
                <a:blip r:embed="rId279"/>
                <a:stretch>
                  <a:fillRect/>
                </a:stretch>
              </p:blipFill>
              <p:spPr>
                <a:xfrm>
                  <a:off x="1531943" y="4991985"/>
                  <a:ext cx="29700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26" name="Ink 125">
                  <a:extLst>
                    <a:ext uri="{FF2B5EF4-FFF2-40B4-BE49-F238E27FC236}">
                      <a16:creationId xmlns:a16="http://schemas.microsoft.com/office/drawing/2014/main" id="{31DB5C6C-397D-9F23-F05F-34D3288A830F}"/>
                    </a:ext>
                  </a:extLst>
                </p14:cNvPr>
                <p14:cNvContentPartPr/>
                <p14:nvPr/>
              </p14:nvContentPartPr>
              <p14:xfrm>
                <a:off x="1379303" y="4989105"/>
                <a:ext cx="301680" cy="302760"/>
              </p14:xfrm>
            </p:contentPart>
          </mc:Choice>
          <mc:Fallback xmlns="">
            <p:pic>
              <p:nvPicPr>
                <p:cNvPr id="126" name="Ink 125">
                  <a:extLst>
                    <a:ext uri="{FF2B5EF4-FFF2-40B4-BE49-F238E27FC236}">
                      <a16:creationId xmlns:a16="http://schemas.microsoft.com/office/drawing/2014/main" id="{31DB5C6C-397D-9F23-F05F-34D3288A830F}"/>
                    </a:ext>
                  </a:extLst>
                </p:cNvPr>
                <p:cNvPicPr/>
                <p:nvPr/>
              </p:nvPicPr>
              <p:blipFill>
                <a:blip r:embed="rId281"/>
                <a:stretch>
                  <a:fillRect/>
                </a:stretch>
              </p:blipFill>
              <p:spPr>
                <a:xfrm>
                  <a:off x="1370663" y="4980465"/>
                  <a:ext cx="31932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27" name="Ink 126">
                  <a:extLst>
                    <a:ext uri="{FF2B5EF4-FFF2-40B4-BE49-F238E27FC236}">
                      <a16:creationId xmlns:a16="http://schemas.microsoft.com/office/drawing/2014/main" id="{C4FE4B2A-0346-FA62-8365-6A76BB6A1C37}"/>
                    </a:ext>
                  </a:extLst>
                </p14:cNvPr>
                <p14:cNvContentPartPr/>
                <p14:nvPr/>
              </p14:nvContentPartPr>
              <p14:xfrm>
                <a:off x="1554983" y="5201145"/>
                <a:ext cx="14760" cy="20160"/>
              </p14:xfrm>
            </p:contentPart>
          </mc:Choice>
          <mc:Fallback xmlns="">
            <p:pic>
              <p:nvPicPr>
                <p:cNvPr id="127" name="Ink 126">
                  <a:extLst>
                    <a:ext uri="{FF2B5EF4-FFF2-40B4-BE49-F238E27FC236}">
                      <a16:creationId xmlns:a16="http://schemas.microsoft.com/office/drawing/2014/main" id="{C4FE4B2A-0346-FA62-8365-6A76BB6A1C37}"/>
                    </a:ext>
                  </a:extLst>
                </p:cNvPr>
                <p:cNvPicPr/>
                <p:nvPr/>
              </p:nvPicPr>
              <p:blipFill>
                <a:blip r:embed="rId283"/>
                <a:stretch>
                  <a:fillRect/>
                </a:stretch>
              </p:blipFill>
              <p:spPr>
                <a:xfrm>
                  <a:off x="1546343" y="5192505"/>
                  <a:ext cx="3240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37" name="Ink 136">
                  <a:extLst>
                    <a:ext uri="{FF2B5EF4-FFF2-40B4-BE49-F238E27FC236}">
                      <a16:creationId xmlns:a16="http://schemas.microsoft.com/office/drawing/2014/main" id="{B844F1D4-87B1-DA1A-8A3E-89F46654DF96}"/>
                    </a:ext>
                  </a:extLst>
                </p14:cNvPr>
                <p14:cNvContentPartPr/>
                <p14:nvPr/>
              </p14:nvContentPartPr>
              <p14:xfrm>
                <a:off x="1557863" y="5196825"/>
                <a:ext cx="50760" cy="37080"/>
              </p14:xfrm>
            </p:contentPart>
          </mc:Choice>
          <mc:Fallback xmlns="">
            <p:pic>
              <p:nvPicPr>
                <p:cNvPr id="137" name="Ink 136">
                  <a:extLst>
                    <a:ext uri="{FF2B5EF4-FFF2-40B4-BE49-F238E27FC236}">
                      <a16:creationId xmlns:a16="http://schemas.microsoft.com/office/drawing/2014/main" id="{B844F1D4-87B1-DA1A-8A3E-89F46654DF96}"/>
                    </a:ext>
                  </a:extLst>
                </p:cNvPr>
                <p:cNvPicPr/>
                <p:nvPr/>
              </p:nvPicPr>
              <p:blipFill>
                <a:blip r:embed="rId285"/>
                <a:stretch>
                  <a:fillRect/>
                </a:stretch>
              </p:blipFill>
              <p:spPr>
                <a:xfrm>
                  <a:off x="1549223" y="5188185"/>
                  <a:ext cx="68400" cy="54720"/>
                </a:xfrm>
                <a:prstGeom prst="rect">
                  <a:avLst/>
                </a:prstGeom>
              </p:spPr>
            </p:pic>
          </mc:Fallback>
        </mc:AlternateContent>
      </p:grpSp>
      <p:sp>
        <p:nvSpPr>
          <p:cNvPr id="140" name="TextBox 139">
            <a:extLst>
              <a:ext uri="{FF2B5EF4-FFF2-40B4-BE49-F238E27FC236}">
                <a16:creationId xmlns:a16="http://schemas.microsoft.com/office/drawing/2014/main" id="{9455F36C-79D1-0B92-2E78-C02134DF1223}"/>
              </a:ext>
            </a:extLst>
          </p:cNvPr>
          <p:cNvSpPr txBox="1"/>
          <p:nvPr/>
        </p:nvSpPr>
        <p:spPr>
          <a:xfrm>
            <a:off x="5141901" y="1903238"/>
            <a:ext cx="6849952" cy="4278094"/>
          </a:xfrm>
          <a:prstGeom prst="rect">
            <a:avLst/>
          </a:prstGeom>
          <a:noFill/>
        </p:spPr>
        <p:txBody>
          <a:bodyPr wrap="none" rtlCol="0">
            <a:spAutoFit/>
          </a:bodyPr>
          <a:lstStyle/>
          <a:p>
            <a:pPr algn="r" rtl="1"/>
            <a:r>
              <a:rPr lang="ar-JO" sz="4000" dirty="0"/>
              <a:t>في هذا العالم </a:t>
            </a:r>
            <a:r>
              <a:rPr lang="ar-JO" sz="2800" dirty="0"/>
              <a:t>(وهو جائز عقلا)</a:t>
            </a:r>
          </a:p>
          <a:p>
            <a:pPr marL="285750" indent="-285750" algn="r" rtl="1">
              <a:buFontTx/>
              <a:buChar char="-"/>
            </a:pPr>
            <a:r>
              <a:rPr lang="ar-JO" sz="3200" dirty="0"/>
              <a:t>فقط أربع جهات مكانية </a:t>
            </a:r>
            <a:r>
              <a:rPr lang="ar-JO" sz="2800" dirty="0"/>
              <a:t>(يمين – شمال – فوق – تحت)</a:t>
            </a:r>
          </a:p>
          <a:p>
            <a:pPr marL="285750" indent="-285750" algn="r" rtl="1">
              <a:buFontTx/>
              <a:buChar char="-"/>
            </a:pPr>
            <a:r>
              <a:rPr lang="ar-JO" sz="3200" dirty="0"/>
              <a:t>لا حدود</a:t>
            </a:r>
            <a:br>
              <a:rPr lang="ar-JO" sz="3200" dirty="0"/>
            </a:br>
            <a:br>
              <a:rPr lang="ar-JO" sz="3200" dirty="0"/>
            </a:br>
            <a:r>
              <a:rPr lang="ar-JO" sz="4000" dirty="0"/>
              <a:t>سخافة ادعاء:</a:t>
            </a:r>
            <a:br>
              <a:rPr lang="ar-JO" sz="3200" dirty="0"/>
            </a:br>
            <a:r>
              <a:rPr lang="ar-JO" sz="3200" dirty="0"/>
              <a:t>أن المبرمج في جهة الفوق</a:t>
            </a:r>
            <a:br>
              <a:rPr lang="ar-JO" sz="3200" dirty="0"/>
            </a:br>
            <a:r>
              <a:rPr lang="ar-JO" sz="3200" dirty="0"/>
              <a:t>أن المبرمج يجب أن يكون في المكان العدمي</a:t>
            </a:r>
            <a:br>
              <a:rPr lang="ar-JO" sz="3200" dirty="0"/>
            </a:br>
            <a:r>
              <a:rPr lang="ar-JO" sz="3200" dirty="0"/>
              <a:t>أن عالم المبرمج يجب أن يكون من بعدين</a:t>
            </a:r>
            <a:endParaRPr lang="en-US" sz="3200" dirty="0"/>
          </a:p>
        </p:txBody>
      </p:sp>
      <p:grpSp>
        <p:nvGrpSpPr>
          <p:cNvPr id="148" name="Group 147">
            <a:extLst>
              <a:ext uri="{FF2B5EF4-FFF2-40B4-BE49-F238E27FC236}">
                <a16:creationId xmlns:a16="http://schemas.microsoft.com/office/drawing/2014/main" id="{CCE7BF25-1596-A0F1-D5E4-5F6ABA9D26B6}"/>
              </a:ext>
            </a:extLst>
          </p:cNvPr>
          <p:cNvGrpSpPr/>
          <p:nvPr/>
        </p:nvGrpSpPr>
        <p:grpSpPr>
          <a:xfrm>
            <a:off x="2573063" y="1128465"/>
            <a:ext cx="12600" cy="32040"/>
            <a:chOff x="2573063" y="1128465"/>
            <a:chExt cx="12600" cy="32040"/>
          </a:xfrm>
        </p:grpSpPr>
        <mc:AlternateContent xmlns:mc="http://schemas.openxmlformats.org/markup-compatibility/2006" xmlns:p14="http://schemas.microsoft.com/office/powerpoint/2010/main">
          <mc:Choice Requires="p14">
            <p:contentPart p14:bwMode="auto" r:id="rId286">
              <p14:nvContentPartPr>
                <p14:cNvPr id="141" name="Ink 140">
                  <a:extLst>
                    <a:ext uri="{FF2B5EF4-FFF2-40B4-BE49-F238E27FC236}">
                      <a16:creationId xmlns:a16="http://schemas.microsoft.com/office/drawing/2014/main" id="{E1CD80B6-33CF-D5E6-4309-EB5676998923}"/>
                    </a:ext>
                  </a:extLst>
                </p14:cNvPr>
                <p14:cNvContentPartPr/>
                <p14:nvPr/>
              </p14:nvContentPartPr>
              <p14:xfrm>
                <a:off x="2575583" y="1160145"/>
                <a:ext cx="360" cy="360"/>
              </p14:xfrm>
            </p:contentPart>
          </mc:Choice>
          <mc:Fallback xmlns="">
            <p:pic>
              <p:nvPicPr>
                <p:cNvPr id="141" name="Ink 140">
                  <a:extLst>
                    <a:ext uri="{FF2B5EF4-FFF2-40B4-BE49-F238E27FC236}">
                      <a16:creationId xmlns:a16="http://schemas.microsoft.com/office/drawing/2014/main" id="{E1CD80B6-33CF-D5E6-4309-EB5676998923}"/>
                    </a:ext>
                  </a:extLst>
                </p:cNvPr>
                <p:cNvPicPr/>
                <p:nvPr/>
              </p:nvPicPr>
              <p:blipFill>
                <a:blip r:embed="rId287"/>
                <a:stretch>
                  <a:fillRect/>
                </a:stretch>
              </p:blipFill>
              <p:spPr>
                <a:xfrm>
                  <a:off x="2569463" y="11540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42" name="Ink 141">
                  <a:extLst>
                    <a:ext uri="{FF2B5EF4-FFF2-40B4-BE49-F238E27FC236}">
                      <a16:creationId xmlns:a16="http://schemas.microsoft.com/office/drawing/2014/main" id="{6A14543D-2D53-2420-AF4C-465BCE46982C}"/>
                    </a:ext>
                  </a:extLst>
                </p14:cNvPr>
                <p14:cNvContentPartPr/>
                <p14:nvPr/>
              </p14:nvContentPartPr>
              <p14:xfrm>
                <a:off x="2573063" y="1128465"/>
                <a:ext cx="12600" cy="25920"/>
              </p14:xfrm>
            </p:contentPart>
          </mc:Choice>
          <mc:Fallback xmlns="">
            <p:pic>
              <p:nvPicPr>
                <p:cNvPr id="142" name="Ink 141">
                  <a:extLst>
                    <a:ext uri="{FF2B5EF4-FFF2-40B4-BE49-F238E27FC236}">
                      <a16:creationId xmlns:a16="http://schemas.microsoft.com/office/drawing/2014/main" id="{6A14543D-2D53-2420-AF4C-465BCE46982C}"/>
                    </a:ext>
                  </a:extLst>
                </p:cNvPr>
                <p:cNvPicPr/>
                <p:nvPr/>
              </p:nvPicPr>
              <p:blipFill>
                <a:blip r:embed="rId289"/>
                <a:stretch>
                  <a:fillRect/>
                </a:stretch>
              </p:blipFill>
              <p:spPr>
                <a:xfrm>
                  <a:off x="2566943" y="1122345"/>
                  <a:ext cx="24840" cy="38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0">
            <p14:nvContentPartPr>
              <p14:cNvPr id="143" name="Ink 142">
                <a:extLst>
                  <a:ext uri="{FF2B5EF4-FFF2-40B4-BE49-F238E27FC236}">
                    <a16:creationId xmlns:a16="http://schemas.microsoft.com/office/drawing/2014/main" id="{DB691ED4-8AAD-8B6D-9A1F-80447EBEFA95}"/>
                  </a:ext>
                </a:extLst>
              </p14:cNvPr>
              <p14:cNvContentPartPr/>
              <p14:nvPr/>
            </p14:nvContentPartPr>
            <p14:xfrm>
              <a:off x="2578103" y="947745"/>
              <a:ext cx="9360" cy="61560"/>
            </p14:xfrm>
          </p:contentPart>
        </mc:Choice>
        <mc:Fallback xmlns="">
          <p:pic>
            <p:nvPicPr>
              <p:cNvPr id="143" name="Ink 142">
                <a:extLst>
                  <a:ext uri="{FF2B5EF4-FFF2-40B4-BE49-F238E27FC236}">
                    <a16:creationId xmlns:a16="http://schemas.microsoft.com/office/drawing/2014/main" id="{DB691ED4-8AAD-8B6D-9A1F-80447EBEFA95}"/>
                  </a:ext>
                </a:extLst>
              </p:cNvPr>
              <p:cNvPicPr/>
              <p:nvPr/>
            </p:nvPicPr>
            <p:blipFill>
              <a:blip r:embed="rId291"/>
              <a:stretch>
                <a:fillRect/>
              </a:stretch>
            </p:blipFill>
            <p:spPr>
              <a:xfrm>
                <a:off x="2571983" y="941625"/>
                <a:ext cx="216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44" name="Ink 143">
                <a:extLst>
                  <a:ext uri="{FF2B5EF4-FFF2-40B4-BE49-F238E27FC236}">
                    <a16:creationId xmlns:a16="http://schemas.microsoft.com/office/drawing/2014/main" id="{9A0ADA68-034D-B041-E05D-FD46C3833151}"/>
                  </a:ext>
                </a:extLst>
              </p14:cNvPr>
              <p14:cNvContentPartPr/>
              <p14:nvPr/>
            </p14:nvContentPartPr>
            <p14:xfrm>
              <a:off x="2385863" y="652905"/>
              <a:ext cx="122400" cy="146160"/>
            </p14:xfrm>
          </p:contentPart>
        </mc:Choice>
        <mc:Fallback xmlns="">
          <p:pic>
            <p:nvPicPr>
              <p:cNvPr id="144" name="Ink 143">
                <a:extLst>
                  <a:ext uri="{FF2B5EF4-FFF2-40B4-BE49-F238E27FC236}">
                    <a16:creationId xmlns:a16="http://schemas.microsoft.com/office/drawing/2014/main" id="{9A0ADA68-034D-B041-E05D-FD46C3833151}"/>
                  </a:ext>
                </a:extLst>
              </p:cNvPr>
              <p:cNvPicPr/>
              <p:nvPr/>
            </p:nvPicPr>
            <p:blipFill>
              <a:blip r:embed="rId293"/>
              <a:stretch>
                <a:fillRect/>
              </a:stretch>
            </p:blipFill>
            <p:spPr>
              <a:xfrm>
                <a:off x="2379743" y="646785"/>
                <a:ext cx="13464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45" name="Ink 144">
                <a:extLst>
                  <a:ext uri="{FF2B5EF4-FFF2-40B4-BE49-F238E27FC236}">
                    <a16:creationId xmlns:a16="http://schemas.microsoft.com/office/drawing/2014/main" id="{E8D64C21-EC43-5EE0-7AB7-386E0505F039}"/>
                  </a:ext>
                </a:extLst>
              </p14:cNvPr>
              <p14:cNvContentPartPr/>
              <p14:nvPr/>
            </p14:nvContentPartPr>
            <p14:xfrm>
              <a:off x="2201543" y="550305"/>
              <a:ext cx="46440" cy="14040"/>
            </p14:xfrm>
          </p:contentPart>
        </mc:Choice>
        <mc:Fallback xmlns="">
          <p:pic>
            <p:nvPicPr>
              <p:cNvPr id="145" name="Ink 144">
                <a:extLst>
                  <a:ext uri="{FF2B5EF4-FFF2-40B4-BE49-F238E27FC236}">
                    <a16:creationId xmlns:a16="http://schemas.microsoft.com/office/drawing/2014/main" id="{E8D64C21-EC43-5EE0-7AB7-386E0505F039}"/>
                  </a:ext>
                </a:extLst>
              </p:cNvPr>
              <p:cNvPicPr/>
              <p:nvPr/>
            </p:nvPicPr>
            <p:blipFill>
              <a:blip r:embed="rId295"/>
              <a:stretch>
                <a:fillRect/>
              </a:stretch>
            </p:blipFill>
            <p:spPr>
              <a:xfrm>
                <a:off x="2195423" y="544185"/>
                <a:ext cx="586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46" name="Ink 145">
                <a:extLst>
                  <a:ext uri="{FF2B5EF4-FFF2-40B4-BE49-F238E27FC236}">
                    <a16:creationId xmlns:a16="http://schemas.microsoft.com/office/drawing/2014/main" id="{CDC6BD0B-6CB0-E804-DC5E-439883231B97}"/>
                  </a:ext>
                </a:extLst>
              </p14:cNvPr>
              <p14:cNvContentPartPr/>
              <p14:nvPr/>
            </p14:nvContentPartPr>
            <p14:xfrm>
              <a:off x="1795463" y="540225"/>
              <a:ext cx="235440" cy="20520"/>
            </p14:xfrm>
          </p:contentPart>
        </mc:Choice>
        <mc:Fallback xmlns="">
          <p:pic>
            <p:nvPicPr>
              <p:cNvPr id="146" name="Ink 145">
                <a:extLst>
                  <a:ext uri="{FF2B5EF4-FFF2-40B4-BE49-F238E27FC236}">
                    <a16:creationId xmlns:a16="http://schemas.microsoft.com/office/drawing/2014/main" id="{CDC6BD0B-6CB0-E804-DC5E-439883231B97}"/>
                  </a:ext>
                </a:extLst>
              </p:cNvPr>
              <p:cNvPicPr/>
              <p:nvPr/>
            </p:nvPicPr>
            <p:blipFill>
              <a:blip r:embed="rId297"/>
              <a:stretch>
                <a:fillRect/>
              </a:stretch>
            </p:blipFill>
            <p:spPr>
              <a:xfrm>
                <a:off x="1789343" y="534105"/>
                <a:ext cx="247680" cy="32760"/>
              </a:xfrm>
              <a:prstGeom prst="rect">
                <a:avLst/>
              </a:prstGeom>
            </p:spPr>
          </p:pic>
        </mc:Fallback>
      </mc:AlternateContent>
      <p:grpSp>
        <p:nvGrpSpPr>
          <p:cNvPr id="151" name="Group 150">
            <a:extLst>
              <a:ext uri="{FF2B5EF4-FFF2-40B4-BE49-F238E27FC236}">
                <a16:creationId xmlns:a16="http://schemas.microsoft.com/office/drawing/2014/main" id="{303436F6-9D13-7E8A-1AAB-4949D343D9D2}"/>
              </a:ext>
            </a:extLst>
          </p:cNvPr>
          <p:cNvGrpSpPr/>
          <p:nvPr/>
        </p:nvGrpSpPr>
        <p:grpSpPr>
          <a:xfrm>
            <a:off x="1448423" y="587745"/>
            <a:ext cx="235080" cy="190800"/>
            <a:chOff x="1448423" y="587745"/>
            <a:chExt cx="235080" cy="190800"/>
          </a:xfrm>
        </p:grpSpPr>
        <mc:AlternateContent xmlns:mc="http://schemas.openxmlformats.org/markup-compatibility/2006" xmlns:p14="http://schemas.microsoft.com/office/powerpoint/2010/main">
          <mc:Choice Requires="p14">
            <p:contentPart p14:bwMode="auto" r:id="rId298">
              <p14:nvContentPartPr>
                <p14:cNvPr id="147" name="Ink 146">
                  <a:extLst>
                    <a:ext uri="{FF2B5EF4-FFF2-40B4-BE49-F238E27FC236}">
                      <a16:creationId xmlns:a16="http://schemas.microsoft.com/office/drawing/2014/main" id="{3CA2E8B7-AE7D-8907-FC4F-6098949B3122}"/>
                    </a:ext>
                  </a:extLst>
                </p14:cNvPr>
                <p14:cNvContentPartPr/>
                <p14:nvPr/>
              </p14:nvContentPartPr>
              <p14:xfrm>
                <a:off x="1542743" y="587745"/>
                <a:ext cx="140760" cy="85680"/>
              </p14:xfrm>
            </p:contentPart>
          </mc:Choice>
          <mc:Fallback xmlns="">
            <p:pic>
              <p:nvPicPr>
                <p:cNvPr id="147" name="Ink 146">
                  <a:extLst>
                    <a:ext uri="{FF2B5EF4-FFF2-40B4-BE49-F238E27FC236}">
                      <a16:creationId xmlns:a16="http://schemas.microsoft.com/office/drawing/2014/main" id="{3CA2E8B7-AE7D-8907-FC4F-6098949B3122}"/>
                    </a:ext>
                  </a:extLst>
                </p:cNvPr>
                <p:cNvPicPr/>
                <p:nvPr/>
              </p:nvPicPr>
              <p:blipFill>
                <a:blip r:embed="rId299"/>
                <a:stretch>
                  <a:fillRect/>
                </a:stretch>
              </p:blipFill>
              <p:spPr>
                <a:xfrm>
                  <a:off x="1536623" y="581625"/>
                  <a:ext cx="15300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49" name="Ink 148">
                  <a:extLst>
                    <a:ext uri="{FF2B5EF4-FFF2-40B4-BE49-F238E27FC236}">
                      <a16:creationId xmlns:a16="http://schemas.microsoft.com/office/drawing/2014/main" id="{ADE2323C-B713-1B83-B119-1672810615C5}"/>
                    </a:ext>
                  </a:extLst>
                </p14:cNvPr>
                <p14:cNvContentPartPr/>
                <p14:nvPr/>
              </p14:nvContentPartPr>
              <p14:xfrm>
                <a:off x="1482983" y="650385"/>
                <a:ext cx="100800" cy="86400"/>
              </p14:xfrm>
            </p:contentPart>
          </mc:Choice>
          <mc:Fallback xmlns="">
            <p:pic>
              <p:nvPicPr>
                <p:cNvPr id="149" name="Ink 148">
                  <a:extLst>
                    <a:ext uri="{FF2B5EF4-FFF2-40B4-BE49-F238E27FC236}">
                      <a16:creationId xmlns:a16="http://schemas.microsoft.com/office/drawing/2014/main" id="{ADE2323C-B713-1B83-B119-1672810615C5}"/>
                    </a:ext>
                  </a:extLst>
                </p:cNvPr>
                <p:cNvPicPr/>
                <p:nvPr/>
              </p:nvPicPr>
              <p:blipFill>
                <a:blip r:embed="rId301"/>
                <a:stretch>
                  <a:fillRect/>
                </a:stretch>
              </p:blipFill>
              <p:spPr>
                <a:xfrm>
                  <a:off x="1476863" y="644265"/>
                  <a:ext cx="11304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50" name="Ink 149">
                  <a:extLst>
                    <a:ext uri="{FF2B5EF4-FFF2-40B4-BE49-F238E27FC236}">
                      <a16:creationId xmlns:a16="http://schemas.microsoft.com/office/drawing/2014/main" id="{C3BCBC9B-16F7-CD31-446F-BBE28505B8B4}"/>
                    </a:ext>
                  </a:extLst>
                </p14:cNvPr>
                <p14:cNvContentPartPr/>
                <p14:nvPr/>
              </p14:nvContentPartPr>
              <p14:xfrm>
                <a:off x="1448423" y="744345"/>
                <a:ext cx="59400" cy="34200"/>
              </p14:xfrm>
            </p:contentPart>
          </mc:Choice>
          <mc:Fallback xmlns="">
            <p:pic>
              <p:nvPicPr>
                <p:cNvPr id="150" name="Ink 149">
                  <a:extLst>
                    <a:ext uri="{FF2B5EF4-FFF2-40B4-BE49-F238E27FC236}">
                      <a16:creationId xmlns:a16="http://schemas.microsoft.com/office/drawing/2014/main" id="{C3BCBC9B-16F7-CD31-446F-BBE28505B8B4}"/>
                    </a:ext>
                  </a:extLst>
                </p:cNvPr>
                <p:cNvPicPr/>
                <p:nvPr/>
              </p:nvPicPr>
              <p:blipFill>
                <a:blip r:embed="rId303"/>
                <a:stretch>
                  <a:fillRect/>
                </a:stretch>
              </p:blipFill>
              <p:spPr>
                <a:xfrm>
                  <a:off x="1442303" y="738225"/>
                  <a:ext cx="71640" cy="46440"/>
                </a:xfrm>
                <a:prstGeom prst="rect">
                  <a:avLst/>
                </a:prstGeom>
              </p:spPr>
            </p:pic>
          </mc:Fallback>
        </mc:AlternateContent>
      </p:grpSp>
      <p:grpSp>
        <p:nvGrpSpPr>
          <p:cNvPr id="155" name="Group 154">
            <a:extLst>
              <a:ext uri="{FF2B5EF4-FFF2-40B4-BE49-F238E27FC236}">
                <a16:creationId xmlns:a16="http://schemas.microsoft.com/office/drawing/2014/main" id="{F9664196-D5F4-AC60-A919-6F6260570A4B}"/>
              </a:ext>
            </a:extLst>
          </p:cNvPr>
          <p:cNvGrpSpPr/>
          <p:nvPr/>
        </p:nvGrpSpPr>
        <p:grpSpPr>
          <a:xfrm>
            <a:off x="1056743" y="546705"/>
            <a:ext cx="262440" cy="252000"/>
            <a:chOff x="1056743" y="546705"/>
            <a:chExt cx="262440" cy="252000"/>
          </a:xfrm>
        </p:grpSpPr>
        <mc:AlternateContent xmlns:mc="http://schemas.openxmlformats.org/markup-compatibility/2006" xmlns:p14="http://schemas.microsoft.com/office/powerpoint/2010/main">
          <mc:Choice Requires="p14">
            <p:contentPart p14:bwMode="auto" r:id="rId304">
              <p14:nvContentPartPr>
                <p14:cNvPr id="152" name="Ink 151">
                  <a:extLst>
                    <a:ext uri="{FF2B5EF4-FFF2-40B4-BE49-F238E27FC236}">
                      <a16:creationId xmlns:a16="http://schemas.microsoft.com/office/drawing/2014/main" id="{D692A7C0-3596-F3E8-C3A2-20E06CD6E3B2}"/>
                    </a:ext>
                  </a:extLst>
                </p14:cNvPr>
                <p14:cNvContentPartPr/>
                <p14:nvPr/>
              </p14:nvContentPartPr>
              <p14:xfrm>
                <a:off x="1095983" y="574065"/>
                <a:ext cx="66600" cy="182520"/>
              </p14:xfrm>
            </p:contentPart>
          </mc:Choice>
          <mc:Fallback xmlns="">
            <p:pic>
              <p:nvPicPr>
                <p:cNvPr id="152" name="Ink 151">
                  <a:extLst>
                    <a:ext uri="{FF2B5EF4-FFF2-40B4-BE49-F238E27FC236}">
                      <a16:creationId xmlns:a16="http://schemas.microsoft.com/office/drawing/2014/main" id="{D692A7C0-3596-F3E8-C3A2-20E06CD6E3B2}"/>
                    </a:ext>
                  </a:extLst>
                </p:cNvPr>
                <p:cNvPicPr/>
                <p:nvPr/>
              </p:nvPicPr>
              <p:blipFill>
                <a:blip r:embed="rId305"/>
                <a:stretch>
                  <a:fillRect/>
                </a:stretch>
              </p:blipFill>
              <p:spPr>
                <a:xfrm>
                  <a:off x="1089863" y="567945"/>
                  <a:ext cx="7884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53" name="Ink 152">
                  <a:extLst>
                    <a:ext uri="{FF2B5EF4-FFF2-40B4-BE49-F238E27FC236}">
                      <a16:creationId xmlns:a16="http://schemas.microsoft.com/office/drawing/2014/main" id="{E424B0A9-568D-889E-BB2F-711E7E469976}"/>
                    </a:ext>
                  </a:extLst>
                </p14:cNvPr>
                <p14:cNvContentPartPr/>
                <p14:nvPr/>
              </p14:nvContentPartPr>
              <p14:xfrm>
                <a:off x="1056743" y="616905"/>
                <a:ext cx="179280" cy="181800"/>
              </p14:xfrm>
            </p:contentPart>
          </mc:Choice>
          <mc:Fallback xmlns="">
            <p:pic>
              <p:nvPicPr>
                <p:cNvPr id="153" name="Ink 152">
                  <a:extLst>
                    <a:ext uri="{FF2B5EF4-FFF2-40B4-BE49-F238E27FC236}">
                      <a16:creationId xmlns:a16="http://schemas.microsoft.com/office/drawing/2014/main" id="{E424B0A9-568D-889E-BB2F-711E7E469976}"/>
                    </a:ext>
                  </a:extLst>
                </p:cNvPr>
                <p:cNvPicPr/>
                <p:nvPr/>
              </p:nvPicPr>
              <p:blipFill>
                <a:blip r:embed="rId307"/>
                <a:stretch>
                  <a:fillRect/>
                </a:stretch>
              </p:blipFill>
              <p:spPr>
                <a:xfrm>
                  <a:off x="1050623" y="610785"/>
                  <a:ext cx="19152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54" name="Ink 153">
                  <a:extLst>
                    <a:ext uri="{FF2B5EF4-FFF2-40B4-BE49-F238E27FC236}">
                      <a16:creationId xmlns:a16="http://schemas.microsoft.com/office/drawing/2014/main" id="{0E1D8FC6-225D-F748-8DE6-6A1354FD8683}"/>
                    </a:ext>
                  </a:extLst>
                </p14:cNvPr>
                <p14:cNvContentPartPr/>
                <p14:nvPr/>
              </p14:nvContentPartPr>
              <p14:xfrm>
                <a:off x="1285343" y="546705"/>
                <a:ext cx="33840" cy="61200"/>
              </p14:xfrm>
            </p:contentPart>
          </mc:Choice>
          <mc:Fallback xmlns="">
            <p:pic>
              <p:nvPicPr>
                <p:cNvPr id="154" name="Ink 153">
                  <a:extLst>
                    <a:ext uri="{FF2B5EF4-FFF2-40B4-BE49-F238E27FC236}">
                      <a16:creationId xmlns:a16="http://schemas.microsoft.com/office/drawing/2014/main" id="{0E1D8FC6-225D-F748-8DE6-6A1354FD8683}"/>
                    </a:ext>
                  </a:extLst>
                </p:cNvPr>
                <p:cNvPicPr/>
                <p:nvPr/>
              </p:nvPicPr>
              <p:blipFill>
                <a:blip r:embed="rId309"/>
                <a:stretch>
                  <a:fillRect/>
                </a:stretch>
              </p:blipFill>
              <p:spPr>
                <a:xfrm>
                  <a:off x="1279223" y="540585"/>
                  <a:ext cx="46080" cy="73440"/>
                </a:xfrm>
                <a:prstGeom prst="rect">
                  <a:avLst/>
                </a:prstGeom>
              </p:spPr>
            </p:pic>
          </mc:Fallback>
        </mc:AlternateContent>
      </p:grpSp>
      <p:grpSp>
        <p:nvGrpSpPr>
          <p:cNvPr id="158" name="Group 157">
            <a:extLst>
              <a:ext uri="{FF2B5EF4-FFF2-40B4-BE49-F238E27FC236}">
                <a16:creationId xmlns:a16="http://schemas.microsoft.com/office/drawing/2014/main" id="{C232B9E4-B0D8-5635-64FE-0FFA097A7695}"/>
              </a:ext>
            </a:extLst>
          </p:cNvPr>
          <p:cNvGrpSpPr/>
          <p:nvPr/>
        </p:nvGrpSpPr>
        <p:grpSpPr>
          <a:xfrm>
            <a:off x="3696983" y="3775905"/>
            <a:ext cx="180000" cy="117360"/>
            <a:chOff x="3696983" y="3775905"/>
            <a:chExt cx="180000" cy="117360"/>
          </a:xfrm>
        </p:grpSpPr>
        <mc:AlternateContent xmlns:mc="http://schemas.openxmlformats.org/markup-compatibility/2006" xmlns:p14="http://schemas.microsoft.com/office/powerpoint/2010/main">
          <mc:Choice Requires="p14">
            <p:contentPart p14:bwMode="auto" r:id="rId310">
              <p14:nvContentPartPr>
                <p14:cNvPr id="156" name="Ink 155">
                  <a:extLst>
                    <a:ext uri="{FF2B5EF4-FFF2-40B4-BE49-F238E27FC236}">
                      <a16:creationId xmlns:a16="http://schemas.microsoft.com/office/drawing/2014/main" id="{0D7E4D37-F429-C12C-95E6-CF2144E7B02F}"/>
                    </a:ext>
                  </a:extLst>
                </p14:cNvPr>
                <p14:cNvContentPartPr/>
                <p14:nvPr/>
              </p14:nvContentPartPr>
              <p14:xfrm>
                <a:off x="3696983" y="3789945"/>
                <a:ext cx="360" cy="360"/>
              </p14:xfrm>
            </p:contentPart>
          </mc:Choice>
          <mc:Fallback xmlns="">
            <p:pic>
              <p:nvPicPr>
                <p:cNvPr id="156" name="Ink 155">
                  <a:extLst>
                    <a:ext uri="{FF2B5EF4-FFF2-40B4-BE49-F238E27FC236}">
                      <a16:creationId xmlns:a16="http://schemas.microsoft.com/office/drawing/2014/main" id="{0D7E4D37-F429-C12C-95E6-CF2144E7B02F}"/>
                    </a:ext>
                  </a:extLst>
                </p:cNvPr>
                <p:cNvPicPr/>
                <p:nvPr/>
              </p:nvPicPr>
              <p:blipFill>
                <a:blip r:embed="rId287"/>
                <a:stretch>
                  <a:fillRect/>
                </a:stretch>
              </p:blipFill>
              <p:spPr>
                <a:xfrm>
                  <a:off x="3690863" y="37838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57" name="Ink 156">
                  <a:extLst>
                    <a:ext uri="{FF2B5EF4-FFF2-40B4-BE49-F238E27FC236}">
                      <a16:creationId xmlns:a16="http://schemas.microsoft.com/office/drawing/2014/main" id="{B35DD8F9-AFA7-203E-F5EF-0468FF83BE91}"/>
                    </a:ext>
                  </a:extLst>
                </p14:cNvPr>
                <p14:cNvContentPartPr/>
                <p14:nvPr/>
              </p14:nvContentPartPr>
              <p14:xfrm>
                <a:off x="3707063" y="3775905"/>
                <a:ext cx="169920" cy="117360"/>
              </p14:xfrm>
            </p:contentPart>
          </mc:Choice>
          <mc:Fallback xmlns="">
            <p:pic>
              <p:nvPicPr>
                <p:cNvPr id="157" name="Ink 156">
                  <a:extLst>
                    <a:ext uri="{FF2B5EF4-FFF2-40B4-BE49-F238E27FC236}">
                      <a16:creationId xmlns:a16="http://schemas.microsoft.com/office/drawing/2014/main" id="{B35DD8F9-AFA7-203E-F5EF-0468FF83BE91}"/>
                    </a:ext>
                  </a:extLst>
                </p:cNvPr>
                <p:cNvPicPr/>
                <p:nvPr/>
              </p:nvPicPr>
              <p:blipFill>
                <a:blip r:embed="rId312"/>
                <a:stretch>
                  <a:fillRect/>
                </a:stretch>
              </p:blipFill>
              <p:spPr>
                <a:xfrm>
                  <a:off x="3700943" y="3769785"/>
                  <a:ext cx="182160" cy="129600"/>
                </a:xfrm>
                <a:prstGeom prst="rect">
                  <a:avLst/>
                </a:prstGeom>
              </p:spPr>
            </p:pic>
          </mc:Fallback>
        </mc:AlternateContent>
      </p:grpSp>
      <p:grpSp>
        <p:nvGrpSpPr>
          <p:cNvPr id="161" name="Group 160">
            <a:extLst>
              <a:ext uri="{FF2B5EF4-FFF2-40B4-BE49-F238E27FC236}">
                <a16:creationId xmlns:a16="http://schemas.microsoft.com/office/drawing/2014/main" id="{E8D2F4EA-4D7F-36AE-D22A-EBC7EFE8E099}"/>
              </a:ext>
            </a:extLst>
          </p:cNvPr>
          <p:cNvGrpSpPr/>
          <p:nvPr/>
        </p:nvGrpSpPr>
        <p:grpSpPr>
          <a:xfrm>
            <a:off x="3911543" y="726345"/>
            <a:ext cx="249480" cy="227520"/>
            <a:chOff x="3911543" y="726345"/>
            <a:chExt cx="249480" cy="227520"/>
          </a:xfrm>
        </p:grpSpPr>
        <mc:AlternateContent xmlns:mc="http://schemas.openxmlformats.org/markup-compatibility/2006" xmlns:p14="http://schemas.microsoft.com/office/powerpoint/2010/main">
          <mc:Choice Requires="p14">
            <p:contentPart p14:bwMode="auto" r:id="rId313">
              <p14:nvContentPartPr>
                <p14:cNvPr id="159" name="Ink 158">
                  <a:extLst>
                    <a:ext uri="{FF2B5EF4-FFF2-40B4-BE49-F238E27FC236}">
                      <a16:creationId xmlns:a16="http://schemas.microsoft.com/office/drawing/2014/main" id="{1B5F6644-4C00-9C17-C0DF-5F0399A02A5F}"/>
                    </a:ext>
                  </a:extLst>
                </p14:cNvPr>
                <p14:cNvContentPartPr/>
                <p14:nvPr/>
              </p14:nvContentPartPr>
              <p14:xfrm>
                <a:off x="3911543" y="831825"/>
                <a:ext cx="168840" cy="122040"/>
              </p14:xfrm>
            </p:contentPart>
          </mc:Choice>
          <mc:Fallback xmlns="">
            <p:pic>
              <p:nvPicPr>
                <p:cNvPr id="159" name="Ink 158">
                  <a:extLst>
                    <a:ext uri="{FF2B5EF4-FFF2-40B4-BE49-F238E27FC236}">
                      <a16:creationId xmlns:a16="http://schemas.microsoft.com/office/drawing/2014/main" id="{1B5F6644-4C00-9C17-C0DF-5F0399A02A5F}"/>
                    </a:ext>
                  </a:extLst>
                </p:cNvPr>
                <p:cNvPicPr/>
                <p:nvPr/>
              </p:nvPicPr>
              <p:blipFill>
                <a:blip r:embed="rId314"/>
                <a:stretch>
                  <a:fillRect/>
                </a:stretch>
              </p:blipFill>
              <p:spPr>
                <a:xfrm>
                  <a:off x="3905423" y="825705"/>
                  <a:ext cx="18108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160" name="Ink 159">
                  <a:extLst>
                    <a:ext uri="{FF2B5EF4-FFF2-40B4-BE49-F238E27FC236}">
                      <a16:creationId xmlns:a16="http://schemas.microsoft.com/office/drawing/2014/main" id="{6BA11583-0EDD-6FFA-C676-E3F6039336C9}"/>
                    </a:ext>
                  </a:extLst>
                </p14:cNvPr>
                <p14:cNvContentPartPr/>
                <p14:nvPr/>
              </p14:nvContentPartPr>
              <p14:xfrm>
                <a:off x="4133663" y="726345"/>
                <a:ext cx="27360" cy="74880"/>
              </p14:xfrm>
            </p:contentPart>
          </mc:Choice>
          <mc:Fallback xmlns="">
            <p:pic>
              <p:nvPicPr>
                <p:cNvPr id="160" name="Ink 159">
                  <a:extLst>
                    <a:ext uri="{FF2B5EF4-FFF2-40B4-BE49-F238E27FC236}">
                      <a16:creationId xmlns:a16="http://schemas.microsoft.com/office/drawing/2014/main" id="{6BA11583-0EDD-6FFA-C676-E3F6039336C9}"/>
                    </a:ext>
                  </a:extLst>
                </p:cNvPr>
                <p:cNvPicPr/>
                <p:nvPr/>
              </p:nvPicPr>
              <p:blipFill>
                <a:blip r:embed="rId316"/>
                <a:stretch>
                  <a:fillRect/>
                </a:stretch>
              </p:blipFill>
              <p:spPr>
                <a:xfrm>
                  <a:off x="4127543" y="720225"/>
                  <a:ext cx="39600" cy="87120"/>
                </a:xfrm>
                <a:prstGeom prst="rect">
                  <a:avLst/>
                </a:prstGeom>
              </p:spPr>
            </p:pic>
          </mc:Fallback>
        </mc:AlternateContent>
      </p:grpSp>
      <p:grpSp>
        <p:nvGrpSpPr>
          <p:cNvPr id="183" name="Group 182">
            <a:extLst>
              <a:ext uri="{FF2B5EF4-FFF2-40B4-BE49-F238E27FC236}">
                <a16:creationId xmlns:a16="http://schemas.microsoft.com/office/drawing/2014/main" id="{00B18545-A07D-35C3-80A6-DEED86114B82}"/>
              </a:ext>
            </a:extLst>
          </p:cNvPr>
          <p:cNvGrpSpPr/>
          <p:nvPr/>
        </p:nvGrpSpPr>
        <p:grpSpPr>
          <a:xfrm>
            <a:off x="2317107" y="112518"/>
            <a:ext cx="2104200" cy="1830240"/>
            <a:chOff x="2317107" y="112518"/>
            <a:chExt cx="2104200" cy="1830240"/>
          </a:xfrm>
        </p:grpSpPr>
        <mc:AlternateContent xmlns:mc="http://schemas.openxmlformats.org/markup-compatibility/2006" xmlns:p14="http://schemas.microsoft.com/office/powerpoint/2010/main" xmlns:aink="http://schemas.microsoft.com/office/drawing/2016/ink">
          <mc:Choice Requires="p14 aink">
            <p:contentPart p14:bwMode="auto" r:id="rId317">
              <p14:nvContentPartPr>
                <p14:cNvPr id="163" name="Ink 162">
                  <a:extLst>
                    <a:ext uri="{FF2B5EF4-FFF2-40B4-BE49-F238E27FC236}">
                      <a16:creationId xmlns:a16="http://schemas.microsoft.com/office/drawing/2014/main" id="{5C936F03-81B3-165A-1F7E-95F50B7A1B70}"/>
                    </a:ext>
                  </a:extLst>
                </p14:cNvPr>
                <p14:cNvContentPartPr/>
                <p14:nvPr/>
              </p14:nvContentPartPr>
              <p14:xfrm>
                <a:off x="2317107" y="473238"/>
                <a:ext cx="714960" cy="1469520"/>
              </p14:xfrm>
            </p:contentPart>
          </mc:Choice>
          <mc:Fallback xmlns="">
            <p:pic>
              <p:nvPicPr>
                <p:cNvPr id="163" name="Ink 162">
                  <a:extLst>
                    <a:ext uri="{FF2B5EF4-FFF2-40B4-BE49-F238E27FC236}">
                      <a16:creationId xmlns:a16="http://schemas.microsoft.com/office/drawing/2014/main" id="{5C936F03-81B3-165A-1F7E-95F50B7A1B70}"/>
                    </a:ext>
                  </a:extLst>
                </p:cNvPr>
                <p:cNvPicPr/>
                <p:nvPr/>
              </p:nvPicPr>
              <p:blipFill>
                <a:blip r:embed="rId318"/>
                <a:stretch>
                  <a:fillRect/>
                </a:stretch>
              </p:blipFill>
              <p:spPr>
                <a:xfrm>
                  <a:off x="2310987" y="467118"/>
                  <a:ext cx="727200" cy="1481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9">
              <p14:nvContentPartPr>
                <p14:cNvPr id="164" name="Ink 163">
                  <a:extLst>
                    <a:ext uri="{FF2B5EF4-FFF2-40B4-BE49-F238E27FC236}">
                      <a16:creationId xmlns:a16="http://schemas.microsoft.com/office/drawing/2014/main" id="{F71DBC87-1134-1F62-40C2-4B26B37E4CAD}"/>
                    </a:ext>
                  </a:extLst>
                </p14:cNvPr>
                <p14:cNvContentPartPr/>
                <p14:nvPr/>
              </p14:nvContentPartPr>
              <p14:xfrm>
                <a:off x="2877627" y="517158"/>
                <a:ext cx="383040" cy="1343160"/>
              </p14:xfrm>
            </p:contentPart>
          </mc:Choice>
          <mc:Fallback xmlns="">
            <p:pic>
              <p:nvPicPr>
                <p:cNvPr id="164" name="Ink 163">
                  <a:extLst>
                    <a:ext uri="{FF2B5EF4-FFF2-40B4-BE49-F238E27FC236}">
                      <a16:creationId xmlns:a16="http://schemas.microsoft.com/office/drawing/2014/main" id="{F71DBC87-1134-1F62-40C2-4B26B37E4CAD}"/>
                    </a:ext>
                  </a:extLst>
                </p:cNvPr>
                <p:cNvPicPr/>
                <p:nvPr/>
              </p:nvPicPr>
              <p:blipFill>
                <a:blip r:embed="rId320"/>
                <a:stretch>
                  <a:fillRect/>
                </a:stretch>
              </p:blipFill>
              <p:spPr>
                <a:xfrm>
                  <a:off x="2871507" y="511038"/>
                  <a:ext cx="395280" cy="1355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1">
              <p14:nvContentPartPr>
                <p14:cNvPr id="165" name="Ink 164">
                  <a:extLst>
                    <a:ext uri="{FF2B5EF4-FFF2-40B4-BE49-F238E27FC236}">
                      <a16:creationId xmlns:a16="http://schemas.microsoft.com/office/drawing/2014/main" id="{9DB67E18-F1C0-2979-A077-561825E849AE}"/>
                    </a:ext>
                  </a:extLst>
                </p14:cNvPr>
                <p14:cNvContentPartPr/>
                <p14:nvPr/>
              </p14:nvContentPartPr>
              <p14:xfrm>
                <a:off x="2873667" y="487278"/>
                <a:ext cx="150120" cy="153000"/>
              </p14:xfrm>
            </p:contentPart>
          </mc:Choice>
          <mc:Fallback xmlns="">
            <p:pic>
              <p:nvPicPr>
                <p:cNvPr id="165" name="Ink 164">
                  <a:extLst>
                    <a:ext uri="{FF2B5EF4-FFF2-40B4-BE49-F238E27FC236}">
                      <a16:creationId xmlns:a16="http://schemas.microsoft.com/office/drawing/2014/main" id="{9DB67E18-F1C0-2979-A077-561825E849AE}"/>
                    </a:ext>
                  </a:extLst>
                </p:cNvPr>
                <p:cNvPicPr/>
                <p:nvPr/>
              </p:nvPicPr>
              <p:blipFill>
                <a:blip r:embed="rId322"/>
                <a:stretch>
                  <a:fillRect/>
                </a:stretch>
              </p:blipFill>
              <p:spPr>
                <a:xfrm>
                  <a:off x="2867547" y="481158"/>
                  <a:ext cx="162360" cy="165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3">
              <p14:nvContentPartPr>
                <p14:cNvPr id="167" name="Ink 166">
                  <a:extLst>
                    <a:ext uri="{FF2B5EF4-FFF2-40B4-BE49-F238E27FC236}">
                      <a16:creationId xmlns:a16="http://schemas.microsoft.com/office/drawing/2014/main" id="{D357559E-CC59-833D-7A7B-657C71C28410}"/>
                    </a:ext>
                  </a:extLst>
                </p14:cNvPr>
                <p14:cNvContentPartPr/>
                <p14:nvPr/>
              </p14:nvContentPartPr>
              <p14:xfrm>
                <a:off x="3356067" y="146718"/>
                <a:ext cx="95040" cy="269280"/>
              </p14:xfrm>
            </p:contentPart>
          </mc:Choice>
          <mc:Fallback xmlns="">
            <p:pic>
              <p:nvPicPr>
                <p:cNvPr id="167" name="Ink 166">
                  <a:extLst>
                    <a:ext uri="{FF2B5EF4-FFF2-40B4-BE49-F238E27FC236}">
                      <a16:creationId xmlns:a16="http://schemas.microsoft.com/office/drawing/2014/main" id="{D357559E-CC59-833D-7A7B-657C71C28410}"/>
                    </a:ext>
                  </a:extLst>
                </p:cNvPr>
                <p:cNvPicPr/>
                <p:nvPr/>
              </p:nvPicPr>
              <p:blipFill>
                <a:blip r:embed="rId324"/>
                <a:stretch>
                  <a:fillRect/>
                </a:stretch>
              </p:blipFill>
              <p:spPr>
                <a:xfrm>
                  <a:off x="3349947" y="140598"/>
                  <a:ext cx="107280" cy="281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5">
              <p14:nvContentPartPr>
                <p14:cNvPr id="168" name="Ink 167">
                  <a:extLst>
                    <a:ext uri="{FF2B5EF4-FFF2-40B4-BE49-F238E27FC236}">
                      <a16:creationId xmlns:a16="http://schemas.microsoft.com/office/drawing/2014/main" id="{F94D3B90-943A-3CEA-A3BA-FB23723B9EA6}"/>
                    </a:ext>
                  </a:extLst>
                </p14:cNvPr>
                <p14:cNvContentPartPr/>
                <p14:nvPr/>
              </p14:nvContentPartPr>
              <p14:xfrm>
                <a:off x="3372987" y="181998"/>
                <a:ext cx="203400" cy="142560"/>
              </p14:xfrm>
            </p:contentPart>
          </mc:Choice>
          <mc:Fallback xmlns="">
            <p:pic>
              <p:nvPicPr>
                <p:cNvPr id="168" name="Ink 167">
                  <a:extLst>
                    <a:ext uri="{FF2B5EF4-FFF2-40B4-BE49-F238E27FC236}">
                      <a16:creationId xmlns:a16="http://schemas.microsoft.com/office/drawing/2014/main" id="{F94D3B90-943A-3CEA-A3BA-FB23723B9EA6}"/>
                    </a:ext>
                  </a:extLst>
                </p:cNvPr>
                <p:cNvPicPr/>
                <p:nvPr/>
              </p:nvPicPr>
              <p:blipFill>
                <a:blip r:embed="rId326"/>
                <a:stretch>
                  <a:fillRect/>
                </a:stretch>
              </p:blipFill>
              <p:spPr>
                <a:xfrm>
                  <a:off x="3366867" y="175878"/>
                  <a:ext cx="215640" cy="154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7">
              <p14:nvContentPartPr>
                <p14:cNvPr id="170" name="Ink 169">
                  <a:extLst>
                    <a:ext uri="{FF2B5EF4-FFF2-40B4-BE49-F238E27FC236}">
                      <a16:creationId xmlns:a16="http://schemas.microsoft.com/office/drawing/2014/main" id="{D5EBD1EA-D063-F921-091D-6C6A9405CB63}"/>
                    </a:ext>
                  </a:extLst>
                </p14:cNvPr>
                <p14:cNvContentPartPr/>
                <p14:nvPr/>
              </p14:nvContentPartPr>
              <p14:xfrm>
                <a:off x="3070227" y="172638"/>
                <a:ext cx="215640" cy="254160"/>
              </p14:xfrm>
            </p:contentPart>
          </mc:Choice>
          <mc:Fallback xmlns="">
            <p:pic>
              <p:nvPicPr>
                <p:cNvPr id="170" name="Ink 169">
                  <a:extLst>
                    <a:ext uri="{FF2B5EF4-FFF2-40B4-BE49-F238E27FC236}">
                      <a16:creationId xmlns:a16="http://schemas.microsoft.com/office/drawing/2014/main" id="{D5EBD1EA-D063-F921-091D-6C6A9405CB63}"/>
                    </a:ext>
                  </a:extLst>
                </p:cNvPr>
                <p:cNvPicPr/>
                <p:nvPr/>
              </p:nvPicPr>
              <p:blipFill>
                <a:blip r:embed="rId328"/>
                <a:stretch>
                  <a:fillRect/>
                </a:stretch>
              </p:blipFill>
              <p:spPr>
                <a:xfrm>
                  <a:off x="3064107" y="166518"/>
                  <a:ext cx="227880" cy="266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9">
              <p14:nvContentPartPr>
                <p14:cNvPr id="171" name="Ink 170">
                  <a:extLst>
                    <a:ext uri="{FF2B5EF4-FFF2-40B4-BE49-F238E27FC236}">
                      <a16:creationId xmlns:a16="http://schemas.microsoft.com/office/drawing/2014/main" id="{116070A5-94D1-D334-6A49-18D2DAA51493}"/>
                    </a:ext>
                  </a:extLst>
                </p14:cNvPr>
                <p14:cNvContentPartPr/>
                <p14:nvPr/>
              </p14:nvContentPartPr>
              <p14:xfrm>
                <a:off x="3177147" y="129798"/>
                <a:ext cx="14760" cy="26280"/>
              </p14:xfrm>
            </p:contentPart>
          </mc:Choice>
          <mc:Fallback xmlns="">
            <p:pic>
              <p:nvPicPr>
                <p:cNvPr id="171" name="Ink 170">
                  <a:extLst>
                    <a:ext uri="{FF2B5EF4-FFF2-40B4-BE49-F238E27FC236}">
                      <a16:creationId xmlns:a16="http://schemas.microsoft.com/office/drawing/2014/main" id="{116070A5-94D1-D334-6A49-18D2DAA51493}"/>
                    </a:ext>
                  </a:extLst>
                </p:cNvPr>
                <p:cNvPicPr/>
                <p:nvPr/>
              </p:nvPicPr>
              <p:blipFill>
                <a:blip r:embed="rId330"/>
                <a:stretch>
                  <a:fillRect/>
                </a:stretch>
              </p:blipFill>
              <p:spPr>
                <a:xfrm>
                  <a:off x="3171027" y="123678"/>
                  <a:ext cx="27000" cy="38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1">
              <p14:nvContentPartPr>
                <p14:cNvPr id="172" name="Ink 171">
                  <a:extLst>
                    <a:ext uri="{FF2B5EF4-FFF2-40B4-BE49-F238E27FC236}">
                      <a16:creationId xmlns:a16="http://schemas.microsoft.com/office/drawing/2014/main" id="{74D97372-4411-0830-F26E-0C2CFF177121}"/>
                    </a:ext>
                  </a:extLst>
                </p14:cNvPr>
                <p14:cNvContentPartPr/>
                <p14:nvPr/>
              </p14:nvContentPartPr>
              <p14:xfrm>
                <a:off x="3264627" y="112518"/>
                <a:ext cx="77400" cy="90360"/>
              </p14:xfrm>
            </p:contentPart>
          </mc:Choice>
          <mc:Fallback xmlns="">
            <p:pic>
              <p:nvPicPr>
                <p:cNvPr id="172" name="Ink 171">
                  <a:extLst>
                    <a:ext uri="{FF2B5EF4-FFF2-40B4-BE49-F238E27FC236}">
                      <a16:creationId xmlns:a16="http://schemas.microsoft.com/office/drawing/2014/main" id="{74D97372-4411-0830-F26E-0C2CFF177121}"/>
                    </a:ext>
                  </a:extLst>
                </p:cNvPr>
                <p:cNvPicPr/>
                <p:nvPr/>
              </p:nvPicPr>
              <p:blipFill>
                <a:blip r:embed="rId332"/>
                <a:stretch>
                  <a:fillRect/>
                </a:stretch>
              </p:blipFill>
              <p:spPr>
                <a:xfrm>
                  <a:off x="3258507" y="106398"/>
                  <a:ext cx="89640" cy="102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3">
              <p14:nvContentPartPr>
                <p14:cNvPr id="174" name="Ink 173">
                  <a:extLst>
                    <a:ext uri="{FF2B5EF4-FFF2-40B4-BE49-F238E27FC236}">
                      <a16:creationId xmlns:a16="http://schemas.microsoft.com/office/drawing/2014/main" id="{E1DD3998-9A4F-23E9-2C88-C9CD6BFC1205}"/>
                    </a:ext>
                  </a:extLst>
                </p14:cNvPr>
                <p14:cNvContentPartPr/>
                <p14:nvPr/>
              </p14:nvContentPartPr>
              <p14:xfrm>
                <a:off x="3173547" y="157878"/>
                <a:ext cx="30960" cy="29880"/>
              </p14:xfrm>
            </p:contentPart>
          </mc:Choice>
          <mc:Fallback xmlns="">
            <p:pic>
              <p:nvPicPr>
                <p:cNvPr id="174" name="Ink 173">
                  <a:extLst>
                    <a:ext uri="{FF2B5EF4-FFF2-40B4-BE49-F238E27FC236}">
                      <a16:creationId xmlns:a16="http://schemas.microsoft.com/office/drawing/2014/main" id="{E1DD3998-9A4F-23E9-2C88-C9CD6BFC1205}"/>
                    </a:ext>
                  </a:extLst>
                </p:cNvPr>
                <p:cNvPicPr/>
                <p:nvPr/>
              </p:nvPicPr>
              <p:blipFill>
                <a:blip r:embed="rId334"/>
                <a:stretch>
                  <a:fillRect/>
                </a:stretch>
              </p:blipFill>
              <p:spPr>
                <a:xfrm>
                  <a:off x="3167427" y="151758"/>
                  <a:ext cx="43200" cy="42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5">
              <p14:nvContentPartPr>
                <p14:cNvPr id="175" name="Ink 174">
                  <a:extLst>
                    <a:ext uri="{FF2B5EF4-FFF2-40B4-BE49-F238E27FC236}">
                      <a16:creationId xmlns:a16="http://schemas.microsoft.com/office/drawing/2014/main" id="{0CB6C75F-B939-3EB0-E62A-CED0A2713DBB}"/>
                    </a:ext>
                  </a:extLst>
                </p14:cNvPr>
                <p14:cNvContentPartPr/>
                <p14:nvPr/>
              </p14:nvContentPartPr>
              <p14:xfrm>
                <a:off x="2700507" y="314838"/>
                <a:ext cx="245160" cy="113400"/>
              </p14:xfrm>
            </p:contentPart>
          </mc:Choice>
          <mc:Fallback xmlns="">
            <p:pic>
              <p:nvPicPr>
                <p:cNvPr id="175" name="Ink 174">
                  <a:extLst>
                    <a:ext uri="{FF2B5EF4-FFF2-40B4-BE49-F238E27FC236}">
                      <a16:creationId xmlns:a16="http://schemas.microsoft.com/office/drawing/2014/main" id="{0CB6C75F-B939-3EB0-E62A-CED0A2713DBB}"/>
                    </a:ext>
                  </a:extLst>
                </p:cNvPr>
                <p:cNvPicPr/>
                <p:nvPr/>
              </p:nvPicPr>
              <p:blipFill>
                <a:blip r:embed="rId336"/>
                <a:stretch>
                  <a:fillRect/>
                </a:stretch>
              </p:blipFill>
              <p:spPr>
                <a:xfrm>
                  <a:off x="2694387" y="308718"/>
                  <a:ext cx="257400" cy="125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7">
              <p14:nvContentPartPr>
                <p14:cNvPr id="176" name="Ink 175">
                  <a:extLst>
                    <a:ext uri="{FF2B5EF4-FFF2-40B4-BE49-F238E27FC236}">
                      <a16:creationId xmlns:a16="http://schemas.microsoft.com/office/drawing/2014/main" id="{D36CB154-CB89-5748-DC35-869DF82D7085}"/>
                    </a:ext>
                  </a:extLst>
                </p14:cNvPr>
                <p14:cNvContentPartPr/>
                <p14:nvPr/>
              </p14:nvContentPartPr>
              <p14:xfrm>
                <a:off x="2765307" y="204678"/>
                <a:ext cx="98640" cy="15120"/>
              </p14:xfrm>
            </p:contentPart>
          </mc:Choice>
          <mc:Fallback xmlns="">
            <p:pic>
              <p:nvPicPr>
                <p:cNvPr id="176" name="Ink 175">
                  <a:extLst>
                    <a:ext uri="{FF2B5EF4-FFF2-40B4-BE49-F238E27FC236}">
                      <a16:creationId xmlns:a16="http://schemas.microsoft.com/office/drawing/2014/main" id="{D36CB154-CB89-5748-DC35-869DF82D7085}"/>
                    </a:ext>
                  </a:extLst>
                </p:cNvPr>
                <p:cNvPicPr/>
                <p:nvPr/>
              </p:nvPicPr>
              <p:blipFill>
                <a:blip r:embed="rId338"/>
                <a:stretch>
                  <a:fillRect/>
                </a:stretch>
              </p:blipFill>
              <p:spPr>
                <a:xfrm>
                  <a:off x="2759187" y="198558"/>
                  <a:ext cx="110880" cy="27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9">
              <p14:nvContentPartPr>
                <p14:cNvPr id="178" name="Ink 177">
                  <a:extLst>
                    <a:ext uri="{FF2B5EF4-FFF2-40B4-BE49-F238E27FC236}">
                      <a16:creationId xmlns:a16="http://schemas.microsoft.com/office/drawing/2014/main" id="{D2F29F75-603B-DEC0-94BB-C3333538312A}"/>
                    </a:ext>
                  </a:extLst>
                </p14:cNvPr>
                <p14:cNvContentPartPr/>
                <p14:nvPr/>
              </p14:nvContentPartPr>
              <p14:xfrm>
                <a:off x="3664947" y="269478"/>
                <a:ext cx="215280" cy="216720"/>
              </p14:xfrm>
            </p:contentPart>
          </mc:Choice>
          <mc:Fallback xmlns="">
            <p:pic>
              <p:nvPicPr>
                <p:cNvPr id="178" name="Ink 177">
                  <a:extLst>
                    <a:ext uri="{FF2B5EF4-FFF2-40B4-BE49-F238E27FC236}">
                      <a16:creationId xmlns:a16="http://schemas.microsoft.com/office/drawing/2014/main" id="{D2F29F75-603B-DEC0-94BB-C3333538312A}"/>
                    </a:ext>
                  </a:extLst>
                </p:cNvPr>
                <p:cNvPicPr/>
                <p:nvPr/>
              </p:nvPicPr>
              <p:blipFill>
                <a:blip r:embed="rId340"/>
                <a:stretch>
                  <a:fillRect/>
                </a:stretch>
              </p:blipFill>
              <p:spPr>
                <a:xfrm>
                  <a:off x="3658827" y="263358"/>
                  <a:ext cx="227520" cy="228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1">
              <p14:nvContentPartPr>
                <p14:cNvPr id="179" name="Ink 178">
                  <a:extLst>
                    <a:ext uri="{FF2B5EF4-FFF2-40B4-BE49-F238E27FC236}">
                      <a16:creationId xmlns:a16="http://schemas.microsoft.com/office/drawing/2014/main" id="{68C3085F-EF4E-A94B-C2D8-82818F6DC44C}"/>
                    </a:ext>
                  </a:extLst>
                </p14:cNvPr>
                <p14:cNvContentPartPr/>
                <p14:nvPr/>
              </p14:nvContentPartPr>
              <p14:xfrm>
                <a:off x="3870867" y="403038"/>
                <a:ext cx="37440" cy="85320"/>
              </p14:xfrm>
            </p:contentPart>
          </mc:Choice>
          <mc:Fallback xmlns="">
            <p:pic>
              <p:nvPicPr>
                <p:cNvPr id="179" name="Ink 178">
                  <a:extLst>
                    <a:ext uri="{FF2B5EF4-FFF2-40B4-BE49-F238E27FC236}">
                      <a16:creationId xmlns:a16="http://schemas.microsoft.com/office/drawing/2014/main" id="{68C3085F-EF4E-A94B-C2D8-82818F6DC44C}"/>
                    </a:ext>
                  </a:extLst>
                </p:cNvPr>
                <p:cNvPicPr/>
                <p:nvPr/>
              </p:nvPicPr>
              <p:blipFill>
                <a:blip r:embed="rId342"/>
                <a:stretch>
                  <a:fillRect/>
                </a:stretch>
              </p:blipFill>
              <p:spPr>
                <a:xfrm>
                  <a:off x="3864747" y="396918"/>
                  <a:ext cx="49680" cy="97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3">
              <p14:nvContentPartPr>
                <p14:cNvPr id="180" name="Ink 179">
                  <a:extLst>
                    <a:ext uri="{FF2B5EF4-FFF2-40B4-BE49-F238E27FC236}">
                      <a16:creationId xmlns:a16="http://schemas.microsoft.com/office/drawing/2014/main" id="{76786D8D-87A8-3F40-C7C4-1B4379012395}"/>
                    </a:ext>
                  </a:extLst>
                </p14:cNvPr>
                <p14:cNvContentPartPr/>
                <p14:nvPr/>
              </p14:nvContentPartPr>
              <p14:xfrm>
                <a:off x="3958707" y="293598"/>
                <a:ext cx="16200" cy="33480"/>
              </p14:xfrm>
            </p:contentPart>
          </mc:Choice>
          <mc:Fallback xmlns="">
            <p:pic>
              <p:nvPicPr>
                <p:cNvPr id="180" name="Ink 179">
                  <a:extLst>
                    <a:ext uri="{FF2B5EF4-FFF2-40B4-BE49-F238E27FC236}">
                      <a16:creationId xmlns:a16="http://schemas.microsoft.com/office/drawing/2014/main" id="{76786D8D-87A8-3F40-C7C4-1B4379012395}"/>
                    </a:ext>
                  </a:extLst>
                </p:cNvPr>
                <p:cNvPicPr/>
                <p:nvPr/>
              </p:nvPicPr>
              <p:blipFill>
                <a:blip r:embed="rId344"/>
                <a:stretch>
                  <a:fillRect/>
                </a:stretch>
              </p:blipFill>
              <p:spPr>
                <a:xfrm>
                  <a:off x="3952587" y="287478"/>
                  <a:ext cx="28440" cy="45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5">
              <p14:nvContentPartPr>
                <p14:cNvPr id="181" name="Ink 180">
                  <a:extLst>
                    <a:ext uri="{FF2B5EF4-FFF2-40B4-BE49-F238E27FC236}">
                      <a16:creationId xmlns:a16="http://schemas.microsoft.com/office/drawing/2014/main" id="{A0171DCB-C9D3-3E04-FF01-1F6CB323668D}"/>
                    </a:ext>
                  </a:extLst>
                </p14:cNvPr>
                <p14:cNvContentPartPr/>
                <p14:nvPr/>
              </p14:nvContentPartPr>
              <p14:xfrm>
                <a:off x="3924867" y="405558"/>
                <a:ext cx="248760" cy="80640"/>
              </p14:xfrm>
            </p:contentPart>
          </mc:Choice>
          <mc:Fallback xmlns="">
            <p:pic>
              <p:nvPicPr>
                <p:cNvPr id="181" name="Ink 180">
                  <a:extLst>
                    <a:ext uri="{FF2B5EF4-FFF2-40B4-BE49-F238E27FC236}">
                      <a16:creationId xmlns:a16="http://schemas.microsoft.com/office/drawing/2014/main" id="{A0171DCB-C9D3-3E04-FF01-1F6CB323668D}"/>
                    </a:ext>
                  </a:extLst>
                </p:cNvPr>
                <p:cNvPicPr/>
                <p:nvPr/>
              </p:nvPicPr>
              <p:blipFill>
                <a:blip r:embed="rId346"/>
                <a:stretch>
                  <a:fillRect/>
                </a:stretch>
              </p:blipFill>
              <p:spPr>
                <a:xfrm>
                  <a:off x="3918747" y="399438"/>
                  <a:ext cx="261000" cy="92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7">
              <p14:nvContentPartPr>
                <p14:cNvPr id="182" name="Ink 181">
                  <a:extLst>
                    <a:ext uri="{FF2B5EF4-FFF2-40B4-BE49-F238E27FC236}">
                      <a16:creationId xmlns:a16="http://schemas.microsoft.com/office/drawing/2014/main" id="{1A920619-B050-74C9-A299-01ADE203053F}"/>
                    </a:ext>
                  </a:extLst>
                </p14:cNvPr>
                <p14:cNvContentPartPr/>
                <p14:nvPr/>
              </p14:nvContentPartPr>
              <p14:xfrm>
                <a:off x="4212147" y="394758"/>
                <a:ext cx="209160" cy="130320"/>
              </p14:xfrm>
            </p:contentPart>
          </mc:Choice>
          <mc:Fallback xmlns="">
            <p:pic>
              <p:nvPicPr>
                <p:cNvPr id="182" name="Ink 181">
                  <a:extLst>
                    <a:ext uri="{FF2B5EF4-FFF2-40B4-BE49-F238E27FC236}">
                      <a16:creationId xmlns:a16="http://schemas.microsoft.com/office/drawing/2014/main" id="{1A920619-B050-74C9-A299-01ADE203053F}"/>
                    </a:ext>
                  </a:extLst>
                </p:cNvPr>
                <p:cNvPicPr/>
                <p:nvPr/>
              </p:nvPicPr>
              <p:blipFill>
                <a:blip r:embed="rId348"/>
                <a:stretch>
                  <a:fillRect/>
                </a:stretch>
              </p:blipFill>
              <p:spPr>
                <a:xfrm>
                  <a:off x="4206027" y="388638"/>
                  <a:ext cx="221400" cy="142560"/>
                </a:xfrm>
                <a:prstGeom prst="rect">
                  <a:avLst/>
                </a:prstGeom>
              </p:spPr>
            </p:pic>
          </mc:Fallback>
        </mc:AlternateContent>
      </p:grpSp>
      <p:grpSp>
        <p:nvGrpSpPr>
          <p:cNvPr id="203" name="Group 202">
            <a:extLst>
              <a:ext uri="{FF2B5EF4-FFF2-40B4-BE49-F238E27FC236}">
                <a16:creationId xmlns:a16="http://schemas.microsoft.com/office/drawing/2014/main" id="{114A411F-79A4-9F5A-D7A7-EAC07BFBE9A3}"/>
              </a:ext>
            </a:extLst>
          </p:cNvPr>
          <p:cNvGrpSpPr/>
          <p:nvPr/>
        </p:nvGrpSpPr>
        <p:grpSpPr>
          <a:xfrm>
            <a:off x="7302387" y="3168918"/>
            <a:ext cx="3005280" cy="592560"/>
            <a:chOff x="7302387" y="3168918"/>
            <a:chExt cx="3005280" cy="592560"/>
          </a:xfrm>
        </p:grpSpPr>
        <mc:AlternateContent xmlns:mc="http://schemas.openxmlformats.org/markup-compatibility/2006" xmlns:p14="http://schemas.microsoft.com/office/powerpoint/2010/main">
          <mc:Choice Requires="p14">
            <p:contentPart p14:bwMode="auto" r:id="rId349">
              <p14:nvContentPartPr>
                <p14:cNvPr id="184" name="Ink 183">
                  <a:extLst>
                    <a:ext uri="{FF2B5EF4-FFF2-40B4-BE49-F238E27FC236}">
                      <a16:creationId xmlns:a16="http://schemas.microsoft.com/office/drawing/2014/main" id="{9A653FDA-F9FA-8D4E-611B-217742CE4B35}"/>
                    </a:ext>
                  </a:extLst>
                </p14:cNvPr>
                <p14:cNvContentPartPr/>
                <p14:nvPr/>
              </p14:nvContentPartPr>
              <p14:xfrm>
                <a:off x="10195707" y="3168918"/>
                <a:ext cx="111960" cy="320400"/>
              </p14:xfrm>
            </p:contentPart>
          </mc:Choice>
          <mc:Fallback xmlns="">
            <p:pic>
              <p:nvPicPr>
                <p:cNvPr id="184" name="Ink 183">
                  <a:extLst>
                    <a:ext uri="{FF2B5EF4-FFF2-40B4-BE49-F238E27FC236}">
                      <a16:creationId xmlns:a16="http://schemas.microsoft.com/office/drawing/2014/main" id="{9A653FDA-F9FA-8D4E-611B-217742CE4B35}"/>
                    </a:ext>
                  </a:extLst>
                </p:cNvPr>
                <p:cNvPicPr/>
                <p:nvPr/>
              </p:nvPicPr>
              <p:blipFill>
                <a:blip r:embed="rId350"/>
                <a:stretch>
                  <a:fillRect/>
                </a:stretch>
              </p:blipFill>
              <p:spPr>
                <a:xfrm>
                  <a:off x="10189587" y="3162798"/>
                  <a:ext cx="12420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185" name="Ink 184">
                  <a:extLst>
                    <a:ext uri="{FF2B5EF4-FFF2-40B4-BE49-F238E27FC236}">
                      <a16:creationId xmlns:a16="http://schemas.microsoft.com/office/drawing/2014/main" id="{4429B092-CB8E-7418-2FEC-DAF71B777BE5}"/>
                    </a:ext>
                  </a:extLst>
                </p14:cNvPr>
                <p14:cNvContentPartPr/>
                <p14:nvPr/>
              </p14:nvContentPartPr>
              <p14:xfrm>
                <a:off x="9872787" y="3265038"/>
                <a:ext cx="249480" cy="178920"/>
              </p14:xfrm>
            </p:contentPart>
          </mc:Choice>
          <mc:Fallback xmlns="">
            <p:pic>
              <p:nvPicPr>
                <p:cNvPr id="185" name="Ink 184">
                  <a:extLst>
                    <a:ext uri="{FF2B5EF4-FFF2-40B4-BE49-F238E27FC236}">
                      <a16:creationId xmlns:a16="http://schemas.microsoft.com/office/drawing/2014/main" id="{4429B092-CB8E-7418-2FEC-DAF71B777BE5}"/>
                    </a:ext>
                  </a:extLst>
                </p:cNvPr>
                <p:cNvPicPr/>
                <p:nvPr/>
              </p:nvPicPr>
              <p:blipFill>
                <a:blip r:embed="rId352"/>
                <a:stretch>
                  <a:fillRect/>
                </a:stretch>
              </p:blipFill>
              <p:spPr>
                <a:xfrm>
                  <a:off x="9866667" y="3258918"/>
                  <a:ext cx="26172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186" name="Ink 185">
                  <a:extLst>
                    <a:ext uri="{FF2B5EF4-FFF2-40B4-BE49-F238E27FC236}">
                      <a16:creationId xmlns:a16="http://schemas.microsoft.com/office/drawing/2014/main" id="{BE4EAA36-ECC2-8B24-F81C-358916B51587}"/>
                    </a:ext>
                  </a:extLst>
                </p14:cNvPr>
                <p14:cNvContentPartPr/>
                <p14:nvPr/>
              </p14:nvContentPartPr>
              <p14:xfrm>
                <a:off x="9983667" y="3263238"/>
                <a:ext cx="14760" cy="133920"/>
              </p14:xfrm>
            </p:contentPart>
          </mc:Choice>
          <mc:Fallback xmlns="">
            <p:pic>
              <p:nvPicPr>
                <p:cNvPr id="186" name="Ink 185">
                  <a:extLst>
                    <a:ext uri="{FF2B5EF4-FFF2-40B4-BE49-F238E27FC236}">
                      <a16:creationId xmlns:a16="http://schemas.microsoft.com/office/drawing/2014/main" id="{BE4EAA36-ECC2-8B24-F81C-358916B51587}"/>
                    </a:ext>
                  </a:extLst>
                </p:cNvPr>
                <p:cNvPicPr/>
                <p:nvPr/>
              </p:nvPicPr>
              <p:blipFill>
                <a:blip r:embed="rId354"/>
                <a:stretch>
                  <a:fillRect/>
                </a:stretch>
              </p:blipFill>
              <p:spPr>
                <a:xfrm>
                  <a:off x="9977547" y="3257118"/>
                  <a:ext cx="2700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187" name="Ink 186">
                  <a:extLst>
                    <a:ext uri="{FF2B5EF4-FFF2-40B4-BE49-F238E27FC236}">
                      <a16:creationId xmlns:a16="http://schemas.microsoft.com/office/drawing/2014/main" id="{1698C9DE-896C-4D3E-8202-D205AFC20DE4}"/>
                    </a:ext>
                  </a:extLst>
                </p14:cNvPr>
                <p14:cNvContentPartPr/>
                <p14:nvPr/>
              </p14:nvContentPartPr>
              <p14:xfrm>
                <a:off x="9532227" y="3297438"/>
                <a:ext cx="301320" cy="204480"/>
              </p14:xfrm>
            </p:contentPart>
          </mc:Choice>
          <mc:Fallback xmlns="">
            <p:pic>
              <p:nvPicPr>
                <p:cNvPr id="187" name="Ink 186">
                  <a:extLst>
                    <a:ext uri="{FF2B5EF4-FFF2-40B4-BE49-F238E27FC236}">
                      <a16:creationId xmlns:a16="http://schemas.microsoft.com/office/drawing/2014/main" id="{1698C9DE-896C-4D3E-8202-D205AFC20DE4}"/>
                    </a:ext>
                  </a:extLst>
                </p:cNvPr>
                <p:cNvPicPr/>
                <p:nvPr/>
              </p:nvPicPr>
              <p:blipFill>
                <a:blip r:embed="rId356"/>
                <a:stretch>
                  <a:fillRect/>
                </a:stretch>
              </p:blipFill>
              <p:spPr>
                <a:xfrm>
                  <a:off x="9526107" y="3291318"/>
                  <a:ext cx="31356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188" name="Ink 187">
                  <a:extLst>
                    <a:ext uri="{FF2B5EF4-FFF2-40B4-BE49-F238E27FC236}">
                      <a16:creationId xmlns:a16="http://schemas.microsoft.com/office/drawing/2014/main" id="{FC203575-E14D-8C80-2B05-553FA71991C5}"/>
                    </a:ext>
                  </a:extLst>
                </p14:cNvPr>
                <p14:cNvContentPartPr/>
                <p14:nvPr/>
              </p14:nvContentPartPr>
              <p14:xfrm>
                <a:off x="9435027" y="3274758"/>
                <a:ext cx="259200" cy="231480"/>
              </p14:xfrm>
            </p:contentPart>
          </mc:Choice>
          <mc:Fallback xmlns="">
            <p:pic>
              <p:nvPicPr>
                <p:cNvPr id="188" name="Ink 187">
                  <a:extLst>
                    <a:ext uri="{FF2B5EF4-FFF2-40B4-BE49-F238E27FC236}">
                      <a16:creationId xmlns:a16="http://schemas.microsoft.com/office/drawing/2014/main" id="{FC203575-E14D-8C80-2B05-553FA71991C5}"/>
                    </a:ext>
                  </a:extLst>
                </p:cNvPr>
                <p:cNvPicPr/>
                <p:nvPr/>
              </p:nvPicPr>
              <p:blipFill>
                <a:blip r:embed="rId358"/>
                <a:stretch>
                  <a:fillRect/>
                </a:stretch>
              </p:blipFill>
              <p:spPr>
                <a:xfrm>
                  <a:off x="9428907" y="3268638"/>
                  <a:ext cx="27144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189" name="Ink 188">
                  <a:extLst>
                    <a:ext uri="{FF2B5EF4-FFF2-40B4-BE49-F238E27FC236}">
                      <a16:creationId xmlns:a16="http://schemas.microsoft.com/office/drawing/2014/main" id="{59C992ED-D387-E57E-7020-0DBCDA08463C}"/>
                    </a:ext>
                  </a:extLst>
                </p14:cNvPr>
                <p14:cNvContentPartPr/>
                <p14:nvPr/>
              </p14:nvContentPartPr>
              <p14:xfrm>
                <a:off x="9601707" y="3203478"/>
                <a:ext cx="22680" cy="158760"/>
              </p14:xfrm>
            </p:contentPart>
          </mc:Choice>
          <mc:Fallback xmlns="">
            <p:pic>
              <p:nvPicPr>
                <p:cNvPr id="189" name="Ink 188">
                  <a:extLst>
                    <a:ext uri="{FF2B5EF4-FFF2-40B4-BE49-F238E27FC236}">
                      <a16:creationId xmlns:a16="http://schemas.microsoft.com/office/drawing/2014/main" id="{59C992ED-D387-E57E-7020-0DBCDA08463C}"/>
                    </a:ext>
                  </a:extLst>
                </p:cNvPr>
                <p:cNvPicPr/>
                <p:nvPr/>
              </p:nvPicPr>
              <p:blipFill>
                <a:blip r:embed="rId360"/>
                <a:stretch>
                  <a:fillRect/>
                </a:stretch>
              </p:blipFill>
              <p:spPr>
                <a:xfrm>
                  <a:off x="9595587" y="3197358"/>
                  <a:ext cx="3492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190" name="Ink 189">
                  <a:extLst>
                    <a:ext uri="{FF2B5EF4-FFF2-40B4-BE49-F238E27FC236}">
                      <a16:creationId xmlns:a16="http://schemas.microsoft.com/office/drawing/2014/main" id="{3A3B64E7-895E-BFD7-5B15-395ADC33DBC1}"/>
                    </a:ext>
                  </a:extLst>
                </p14:cNvPr>
                <p14:cNvContentPartPr/>
                <p14:nvPr/>
              </p14:nvContentPartPr>
              <p14:xfrm>
                <a:off x="9721227" y="3221118"/>
                <a:ext cx="5760" cy="18720"/>
              </p14:xfrm>
            </p:contentPart>
          </mc:Choice>
          <mc:Fallback xmlns="">
            <p:pic>
              <p:nvPicPr>
                <p:cNvPr id="190" name="Ink 189">
                  <a:extLst>
                    <a:ext uri="{FF2B5EF4-FFF2-40B4-BE49-F238E27FC236}">
                      <a16:creationId xmlns:a16="http://schemas.microsoft.com/office/drawing/2014/main" id="{3A3B64E7-895E-BFD7-5B15-395ADC33DBC1}"/>
                    </a:ext>
                  </a:extLst>
                </p:cNvPr>
                <p:cNvPicPr/>
                <p:nvPr/>
              </p:nvPicPr>
              <p:blipFill>
                <a:blip r:embed="rId362"/>
                <a:stretch>
                  <a:fillRect/>
                </a:stretch>
              </p:blipFill>
              <p:spPr>
                <a:xfrm>
                  <a:off x="9715107" y="3214998"/>
                  <a:ext cx="180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191" name="Ink 190">
                  <a:extLst>
                    <a:ext uri="{FF2B5EF4-FFF2-40B4-BE49-F238E27FC236}">
                      <a16:creationId xmlns:a16="http://schemas.microsoft.com/office/drawing/2014/main" id="{598D4652-D48E-13A0-CD39-E521FFA1C122}"/>
                    </a:ext>
                  </a:extLst>
                </p14:cNvPr>
                <p14:cNvContentPartPr/>
                <p14:nvPr/>
              </p14:nvContentPartPr>
              <p14:xfrm>
                <a:off x="9269427" y="3331638"/>
                <a:ext cx="54000" cy="208080"/>
              </p14:xfrm>
            </p:contentPart>
          </mc:Choice>
          <mc:Fallback xmlns="">
            <p:pic>
              <p:nvPicPr>
                <p:cNvPr id="191" name="Ink 190">
                  <a:extLst>
                    <a:ext uri="{FF2B5EF4-FFF2-40B4-BE49-F238E27FC236}">
                      <a16:creationId xmlns:a16="http://schemas.microsoft.com/office/drawing/2014/main" id="{598D4652-D48E-13A0-CD39-E521FFA1C122}"/>
                    </a:ext>
                  </a:extLst>
                </p:cNvPr>
                <p:cNvPicPr/>
                <p:nvPr/>
              </p:nvPicPr>
              <p:blipFill>
                <a:blip r:embed="rId364"/>
                <a:stretch>
                  <a:fillRect/>
                </a:stretch>
              </p:blipFill>
              <p:spPr>
                <a:xfrm>
                  <a:off x="9263307" y="3325518"/>
                  <a:ext cx="662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192" name="Ink 191">
                  <a:extLst>
                    <a:ext uri="{FF2B5EF4-FFF2-40B4-BE49-F238E27FC236}">
                      <a16:creationId xmlns:a16="http://schemas.microsoft.com/office/drawing/2014/main" id="{EE61F2DE-4914-C758-ACA7-AEAFDE23AD85}"/>
                    </a:ext>
                  </a:extLst>
                </p14:cNvPr>
                <p14:cNvContentPartPr/>
                <p14:nvPr/>
              </p14:nvContentPartPr>
              <p14:xfrm>
                <a:off x="8749947" y="3244878"/>
                <a:ext cx="474840" cy="293400"/>
              </p14:xfrm>
            </p:contentPart>
          </mc:Choice>
          <mc:Fallback xmlns="">
            <p:pic>
              <p:nvPicPr>
                <p:cNvPr id="192" name="Ink 191">
                  <a:extLst>
                    <a:ext uri="{FF2B5EF4-FFF2-40B4-BE49-F238E27FC236}">
                      <a16:creationId xmlns:a16="http://schemas.microsoft.com/office/drawing/2014/main" id="{EE61F2DE-4914-C758-ACA7-AEAFDE23AD85}"/>
                    </a:ext>
                  </a:extLst>
                </p:cNvPr>
                <p:cNvPicPr/>
                <p:nvPr/>
              </p:nvPicPr>
              <p:blipFill>
                <a:blip r:embed="rId366"/>
                <a:stretch>
                  <a:fillRect/>
                </a:stretch>
              </p:blipFill>
              <p:spPr>
                <a:xfrm>
                  <a:off x="8743827" y="3238758"/>
                  <a:ext cx="48708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193" name="Ink 192">
                  <a:extLst>
                    <a:ext uri="{FF2B5EF4-FFF2-40B4-BE49-F238E27FC236}">
                      <a16:creationId xmlns:a16="http://schemas.microsoft.com/office/drawing/2014/main" id="{91172EBD-0F4A-D6E0-9447-756ABD42D623}"/>
                    </a:ext>
                  </a:extLst>
                </p14:cNvPr>
                <p14:cNvContentPartPr/>
                <p14:nvPr/>
              </p14:nvContentPartPr>
              <p14:xfrm>
                <a:off x="8817267" y="3258918"/>
                <a:ext cx="135000" cy="27720"/>
              </p14:xfrm>
            </p:contentPart>
          </mc:Choice>
          <mc:Fallback xmlns="">
            <p:pic>
              <p:nvPicPr>
                <p:cNvPr id="193" name="Ink 192">
                  <a:extLst>
                    <a:ext uri="{FF2B5EF4-FFF2-40B4-BE49-F238E27FC236}">
                      <a16:creationId xmlns:a16="http://schemas.microsoft.com/office/drawing/2014/main" id="{91172EBD-0F4A-D6E0-9447-756ABD42D623}"/>
                    </a:ext>
                  </a:extLst>
                </p:cNvPr>
                <p:cNvPicPr/>
                <p:nvPr/>
              </p:nvPicPr>
              <p:blipFill>
                <a:blip r:embed="rId368"/>
                <a:stretch>
                  <a:fillRect/>
                </a:stretch>
              </p:blipFill>
              <p:spPr>
                <a:xfrm>
                  <a:off x="8811147" y="3252798"/>
                  <a:ext cx="1472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194" name="Ink 193">
                  <a:extLst>
                    <a:ext uri="{FF2B5EF4-FFF2-40B4-BE49-F238E27FC236}">
                      <a16:creationId xmlns:a16="http://schemas.microsoft.com/office/drawing/2014/main" id="{9F76DC2D-A0F7-B024-F5E2-38F403C34954}"/>
                    </a:ext>
                  </a:extLst>
                </p14:cNvPr>
                <p14:cNvContentPartPr/>
                <p14:nvPr/>
              </p14:nvContentPartPr>
              <p14:xfrm>
                <a:off x="8995107" y="3185838"/>
                <a:ext cx="191160" cy="490320"/>
              </p14:xfrm>
            </p:contentPart>
          </mc:Choice>
          <mc:Fallback xmlns="">
            <p:pic>
              <p:nvPicPr>
                <p:cNvPr id="194" name="Ink 193">
                  <a:extLst>
                    <a:ext uri="{FF2B5EF4-FFF2-40B4-BE49-F238E27FC236}">
                      <a16:creationId xmlns:a16="http://schemas.microsoft.com/office/drawing/2014/main" id="{9F76DC2D-A0F7-B024-F5E2-38F403C34954}"/>
                    </a:ext>
                  </a:extLst>
                </p:cNvPr>
                <p:cNvPicPr/>
                <p:nvPr/>
              </p:nvPicPr>
              <p:blipFill>
                <a:blip r:embed="rId370"/>
                <a:stretch>
                  <a:fillRect/>
                </a:stretch>
              </p:blipFill>
              <p:spPr>
                <a:xfrm>
                  <a:off x="8988987" y="3179718"/>
                  <a:ext cx="203400" cy="50256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195" name="Ink 194">
                  <a:extLst>
                    <a:ext uri="{FF2B5EF4-FFF2-40B4-BE49-F238E27FC236}">
                      <a16:creationId xmlns:a16="http://schemas.microsoft.com/office/drawing/2014/main" id="{C427F38C-EBC9-A57A-3D70-5736654F4581}"/>
                    </a:ext>
                  </a:extLst>
                </p14:cNvPr>
                <p14:cNvContentPartPr/>
                <p14:nvPr/>
              </p14:nvContentPartPr>
              <p14:xfrm>
                <a:off x="8574267" y="3331638"/>
                <a:ext cx="47520" cy="236880"/>
              </p14:xfrm>
            </p:contentPart>
          </mc:Choice>
          <mc:Fallback xmlns="">
            <p:pic>
              <p:nvPicPr>
                <p:cNvPr id="195" name="Ink 194">
                  <a:extLst>
                    <a:ext uri="{FF2B5EF4-FFF2-40B4-BE49-F238E27FC236}">
                      <a16:creationId xmlns:a16="http://schemas.microsoft.com/office/drawing/2014/main" id="{C427F38C-EBC9-A57A-3D70-5736654F4581}"/>
                    </a:ext>
                  </a:extLst>
                </p:cNvPr>
                <p:cNvPicPr/>
                <p:nvPr/>
              </p:nvPicPr>
              <p:blipFill>
                <a:blip r:embed="rId372"/>
                <a:stretch>
                  <a:fillRect/>
                </a:stretch>
              </p:blipFill>
              <p:spPr>
                <a:xfrm>
                  <a:off x="8568147" y="3325518"/>
                  <a:ext cx="597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196" name="Ink 195">
                  <a:extLst>
                    <a:ext uri="{FF2B5EF4-FFF2-40B4-BE49-F238E27FC236}">
                      <a16:creationId xmlns:a16="http://schemas.microsoft.com/office/drawing/2014/main" id="{D6089667-F438-E73A-C558-5F61DD2DE9DC}"/>
                    </a:ext>
                  </a:extLst>
                </p14:cNvPr>
                <p14:cNvContentPartPr/>
                <p14:nvPr/>
              </p14:nvContentPartPr>
              <p14:xfrm>
                <a:off x="8292747" y="3257838"/>
                <a:ext cx="207720" cy="306720"/>
              </p14:xfrm>
            </p:contentPart>
          </mc:Choice>
          <mc:Fallback xmlns="">
            <p:pic>
              <p:nvPicPr>
                <p:cNvPr id="196" name="Ink 195">
                  <a:extLst>
                    <a:ext uri="{FF2B5EF4-FFF2-40B4-BE49-F238E27FC236}">
                      <a16:creationId xmlns:a16="http://schemas.microsoft.com/office/drawing/2014/main" id="{D6089667-F438-E73A-C558-5F61DD2DE9DC}"/>
                    </a:ext>
                  </a:extLst>
                </p:cNvPr>
                <p:cNvPicPr/>
                <p:nvPr/>
              </p:nvPicPr>
              <p:blipFill>
                <a:blip r:embed="rId374"/>
                <a:stretch>
                  <a:fillRect/>
                </a:stretch>
              </p:blipFill>
              <p:spPr>
                <a:xfrm>
                  <a:off x="8286627" y="3251718"/>
                  <a:ext cx="21996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197" name="Ink 196">
                  <a:extLst>
                    <a:ext uri="{FF2B5EF4-FFF2-40B4-BE49-F238E27FC236}">
                      <a16:creationId xmlns:a16="http://schemas.microsoft.com/office/drawing/2014/main" id="{D64E007E-D58C-24C9-CC9C-257B63AE2A1E}"/>
                    </a:ext>
                  </a:extLst>
                </p14:cNvPr>
                <p14:cNvContentPartPr/>
                <p14:nvPr/>
              </p14:nvContentPartPr>
              <p14:xfrm>
                <a:off x="8470227" y="3203478"/>
                <a:ext cx="5760" cy="14760"/>
              </p14:xfrm>
            </p:contentPart>
          </mc:Choice>
          <mc:Fallback xmlns="">
            <p:pic>
              <p:nvPicPr>
                <p:cNvPr id="197" name="Ink 196">
                  <a:extLst>
                    <a:ext uri="{FF2B5EF4-FFF2-40B4-BE49-F238E27FC236}">
                      <a16:creationId xmlns:a16="http://schemas.microsoft.com/office/drawing/2014/main" id="{D64E007E-D58C-24C9-CC9C-257B63AE2A1E}"/>
                    </a:ext>
                  </a:extLst>
                </p:cNvPr>
                <p:cNvPicPr/>
                <p:nvPr/>
              </p:nvPicPr>
              <p:blipFill>
                <a:blip r:embed="rId376"/>
                <a:stretch>
                  <a:fillRect/>
                </a:stretch>
              </p:blipFill>
              <p:spPr>
                <a:xfrm>
                  <a:off x="8464107" y="3197358"/>
                  <a:ext cx="180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198" name="Ink 197">
                  <a:extLst>
                    <a:ext uri="{FF2B5EF4-FFF2-40B4-BE49-F238E27FC236}">
                      <a16:creationId xmlns:a16="http://schemas.microsoft.com/office/drawing/2014/main" id="{B4950A82-A34E-42CC-4924-471A11B6739C}"/>
                    </a:ext>
                  </a:extLst>
                </p14:cNvPr>
                <p14:cNvContentPartPr/>
                <p14:nvPr/>
              </p14:nvContentPartPr>
              <p14:xfrm>
                <a:off x="7457907" y="3423438"/>
                <a:ext cx="736920" cy="114840"/>
              </p14:xfrm>
            </p:contentPart>
          </mc:Choice>
          <mc:Fallback xmlns="">
            <p:pic>
              <p:nvPicPr>
                <p:cNvPr id="198" name="Ink 197">
                  <a:extLst>
                    <a:ext uri="{FF2B5EF4-FFF2-40B4-BE49-F238E27FC236}">
                      <a16:creationId xmlns:a16="http://schemas.microsoft.com/office/drawing/2014/main" id="{B4950A82-A34E-42CC-4924-471A11B6739C}"/>
                    </a:ext>
                  </a:extLst>
                </p:cNvPr>
                <p:cNvPicPr/>
                <p:nvPr/>
              </p:nvPicPr>
              <p:blipFill>
                <a:blip r:embed="rId378"/>
                <a:stretch>
                  <a:fillRect/>
                </a:stretch>
              </p:blipFill>
              <p:spPr>
                <a:xfrm>
                  <a:off x="7451787" y="3417318"/>
                  <a:ext cx="7491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199" name="Ink 198">
                  <a:extLst>
                    <a:ext uri="{FF2B5EF4-FFF2-40B4-BE49-F238E27FC236}">
                      <a16:creationId xmlns:a16="http://schemas.microsoft.com/office/drawing/2014/main" id="{CA73A7AB-2BA6-F6DB-3A17-EB6E3B6EF952}"/>
                    </a:ext>
                  </a:extLst>
                </p14:cNvPr>
                <p14:cNvContentPartPr/>
                <p14:nvPr/>
              </p14:nvContentPartPr>
              <p14:xfrm>
                <a:off x="7494987" y="3253518"/>
                <a:ext cx="108360" cy="15840"/>
              </p14:xfrm>
            </p:contentPart>
          </mc:Choice>
          <mc:Fallback xmlns="">
            <p:pic>
              <p:nvPicPr>
                <p:cNvPr id="199" name="Ink 198">
                  <a:extLst>
                    <a:ext uri="{FF2B5EF4-FFF2-40B4-BE49-F238E27FC236}">
                      <a16:creationId xmlns:a16="http://schemas.microsoft.com/office/drawing/2014/main" id="{CA73A7AB-2BA6-F6DB-3A17-EB6E3B6EF952}"/>
                    </a:ext>
                  </a:extLst>
                </p:cNvPr>
                <p:cNvPicPr/>
                <p:nvPr/>
              </p:nvPicPr>
              <p:blipFill>
                <a:blip r:embed="rId380"/>
                <a:stretch>
                  <a:fillRect/>
                </a:stretch>
              </p:blipFill>
              <p:spPr>
                <a:xfrm>
                  <a:off x="7488867" y="3247398"/>
                  <a:ext cx="1206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00" name="Ink 199">
                  <a:extLst>
                    <a:ext uri="{FF2B5EF4-FFF2-40B4-BE49-F238E27FC236}">
                      <a16:creationId xmlns:a16="http://schemas.microsoft.com/office/drawing/2014/main" id="{C9E23896-502F-EAC0-C930-96E2CB511A51}"/>
                    </a:ext>
                  </a:extLst>
                </p14:cNvPr>
                <p14:cNvContentPartPr/>
                <p14:nvPr/>
              </p14:nvContentPartPr>
              <p14:xfrm>
                <a:off x="7620627" y="3603438"/>
                <a:ext cx="92160" cy="17280"/>
              </p14:xfrm>
            </p:contentPart>
          </mc:Choice>
          <mc:Fallback xmlns="">
            <p:pic>
              <p:nvPicPr>
                <p:cNvPr id="200" name="Ink 199">
                  <a:extLst>
                    <a:ext uri="{FF2B5EF4-FFF2-40B4-BE49-F238E27FC236}">
                      <a16:creationId xmlns:a16="http://schemas.microsoft.com/office/drawing/2014/main" id="{C9E23896-502F-EAC0-C930-96E2CB511A51}"/>
                    </a:ext>
                  </a:extLst>
                </p:cNvPr>
                <p:cNvPicPr/>
                <p:nvPr/>
              </p:nvPicPr>
              <p:blipFill>
                <a:blip r:embed="rId382"/>
                <a:stretch>
                  <a:fillRect/>
                </a:stretch>
              </p:blipFill>
              <p:spPr>
                <a:xfrm>
                  <a:off x="7614507" y="3597318"/>
                  <a:ext cx="10440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02" name="Ink 201">
                  <a:extLst>
                    <a:ext uri="{FF2B5EF4-FFF2-40B4-BE49-F238E27FC236}">
                      <a16:creationId xmlns:a16="http://schemas.microsoft.com/office/drawing/2014/main" id="{4D200F5C-4FDA-4531-D0B9-98554EA24722}"/>
                    </a:ext>
                  </a:extLst>
                </p14:cNvPr>
                <p14:cNvContentPartPr/>
                <p14:nvPr/>
              </p14:nvContentPartPr>
              <p14:xfrm>
                <a:off x="7302387" y="3238758"/>
                <a:ext cx="119520" cy="522720"/>
              </p14:xfrm>
            </p:contentPart>
          </mc:Choice>
          <mc:Fallback xmlns="">
            <p:pic>
              <p:nvPicPr>
                <p:cNvPr id="202" name="Ink 201">
                  <a:extLst>
                    <a:ext uri="{FF2B5EF4-FFF2-40B4-BE49-F238E27FC236}">
                      <a16:creationId xmlns:a16="http://schemas.microsoft.com/office/drawing/2014/main" id="{4D200F5C-4FDA-4531-D0B9-98554EA24722}"/>
                    </a:ext>
                  </a:extLst>
                </p:cNvPr>
                <p:cNvPicPr/>
                <p:nvPr/>
              </p:nvPicPr>
              <p:blipFill>
                <a:blip r:embed="rId384"/>
                <a:stretch>
                  <a:fillRect/>
                </a:stretch>
              </p:blipFill>
              <p:spPr>
                <a:xfrm>
                  <a:off x="7296267" y="3232638"/>
                  <a:ext cx="131760" cy="534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5">
            <p14:nvContentPartPr>
              <p14:cNvPr id="205" name="Ink 204">
                <a:extLst>
                  <a:ext uri="{FF2B5EF4-FFF2-40B4-BE49-F238E27FC236}">
                    <a16:creationId xmlns:a16="http://schemas.microsoft.com/office/drawing/2014/main" id="{F16A87A5-C5EB-8D41-EBB1-E55F05E256DE}"/>
                  </a:ext>
                </a:extLst>
              </p14:cNvPr>
              <p14:cNvContentPartPr/>
              <p14:nvPr/>
            </p14:nvContentPartPr>
            <p14:xfrm>
              <a:off x="2942067" y="6142518"/>
              <a:ext cx="89280" cy="6120"/>
            </p14:xfrm>
          </p:contentPart>
        </mc:Choice>
        <mc:Fallback xmlns="">
          <p:pic>
            <p:nvPicPr>
              <p:cNvPr id="205" name="Ink 204">
                <a:extLst>
                  <a:ext uri="{FF2B5EF4-FFF2-40B4-BE49-F238E27FC236}">
                    <a16:creationId xmlns:a16="http://schemas.microsoft.com/office/drawing/2014/main" id="{F16A87A5-C5EB-8D41-EBB1-E55F05E256DE}"/>
                  </a:ext>
                </a:extLst>
              </p:cNvPr>
              <p:cNvPicPr/>
              <p:nvPr/>
            </p:nvPicPr>
            <p:blipFill>
              <a:blip r:embed="rId386"/>
              <a:stretch>
                <a:fillRect/>
              </a:stretch>
            </p:blipFill>
            <p:spPr>
              <a:xfrm>
                <a:off x="2935947" y="6136398"/>
                <a:ext cx="101520" cy="18360"/>
              </a:xfrm>
              <a:prstGeom prst="rect">
                <a:avLst/>
              </a:prstGeom>
            </p:spPr>
          </p:pic>
        </mc:Fallback>
      </mc:AlternateContent>
      <p:grpSp>
        <p:nvGrpSpPr>
          <p:cNvPr id="209" name="Group 208">
            <a:extLst>
              <a:ext uri="{FF2B5EF4-FFF2-40B4-BE49-F238E27FC236}">
                <a16:creationId xmlns:a16="http://schemas.microsoft.com/office/drawing/2014/main" id="{F2541DFF-F9D5-5E99-2BDA-A73DFB8DFE45}"/>
              </a:ext>
            </a:extLst>
          </p:cNvPr>
          <p:cNvGrpSpPr/>
          <p:nvPr/>
        </p:nvGrpSpPr>
        <p:grpSpPr>
          <a:xfrm>
            <a:off x="5199627" y="5448078"/>
            <a:ext cx="679680" cy="257400"/>
            <a:chOff x="5199627" y="5448078"/>
            <a:chExt cx="679680" cy="257400"/>
          </a:xfrm>
        </p:grpSpPr>
        <mc:AlternateContent xmlns:mc="http://schemas.openxmlformats.org/markup-compatibility/2006" xmlns:p14="http://schemas.microsoft.com/office/powerpoint/2010/main">
          <mc:Choice Requires="p14">
            <p:contentPart p14:bwMode="auto" r:id="rId387">
              <p14:nvContentPartPr>
                <p14:cNvPr id="206" name="Ink 205">
                  <a:extLst>
                    <a:ext uri="{FF2B5EF4-FFF2-40B4-BE49-F238E27FC236}">
                      <a16:creationId xmlns:a16="http://schemas.microsoft.com/office/drawing/2014/main" id="{FFB0C561-DBE6-BDD7-0FFF-7BDD7E84271D}"/>
                    </a:ext>
                  </a:extLst>
                </p14:cNvPr>
                <p14:cNvContentPartPr/>
                <p14:nvPr/>
              </p14:nvContentPartPr>
              <p14:xfrm>
                <a:off x="5199627" y="5448078"/>
                <a:ext cx="679680" cy="232920"/>
              </p14:xfrm>
            </p:contentPart>
          </mc:Choice>
          <mc:Fallback xmlns="">
            <p:pic>
              <p:nvPicPr>
                <p:cNvPr id="206" name="Ink 205">
                  <a:extLst>
                    <a:ext uri="{FF2B5EF4-FFF2-40B4-BE49-F238E27FC236}">
                      <a16:creationId xmlns:a16="http://schemas.microsoft.com/office/drawing/2014/main" id="{FFB0C561-DBE6-BDD7-0FFF-7BDD7E84271D}"/>
                    </a:ext>
                  </a:extLst>
                </p:cNvPr>
                <p:cNvPicPr/>
                <p:nvPr/>
              </p:nvPicPr>
              <p:blipFill>
                <a:blip r:embed="rId388"/>
                <a:stretch>
                  <a:fillRect/>
                </a:stretch>
              </p:blipFill>
              <p:spPr>
                <a:xfrm>
                  <a:off x="5193507" y="5441958"/>
                  <a:ext cx="69192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07" name="Ink 206">
                  <a:extLst>
                    <a:ext uri="{FF2B5EF4-FFF2-40B4-BE49-F238E27FC236}">
                      <a16:creationId xmlns:a16="http://schemas.microsoft.com/office/drawing/2014/main" id="{7EB97D93-BA2E-31A1-2995-97072BC98873}"/>
                    </a:ext>
                  </a:extLst>
                </p14:cNvPr>
                <p14:cNvContentPartPr/>
                <p14:nvPr/>
              </p14:nvContentPartPr>
              <p14:xfrm>
                <a:off x="5226267" y="5692158"/>
                <a:ext cx="2160" cy="2520"/>
              </p14:xfrm>
            </p:contentPart>
          </mc:Choice>
          <mc:Fallback xmlns="">
            <p:pic>
              <p:nvPicPr>
                <p:cNvPr id="207" name="Ink 206">
                  <a:extLst>
                    <a:ext uri="{FF2B5EF4-FFF2-40B4-BE49-F238E27FC236}">
                      <a16:creationId xmlns:a16="http://schemas.microsoft.com/office/drawing/2014/main" id="{7EB97D93-BA2E-31A1-2995-97072BC98873}"/>
                    </a:ext>
                  </a:extLst>
                </p:cNvPr>
                <p:cNvPicPr/>
                <p:nvPr/>
              </p:nvPicPr>
              <p:blipFill>
                <a:blip r:embed="rId390"/>
                <a:stretch>
                  <a:fillRect/>
                </a:stretch>
              </p:blipFill>
              <p:spPr>
                <a:xfrm>
                  <a:off x="5220147" y="5686038"/>
                  <a:ext cx="1440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08" name="Ink 207">
                  <a:extLst>
                    <a:ext uri="{FF2B5EF4-FFF2-40B4-BE49-F238E27FC236}">
                      <a16:creationId xmlns:a16="http://schemas.microsoft.com/office/drawing/2014/main" id="{BE58F8C8-8262-A3C6-6871-E61117D79B8B}"/>
                    </a:ext>
                  </a:extLst>
                </p14:cNvPr>
                <p14:cNvContentPartPr/>
                <p14:nvPr/>
              </p14:nvContentPartPr>
              <p14:xfrm>
                <a:off x="5228067" y="5687838"/>
                <a:ext cx="142560" cy="17640"/>
              </p14:xfrm>
            </p:contentPart>
          </mc:Choice>
          <mc:Fallback xmlns="">
            <p:pic>
              <p:nvPicPr>
                <p:cNvPr id="208" name="Ink 207">
                  <a:extLst>
                    <a:ext uri="{FF2B5EF4-FFF2-40B4-BE49-F238E27FC236}">
                      <a16:creationId xmlns:a16="http://schemas.microsoft.com/office/drawing/2014/main" id="{BE58F8C8-8262-A3C6-6871-E61117D79B8B}"/>
                    </a:ext>
                  </a:extLst>
                </p:cNvPr>
                <p:cNvPicPr/>
                <p:nvPr/>
              </p:nvPicPr>
              <p:blipFill>
                <a:blip r:embed="rId392"/>
                <a:stretch>
                  <a:fillRect/>
                </a:stretch>
              </p:blipFill>
              <p:spPr>
                <a:xfrm>
                  <a:off x="5221947" y="5681718"/>
                  <a:ext cx="154800" cy="29880"/>
                </a:xfrm>
                <a:prstGeom prst="rect">
                  <a:avLst/>
                </a:prstGeom>
              </p:spPr>
            </p:pic>
          </mc:Fallback>
        </mc:AlternateContent>
      </p:grpSp>
      <p:grpSp>
        <p:nvGrpSpPr>
          <p:cNvPr id="214" name="Group 213">
            <a:extLst>
              <a:ext uri="{FF2B5EF4-FFF2-40B4-BE49-F238E27FC236}">
                <a16:creationId xmlns:a16="http://schemas.microsoft.com/office/drawing/2014/main" id="{C7072FF9-17C2-135C-F17E-4CE1ED9B5F00}"/>
              </a:ext>
            </a:extLst>
          </p:cNvPr>
          <p:cNvGrpSpPr/>
          <p:nvPr/>
        </p:nvGrpSpPr>
        <p:grpSpPr>
          <a:xfrm>
            <a:off x="3903627" y="5585238"/>
            <a:ext cx="731520" cy="722160"/>
            <a:chOff x="3903627" y="5585238"/>
            <a:chExt cx="731520" cy="722160"/>
          </a:xfrm>
        </p:grpSpPr>
        <mc:AlternateContent xmlns:mc="http://schemas.openxmlformats.org/markup-compatibility/2006" xmlns:p14="http://schemas.microsoft.com/office/powerpoint/2010/main">
          <mc:Choice Requires="p14">
            <p:contentPart p14:bwMode="auto" r:id="rId393">
              <p14:nvContentPartPr>
                <p14:cNvPr id="210" name="Ink 209">
                  <a:extLst>
                    <a:ext uri="{FF2B5EF4-FFF2-40B4-BE49-F238E27FC236}">
                      <a16:creationId xmlns:a16="http://schemas.microsoft.com/office/drawing/2014/main" id="{517B03F8-4FDF-E978-A886-CA34BA1411AB}"/>
                    </a:ext>
                  </a:extLst>
                </p14:cNvPr>
                <p14:cNvContentPartPr/>
                <p14:nvPr/>
              </p14:nvContentPartPr>
              <p14:xfrm>
                <a:off x="3903627" y="5585238"/>
                <a:ext cx="731520" cy="722160"/>
              </p14:xfrm>
            </p:contentPart>
          </mc:Choice>
          <mc:Fallback xmlns="">
            <p:pic>
              <p:nvPicPr>
                <p:cNvPr id="210" name="Ink 209">
                  <a:extLst>
                    <a:ext uri="{FF2B5EF4-FFF2-40B4-BE49-F238E27FC236}">
                      <a16:creationId xmlns:a16="http://schemas.microsoft.com/office/drawing/2014/main" id="{517B03F8-4FDF-E978-A886-CA34BA1411AB}"/>
                    </a:ext>
                  </a:extLst>
                </p:cNvPr>
                <p:cNvPicPr/>
                <p:nvPr/>
              </p:nvPicPr>
              <p:blipFill>
                <a:blip r:embed="rId394"/>
                <a:stretch>
                  <a:fillRect/>
                </a:stretch>
              </p:blipFill>
              <p:spPr>
                <a:xfrm>
                  <a:off x="3897507" y="5579118"/>
                  <a:ext cx="743760" cy="73440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11" name="Ink 210">
                  <a:extLst>
                    <a:ext uri="{FF2B5EF4-FFF2-40B4-BE49-F238E27FC236}">
                      <a16:creationId xmlns:a16="http://schemas.microsoft.com/office/drawing/2014/main" id="{2CD4FBB7-4764-6412-8663-6484296C8896}"/>
                    </a:ext>
                  </a:extLst>
                </p14:cNvPr>
                <p14:cNvContentPartPr/>
                <p14:nvPr/>
              </p14:nvContentPartPr>
              <p14:xfrm>
                <a:off x="4404747" y="5921838"/>
                <a:ext cx="36000" cy="150840"/>
              </p14:xfrm>
            </p:contentPart>
          </mc:Choice>
          <mc:Fallback xmlns="">
            <p:pic>
              <p:nvPicPr>
                <p:cNvPr id="211" name="Ink 210">
                  <a:extLst>
                    <a:ext uri="{FF2B5EF4-FFF2-40B4-BE49-F238E27FC236}">
                      <a16:creationId xmlns:a16="http://schemas.microsoft.com/office/drawing/2014/main" id="{2CD4FBB7-4764-6412-8663-6484296C8896}"/>
                    </a:ext>
                  </a:extLst>
                </p:cNvPr>
                <p:cNvPicPr/>
                <p:nvPr/>
              </p:nvPicPr>
              <p:blipFill>
                <a:blip r:embed="rId396"/>
                <a:stretch>
                  <a:fillRect/>
                </a:stretch>
              </p:blipFill>
              <p:spPr>
                <a:xfrm>
                  <a:off x="4398627" y="5915718"/>
                  <a:ext cx="4824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12" name="Ink 211">
                  <a:extLst>
                    <a:ext uri="{FF2B5EF4-FFF2-40B4-BE49-F238E27FC236}">
                      <a16:creationId xmlns:a16="http://schemas.microsoft.com/office/drawing/2014/main" id="{3548F13C-E1EA-4011-69A2-CE959CC6ABD2}"/>
                    </a:ext>
                  </a:extLst>
                </p14:cNvPr>
                <p14:cNvContentPartPr/>
                <p14:nvPr/>
              </p14:nvContentPartPr>
              <p14:xfrm>
                <a:off x="4166067" y="5887278"/>
                <a:ext cx="214920" cy="168120"/>
              </p14:xfrm>
            </p:contentPart>
          </mc:Choice>
          <mc:Fallback xmlns="">
            <p:pic>
              <p:nvPicPr>
                <p:cNvPr id="212" name="Ink 211">
                  <a:extLst>
                    <a:ext uri="{FF2B5EF4-FFF2-40B4-BE49-F238E27FC236}">
                      <a16:creationId xmlns:a16="http://schemas.microsoft.com/office/drawing/2014/main" id="{3548F13C-E1EA-4011-69A2-CE959CC6ABD2}"/>
                    </a:ext>
                  </a:extLst>
                </p:cNvPr>
                <p:cNvPicPr/>
                <p:nvPr/>
              </p:nvPicPr>
              <p:blipFill>
                <a:blip r:embed="rId398"/>
                <a:stretch>
                  <a:fillRect/>
                </a:stretch>
              </p:blipFill>
              <p:spPr>
                <a:xfrm>
                  <a:off x="4159947" y="5881158"/>
                  <a:ext cx="22716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13" name="Ink 212">
                  <a:extLst>
                    <a:ext uri="{FF2B5EF4-FFF2-40B4-BE49-F238E27FC236}">
                      <a16:creationId xmlns:a16="http://schemas.microsoft.com/office/drawing/2014/main" id="{6B998495-A802-9968-C040-3F3301A1C8B3}"/>
                    </a:ext>
                  </a:extLst>
                </p14:cNvPr>
                <p14:cNvContentPartPr/>
                <p14:nvPr/>
              </p14:nvContentPartPr>
              <p14:xfrm>
                <a:off x="3959427" y="5871798"/>
                <a:ext cx="154080" cy="262800"/>
              </p14:xfrm>
            </p:contentPart>
          </mc:Choice>
          <mc:Fallback xmlns="">
            <p:pic>
              <p:nvPicPr>
                <p:cNvPr id="213" name="Ink 212">
                  <a:extLst>
                    <a:ext uri="{FF2B5EF4-FFF2-40B4-BE49-F238E27FC236}">
                      <a16:creationId xmlns:a16="http://schemas.microsoft.com/office/drawing/2014/main" id="{6B998495-A802-9968-C040-3F3301A1C8B3}"/>
                    </a:ext>
                  </a:extLst>
                </p:cNvPr>
                <p:cNvPicPr/>
                <p:nvPr/>
              </p:nvPicPr>
              <p:blipFill>
                <a:blip r:embed="rId400"/>
                <a:stretch>
                  <a:fillRect/>
                </a:stretch>
              </p:blipFill>
              <p:spPr>
                <a:xfrm>
                  <a:off x="3953307" y="5865678"/>
                  <a:ext cx="166320" cy="27504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401">
            <p14:nvContentPartPr>
              <p14:cNvPr id="215" name="Ink 214">
                <a:extLst>
                  <a:ext uri="{FF2B5EF4-FFF2-40B4-BE49-F238E27FC236}">
                    <a16:creationId xmlns:a16="http://schemas.microsoft.com/office/drawing/2014/main" id="{A4B95F62-16A7-41F1-C866-3273B97D2F1F}"/>
                  </a:ext>
                </a:extLst>
              </p14:cNvPr>
              <p14:cNvContentPartPr/>
              <p14:nvPr/>
            </p14:nvContentPartPr>
            <p14:xfrm>
              <a:off x="3854307" y="5562198"/>
              <a:ext cx="840600" cy="761040"/>
            </p14:xfrm>
          </p:contentPart>
        </mc:Choice>
        <mc:Fallback xmlns="">
          <p:pic>
            <p:nvPicPr>
              <p:cNvPr id="215" name="Ink 214">
                <a:extLst>
                  <a:ext uri="{FF2B5EF4-FFF2-40B4-BE49-F238E27FC236}">
                    <a16:creationId xmlns:a16="http://schemas.microsoft.com/office/drawing/2014/main" id="{A4B95F62-16A7-41F1-C866-3273B97D2F1F}"/>
                  </a:ext>
                </a:extLst>
              </p:cNvPr>
              <p:cNvPicPr/>
              <p:nvPr/>
            </p:nvPicPr>
            <p:blipFill>
              <a:blip r:embed="rId402"/>
              <a:stretch>
                <a:fillRect/>
              </a:stretch>
            </p:blipFill>
            <p:spPr>
              <a:xfrm>
                <a:off x="3845667" y="5553198"/>
                <a:ext cx="858240" cy="778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03">
            <p14:nvContentPartPr>
              <p14:cNvPr id="216" name="Ink 215">
                <a:extLst>
                  <a:ext uri="{FF2B5EF4-FFF2-40B4-BE49-F238E27FC236}">
                    <a16:creationId xmlns:a16="http://schemas.microsoft.com/office/drawing/2014/main" id="{BC90B08E-4182-432B-8635-0A9AE4D4CF42}"/>
                  </a:ext>
                </a:extLst>
              </p14:cNvPr>
              <p14:cNvContentPartPr/>
              <p14:nvPr/>
            </p14:nvContentPartPr>
            <p14:xfrm>
              <a:off x="4321587" y="5296158"/>
              <a:ext cx="200520" cy="247680"/>
            </p14:xfrm>
          </p:contentPart>
        </mc:Choice>
        <mc:Fallback xmlns="">
          <p:pic>
            <p:nvPicPr>
              <p:cNvPr id="216" name="Ink 215">
                <a:extLst>
                  <a:ext uri="{FF2B5EF4-FFF2-40B4-BE49-F238E27FC236}">
                    <a16:creationId xmlns:a16="http://schemas.microsoft.com/office/drawing/2014/main" id="{BC90B08E-4182-432B-8635-0A9AE4D4CF42}"/>
                  </a:ext>
                </a:extLst>
              </p:cNvPr>
              <p:cNvPicPr/>
              <p:nvPr/>
            </p:nvPicPr>
            <p:blipFill>
              <a:blip r:embed="rId404"/>
              <a:stretch>
                <a:fillRect/>
              </a:stretch>
            </p:blipFill>
            <p:spPr>
              <a:xfrm>
                <a:off x="4312587" y="5287518"/>
                <a:ext cx="218160" cy="265320"/>
              </a:xfrm>
              <a:prstGeom prst="rect">
                <a:avLst/>
              </a:prstGeom>
            </p:spPr>
          </p:pic>
        </mc:Fallback>
      </mc:AlternateContent>
      <p:grpSp>
        <p:nvGrpSpPr>
          <p:cNvPr id="224" name="Group 223">
            <a:extLst>
              <a:ext uri="{FF2B5EF4-FFF2-40B4-BE49-F238E27FC236}">
                <a16:creationId xmlns:a16="http://schemas.microsoft.com/office/drawing/2014/main" id="{EC695789-0A48-A0E4-067F-395E04193CB0}"/>
              </a:ext>
            </a:extLst>
          </p:cNvPr>
          <p:cNvGrpSpPr/>
          <p:nvPr/>
        </p:nvGrpSpPr>
        <p:grpSpPr>
          <a:xfrm>
            <a:off x="4188387" y="5096718"/>
            <a:ext cx="705960" cy="309240"/>
            <a:chOff x="4188387" y="5096718"/>
            <a:chExt cx="705960" cy="309240"/>
          </a:xfrm>
        </p:grpSpPr>
        <mc:AlternateContent xmlns:mc="http://schemas.openxmlformats.org/markup-compatibility/2006" xmlns:p14="http://schemas.microsoft.com/office/powerpoint/2010/main">
          <mc:Choice Requires="p14">
            <p:contentPart p14:bwMode="auto" r:id="rId405">
              <p14:nvContentPartPr>
                <p14:cNvPr id="217" name="Ink 216">
                  <a:extLst>
                    <a:ext uri="{FF2B5EF4-FFF2-40B4-BE49-F238E27FC236}">
                      <a16:creationId xmlns:a16="http://schemas.microsoft.com/office/drawing/2014/main" id="{E3D44866-C760-63CD-69D6-AEF4266253FD}"/>
                    </a:ext>
                  </a:extLst>
                </p14:cNvPr>
                <p14:cNvContentPartPr/>
                <p14:nvPr/>
              </p14:nvContentPartPr>
              <p14:xfrm>
                <a:off x="4630467" y="5190678"/>
                <a:ext cx="263880" cy="191520"/>
              </p14:xfrm>
            </p:contentPart>
          </mc:Choice>
          <mc:Fallback xmlns="">
            <p:pic>
              <p:nvPicPr>
                <p:cNvPr id="217" name="Ink 216">
                  <a:extLst>
                    <a:ext uri="{FF2B5EF4-FFF2-40B4-BE49-F238E27FC236}">
                      <a16:creationId xmlns:a16="http://schemas.microsoft.com/office/drawing/2014/main" id="{E3D44866-C760-63CD-69D6-AEF4266253FD}"/>
                    </a:ext>
                  </a:extLst>
                </p:cNvPr>
                <p:cNvPicPr/>
                <p:nvPr/>
              </p:nvPicPr>
              <p:blipFill>
                <a:blip r:embed="rId406"/>
                <a:stretch>
                  <a:fillRect/>
                </a:stretch>
              </p:blipFill>
              <p:spPr>
                <a:xfrm>
                  <a:off x="4624347" y="5184558"/>
                  <a:ext cx="27612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18" name="Ink 217">
                  <a:extLst>
                    <a:ext uri="{FF2B5EF4-FFF2-40B4-BE49-F238E27FC236}">
                      <a16:creationId xmlns:a16="http://schemas.microsoft.com/office/drawing/2014/main" id="{7836B87D-A47A-8BF8-1554-5A421681B62A}"/>
                    </a:ext>
                  </a:extLst>
                </p14:cNvPr>
                <p14:cNvContentPartPr/>
                <p14:nvPr/>
              </p14:nvContentPartPr>
              <p14:xfrm>
                <a:off x="4621827" y="5118318"/>
                <a:ext cx="23760" cy="117000"/>
              </p14:xfrm>
            </p:contentPart>
          </mc:Choice>
          <mc:Fallback xmlns="">
            <p:pic>
              <p:nvPicPr>
                <p:cNvPr id="218" name="Ink 217">
                  <a:extLst>
                    <a:ext uri="{FF2B5EF4-FFF2-40B4-BE49-F238E27FC236}">
                      <a16:creationId xmlns:a16="http://schemas.microsoft.com/office/drawing/2014/main" id="{7836B87D-A47A-8BF8-1554-5A421681B62A}"/>
                    </a:ext>
                  </a:extLst>
                </p:cNvPr>
                <p:cNvPicPr/>
                <p:nvPr/>
              </p:nvPicPr>
              <p:blipFill>
                <a:blip r:embed="rId408"/>
                <a:stretch>
                  <a:fillRect/>
                </a:stretch>
              </p:blipFill>
              <p:spPr>
                <a:xfrm>
                  <a:off x="4615707" y="5112198"/>
                  <a:ext cx="3600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19" name="Ink 218">
                  <a:extLst>
                    <a:ext uri="{FF2B5EF4-FFF2-40B4-BE49-F238E27FC236}">
                      <a16:creationId xmlns:a16="http://schemas.microsoft.com/office/drawing/2014/main" id="{3EF7C7C1-CF69-41EC-4274-9F6835503834}"/>
                    </a:ext>
                  </a:extLst>
                </p14:cNvPr>
                <p14:cNvContentPartPr/>
                <p14:nvPr/>
              </p14:nvContentPartPr>
              <p14:xfrm>
                <a:off x="4390347" y="5096718"/>
                <a:ext cx="210960" cy="194040"/>
              </p14:xfrm>
            </p:contentPart>
          </mc:Choice>
          <mc:Fallback xmlns="">
            <p:pic>
              <p:nvPicPr>
                <p:cNvPr id="219" name="Ink 218">
                  <a:extLst>
                    <a:ext uri="{FF2B5EF4-FFF2-40B4-BE49-F238E27FC236}">
                      <a16:creationId xmlns:a16="http://schemas.microsoft.com/office/drawing/2014/main" id="{3EF7C7C1-CF69-41EC-4274-9F6835503834}"/>
                    </a:ext>
                  </a:extLst>
                </p:cNvPr>
                <p:cNvPicPr/>
                <p:nvPr/>
              </p:nvPicPr>
              <p:blipFill>
                <a:blip r:embed="rId410"/>
                <a:stretch>
                  <a:fillRect/>
                </a:stretch>
              </p:blipFill>
              <p:spPr>
                <a:xfrm>
                  <a:off x="4384227" y="5090598"/>
                  <a:ext cx="22320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221" name="Ink 220">
                  <a:extLst>
                    <a:ext uri="{FF2B5EF4-FFF2-40B4-BE49-F238E27FC236}">
                      <a16:creationId xmlns:a16="http://schemas.microsoft.com/office/drawing/2014/main" id="{11ABBF4A-88CE-A570-E0BB-6198D003D354}"/>
                    </a:ext>
                  </a:extLst>
                </p14:cNvPr>
                <p14:cNvContentPartPr/>
                <p14:nvPr/>
              </p14:nvContentPartPr>
              <p14:xfrm>
                <a:off x="4188387" y="5107878"/>
                <a:ext cx="149040" cy="298080"/>
              </p14:xfrm>
            </p:contentPart>
          </mc:Choice>
          <mc:Fallback xmlns="">
            <p:pic>
              <p:nvPicPr>
                <p:cNvPr id="221" name="Ink 220">
                  <a:extLst>
                    <a:ext uri="{FF2B5EF4-FFF2-40B4-BE49-F238E27FC236}">
                      <a16:creationId xmlns:a16="http://schemas.microsoft.com/office/drawing/2014/main" id="{11ABBF4A-88CE-A570-E0BB-6198D003D354}"/>
                    </a:ext>
                  </a:extLst>
                </p:cNvPr>
                <p:cNvPicPr/>
                <p:nvPr/>
              </p:nvPicPr>
              <p:blipFill>
                <a:blip r:embed="rId412"/>
                <a:stretch>
                  <a:fillRect/>
                </a:stretch>
              </p:blipFill>
              <p:spPr>
                <a:xfrm>
                  <a:off x="4182267" y="5101758"/>
                  <a:ext cx="161280" cy="310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13">
            <p14:nvContentPartPr>
              <p14:cNvPr id="222" name="Ink 221">
                <a:extLst>
                  <a:ext uri="{FF2B5EF4-FFF2-40B4-BE49-F238E27FC236}">
                    <a16:creationId xmlns:a16="http://schemas.microsoft.com/office/drawing/2014/main" id="{79B5FCFB-9003-1D74-A34F-7723D8F34DF7}"/>
                  </a:ext>
                </a:extLst>
              </p14:cNvPr>
              <p14:cNvContentPartPr/>
              <p14:nvPr/>
            </p14:nvContentPartPr>
            <p14:xfrm>
              <a:off x="3380547" y="5893758"/>
              <a:ext cx="234360" cy="112320"/>
            </p14:xfrm>
          </p:contentPart>
        </mc:Choice>
        <mc:Fallback xmlns="">
          <p:pic>
            <p:nvPicPr>
              <p:cNvPr id="222" name="Ink 221">
                <a:extLst>
                  <a:ext uri="{FF2B5EF4-FFF2-40B4-BE49-F238E27FC236}">
                    <a16:creationId xmlns:a16="http://schemas.microsoft.com/office/drawing/2014/main" id="{79B5FCFB-9003-1D74-A34F-7723D8F34DF7}"/>
                  </a:ext>
                </a:extLst>
              </p:cNvPr>
              <p:cNvPicPr/>
              <p:nvPr/>
            </p:nvPicPr>
            <p:blipFill>
              <a:blip r:embed="rId414"/>
              <a:stretch>
                <a:fillRect/>
              </a:stretch>
            </p:blipFill>
            <p:spPr>
              <a:xfrm>
                <a:off x="3374427" y="5887638"/>
                <a:ext cx="24660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233" name="Ink 232">
                <a:extLst>
                  <a:ext uri="{FF2B5EF4-FFF2-40B4-BE49-F238E27FC236}">
                    <a16:creationId xmlns:a16="http://schemas.microsoft.com/office/drawing/2014/main" id="{E0A6086D-A783-E15D-A0DE-9500BB835AED}"/>
                  </a:ext>
                </a:extLst>
              </p14:cNvPr>
              <p14:cNvContentPartPr/>
              <p14:nvPr/>
            </p14:nvContentPartPr>
            <p14:xfrm>
              <a:off x="2026227" y="6235038"/>
              <a:ext cx="79200" cy="12240"/>
            </p14:xfrm>
          </p:contentPart>
        </mc:Choice>
        <mc:Fallback xmlns="">
          <p:pic>
            <p:nvPicPr>
              <p:cNvPr id="233" name="Ink 232">
                <a:extLst>
                  <a:ext uri="{FF2B5EF4-FFF2-40B4-BE49-F238E27FC236}">
                    <a16:creationId xmlns:a16="http://schemas.microsoft.com/office/drawing/2014/main" id="{E0A6086D-A783-E15D-A0DE-9500BB835AED}"/>
                  </a:ext>
                </a:extLst>
              </p:cNvPr>
              <p:cNvPicPr/>
              <p:nvPr/>
            </p:nvPicPr>
            <p:blipFill>
              <a:blip r:embed="rId416"/>
              <a:stretch>
                <a:fillRect/>
              </a:stretch>
            </p:blipFill>
            <p:spPr>
              <a:xfrm>
                <a:off x="2020107" y="6228918"/>
                <a:ext cx="91440" cy="24480"/>
              </a:xfrm>
              <a:prstGeom prst="rect">
                <a:avLst/>
              </a:prstGeom>
            </p:spPr>
          </p:pic>
        </mc:Fallback>
      </mc:AlternateContent>
      <p:grpSp>
        <p:nvGrpSpPr>
          <p:cNvPr id="238" name="Group 237">
            <a:extLst>
              <a:ext uri="{FF2B5EF4-FFF2-40B4-BE49-F238E27FC236}">
                <a16:creationId xmlns:a16="http://schemas.microsoft.com/office/drawing/2014/main" id="{ED2C4C87-2AFC-60A0-2BB2-8A073A184F27}"/>
              </a:ext>
            </a:extLst>
          </p:cNvPr>
          <p:cNvGrpSpPr/>
          <p:nvPr/>
        </p:nvGrpSpPr>
        <p:grpSpPr>
          <a:xfrm>
            <a:off x="2006787" y="5844078"/>
            <a:ext cx="1169640" cy="295920"/>
            <a:chOff x="2006787" y="5844078"/>
            <a:chExt cx="1169640" cy="295920"/>
          </a:xfrm>
        </p:grpSpPr>
        <mc:AlternateContent xmlns:mc="http://schemas.openxmlformats.org/markup-compatibility/2006" xmlns:p14="http://schemas.microsoft.com/office/powerpoint/2010/main">
          <mc:Choice Requires="p14">
            <p:contentPart p14:bwMode="auto" r:id="rId417">
              <p14:nvContentPartPr>
                <p14:cNvPr id="223" name="Ink 222">
                  <a:extLst>
                    <a:ext uri="{FF2B5EF4-FFF2-40B4-BE49-F238E27FC236}">
                      <a16:creationId xmlns:a16="http://schemas.microsoft.com/office/drawing/2014/main" id="{915CA062-3B9B-0834-D017-20061FBDC412}"/>
                    </a:ext>
                  </a:extLst>
                </p14:cNvPr>
                <p14:cNvContentPartPr/>
                <p14:nvPr/>
              </p14:nvContentPartPr>
              <p14:xfrm>
                <a:off x="3154827" y="5844078"/>
                <a:ext cx="21600" cy="231840"/>
              </p14:xfrm>
            </p:contentPart>
          </mc:Choice>
          <mc:Fallback xmlns="">
            <p:pic>
              <p:nvPicPr>
                <p:cNvPr id="223" name="Ink 222">
                  <a:extLst>
                    <a:ext uri="{FF2B5EF4-FFF2-40B4-BE49-F238E27FC236}">
                      <a16:creationId xmlns:a16="http://schemas.microsoft.com/office/drawing/2014/main" id="{915CA062-3B9B-0834-D017-20061FBDC412}"/>
                    </a:ext>
                  </a:extLst>
                </p:cNvPr>
                <p:cNvPicPr/>
                <p:nvPr/>
              </p:nvPicPr>
              <p:blipFill>
                <a:blip r:embed="rId418"/>
                <a:stretch>
                  <a:fillRect/>
                </a:stretch>
              </p:blipFill>
              <p:spPr>
                <a:xfrm>
                  <a:off x="3148707" y="5837958"/>
                  <a:ext cx="3384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225" name="Ink 224">
                  <a:extLst>
                    <a:ext uri="{FF2B5EF4-FFF2-40B4-BE49-F238E27FC236}">
                      <a16:creationId xmlns:a16="http://schemas.microsoft.com/office/drawing/2014/main" id="{E75A4B2E-2FD3-47C4-9D0B-058E21D7495D}"/>
                    </a:ext>
                  </a:extLst>
                </p14:cNvPr>
                <p14:cNvContentPartPr/>
                <p14:nvPr/>
              </p14:nvContentPartPr>
              <p14:xfrm>
                <a:off x="2920827" y="5893038"/>
                <a:ext cx="165240" cy="172440"/>
              </p14:xfrm>
            </p:contentPart>
          </mc:Choice>
          <mc:Fallback xmlns="">
            <p:pic>
              <p:nvPicPr>
                <p:cNvPr id="225" name="Ink 224">
                  <a:extLst>
                    <a:ext uri="{FF2B5EF4-FFF2-40B4-BE49-F238E27FC236}">
                      <a16:creationId xmlns:a16="http://schemas.microsoft.com/office/drawing/2014/main" id="{E75A4B2E-2FD3-47C4-9D0B-058E21D7495D}"/>
                    </a:ext>
                  </a:extLst>
                </p:cNvPr>
                <p:cNvPicPr/>
                <p:nvPr/>
              </p:nvPicPr>
              <p:blipFill>
                <a:blip r:embed="rId420"/>
                <a:stretch>
                  <a:fillRect/>
                </a:stretch>
              </p:blipFill>
              <p:spPr>
                <a:xfrm>
                  <a:off x="2914707" y="5886918"/>
                  <a:ext cx="17748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226" name="Ink 225">
                  <a:extLst>
                    <a:ext uri="{FF2B5EF4-FFF2-40B4-BE49-F238E27FC236}">
                      <a16:creationId xmlns:a16="http://schemas.microsoft.com/office/drawing/2014/main" id="{D10061BC-AA56-310E-BA5A-C33B5B7E0797}"/>
                    </a:ext>
                  </a:extLst>
                </p14:cNvPr>
                <p14:cNvContentPartPr/>
                <p14:nvPr/>
              </p14:nvContentPartPr>
              <p14:xfrm>
                <a:off x="2844867" y="5870358"/>
                <a:ext cx="91800" cy="198360"/>
              </p14:xfrm>
            </p:contentPart>
          </mc:Choice>
          <mc:Fallback xmlns="">
            <p:pic>
              <p:nvPicPr>
                <p:cNvPr id="226" name="Ink 225">
                  <a:extLst>
                    <a:ext uri="{FF2B5EF4-FFF2-40B4-BE49-F238E27FC236}">
                      <a16:creationId xmlns:a16="http://schemas.microsoft.com/office/drawing/2014/main" id="{D10061BC-AA56-310E-BA5A-C33B5B7E0797}"/>
                    </a:ext>
                  </a:extLst>
                </p:cNvPr>
                <p:cNvPicPr/>
                <p:nvPr/>
              </p:nvPicPr>
              <p:blipFill>
                <a:blip r:embed="rId422"/>
                <a:stretch>
                  <a:fillRect/>
                </a:stretch>
              </p:blipFill>
              <p:spPr>
                <a:xfrm>
                  <a:off x="2838747" y="5864238"/>
                  <a:ext cx="10404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227" name="Ink 226">
                  <a:extLst>
                    <a:ext uri="{FF2B5EF4-FFF2-40B4-BE49-F238E27FC236}">
                      <a16:creationId xmlns:a16="http://schemas.microsoft.com/office/drawing/2014/main" id="{34D0A9E2-79B7-AFED-94FA-7E24C084A6DC}"/>
                    </a:ext>
                  </a:extLst>
                </p14:cNvPr>
                <p14:cNvContentPartPr/>
                <p14:nvPr/>
              </p14:nvContentPartPr>
              <p14:xfrm>
                <a:off x="2897427" y="5848758"/>
                <a:ext cx="130320" cy="143640"/>
              </p14:xfrm>
            </p:contentPart>
          </mc:Choice>
          <mc:Fallback xmlns="">
            <p:pic>
              <p:nvPicPr>
                <p:cNvPr id="227" name="Ink 226">
                  <a:extLst>
                    <a:ext uri="{FF2B5EF4-FFF2-40B4-BE49-F238E27FC236}">
                      <a16:creationId xmlns:a16="http://schemas.microsoft.com/office/drawing/2014/main" id="{34D0A9E2-79B7-AFED-94FA-7E24C084A6DC}"/>
                    </a:ext>
                  </a:extLst>
                </p:cNvPr>
                <p:cNvPicPr/>
                <p:nvPr/>
              </p:nvPicPr>
              <p:blipFill>
                <a:blip r:embed="rId424"/>
                <a:stretch>
                  <a:fillRect/>
                </a:stretch>
              </p:blipFill>
              <p:spPr>
                <a:xfrm>
                  <a:off x="2891307" y="5842638"/>
                  <a:ext cx="14256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425">
              <p14:nvContentPartPr>
                <p14:cNvPr id="228" name="Ink 227">
                  <a:extLst>
                    <a:ext uri="{FF2B5EF4-FFF2-40B4-BE49-F238E27FC236}">
                      <a16:creationId xmlns:a16="http://schemas.microsoft.com/office/drawing/2014/main" id="{43881068-B0CD-3651-9EDF-294A46D2B382}"/>
                    </a:ext>
                  </a:extLst>
                </p14:cNvPr>
                <p14:cNvContentPartPr/>
                <p14:nvPr/>
              </p14:nvContentPartPr>
              <p14:xfrm>
                <a:off x="2669907" y="5936958"/>
                <a:ext cx="114480" cy="156600"/>
              </p14:xfrm>
            </p:contentPart>
          </mc:Choice>
          <mc:Fallback xmlns="">
            <p:pic>
              <p:nvPicPr>
                <p:cNvPr id="228" name="Ink 227">
                  <a:extLst>
                    <a:ext uri="{FF2B5EF4-FFF2-40B4-BE49-F238E27FC236}">
                      <a16:creationId xmlns:a16="http://schemas.microsoft.com/office/drawing/2014/main" id="{43881068-B0CD-3651-9EDF-294A46D2B382}"/>
                    </a:ext>
                  </a:extLst>
                </p:cNvPr>
                <p:cNvPicPr/>
                <p:nvPr/>
              </p:nvPicPr>
              <p:blipFill>
                <a:blip r:embed="rId426"/>
                <a:stretch>
                  <a:fillRect/>
                </a:stretch>
              </p:blipFill>
              <p:spPr>
                <a:xfrm>
                  <a:off x="2663787" y="5930838"/>
                  <a:ext cx="12672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229" name="Ink 228">
                  <a:extLst>
                    <a:ext uri="{FF2B5EF4-FFF2-40B4-BE49-F238E27FC236}">
                      <a16:creationId xmlns:a16="http://schemas.microsoft.com/office/drawing/2014/main" id="{CA871BC2-8823-66CE-C866-F42E422510FA}"/>
                    </a:ext>
                  </a:extLst>
                </p14:cNvPr>
                <p14:cNvContentPartPr/>
                <p14:nvPr/>
              </p14:nvContentPartPr>
              <p14:xfrm>
                <a:off x="2744787" y="5856678"/>
                <a:ext cx="15480" cy="9000"/>
              </p14:xfrm>
            </p:contentPart>
          </mc:Choice>
          <mc:Fallback xmlns="">
            <p:pic>
              <p:nvPicPr>
                <p:cNvPr id="229" name="Ink 228">
                  <a:extLst>
                    <a:ext uri="{FF2B5EF4-FFF2-40B4-BE49-F238E27FC236}">
                      <a16:creationId xmlns:a16="http://schemas.microsoft.com/office/drawing/2014/main" id="{CA871BC2-8823-66CE-C866-F42E422510FA}"/>
                    </a:ext>
                  </a:extLst>
                </p:cNvPr>
                <p:cNvPicPr/>
                <p:nvPr/>
              </p:nvPicPr>
              <p:blipFill>
                <a:blip r:embed="rId428"/>
                <a:stretch>
                  <a:fillRect/>
                </a:stretch>
              </p:blipFill>
              <p:spPr>
                <a:xfrm>
                  <a:off x="2738667" y="5850558"/>
                  <a:ext cx="2772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230" name="Ink 229">
                  <a:extLst>
                    <a:ext uri="{FF2B5EF4-FFF2-40B4-BE49-F238E27FC236}">
                      <a16:creationId xmlns:a16="http://schemas.microsoft.com/office/drawing/2014/main" id="{39FA41BD-832D-94A4-5C10-0907743FEA9F}"/>
                    </a:ext>
                  </a:extLst>
                </p14:cNvPr>
                <p14:cNvContentPartPr/>
                <p14:nvPr/>
              </p14:nvContentPartPr>
              <p14:xfrm>
                <a:off x="2522307" y="5920758"/>
                <a:ext cx="64800" cy="213480"/>
              </p14:xfrm>
            </p:contentPart>
          </mc:Choice>
          <mc:Fallback xmlns="">
            <p:pic>
              <p:nvPicPr>
                <p:cNvPr id="230" name="Ink 229">
                  <a:extLst>
                    <a:ext uri="{FF2B5EF4-FFF2-40B4-BE49-F238E27FC236}">
                      <a16:creationId xmlns:a16="http://schemas.microsoft.com/office/drawing/2014/main" id="{39FA41BD-832D-94A4-5C10-0907743FEA9F}"/>
                    </a:ext>
                  </a:extLst>
                </p:cNvPr>
                <p:cNvPicPr/>
                <p:nvPr/>
              </p:nvPicPr>
              <p:blipFill>
                <a:blip r:embed="rId430"/>
                <a:stretch>
                  <a:fillRect/>
                </a:stretch>
              </p:blipFill>
              <p:spPr>
                <a:xfrm>
                  <a:off x="2516187" y="5914638"/>
                  <a:ext cx="7704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231" name="Ink 230">
                  <a:extLst>
                    <a:ext uri="{FF2B5EF4-FFF2-40B4-BE49-F238E27FC236}">
                      <a16:creationId xmlns:a16="http://schemas.microsoft.com/office/drawing/2014/main" id="{9EF06C2F-7401-04A1-ED78-9F2D4AEB283A}"/>
                    </a:ext>
                  </a:extLst>
                </p14:cNvPr>
                <p14:cNvContentPartPr/>
                <p14:nvPr/>
              </p14:nvContentPartPr>
              <p14:xfrm>
                <a:off x="2178507" y="5902398"/>
                <a:ext cx="355680" cy="233640"/>
              </p14:xfrm>
            </p:contentPart>
          </mc:Choice>
          <mc:Fallback xmlns="">
            <p:pic>
              <p:nvPicPr>
                <p:cNvPr id="231" name="Ink 230">
                  <a:extLst>
                    <a:ext uri="{FF2B5EF4-FFF2-40B4-BE49-F238E27FC236}">
                      <a16:creationId xmlns:a16="http://schemas.microsoft.com/office/drawing/2014/main" id="{9EF06C2F-7401-04A1-ED78-9F2D4AEB283A}"/>
                    </a:ext>
                  </a:extLst>
                </p:cNvPr>
                <p:cNvPicPr/>
                <p:nvPr/>
              </p:nvPicPr>
              <p:blipFill>
                <a:blip r:embed="rId432"/>
                <a:stretch>
                  <a:fillRect/>
                </a:stretch>
              </p:blipFill>
              <p:spPr>
                <a:xfrm>
                  <a:off x="2172387" y="5896278"/>
                  <a:ext cx="36792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232" name="Ink 231">
                  <a:extLst>
                    <a:ext uri="{FF2B5EF4-FFF2-40B4-BE49-F238E27FC236}">
                      <a16:creationId xmlns:a16="http://schemas.microsoft.com/office/drawing/2014/main" id="{87B853F8-711B-FDEE-6631-C85AF1E87546}"/>
                    </a:ext>
                  </a:extLst>
                </p14:cNvPr>
                <p14:cNvContentPartPr/>
                <p14:nvPr/>
              </p14:nvContentPartPr>
              <p14:xfrm>
                <a:off x="2006787" y="5962878"/>
                <a:ext cx="185400" cy="177120"/>
              </p14:xfrm>
            </p:contentPart>
          </mc:Choice>
          <mc:Fallback xmlns="">
            <p:pic>
              <p:nvPicPr>
                <p:cNvPr id="232" name="Ink 231">
                  <a:extLst>
                    <a:ext uri="{FF2B5EF4-FFF2-40B4-BE49-F238E27FC236}">
                      <a16:creationId xmlns:a16="http://schemas.microsoft.com/office/drawing/2014/main" id="{87B853F8-711B-FDEE-6631-C85AF1E87546}"/>
                    </a:ext>
                  </a:extLst>
                </p:cNvPr>
                <p:cNvPicPr/>
                <p:nvPr/>
              </p:nvPicPr>
              <p:blipFill>
                <a:blip r:embed="rId434"/>
                <a:stretch>
                  <a:fillRect/>
                </a:stretch>
              </p:blipFill>
              <p:spPr>
                <a:xfrm>
                  <a:off x="2000667" y="5956758"/>
                  <a:ext cx="19764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235" name="Ink 234">
                  <a:extLst>
                    <a:ext uri="{FF2B5EF4-FFF2-40B4-BE49-F238E27FC236}">
                      <a16:creationId xmlns:a16="http://schemas.microsoft.com/office/drawing/2014/main" id="{A4E9158C-92DD-8436-0B72-69F313943D6B}"/>
                    </a:ext>
                  </a:extLst>
                </p14:cNvPr>
                <p14:cNvContentPartPr/>
                <p14:nvPr/>
              </p14:nvContentPartPr>
              <p14:xfrm>
                <a:off x="2755947" y="5852718"/>
                <a:ext cx="25200" cy="35280"/>
              </p14:xfrm>
            </p:contentPart>
          </mc:Choice>
          <mc:Fallback xmlns="">
            <p:pic>
              <p:nvPicPr>
                <p:cNvPr id="235" name="Ink 234">
                  <a:extLst>
                    <a:ext uri="{FF2B5EF4-FFF2-40B4-BE49-F238E27FC236}">
                      <a16:creationId xmlns:a16="http://schemas.microsoft.com/office/drawing/2014/main" id="{A4E9158C-92DD-8436-0B72-69F313943D6B}"/>
                    </a:ext>
                  </a:extLst>
                </p:cNvPr>
                <p:cNvPicPr/>
                <p:nvPr/>
              </p:nvPicPr>
              <p:blipFill>
                <a:blip r:embed="rId436"/>
                <a:stretch>
                  <a:fillRect/>
                </a:stretch>
              </p:blipFill>
              <p:spPr>
                <a:xfrm>
                  <a:off x="2749827" y="5846598"/>
                  <a:ext cx="3744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237" name="Ink 236">
                  <a:extLst>
                    <a:ext uri="{FF2B5EF4-FFF2-40B4-BE49-F238E27FC236}">
                      <a16:creationId xmlns:a16="http://schemas.microsoft.com/office/drawing/2014/main" id="{96948370-4CF8-1D02-FA4E-776FF6E50BFE}"/>
                    </a:ext>
                  </a:extLst>
                </p14:cNvPr>
                <p14:cNvContentPartPr/>
                <p14:nvPr/>
              </p14:nvContentPartPr>
              <p14:xfrm>
                <a:off x="2129187" y="5929758"/>
                <a:ext cx="74160" cy="88560"/>
              </p14:xfrm>
            </p:contentPart>
          </mc:Choice>
          <mc:Fallback xmlns="">
            <p:pic>
              <p:nvPicPr>
                <p:cNvPr id="237" name="Ink 236">
                  <a:extLst>
                    <a:ext uri="{FF2B5EF4-FFF2-40B4-BE49-F238E27FC236}">
                      <a16:creationId xmlns:a16="http://schemas.microsoft.com/office/drawing/2014/main" id="{96948370-4CF8-1D02-FA4E-776FF6E50BFE}"/>
                    </a:ext>
                  </a:extLst>
                </p:cNvPr>
                <p:cNvPicPr/>
                <p:nvPr/>
              </p:nvPicPr>
              <p:blipFill>
                <a:blip r:embed="rId438"/>
                <a:stretch>
                  <a:fillRect/>
                </a:stretch>
              </p:blipFill>
              <p:spPr>
                <a:xfrm>
                  <a:off x="2123067" y="5923638"/>
                  <a:ext cx="86400" cy="100800"/>
                </a:xfrm>
                <a:prstGeom prst="rect">
                  <a:avLst/>
                </a:prstGeom>
              </p:spPr>
            </p:pic>
          </mc:Fallback>
        </mc:AlternateContent>
      </p:grpSp>
    </p:spTree>
    <p:extLst>
      <p:ext uri="{BB962C8B-B14F-4D97-AF65-F5344CB8AC3E}">
        <p14:creationId xmlns:p14="http://schemas.microsoft.com/office/powerpoint/2010/main" val="2874700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3EF212-D4E2-AF2E-52CC-77BD86FCBC59}"/>
              </a:ext>
            </a:extLst>
          </p:cNvPr>
          <p:cNvSpPr txBox="1"/>
          <p:nvPr/>
        </p:nvSpPr>
        <p:spPr>
          <a:xfrm>
            <a:off x="84499" y="985819"/>
            <a:ext cx="12023002" cy="5966377"/>
          </a:xfrm>
          <a:prstGeom prst="rect">
            <a:avLst/>
          </a:prstGeom>
          <a:noFill/>
        </p:spPr>
        <p:txBody>
          <a:bodyPr wrap="square">
            <a:spAutoFit/>
          </a:bodyPr>
          <a:lstStyle/>
          <a:p>
            <a:pPr marL="342900" marR="0" lvl="0" indent="-342900" algn="r" rtl="1">
              <a:lnSpc>
                <a:spcPct val="115000"/>
              </a:lnSpc>
              <a:spcBef>
                <a:spcPts val="0"/>
              </a:spcBef>
              <a:spcAft>
                <a:spcPts val="1000"/>
              </a:spcAft>
              <a:buFont typeface="Arial" panose="020B0604020202020204" pitchFamily="34" charset="0"/>
              <a:buChar char="•"/>
            </a:pPr>
            <a:r>
              <a:rPr lang="ar-JO" sz="4000" dirty="0">
                <a:effectLst/>
                <a:latin typeface="Calibri" panose="020F0502020204030204" pitchFamily="34" charset="0"/>
                <a:ea typeface="Calibri" panose="020F0502020204030204" pitchFamily="34" charset="0"/>
                <a:cs typeface="Arial" panose="020B0604020202020204" pitchFamily="34" charset="0"/>
              </a:rPr>
              <a:t>المبرمج يستطيع برمجة أي شيء تسمح به مقدرته التقنية. </a:t>
            </a:r>
            <a:r>
              <a:rPr lang="ar-JO" sz="20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هذا يترجم إلى </a:t>
            </a:r>
            <a:r>
              <a:rPr lang="ar-JO" sz="4000" dirty="0">
                <a:solidFill>
                  <a:srgbClr val="7030A0"/>
                </a:solidFill>
                <a:effectLst/>
                <a:latin typeface="Calibri" panose="020F0502020204030204" pitchFamily="34" charset="0"/>
                <a:ea typeface="Calibri" panose="020F0502020204030204" pitchFamily="34" charset="0"/>
                <a:cs typeface="Arial" panose="020B0604020202020204" pitchFamily="34" charset="0"/>
              </a:rPr>
              <a:t>((قدرة الله تعالى على خلق أي شيء ممكن عقلا))</a:t>
            </a:r>
            <a:r>
              <a:rPr lang="ar-JO" sz="4000" dirty="0">
                <a:effectLst/>
                <a:latin typeface="Calibri" panose="020F0502020204030204" pitchFamily="34" charset="0"/>
                <a:ea typeface="Calibri" panose="020F0502020204030204" pitchFamily="34" charset="0"/>
                <a:cs typeface="Arial" panose="020B0604020202020204" pitchFamily="34" charset="0"/>
              </a:rPr>
              <a:t>. </a:t>
            </a:r>
            <a:endParaRPr lang="en-US" sz="4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4000" dirty="0">
                <a:effectLst/>
                <a:latin typeface="Calibri" panose="020F0502020204030204" pitchFamily="34" charset="0"/>
                <a:ea typeface="Calibri" panose="020F0502020204030204" pitchFamily="34" charset="0"/>
                <a:cs typeface="Arial" panose="020B0604020202020204" pitchFamily="34" charset="0"/>
              </a:rPr>
              <a:t>ما الذي يبرمجه المبرمج فعلا عائد فقط إلى رغبته ومشيئته ولا يجب عليه شيء. </a:t>
            </a:r>
            <a:r>
              <a:rPr lang="ar-JO" sz="20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هذا يترجم إلى </a:t>
            </a:r>
            <a:r>
              <a:rPr lang="ar-JO" sz="4000" dirty="0">
                <a:solidFill>
                  <a:srgbClr val="7030A0"/>
                </a:solidFill>
                <a:effectLst/>
                <a:latin typeface="Calibri" panose="020F0502020204030204" pitchFamily="34" charset="0"/>
                <a:ea typeface="Calibri" panose="020F0502020204030204" pitchFamily="34" charset="0"/>
                <a:cs typeface="Arial" panose="020B0604020202020204" pitchFamily="34" charset="0"/>
              </a:rPr>
              <a:t>((لا يكون إلا ما يشاء الله تعالى... ولا يجب على الله تعالى شيء))</a:t>
            </a:r>
            <a:r>
              <a:rPr lang="ar-JO" sz="4000" dirty="0">
                <a:effectLst/>
                <a:latin typeface="Calibri" panose="020F0502020204030204" pitchFamily="34" charset="0"/>
                <a:ea typeface="Calibri" panose="020F0502020204030204" pitchFamily="34" charset="0"/>
                <a:cs typeface="Arial" panose="020B0604020202020204" pitchFamily="34" charset="0"/>
              </a:rPr>
              <a:t>. </a:t>
            </a:r>
            <a:endParaRPr lang="en-US" sz="4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4000" dirty="0">
                <a:effectLst/>
                <a:latin typeface="Calibri" panose="020F0502020204030204" pitchFamily="34" charset="0"/>
                <a:ea typeface="Calibri" panose="020F0502020204030204" pitchFamily="34" charset="0"/>
                <a:cs typeface="Arial" panose="020B0604020202020204" pitchFamily="34" charset="0"/>
              </a:rPr>
              <a:t>المبرمج يمكنه </a:t>
            </a:r>
            <a:r>
              <a:rPr lang="ar-JO" sz="3200" dirty="0">
                <a:effectLst/>
                <a:latin typeface="Calibri" panose="020F0502020204030204" pitchFamily="34" charset="0"/>
                <a:ea typeface="Calibri" panose="020F0502020204030204" pitchFamily="34" charset="0"/>
                <a:cs typeface="Arial" panose="020B0604020202020204" pitchFamily="34" charset="0"/>
              </a:rPr>
              <a:t>(على الأقل مبدئيا) </a:t>
            </a:r>
            <a:r>
              <a:rPr lang="ar-JO" sz="4000" dirty="0">
                <a:effectLst/>
                <a:latin typeface="Calibri" panose="020F0502020204030204" pitchFamily="34" charset="0"/>
                <a:ea typeface="Calibri" panose="020F0502020204030204" pitchFamily="34" charset="0"/>
                <a:cs typeface="Arial" panose="020B0604020202020204" pitchFamily="34" charset="0"/>
              </a:rPr>
              <a:t>أن يعلم أي شيء عن أي تفصيل في محاكاته حتى لو كان افتراضيا. </a:t>
            </a:r>
            <a:r>
              <a:rPr lang="ar-JO" sz="20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هذا يترجم إلى </a:t>
            </a:r>
            <a:r>
              <a:rPr lang="ar-JO" sz="4000" dirty="0">
                <a:solidFill>
                  <a:srgbClr val="7030A0"/>
                </a:solidFill>
                <a:effectLst/>
                <a:latin typeface="Calibri" panose="020F0502020204030204" pitchFamily="34" charset="0"/>
                <a:ea typeface="Calibri" panose="020F0502020204030204" pitchFamily="34" charset="0"/>
                <a:cs typeface="Arial" panose="020B0604020202020204" pitchFamily="34" charset="0"/>
              </a:rPr>
              <a:t>((أن الله تعالى عليم بكل ما كان وما يكون وما سوف يكون وما لا يكون، لو كان كيف كان يكون)). </a:t>
            </a:r>
            <a:endParaRPr lang="en-US" sz="4000" dirty="0">
              <a:solidFill>
                <a:srgbClr val="7030A0"/>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4" name="TextBox 3">
            <a:extLst>
              <a:ext uri="{FF2B5EF4-FFF2-40B4-BE49-F238E27FC236}">
                <a16:creationId xmlns:a16="http://schemas.microsoft.com/office/drawing/2014/main" id="{3A61D630-6741-2331-F1E2-5FA7DDF72C7F}"/>
              </a:ext>
            </a:extLst>
          </p:cNvPr>
          <p:cNvSpPr txBox="1"/>
          <p:nvPr/>
        </p:nvSpPr>
        <p:spPr>
          <a:xfrm>
            <a:off x="2408222" y="54320"/>
            <a:ext cx="7116024" cy="1015663"/>
          </a:xfrm>
          <a:prstGeom prst="rect">
            <a:avLst/>
          </a:prstGeom>
          <a:noFill/>
        </p:spPr>
        <p:txBody>
          <a:bodyPr wrap="square" rtlCol="0">
            <a:spAutoFit/>
          </a:bodyPr>
          <a:lstStyle/>
          <a:p>
            <a:pPr algn="ctr"/>
            <a:r>
              <a:rPr lang="ar-JO" sz="6000" dirty="0">
                <a:highlight>
                  <a:srgbClr val="FFFF00"/>
                </a:highlight>
              </a:rPr>
              <a:t>ولله المثل الأعلى</a:t>
            </a:r>
            <a:endParaRPr lang="en-US" sz="6000" dirty="0">
              <a:highlight>
                <a:srgbClr val="FFFF00"/>
              </a:highlight>
            </a:endParaRPr>
          </a:p>
        </p:txBody>
      </p:sp>
    </p:spTree>
    <p:extLst>
      <p:ext uri="{BB962C8B-B14F-4D97-AF65-F5344CB8AC3E}">
        <p14:creationId xmlns:p14="http://schemas.microsoft.com/office/powerpoint/2010/main" val="3867895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1D403E-556B-642C-9194-EF9768F4A4B1}"/>
              </a:ext>
            </a:extLst>
          </p:cNvPr>
          <p:cNvSpPr txBox="1"/>
          <p:nvPr/>
        </p:nvSpPr>
        <p:spPr>
          <a:xfrm>
            <a:off x="0" y="79540"/>
            <a:ext cx="12192000" cy="7062446"/>
          </a:xfrm>
          <a:prstGeom prst="rect">
            <a:avLst/>
          </a:prstGeom>
          <a:noFill/>
        </p:spPr>
        <p:txBody>
          <a:bodyPr wrap="square" rtlCol="0">
            <a:spAutoFit/>
          </a:bodyPr>
          <a:lstStyle/>
          <a:p>
            <a:pPr marL="0" marR="0" algn="r" rtl="1">
              <a:lnSpc>
                <a:spcPct val="115000"/>
              </a:lnSpc>
              <a:spcBef>
                <a:spcPts val="0"/>
              </a:spcBef>
              <a:spcAft>
                <a:spcPts val="1000"/>
              </a:spcAft>
            </a:pPr>
            <a:r>
              <a:rPr lang="ar-JO" sz="2600" dirty="0">
                <a:effectLst/>
                <a:latin typeface="Calibri" panose="020F0502020204030204" pitchFamily="34" charset="0"/>
                <a:ea typeface="Calibri" panose="020F0502020204030204" pitchFamily="34" charset="0"/>
                <a:cs typeface="Arial" panose="020B0604020202020204" pitchFamily="34" charset="0"/>
              </a:rPr>
              <a:t>المبرمج يستطيع أن يبرمج كل القواعد التي يشاء ويضعها في نظام التشغيل لوحدات برمجة داخلية مستقلة، سيمز (</a:t>
            </a:r>
            <a:r>
              <a:rPr lang="en-US" sz="2600" dirty="0">
                <a:effectLst/>
                <a:latin typeface="Calibri" panose="020F0502020204030204" pitchFamily="34" charset="0"/>
                <a:ea typeface="Calibri" panose="020F0502020204030204" pitchFamily="34" charset="0"/>
                <a:cs typeface="Arial" panose="020B0604020202020204" pitchFamily="34" charset="0"/>
              </a:rPr>
              <a:t>SIMS</a:t>
            </a:r>
            <a:r>
              <a:rPr lang="ar-JO" sz="2600" dirty="0">
                <a:effectLst/>
                <a:latin typeface="Calibri" panose="020F0502020204030204" pitchFamily="34" charset="0"/>
                <a:ea typeface="Calibri" panose="020F0502020204030204" pitchFamily="34" charset="0"/>
                <a:cs typeface="Arial" panose="020B0604020202020204" pitchFamily="34" charset="0"/>
              </a:rPr>
              <a:t>). من هذه القواعد التي يمكن أن يبرمجها قواعد خاصة بتحسين أو تقبيح أفعال محددة في ظروف محددة. هذا يمكن ترجمته إلى </a:t>
            </a:r>
            <a:r>
              <a:rPr lang="ar-JO" sz="2600" dirty="0">
                <a:effectLst/>
                <a:highlight>
                  <a:srgbClr val="FFFF00"/>
                </a:highlight>
                <a:latin typeface="Calibri" panose="020F0502020204030204" pitchFamily="34" charset="0"/>
                <a:ea typeface="Calibri" panose="020F0502020204030204" pitchFamily="34" charset="0"/>
                <a:cs typeface="Arial" panose="020B0604020202020204" pitchFamily="34" charset="0"/>
              </a:rPr>
              <a:t>((الحسن والقبح ليسا ذاتيين وإنما يحددهما الله تعالى)). </a:t>
            </a:r>
            <a:r>
              <a:rPr lang="ar-JO" sz="2600" dirty="0">
                <a:effectLst/>
                <a:latin typeface="Calibri" panose="020F0502020204030204" pitchFamily="34" charset="0"/>
                <a:ea typeface="Calibri" panose="020F0502020204030204" pitchFamily="34" charset="0"/>
                <a:cs typeface="Arial" panose="020B0604020202020204" pitchFamily="34" charset="0"/>
              </a:rPr>
              <a:t>يمكننا التفكر في علم المبرمج بكل تفاصيل المحاكاة ولقطاتها المختلفة. المبرمج الذي تكون جميع اللقطات حاضرة أمامه أكمل من المبرمج الذي يحتاج إلى حساب لقطة ما حتى يعلم ما فيها. هذا يترجم إلى </a:t>
            </a:r>
            <a:r>
              <a:rPr lang="ar-JO" sz="2600" dirty="0">
                <a:effectLst/>
                <a:highlight>
                  <a:srgbClr val="FFFF00"/>
                </a:highlight>
                <a:latin typeface="Calibri" panose="020F0502020204030204" pitchFamily="34" charset="0"/>
                <a:ea typeface="Calibri" panose="020F0502020204030204" pitchFamily="34" charset="0"/>
                <a:cs typeface="Arial" panose="020B0604020202020204" pitchFamily="34" charset="0"/>
              </a:rPr>
              <a:t>((العلم بالفعل أكمل من العلم بالقوة </a:t>
            </a:r>
            <a:r>
              <a:rPr lang="en-US" sz="2600" dirty="0">
                <a:effectLst/>
                <a:highlight>
                  <a:srgbClr val="FFFF00"/>
                </a:highlight>
                <a:latin typeface="Calibri" panose="020F0502020204030204" pitchFamily="34" charset="0"/>
                <a:ea typeface="Calibri" panose="020F0502020204030204" pitchFamily="34" charset="0"/>
                <a:cs typeface="Arial" panose="020B0604020202020204" pitchFamily="34" charset="0"/>
              </a:rPr>
              <a:t>actual knowledge is more perfect than potential knowledge</a:t>
            </a:r>
            <a:r>
              <a:rPr lang="ar-JO" sz="2600" dirty="0">
                <a:effectLst/>
                <a:highlight>
                  <a:srgbClr val="FFFF00"/>
                </a:highlight>
                <a:latin typeface="Calibri" panose="020F0502020204030204" pitchFamily="34" charset="0"/>
                <a:ea typeface="Calibri" panose="020F0502020204030204" pitchFamily="34" charset="0"/>
                <a:cs typeface="Arial" panose="020B0604020202020204" pitchFamily="34" charset="0"/>
              </a:rPr>
              <a:t>)). </a:t>
            </a:r>
            <a:r>
              <a:rPr lang="ar-JO" sz="2600" dirty="0">
                <a:effectLst/>
                <a:latin typeface="Calibri" panose="020F0502020204030204" pitchFamily="34" charset="0"/>
                <a:ea typeface="Calibri" panose="020F0502020204030204" pitchFamily="34" charset="0"/>
                <a:cs typeface="Arial" panose="020B0604020202020204" pitchFamily="34" charset="0"/>
              </a:rPr>
              <a:t>والمبرمج الذي تفرض لقطات المحاكاة عليه علاقاتها الداخلية أقل كمالا من المبرمج الذي لا يفرض عليه شيء. مثلا إذا كانت هناك لقطتان في المحاكاة (</a:t>
            </a:r>
            <a:r>
              <a:rPr lang="ar-JO" sz="2600" dirty="0" err="1">
                <a:effectLst/>
                <a:latin typeface="Calibri" panose="020F0502020204030204" pitchFamily="34" charset="0"/>
                <a:ea typeface="Calibri" panose="020F0502020204030204" pitchFamily="34" charset="0"/>
                <a:cs typeface="Arial" panose="020B0604020202020204" pitchFamily="34" charset="0"/>
              </a:rPr>
              <a:t>أ،ب</a:t>
            </a:r>
            <a:r>
              <a:rPr lang="ar-JO" sz="2600" dirty="0">
                <a:effectLst/>
                <a:latin typeface="Calibri" panose="020F0502020204030204" pitchFamily="34" charset="0"/>
                <a:ea typeface="Calibri" panose="020F0502020204030204" pitchFamily="34" charset="0"/>
                <a:cs typeface="Arial" panose="020B0604020202020204" pitchFamily="34" charset="0"/>
              </a:rPr>
              <a:t>) تربطهما العلاقة: اللقطة أ قبل اللقطة ب، فإن علاقة "قبل" لا تفرض نفسها على المبرمج الأكمل وستكون اللقطتان بالنسبة إليه سواء (المخرج السينمائي الذي يقطع اللقطات ويلصقها أكمل من المخرج المسرحي الذي يعيش اللقطات الواحدة بعد الأخرى). باختصار العلاقات الترتيبية بين مكونات المحاكاة (الزمان والمكان والسببية) هي من برمجة المبرمج. هذا نترجمه إلى: </a:t>
            </a:r>
            <a:r>
              <a:rPr lang="ar-JO" sz="2600" dirty="0">
                <a:effectLst/>
                <a:highlight>
                  <a:srgbClr val="FFFF00"/>
                </a:highlight>
                <a:latin typeface="Calibri" panose="020F0502020204030204" pitchFamily="34" charset="0"/>
                <a:ea typeface="Calibri" panose="020F0502020204030204" pitchFamily="34" charset="0"/>
                <a:cs typeface="Arial" panose="020B0604020202020204" pitchFamily="34" charset="0"/>
              </a:rPr>
              <a:t>((الله تعالى خالق ما نراه في عالمنا من سياقات. الله خالق الزمان وخالق المكان وخالق ما نراه من سببية ظاهرية.. الله لا يجري عليه الزمان ... الله يتنزه عن المكان .. الله هو السبب الحقيقي لكل الموجودات وما نراه من أسباب في العالم هي أسباب ظاهرية تصح في عالمنا بعُرفنا ولكنها ليست السبب الحقيقي الذي أدى إلى خروج الموجودات من العدم))</a:t>
            </a:r>
            <a:r>
              <a:rPr lang="ar-JO" sz="2600" dirty="0">
                <a:effectLst/>
                <a:latin typeface="Calibri" panose="020F0502020204030204" pitchFamily="34" charset="0"/>
                <a:ea typeface="Calibri" panose="020F0502020204030204" pitchFamily="34" charset="0"/>
                <a:cs typeface="Arial" panose="020B0604020202020204" pitchFamily="34" charset="0"/>
              </a:rPr>
              <a:t>.</a:t>
            </a:r>
            <a:r>
              <a:rPr lang="en-US" sz="2600" dirty="0">
                <a:effectLst/>
              </a:rPr>
              <a:t> </a:t>
            </a:r>
            <a:r>
              <a:rPr lang="ar-SA" sz="2600" baseline="30000" dirty="0">
                <a:effectLst/>
                <a:latin typeface="Calibri" panose="020F0502020204030204" pitchFamily="34" charset="0"/>
                <a:ea typeface="Calibri" panose="020F0502020204030204" pitchFamily="34" charset="0"/>
                <a:cs typeface="Arial" panose="020B0604020202020204" pitchFamily="34" charset="0"/>
              </a:rPr>
              <a:t>	</a:t>
            </a:r>
            <a:r>
              <a:rPr lang="ar-JO" sz="2600" dirty="0">
                <a:effectLst/>
                <a:latin typeface="Calibri" panose="020F0502020204030204" pitchFamily="34" charset="0"/>
                <a:ea typeface="Calibri" panose="020F0502020204030204" pitchFamily="34" charset="0"/>
                <a:cs typeface="Arial" panose="020B0604020202020204" pitchFamily="34" charset="0"/>
              </a:rPr>
              <a:t>. </a:t>
            </a:r>
            <a:endParaRPr lang="en-US" sz="2600" dirty="0">
              <a:effectLst/>
              <a:latin typeface="Calibri" panose="020F0502020204030204" pitchFamily="34" charset="0"/>
              <a:ea typeface="Calibri" panose="020F0502020204030204" pitchFamily="34" charset="0"/>
              <a:cs typeface="Arial" panose="020B0604020202020204" pitchFamily="34" charset="0"/>
            </a:endParaRPr>
          </a:p>
          <a:p>
            <a:endParaRPr lang="en-US" sz="2600" dirty="0"/>
          </a:p>
        </p:txBody>
      </p:sp>
    </p:spTree>
    <p:extLst>
      <p:ext uri="{BB962C8B-B14F-4D97-AF65-F5344CB8AC3E}">
        <p14:creationId xmlns:p14="http://schemas.microsoft.com/office/powerpoint/2010/main" val="2781794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F3BF19-E9D6-52F4-B58E-1B8AEF2962A8}"/>
              </a:ext>
            </a:extLst>
          </p:cNvPr>
          <p:cNvSpPr txBox="1"/>
          <p:nvPr/>
        </p:nvSpPr>
        <p:spPr>
          <a:xfrm>
            <a:off x="679010" y="238149"/>
            <a:ext cx="11380206" cy="1323439"/>
          </a:xfrm>
          <a:prstGeom prst="rect">
            <a:avLst/>
          </a:prstGeom>
          <a:noFill/>
        </p:spPr>
        <p:txBody>
          <a:bodyPr wrap="square">
            <a:spAutoFit/>
          </a:bodyPr>
          <a:lstStyle/>
          <a:p>
            <a:pPr algn="ctr" rtl="1"/>
            <a:r>
              <a:rPr lang="ar-JO" sz="4000" dirty="0">
                <a:effectLst/>
                <a:latin typeface="Calibri" panose="020F0502020204030204" pitchFamily="34" charset="0"/>
                <a:ea typeface="Calibri" panose="020F0502020204030204" pitchFamily="34" charset="0"/>
                <a:cs typeface="Arial" panose="020B0604020202020204" pitchFamily="34" charset="0"/>
              </a:rPr>
              <a:t>والمبرمج الذي تفرض لقطات المحاكاة عليه علاقاتها الداخلية أقل كمالا من المبرمج الذي لا يفرض عليه شيء</a:t>
            </a:r>
            <a:endParaRPr lang="en-US" sz="4000" dirty="0"/>
          </a:p>
        </p:txBody>
      </p:sp>
      <p:sp>
        <p:nvSpPr>
          <p:cNvPr id="4" name="TextBox 3">
            <a:extLst>
              <a:ext uri="{FF2B5EF4-FFF2-40B4-BE49-F238E27FC236}">
                <a16:creationId xmlns:a16="http://schemas.microsoft.com/office/drawing/2014/main" id="{4630628D-4031-DD69-DB72-17EA16A0D396}"/>
              </a:ext>
            </a:extLst>
          </p:cNvPr>
          <p:cNvSpPr txBox="1"/>
          <p:nvPr/>
        </p:nvSpPr>
        <p:spPr>
          <a:xfrm>
            <a:off x="7155044" y="1859340"/>
            <a:ext cx="5036956" cy="1569660"/>
          </a:xfrm>
          <a:prstGeom prst="rect">
            <a:avLst/>
          </a:prstGeom>
          <a:noFill/>
        </p:spPr>
        <p:txBody>
          <a:bodyPr wrap="none" rtlCol="0">
            <a:spAutoFit/>
          </a:bodyPr>
          <a:lstStyle/>
          <a:p>
            <a:pPr algn="r" rtl="1"/>
            <a:r>
              <a:rPr lang="ar-JO" sz="3200" dirty="0">
                <a:highlight>
                  <a:srgbClr val="FFFF00"/>
                </a:highlight>
              </a:rPr>
              <a:t>داخل المحاكاة: </a:t>
            </a:r>
            <a:br>
              <a:rPr lang="ar-JO" sz="3200" dirty="0"/>
            </a:br>
            <a:r>
              <a:rPr lang="ar-JO" sz="3200" dirty="0"/>
              <a:t>برمجة لأفعال تستحق المدح أو الذم</a:t>
            </a:r>
          </a:p>
          <a:p>
            <a:pPr algn="r" rtl="1"/>
            <a:r>
              <a:rPr lang="ar-JO" sz="3200" dirty="0"/>
              <a:t>لا ينسحب ما هو مبرمَج على المبرمج</a:t>
            </a:r>
            <a:endParaRPr lang="en-US" sz="3200" dirty="0"/>
          </a:p>
        </p:txBody>
      </p:sp>
      <p:sp>
        <p:nvSpPr>
          <p:cNvPr id="6" name="TextBox 5">
            <a:extLst>
              <a:ext uri="{FF2B5EF4-FFF2-40B4-BE49-F238E27FC236}">
                <a16:creationId xmlns:a16="http://schemas.microsoft.com/office/drawing/2014/main" id="{FAF57995-D078-6314-11D7-BEB525CA314B}"/>
              </a:ext>
            </a:extLst>
          </p:cNvPr>
          <p:cNvSpPr txBox="1"/>
          <p:nvPr/>
        </p:nvSpPr>
        <p:spPr>
          <a:xfrm>
            <a:off x="1803485" y="2018175"/>
            <a:ext cx="4478707" cy="1569660"/>
          </a:xfrm>
          <a:prstGeom prst="rect">
            <a:avLst/>
          </a:prstGeom>
          <a:noFill/>
        </p:spPr>
        <p:txBody>
          <a:bodyPr wrap="square" rtlCol="0">
            <a:spAutoFit/>
          </a:bodyPr>
          <a:lstStyle/>
          <a:p>
            <a:pPr algn="r" rtl="1"/>
            <a:r>
              <a:rPr lang="ar-JO" sz="3200" dirty="0">
                <a:solidFill>
                  <a:srgbClr val="FF0000"/>
                </a:solidFill>
              </a:rPr>
              <a:t>التحسين والتقبيح ليسا ذاتيين</a:t>
            </a:r>
          </a:p>
          <a:p>
            <a:pPr algn="r" rtl="1"/>
            <a:r>
              <a:rPr lang="ar-JO" sz="3200" dirty="0">
                <a:solidFill>
                  <a:srgbClr val="FF0000"/>
                </a:solidFill>
              </a:rPr>
              <a:t>أفعال الخالق لا تخضع لمقاييس المحاكاة في المدح والذمّ</a:t>
            </a:r>
            <a:endParaRPr lang="en-US" sz="3200" dirty="0">
              <a:solidFill>
                <a:srgbClr val="FF0000"/>
              </a:solidFill>
            </a:endParaRPr>
          </a:p>
        </p:txBody>
      </p:sp>
      <mc:AlternateContent xmlns:mc="http://schemas.openxmlformats.org/markup-compatibility/2006" xmlns:p14="http://schemas.microsoft.com/office/powerpoint/2010/main">
        <mc:Choice Requires="p14">
          <p:contentPart p14:bwMode="auto" r:id="rId2">
            <p14:nvContentPartPr>
              <p14:cNvPr id="15" name="Ink 14">
                <a:extLst>
                  <a:ext uri="{FF2B5EF4-FFF2-40B4-BE49-F238E27FC236}">
                    <a16:creationId xmlns:a16="http://schemas.microsoft.com/office/drawing/2014/main" id="{E09E1FD9-8944-D43B-098C-99764644FB25}"/>
                  </a:ext>
                </a:extLst>
              </p14:cNvPr>
              <p14:cNvContentPartPr/>
              <p14:nvPr/>
            </p14:nvContentPartPr>
            <p14:xfrm>
              <a:off x="6445223" y="2576745"/>
              <a:ext cx="679680" cy="264240"/>
            </p14:xfrm>
          </p:contentPart>
        </mc:Choice>
        <mc:Fallback xmlns="">
          <p:pic>
            <p:nvPicPr>
              <p:cNvPr id="15" name="Ink 14">
                <a:extLst>
                  <a:ext uri="{FF2B5EF4-FFF2-40B4-BE49-F238E27FC236}">
                    <a16:creationId xmlns:a16="http://schemas.microsoft.com/office/drawing/2014/main" id="{E09E1FD9-8944-D43B-098C-99764644FB25}"/>
                  </a:ext>
                </a:extLst>
              </p:cNvPr>
              <p:cNvPicPr/>
              <p:nvPr/>
            </p:nvPicPr>
            <p:blipFill>
              <a:blip r:embed="rId3"/>
              <a:stretch>
                <a:fillRect/>
              </a:stretch>
            </p:blipFill>
            <p:spPr>
              <a:xfrm>
                <a:off x="6439103" y="2570625"/>
                <a:ext cx="69192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72ADAA6C-008F-7A93-1F3C-A24623A54E85}"/>
                  </a:ext>
                </a:extLst>
              </p14:cNvPr>
              <p14:cNvContentPartPr/>
              <p14:nvPr/>
            </p14:nvContentPartPr>
            <p14:xfrm>
              <a:off x="6441263" y="2786985"/>
              <a:ext cx="263160" cy="268200"/>
            </p14:xfrm>
          </p:contentPart>
        </mc:Choice>
        <mc:Fallback xmlns="">
          <p:pic>
            <p:nvPicPr>
              <p:cNvPr id="16" name="Ink 15">
                <a:extLst>
                  <a:ext uri="{FF2B5EF4-FFF2-40B4-BE49-F238E27FC236}">
                    <a16:creationId xmlns:a16="http://schemas.microsoft.com/office/drawing/2014/main" id="{72ADAA6C-008F-7A93-1F3C-A24623A54E85}"/>
                  </a:ext>
                </a:extLst>
              </p:cNvPr>
              <p:cNvPicPr/>
              <p:nvPr/>
            </p:nvPicPr>
            <p:blipFill>
              <a:blip r:embed="rId5"/>
              <a:stretch>
                <a:fillRect/>
              </a:stretch>
            </p:blipFill>
            <p:spPr>
              <a:xfrm>
                <a:off x="6435143" y="2780865"/>
                <a:ext cx="275400" cy="280440"/>
              </a:xfrm>
              <a:prstGeom prst="rect">
                <a:avLst/>
              </a:prstGeom>
            </p:spPr>
          </p:pic>
        </mc:Fallback>
      </mc:AlternateContent>
      <p:grpSp>
        <p:nvGrpSpPr>
          <p:cNvPr id="20" name="Group 19">
            <a:extLst>
              <a:ext uri="{FF2B5EF4-FFF2-40B4-BE49-F238E27FC236}">
                <a16:creationId xmlns:a16="http://schemas.microsoft.com/office/drawing/2014/main" id="{17511A26-8BEC-B7FA-6826-6A934526A543}"/>
              </a:ext>
            </a:extLst>
          </p:cNvPr>
          <p:cNvGrpSpPr/>
          <p:nvPr/>
        </p:nvGrpSpPr>
        <p:grpSpPr>
          <a:xfrm>
            <a:off x="6385823" y="2559465"/>
            <a:ext cx="807480" cy="485640"/>
            <a:chOff x="6385823" y="2559465"/>
            <a:chExt cx="807480" cy="485640"/>
          </a:xfrm>
        </p:grpSpPr>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7DC9E228-3A15-6225-CAB1-6EF24B3EEDBE}"/>
                    </a:ext>
                  </a:extLst>
                </p14:cNvPr>
                <p14:cNvContentPartPr/>
                <p14:nvPr/>
              </p14:nvContentPartPr>
              <p14:xfrm>
                <a:off x="6452423" y="2680785"/>
                <a:ext cx="687600" cy="64800"/>
              </p14:xfrm>
            </p:contentPart>
          </mc:Choice>
          <mc:Fallback xmlns="">
            <p:pic>
              <p:nvPicPr>
                <p:cNvPr id="11" name="Ink 10">
                  <a:extLst>
                    <a:ext uri="{FF2B5EF4-FFF2-40B4-BE49-F238E27FC236}">
                      <a16:creationId xmlns:a16="http://schemas.microsoft.com/office/drawing/2014/main" id="{7DC9E228-3A15-6225-CAB1-6EF24B3EEDBE}"/>
                    </a:ext>
                  </a:extLst>
                </p:cNvPr>
                <p:cNvPicPr/>
                <p:nvPr/>
              </p:nvPicPr>
              <p:blipFill>
                <a:blip r:embed="rId7"/>
                <a:stretch>
                  <a:fillRect/>
                </a:stretch>
              </p:blipFill>
              <p:spPr>
                <a:xfrm>
                  <a:off x="6446303" y="2674665"/>
                  <a:ext cx="69984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BFACB039-5767-C4D2-F854-EE55FED8CAC8}"/>
                    </a:ext>
                  </a:extLst>
                </p14:cNvPr>
                <p14:cNvContentPartPr/>
                <p14:nvPr/>
              </p14:nvContentPartPr>
              <p14:xfrm>
                <a:off x="6448823" y="2750265"/>
                <a:ext cx="730080" cy="105480"/>
              </p14:xfrm>
            </p:contentPart>
          </mc:Choice>
          <mc:Fallback xmlns="">
            <p:pic>
              <p:nvPicPr>
                <p:cNvPr id="12" name="Ink 11">
                  <a:extLst>
                    <a:ext uri="{FF2B5EF4-FFF2-40B4-BE49-F238E27FC236}">
                      <a16:creationId xmlns:a16="http://schemas.microsoft.com/office/drawing/2014/main" id="{BFACB039-5767-C4D2-F854-EE55FED8CAC8}"/>
                    </a:ext>
                  </a:extLst>
                </p:cNvPr>
                <p:cNvPicPr/>
                <p:nvPr/>
              </p:nvPicPr>
              <p:blipFill>
                <a:blip r:embed="rId9"/>
                <a:stretch>
                  <a:fillRect/>
                </a:stretch>
              </p:blipFill>
              <p:spPr>
                <a:xfrm>
                  <a:off x="6442703" y="2744145"/>
                  <a:ext cx="74232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E1CD565A-321C-D274-8EDF-927CAC84BABC}"/>
                    </a:ext>
                  </a:extLst>
                </p14:cNvPr>
                <p14:cNvContentPartPr/>
                <p14:nvPr/>
              </p14:nvContentPartPr>
              <p14:xfrm>
                <a:off x="6385823" y="2568465"/>
                <a:ext cx="399240" cy="476640"/>
              </p14:xfrm>
            </p:contentPart>
          </mc:Choice>
          <mc:Fallback xmlns="">
            <p:pic>
              <p:nvPicPr>
                <p:cNvPr id="13" name="Ink 12">
                  <a:extLst>
                    <a:ext uri="{FF2B5EF4-FFF2-40B4-BE49-F238E27FC236}">
                      <a16:creationId xmlns:a16="http://schemas.microsoft.com/office/drawing/2014/main" id="{E1CD565A-321C-D274-8EDF-927CAC84BABC}"/>
                    </a:ext>
                  </a:extLst>
                </p:cNvPr>
                <p:cNvPicPr/>
                <p:nvPr/>
              </p:nvPicPr>
              <p:blipFill>
                <a:blip r:embed="rId11"/>
                <a:stretch>
                  <a:fillRect/>
                </a:stretch>
              </p:blipFill>
              <p:spPr>
                <a:xfrm>
                  <a:off x="6379703" y="2562345"/>
                  <a:ext cx="411480" cy="488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7B9D2E15-2FEB-1DB1-BB7E-9AF4D332C337}"/>
                    </a:ext>
                  </a:extLst>
                </p14:cNvPr>
                <p14:cNvContentPartPr/>
                <p14:nvPr/>
              </p14:nvContentPartPr>
              <p14:xfrm>
                <a:off x="6507503" y="2808945"/>
                <a:ext cx="651600" cy="50040"/>
              </p14:xfrm>
            </p:contentPart>
          </mc:Choice>
          <mc:Fallback xmlns="">
            <p:pic>
              <p:nvPicPr>
                <p:cNvPr id="14" name="Ink 13">
                  <a:extLst>
                    <a:ext uri="{FF2B5EF4-FFF2-40B4-BE49-F238E27FC236}">
                      <a16:creationId xmlns:a16="http://schemas.microsoft.com/office/drawing/2014/main" id="{7B9D2E15-2FEB-1DB1-BB7E-9AF4D332C337}"/>
                    </a:ext>
                  </a:extLst>
                </p:cNvPr>
                <p:cNvPicPr/>
                <p:nvPr/>
              </p:nvPicPr>
              <p:blipFill>
                <a:blip r:embed="rId13"/>
                <a:stretch>
                  <a:fillRect/>
                </a:stretch>
              </p:blipFill>
              <p:spPr>
                <a:xfrm>
                  <a:off x="6501383" y="2802825"/>
                  <a:ext cx="66384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2C4271F2-4316-E42A-830E-46468693146A}"/>
                    </a:ext>
                  </a:extLst>
                </p14:cNvPr>
                <p14:cNvContentPartPr/>
                <p14:nvPr/>
              </p14:nvContentPartPr>
              <p14:xfrm>
                <a:off x="6418583" y="2559465"/>
                <a:ext cx="774720" cy="288000"/>
              </p14:xfrm>
            </p:contentPart>
          </mc:Choice>
          <mc:Fallback xmlns="">
            <p:pic>
              <p:nvPicPr>
                <p:cNvPr id="19" name="Ink 18">
                  <a:extLst>
                    <a:ext uri="{FF2B5EF4-FFF2-40B4-BE49-F238E27FC236}">
                      <a16:creationId xmlns:a16="http://schemas.microsoft.com/office/drawing/2014/main" id="{2C4271F2-4316-E42A-830E-46468693146A}"/>
                    </a:ext>
                  </a:extLst>
                </p:cNvPr>
                <p:cNvPicPr/>
                <p:nvPr/>
              </p:nvPicPr>
              <p:blipFill>
                <a:blip r:embed="rId15"/>
                <a:stretch>
                  <a:fillRect/>
                </a:stretch>
              </p:blipFill>
              <p:spPr>
                <a:xfrm>
                  <a:off x="6412463" y="2553345"/>
                  <a:ext cx="786960" cy="300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21" name="Ink 20">
                <a:extLst>
                  <a:ext uri="{FF2B5EF4-FFF2-40B4-BE49-F238E27FC236}">
                    <a16:creationId xmlns:a16="http://schemas.microsoft.com/office/drawing/2014/main" id="{3D5D0E42-835A-CF8C-4BF1-05950723519B}"/>
                  </a:ext>
                </a:extLst>
              </p14:cNvPr>
              <p14:cNvContentPartPr/>
              <p14:nvPr/>
            </p14:nvContentPartPr>
            <p14:xfrm>
              <a:off x="7555823" y="3267225"/>
              <a:ext cx="77760" cy="45720"/>
            </p14:xfrm>
          </p:contentPart>
        </mc:Choice>
        <mc:Fallback xmlns="">
          <p:pic>
            <p:nvPicPr>
              <p:cNvPr id="21" name="Ink 20">
                <a:extLst>
                  <a:ext uri="{FF2B5EF4-FFF2-40B4-BE49-F238E27FC236}">
                    <a16:creationId xmlns:a16="http://schemas.microsoft.com/office/drawing/2014/main" id="{3D5D0E42-835A-CF8C-4BF1-05950723519B}"/>
                  </a:ext>
                </a:extLst>
              </p:cNvPr>
              <p:cNvPicPr/>
              <p:nvPr/>
            </p:nvPicPr>
            <p:blipFill>
              <a:blip r:embed="rId17"/>
              <a:stretch>
                <a:fillRect/>
              </a:stretch>
            </p:blipFill>
            <p:spPr>
              <a:xfrm>
                <a:off x="7549703" y="3261105"/>
                <a:ext cx="90000" cy="57960"/>
              </a:xfrm>
              <a:prstGeom prst="rect">
                <a:avLst/>
              </a:prstGeom>
            </p:spPr>
          </p:pic>
        </mc:Fallback>
      </mc:AlternateContent>
      <p:sp>
        <p:nvSpPr>
          <p:cNvPr id="25" name="TextBox 24">
            <a:extLst>
              <a:ext uri="{FF2B5EF4-FFF2-40B4-BE49-F238E27FC236}">
                <a16:creationId xmlns:a16="http://schemas.microsoft.com/office/drawing/2014/main" id="{4B8F9E7F-56C8-FDD4-A044-FA92C7B0A45D}"/>
              </a:ext>
            </a:extLst>
          </p:cNvPr>
          <p:cNvSpPr txBox="1"/>
          <p:nvPr/>
        </p:nvSpPr>
        <p:spPr>
          <a:xfrm>
            <a:off x="5909511" y="4087779"/>
            <a:ext cx="6282489" cy="181588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innerShdw blurRad="63500" dist="50800" dir="13500000">
              <a:prstClr val="black">
                <a:alpha val="50000"/>
              </a:prstClr>
            </a:innerShdw>
          </a:effectLst>
        </p:spPr>
        <p:txBody>
          <a:bodyPr wrap="none" rtlCol="0">
            <a:spAutoFit/>
          </a:bodyPr>
          <a:lstStyle/>
          <a:p>
            <a:pPr algn="r" rtl="1"/>
            <a:r>
              <a:rPr lang="ar-JO" sz="2800" dirty="0"/>
              <a:t>المبرمج لم يحسن البرمجة هنا –</a:t>
            </a:r>
            <a:br>
              <a:rPr lang="ar-JO" sz="2800" dirty="0"/>
            </a:br>
            <a:r>
              <a:rPr lang="ar-JO" sz="2800" dirty="0"/>
              <a:t>يا ليته فعل كذا، إذاً لكان كذا وكذا</a:t>
            </a:r>
            <a:br>
              <a:rPr lang="ar-JO" sz="2800" dirty="0"/>
            </a:br>
            <a:r>
              <a:rPr lang="ar-JO" sz="2800" dirty="0"/>
              <a:t>هذا القسم من البرنامج عبث لا داعي له</a:t>
            </a:r>
            <a:br>
              <a:rPr lang="ar-JO" sz="2800" dirty="0"/>
            </a:br>
            <a:r>
              <a:rPr lang="ar-JO" sz="2800" dirty="0"/>
              <a:t>ليس من العدل أن يترك الحجر يكسر الزجاجة الجميلة </a:t>
            </a:r>
            <a:endParaRPr lang="en-US" sz="2800" dirty="0"/>
          </a:p>
        </p:txBody>
      </p:sp>
      <p:grpSp>
        <p:nvGrpSpPr>
          <p:cNvPr id="79" name="Group 78">
            <a:extLst>
              <a:ext uri="{FF2B5EF4-FFF2-40B4-BE49-F238E27FC236}">
                <a16:creationId xmlns:a16="http://schemas.microsoft.com/office/drawing/2014/main" id="{2AD8B179-1C6B-345A-3C8C-F5D9F566DC7E}"/>
              </a:ext>
            </a:extLst>
          </p:cNvPr>
          <p:cNvGrpSpPr/>
          <p:nvPr/>
        </p:nvGrpSpPr>
        <p:grpSpPr>
          <a:xfrm>
            <a:off x="1355589" y="4319244"/>
            <a:ext cx="4723560" cy="1339920"/>
            <a:chOff x="1355589" y="4319244"/>
            <a:chExt cx="4723560" cy="1339920"/>
          </a:xfrm>
        </p:grpSpPr>
        <mc:AlternateContent xmlns:mc="http://schemas.openxmlformats.org/markup-compatibility/2006" xmlns:p14="http://schemas.microsoft.com/office/powerpoint/2010/main">
          <mc:Choice Requires="p14">
            <p:contentPart p14:bwMode="auto" r:id="rId18">
              <p14:nvContentPartPr>
                <p14:cNvPr id="26" name="Ink 25">
                  <a:extLst>
                    <a:ext uri="{FF2B5EF4-FFF2-40B4-BE49-F238E27FC236}">
                      <a16:creationId xmlns:a16="http://schemas.microsoft.com/office/drawing/2014/main" id="{731BB96A-6B02-49F2-9EE7-E8A20317F4A6}"/>
                    </a:ext>
                  </a:extLst>
                </p14:cNvPr>
                <p14:cNvContentPartPr/>
                <p14:nvPr/>
              </p14:nvContentPartPr>
              <p14:xfrm>
                <a:off x="5337189" y="4440204"/>
                <a:ext cx="723240" cy="118440"/>
              </p14:xfrm>
            </p:contentPart>
          </mc:Choice>
          <mc:Fallback xmlns="">
            <p:pic>
              <p:nvPicPr>
                <p:cNvPr id="26" name="Ink 25">
                  <a:extLst>
                    <a:ext uri="{FF2B5EF4-FFF2-40B4-BE49-F238E27FC236}">
                      <a16:creationId xmlns:a16="http://schemas.microsoft.com/office/drawing/2014/main" id="{731BB96A-6B02-49F2-9EE7-E8A20317F4A6}"/>
                    </a:ext>
                  </a:extLst>
                </p:cNvPr>
                <p:cNvPicPr/>
                <p:nvPr/>
              </p:nvPicPr>
              <p:blipFill>
                <a:blip r:embed="rId19"/>
                <a:stretch>
                  <a:fillRect/>
                </a:stretch>
              </p:blipFill>
              <p:spPr>
                <a:xfrm>
                  <a:off x="5331069" y="4434084"/>
                  <a:ext cx="73548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7" name="Ink 26">
                  <a:extLst>
                    <a:ext uri="{FF2B5EF4-FFF2-40B4-BE49-F238E27FC236}">
                      <a16:creationId xmlns:a16="http://schemas.microsoft.com/office/drawing/2014/main" id="{BA265797-A721-6A06-99C7-03967A3A0B2C}"/>
                    </a:ext>
                  </a:extLst>
                </p14:cNvPr>
                <p14:cNvContentPartPr/>
                <p14:nvPr/>
              </p14:nvContentPartPr>
              <p14:xfrm>
                <a:off x="5327109" y="4519764"/>
                <a:ext cx="752040" cy="73440"/>
              </p14:xfrm>
            </p:contentPart>
          </mc:Choice>
          <mc:Fallback xmlns="">
            <p:pic>
              <p:nvPicPr>
                <p:cNvPr id="27" name="Ink 26">
                  <a:extLst>
                    <a:ext uri="{FF2B5EF4-FFF2-40B4-BE49-F238E27FC236}">
                      <a16:creationId xmlns:a16="http://schemas.microsoft.com/office/drawing/2014/main" id="{BA265797-A721-6A06-99C7-03967A3A0B2C}"/>
                    </a:ext>
                  </a:extLst>
                </p:cNvPr>
                <p:cNvPicPr/>
                <p:nvPr/>
              </p:nvPicPr>
              <p:blipFill>
                <a:blip r:embed="rId21"/>
                <a:stretch>
                  <a:fillRect/>
                </a:stretch>
              </p:blipFill>
              <p:spPr>
                <a:xfrm>
                  <a:off x="5320989" y="4513644"/>
                  <a:ext cx="76428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8" name="Ink 27">
                  <a:extLst>
                    <a:ext uri="{FF2B5EF4-FFF2-40B4-BE49-F238E27FC236}">
                      <a16:creationId xmlns:a16="http://schemas.microsoft.com/office/drawing/2014/main" id="{A457FCDD-CF36-BAB9-18E8-9EE02D1625EC}"/>
                    </a:ext>
                  </a:extLst>
                </p14:cNvPr>
                <p14:cNvContentPartPr/>
                <p14:nvPr/>
              </p14:nvContentPartPr>
              <p14:xfrm>
                <a:off x="5087349" y="4323924"/>
                <a:ext cx="336600" cy="349560"/>
              </p14:xfrm>
            </p:contentPart>
          </mc:Choice>
          <mc:Fallback xmlns="">
            <p:pic>
              <p:nvPicPr>
                <p:cNvPr id="28" name="Ink 27">
                  <a:extLst>
                    <a:ext uri="{FF2B5EF4-FFF2-40B4-BE49-F238E27FC236}">
                      <a16:creationId xmlns:a16="http://schemas.microsoft.com/office/drawing/2014/main" id="{A457FCDD-CF36-BAB9-18E8-9EE02D1625EC}"/>
                    </a:ext>
                  </a:extLst>
                </p:cNvPr>
                <p:cNvPicPr/>
                <p:nvPr/>
              </p:nvPicPr>
              <p:blipFill>
                <a:blip r:embed="rId23"/>
                <a:stretch>
                  <a:fillRect/>
                </a:stretch>
              </p:blipFill>
              <p:spPr>
                <a:xfrm>
                  <a:off x="5081229" y="4317804"/>
                  <a:ext cx="348840" cy="361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0" name="Ink 29">
                  <a:extLst>
                    <a:ext uri="{FF2B5EF4-FFF2-40B4-BE49-F238E27FC236}">
                      <a16:creationId xmlns:a16="http://schemas.microsoft.com/office/drawing/2014/main" id="{0F37591F-2899-FB3F-8021-604C8B923C8D}"/>
                    </a:ext>
                  </a:extLst>
                </p14:cNvPr>
                <p14:cNvContentPartPr/>
                <p14:nvPr/>
              </p14:nvContentPartPr>
              <p14:xfrm>
                <a:off x="5051709" y="4581324"/>
                <a:ext cx="479880" cy="99720"/>
              </p14:xfrm>
            </p:contentPart>
          </mc:Choice>
          <mc:Fallback xmlns="">
            <p:pic>
              <p:nvPicPr>
                <p:cNvPr id="30" name="Ink 29">
                  <a:extLst>
                    <a:ext uri="{FF2B5EF4-FFF2-40B4-BE49-F238E27FC236}">
                      <a16:creationId xmlns:a16="http://schemas.microsoft.com/office/drawing/2014/main" id="{0F37591F-2899-FB3F-8021-604C8B923C8D}"/>
                    </a:ext>
                  </a:extLst>
                </p:cNvPr>
                <p:cNvPicPr/>
                <p:nvPr/>
              </p:nvPicPr>
              <p:blipFill>
                <a:blip r:embed="rId25"/>
                <a:stretch>
                  <a:fillRect/>
                </a:stretch>
              </p:blipFill>
              <p:spPr>
                <a:xfrm>
                  <a:off x="5045589" y="4575204"/>
                  <a:ext cx="49212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2" name="Ink 31">
                  <a:extLst>
                    <a:ext uri="{FF2B5EF4-FFF2-40B4-BE49-F238E27FC236}">
                      <a16:creationId xmlns:a16="http://schemas.microsoft.com/office/drawing/2014/main" id="{04F0EBC9-4DDE-4B69-3B4F-DCDDC19E950C}"/>
                    </a:ext>
                  </a:extLst>
                </p14:cNvPr>
                <p14:cNvContentPartPr/>
                <p14:nvPr/>
              </p14:nvContentPartPr>
              <p14:xfrm>
                <a:off x="4604229" y="4556844"/>
                <a:ext cx="350640" cy="237960"/>
              </p14:xfrm>
            </p:contentPart>
          </mc:Choice>
          <mc:Fallback xmlns="">
            <p:pic>
              <p:nvPicPr>
                <p:cNvPr id="32" name="Ink 31">
                  <a:extLst>
                    <a:ext uri="{FF2B5EF4-FFF2-40B4-BE49-F238E27FC236}">
                      <a16:creationId xmlns:a16="http://schemas.microsoft.com/office/drawing/2014/main" id="{04F0EBC9-4DDE-4B69-3B4F-DCDDC19E950C}"/>
                    </a:ext>
                  </a:extLst>
                </p:cNvPr>
                <p:cNvPicPr/>
                <p:nvPr/>
              </p:nvPicPr>
              <p:blipFill>
                <a:blip r:embed="rId27"/>
                <a:stretch>
                  <a:fillRect/>
                </a:stretch>
              </p:blipFill>
              <p:spPr>
                <a:xfrm>
                  <a:off x="4598109" y="4550724"/>
                  <a:ext cx="36288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3" name="Ink 32">
                  <a:extLst>
                    <a:ext uri="{FF2B5EF4-FFF2-40B4-BE49-F238E27FC236}">
                      <a16:creationId xmlns:a16="http://schemas.microsoft.com/office/drawing/2014/main" id="{E99157CD-8A1D-D46F-422E-F9F6C8622158}"/>
                    </a:ext>
                  </a:extLst>
                </p14:cNvPr>
                <p14:cNvContentPartPr/>
                <p14:nvPr/>
              </p14:nvContentPartPr>
              <p14:xfrm>
                <a:off x="4865229" y="4401684"/>
                <a:ext cx="15120" cy="164160"/>
              </p14:xfrm>
            </p:contentPart>
          </mc:Choice>
          <mc:Fallback xmlns="">
            <p:pic>
              <p:nvPicPr>
                <p:cNvPr id="33" name="Ink 32">
                  <a:extLst>
                    <a:ext uri="{FF2B5EF4-FFF2-40B4-BE49-F238E27FC236}">
                      <a16:creationId xmlns:a16="http://schemas.microsoft.com/office/drawing/2014/main" id="{E99157CD-8A1D-D46F-422E-F9F6C8622158}"/>
                    </a:ext>
                  </a:extLst>
                </p:cNvPr>
                <p:cNvPicPr/>
                <p:nvPr/>
              </p:nvPicPr>
              <p:blipFill>
                <a:blip r:embed="rId29"/>
                <a:stretch>
                  <a:fillRect/>
                </a:stretch>
              </p:blipFill>
              <p:spPr>
                <a:xfrm>
                  <a:off x="4859109" y="4395564"/>
                  <a:ext cx="2736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4" name="Ink 33">
                  <a:extLst>
                    <a:ext uri="{FF2B5EF4-FFF2-40B4-BE49-F238E27FC236}">
                      <a16:creationId xmlns:a16="http://schemas.microsoft.com/office/drawing/2014/main" id="{29603F56-A33B-C137-F549-D0B21FA05F1A}"/>
                    </a:ext>
                  </a:extLst>
                </p14:cNvPr>
                <p14:cNvContentPartPr/>
                <p14:nvPr/>
              </p14:nvContentPartPr>
              <p14:xfrm>
                <a:off x="4180509" y="4532004"/>
                <a:ext cx="392400" cy="155880"/>
              </p14:xfrm>
            </p:contentPart>
          </mc:Choice>
          <mc:Fallback xmlns="">
            <p:pic>
              <p:nvPicPr>
                <p:cNvPr id="34" name="Ink 33">
                  <a:extLst>
                    <a:ext uri="{FF2B5EF4-FFF2-40B4-BE49-F238E27FC236}">
                      <a16:creationId xmlns:a16="http://schemas.microsoft.com/office/drawing/2014/main" id="{29603F56-A33B-C137-F549-D0B21FA05F1A}"/>
                    </a:ext>
                  </a:extLst>
                </p:cNvPr>
                <p:cNvPicPr/>
                <p:nvPr/>
              </p:nvPicPr>
              <p:blipFill>
                <a:blip r:embed="rId31"/>
                <a:stretch>
                  <a:fillRect/>
                </a:stretch>
              </p:blipFill>
              <p:spPr>
                <a:xfrm>
                  <a:off x="4174389" y="4525884"/>
                  <a:ext cx="40464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5" name="Ink 34">
                  <a:extLst>
                    <a:ext uri="{FF2B5EF4-FFF2-40B4-BE49-F238E27FC236}">
                      <a16:creationId xmlns:a16="http://schemas.microsoft.com/office/drawing/2014/main" id="{4FA76478-821C-5506-8FAA-B196E978AE6A}"/>
                    </a:ext>
                  </a:extLst>
                </p14:cNvPr>
                <p14:cNvContentPartPr/>
                <p14:nvPr/>
              </p14:nvContentPartPr>
              <p14:xfrm>
                <a:off x="4219389" y="4450284"/>
                <a:ext cx="83880" cy="20880"/>
              </p14:xfrm>
            </p:contentPart>
          </mc:Choice>
          <mc:Fallback xmlns="">
            <p:pic>
              <p:nvPicPr>
                <p:cNvPr id="35" name="Ink 34">
                  <a:extLst>
                    <a:ext uri="{FF2B5EF4-FFF2-40B4-BE49-F238E27FC236}">
                      <a16:creationId xmlns:a16="http://schemas.microsoft.com/office/drawing/2014/main" id="{4FA76478-821C-5506-8FAA-B196E978AE6A}"/>
                    </a:ext>
                  </a:extLst>
                </p:cNvPr>
                <p:cNvPicPr/>
                <p:nvPr/>
              </p:nvPicPr>
              <p:blipFill>
                <a:blip r:embed="rId33"/>
                <a:stretch>
                  <a:fillRect/>
                </a:stretch>
              </p:blipFill>
              <p:spPr>
                <a:xfrm>
                  <a:off x="4213269" y="4444164"/>
                  <a:ext cx="9612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6DA33210-F9CE-D99F-A61E-3169F23105FB}"/>
                    </a:ext>
                  </a:extLst>
                </p14:cNvPr>
                <p14:cNvContentPartPr/>
                <p14:nvPr/>
              </p14:nvContentPartPr>
              <p14:xfrm>
                <a:off x="4388949" y="4416444"/>
                <a:ext cx="78120" cy="2880"/>
              </p14:xfrm>
            </p:contentPart>
          </mc:Choice>
          <mc:Fallback xmlns="">
            <p:pic>
              <p:nvPicPr>
                <p:cNvPr id="36" name="Ink 35">
                  <a:extLst>
                    <a:ext uri="{FF2B5EF4-FFF2-40B4-BE49-F238E27FC236}">
                      <a16:creationId xmlns:a16="http://schemas.microsoft.com/office/drawing/2014/main" id="{6DA33210-F9CE-D99F-A61E-3169F23105FB}"/>
                    </a:ext>
                  </a:extLst>
                </p:cNvPr>
                <p:cNvPicPr/>
                <p:nvPr/>
              </p:nvPicPr>
              <p:blipFill>
                <a:blip r:embed="rId35"/>
                <a:stretch>
                  <a:fillRect/>
                </a:stretch>
              </p:blipFill>
              <p:spPr>
                <a:xfrm>
                  <a:off x="4382829" y="4410324"/>
                  <a:ext cx="9036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7" name="Ink 36">
                  <a:extLst>
                    <a:ext uri="{FF2B5EF4-FFF2-40B4-BE49-F238E27FC236}">
                      <a16:creationId xmlns:a16="http://schemas.microsoft.com/office/drawing/2014/main" id="{475AF27F-4D38-B8ED-EBC5-40D0C520326A}"/>
                    </a:ext>
                  </a:extLst>
                </p14:cNvPr>
                <p14:cNvContentPartPr/>
                <p14:nvPr/>
              </p14:nvContentPartPr>
              <p14:xfrm>
                <a:off x="4409469" y="4848444"/>
                <a:ext cx="64080" cy="10800"/>
              </p14:xfrm>
            </p:contentPart>
          </mc:Choice>
          <mc:Fallback xmlns="">
            <p:pic>
              <p:nvPicPr>
                <p:cNvPr id="37" name="Ink 36">
                  <a:extLst>
                    <a:ext uri="{FF2B5EF4-FFF2-40B4-BE49-F238E27FC236}">
                      <a16:creationId xmlns:a16="http://schemas.microsoft.com/office/drawing/2014/main" id="{475AF27F-4D38-B8ED-EBC5-40D0C520326A}"/>
                    </a:ext>
                  </a:extLst>
                </p:cNvPr>
                <p:cNvPicPr/>
                <p:nvPr/>
              </p:nvPicPr>
              <p:blipFill>
                <a:blip r:embed="rId37"/>
                <a:stretch>
                  <a:fillRect/>
                </a:stretch>
              </p:blipFill>
              <p:spPr>
                <a:xfrm>
                  <a:off x="4403349" y="4842324"/>
                  <a:ext cx="7632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9" name="Ink 38">
                  <a:extLst>
                    <a:ext uri="{FF2B5EF4-FFF2-40B4-BE49-F238E27FC236}">
                      <a16:creationId xmlns:a16="http://schemas.microsoft.com/office/drawing/2014/main" id="{E5ECCE94-A668-11D1-EAF4-AC2B165ACFF4}"/>
                    </a:ext>
                  </a:extLst>
                </p14:cNvPr>
                <p14:cNvContentPartPr/>
                <p14:nvPr/>
              </p14:nvContentPartPr>
              <p14:xfrm>
                <a:off x="3721869" y="4566204"/>
                <a:ext cx="289800" cy="144000"/>
              </p14:xfrm>
            </p:contentPart>
          </mc:Choice>
          <mc:Fallback xmlns="">
            <p:pic>
              <p:nvPicPr>
                <p:cNvPr id="39" name="Ink 38">
                  <a:extLst>
                    <a:ext uri="{FF2B5EF4-FFF2-40B4-BE49-F238E27FC236}">
                      <a16:creationId xmlns:a16="http://schemas.microsoft.com/office/drawing/2014/main" id="{E5ECCE94-A668-11D1-EAF4-AC2B165ACFF4}"/>
                    </a:ext>
                  </a:extLst>
                </p:cNvPr>
                <p:cNvPicPr/>
                <p:nvPr/>
              </p:nvPicPr>
              <p:blipFill>
                <a:blip r:embed="rId39"/>
                <a:stretch>
                  <a:fillRect/>
                </a:stretch>
              </p:blipFill>
              <p:spPr>
                <a:xfrm>
                  <a:off x="3715749" y="4560084"/>
                  <a:ext cx="30204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0" name="Ink 39">
                  <a:extLst>
                    <a:ext uri="{FF2B5EF4-FFF2-40B4-BE49-F238E27FC236}">
                      <a16:creationId xmlns:a16="http://schemas.microsoft.com/office/drawing/2014/main" id="{58B1C851-AADA-3F3D-2A93-50B9D10872AF}"/>
                    </a:ext>
                  </a:extLst>
                </p14:cNvPr>
                <p14:cNvContentPartPr/>
                <p14:nvPr/>
              </p14:nvContentPartPr>
              <p14:xfrm>
                <a:off x="3364389" y="4584204"/>
                <a:ext cx="364320" cy="246960"/>
              </p14:xfrm>
            </p:contentPart>
          </mc:Choice>
          <mc:Fallback xmlns="">
            <p:pic>
              <p:nvPicPr>
                <p:cNvPr id="40" name="Ink 39">
                  <a:extLst>
                    <a:ext uri="{FF2B5EF4-FFF2-40B4-BE49-F238E27FC236}">
                      <a16:creationId xmlns:a16="http://schemas.microsoft.com/office/drawing/2014/main" id="{58B1C851-AADA-3F3D-2A93-50B9D10872AF}"/>
                    </a:ext>
                  </a:extLst>
                </p:cNvPr>
                <p:cNvPicPr/>
                <p:nvPr/>
              </p:nvPicPr>
              <p:blipFill>
                <a:blip r:embed="rId41"/>
                <a:stretch>
                  <a:fillRect/>
                </a:stretch>
              </p:blipFill>
              <p:spPr>
                <a:xfrm>
                  <a:off x="3358269" y="4578084"/>
                  <a:ext cx="37656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1" name="Ink 40">
                  <a:extLst>
                    <a:ext uri="{FF2B5EF4-FFF2-40B4-BE49-F238E27FC236}">
                      <a16:creationId xmlns:a16="http://schemas.microsoft.com/office/drawing/2014/main" id="{8868B375-9604-2653-BFFD-E34623CFC642}"/>
                    </a:ext>
                  </a:extLst>
                </p14:cNvPr>
                <p14:cNvContentPartPr/>
                <p14:nvPr/>
              </p14:nvContentPartPr>
              <p14:xfrm>
                <a:off x="3473829" y="4874724"/>
                <a:ext cx="162360" cy="43920"/>
              </p14:xfrm>
            </p:contentPart>
          </mc:Choice>
          <mc:Fallback xmlns="">
            <p:pic>
              <p:nvPicPr>
                <p:cNvPr id="41" name="Ink 40">
                  <a:extLst>
                    <a:ext uri="{FF2B5EF4-FFF2-40B4-BE49-F238E27FC236}">
                      <a16:creationId xmlns:a16="http://schemas.microsoft.com/office/drawing/2014/main" id="{8868B375-9604-2653-BFFD-E34623CFC642}"/>
                    </a:ext>
                  </a:extLst>
                </p:cNvPr>
                <p:cNvPicPr/>
                <p:nvPr/>
              </p:nvPicPr>
              <p:blipFill>
                <a:blip r:embed="rId43"/>
                <a:stretch>
                  <a:fillRect/>
                </a:stretch>
              </p:blipFill>
              <p:spPr>
                <a:xfrm>
                  <a:off x="3467709" y="4868604"/>
                  <a:ext cx="17460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2" name="Ink 41">
                  <a:extLst>
                    <a:ext uri="{FF2B5EF4-FFF2-40B4-BE49-F238E27FC236}">
                      <a16:creationId xmlns:a16="http://schemas.microsoft.com/office/drawing/2014/main" id="{54FDF825-6D33-F991-081E-6D701F36F198}"/>
                    </a:ext>
                  </a:extLst>
                </p14:cNvPr>
                <p14:cNvContentPartPr/>
                <p14:nvPr/>
              </p14:nvContentPartPr>
              <p14:xfrm>
                <a:off x="3733389" y="4319244"/>
                <a:ext cx="241200" cy="220680"/>
              </p14:xfrm>
            </p:contentPart>
          </mc:Choice>
          <mc:Fallback xmlns="">
            <p:pic>
              <p:nvPicPr>
                <p:cNvPr id="42" name="Ink 41">
                  <a:extLst>
                    <a:ext uri="{FF2B5EF4-FFF2-40B4-BE49-F238E27FC236}">
                      <a16:creationId xmlns:a16="http://schemas.microsoft.com/office/drawing/2014/main" id="{54FDF825-6D33-F991-081E-6D701F36F198}"/>
                    </a:ext>
                  </a:extLst>
                </p:cNvPr>
                <p:cNvPicPr/>
                <p:nvPr/>
              </p:nvPicPr>
              <p:blipFill>
                <a:blip r:embed="rId45"/>
                <a:stretch>
                  <a:fillRect/>
                </a:stretch>
              </p:blipFill>
              <p:spPr>
                <a:xfrm>
                  <a:off x="3727269" y="4313124"/>
                  <a:ext cx="25344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3" name="Ink 42">
                  <a:extLst>
                    <a:ext uri="{FF2B5EF4-FFF2-40B4-BE49-F238E27FC236}">
                      <a16:creationId xmlns:a16="http://schemas.microsoft.com/office/drawing/2014/main" id="{B3A9E0D0-2DBC-3B58-354E-745CA85F0A25}"/>
                    </a:ext>
                  </a:extLst>
                </p14:cNvPr>
                <p14:cNvContentPartPr/>
                <p14:nvPr/>
              </p14:nvContentPartPr>
              <p14:xfrm>
                <a:off x="3882429" y="4596804"/>
                <a:ext cx="12240" cy="27720"/>
              </p14:xfrm>
            </p:contentPart>
          </mc:Choice>
          <mc:Fallback xmlns="">
            <p:pic>
              <p:nvPicPr>
                <p:cNvPr id="43" name="Ink 42">
                  <a:extLst>
                    <a:ext uri="{FF2B5EF4-FFF2-40B4-BE49-F238E27FC236}">
                      <a16:creationId xmlns:a16="http://schemas.microsoft.com/office/drawing/2014/main" id="{B3A9E0D0-2DBC-3B58-354E-745CA85F0A25}"/>
                    </a:ext>
                  </a:extLst>
                </p:cNvPr>
                <p:cNvPicPr/>
                <p:nvPr/>
              </p:nvPicPr>
              <p:blipFill>
                <a:blip r:embed="rId47"/>
                <a:stretch>
                  <a:fillRect/>
                </a:stretch>
              </p:blipFill>
              <p:spPr>
                <a:xfrm>
                  <a:off x="3876309" y="4590684"/>
                  <a:ext cx="244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4" name="Ink 43">
                  <a:extLst>
                    <a:ext uri="{FF2B5EF4-FFF2-40B4-BE49-F238E27FC236}">
                      <a16:creationId xmlns:a16="http://schemas.microsoft.com/office/drawing/2014/main" id="{90D1D623-7DF7-5D24-2BF1-9339EDB9A868}"/>
                    </a:ext>
                  </a:extLst>
                </p14:cNvPr>
                <p14:cNvContentPartPr/>
                <p14:nvPr/>
              </p14:nvContentPartPr>
              <p14:xfrm>
                <a:off x="4040829" y="4488084"/>
                <a:ext cx="114480" cy="16560"/>
              </p14:xfrm>
            </p:contentPart>
          </mc:Choice>
          <mc:Fallback xmlns="">
            <p:pic>
              <p:nvPicPr>
                <p:cNvPr id="44" name="Ink 43">
                  <a:extLst>
                    <a:ext uri="{FF2B5EF4-FFF2-40B4-BE49-F238E27FC236}">
                      <a16:creationId xmlns:a16="http://schemas.microsoft.com/office/drawing/2014/main" id="{90D1D623-7DF7-5D24-2BF1-9339EDB9A868}"/>
                    </a:ext>
                  </a:extLst>
                </p:cNvPr>
                <p:cNvPicPr/>
                <p:nvPr/>
              </p:nvPicPr>
              <p:blipFill>
                <a:blip r:embed="rId49"/>
                <a:stretch>
                  <a:fillRect/>
                </a:stretch>
              </p:blipFill>
              <p:spPr>
                <a:xfrm>
                  <a:off x="4034709" y="4481964"/>
                  <a:ext cx="1267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6" name="Ink 45">
                  <a:extLst>
                    <a:ext uri="{FF2B5EF4-FFF2-40B4-BE49-F238E27FC236}">
                      <a16:creationId xmlns:a16="http://schemas.microsoft.com/office/drawing/2014/main" id="{CB8FBBB4-1007-BCE9-2050-C584DEB18C28}"/>
                    </a:ext>
                  </a:extLst>
                </p14:cNvPr>
                <p14:cNvContentPartPr/>
                <p14:nvPr/>
              </p14:nvContentPartPr>
              <p14:xfrm>
                <a:off x="2919069" y="4606884"/>
                <a:ext cx="381960" cy="184680"/>
              </p14:xfrm>
            </p:contentPart>
          </mc:Choice>
          <mc:Fallback xmlns="">
            <p:pic>
              <p:nvPicPr>
                <p:cNvPr id="46" name="Ink 45">
                  <a:extLst>
                    <a:ext uri="{FF2B5EF4-FFF2-40B4-BE49-F238E27FC236}">
                      <a16:creationId xmlns:a16="http://schemas.microsoft.com/office/drawing/2014/main" id="{CB8FBBB4-1007-BCE9-2050-C584DEB18C28}"/>
                    </a:ext>
                  </a:extLst>
                </p:cNvPr>
                <p:cNvPicPr/>
                <p:nvPr/>
              </p:nvPicPr>
              <p:blipFill>
                <a:blip r:embed="rId51"/>
                <a:stretch>
                  <a:fillRect/>
                </a:stretch>
              </p:blipFill>
              <p:spPr>
                <a:xfrm>
                  <a:off x="2912949" y="4600764"/>
                  <a:ext cx="39420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7" name="Ink 46">
                  <a:extLst>
                    <a:ext uri="{FF2B5EF4-FFF2-40B4-BE49-F238E27FC236}">
                      <a16:creationId xmlns:a16="http://schemas.microsoft.com/office/drawing/2014/main" id="{6DDD3633-2486-EBA4-74D7-C798DA744A45}"/>
                    </a:ext>
                  </a:extLst>
                </p14:cNvPr>
                <p14:cNvContentPartPr/>
                <p14:nvPr/>
              </p14:nvContentPartPr>
              <p14:xfrm>
                <a:off x="2558349" y="4483404"/>
                <a:ext cx="385560" cy="293040"/>
              </p14:xfrm>
            </p:contentPart>
          </mc:Choice>
          <mc:Fallback xmlns="">
            <p:pic>
              <p:nvPicPr>
                <p:cNvPr id="47" name="Ink 46">
                  <a:extLst>
                    <a:ext uri="{FF2B5EF4-FFF2-40B4-BE49-F238E27FC236}">
                      <a16:creationId xmlns:a16="http://schemas.microsoft.com/office/drawing/2014/main" id="{6DDD3633-2486-EBA4-74D7-C798DA744A45}"/>
                    </a:ext>
                  </a:extLst>
                </p:cNvPr>
                <p:cNvPicPr/>
                <p:nvPr/>
              </p:nvPicPr>
              <p:blipFill>
                <a:blip r:embed="rId53"/>
                <a:stretch>
                  <a:fillRect/>
                </a:stretch>
              </p:blipFill>
              <p:spPr>
                <a:xfrm>
                  <a:off x="2552229" y="4477284"/>
                  <a:ext cx="39780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8" name="Ink 47">
                  <a:extLst>
                    <a:ext uri="{FF2B5EF4-FFF2-40B4-BE49-F238E27FC236}">
                      <a16:creationId xmlns:a16="http://schemas.microsoft.com/office/drawing/2014/main" id="{11147CAE-7AD9-7124-FC8D-D29747F87A7F}"/>
                    </a:ext>
                  </a:extLst>
                </p14:cNvPr>
                <p14:cNvContentPartPr/>
                <p14:nvPr/>
              </p14:nvContentPartPr>
              <p14:xfrm>
                <a:off x="2556909" y="4472964"/>
                <a:ext cx="149400" cy="11880"/>
              </p14:xfrm>
            </p:contentPart>
          </mc:Choice>
          <mc:Fallback xmlns="">
            <p:pic>
              <p:nvPicPr>
                <p:cNvPr id="48" name="Ink 47">
                  <a:extLst>
                    <a:ext uri="{FF2B5EF4-FFF2-40B4-BE49-F238E27FC236}">
                      <a16:creationId xmlns:a16="http://schemas.microsoft.com/office/drawing/2014/main" id="{11147CAE-7AD9-7124-FC8D-D29747F87A7F}"/>
                    </a:ext>
                  </a:extLst>
                </p:cNvPr>
                <p:cNvPicPr/>
                <p:nvPr/>
              </p:nvPicPr>
              <p:blipFill>
                <a:blip r:embed="rId55"/>
                <a:stretch>
                  <a:fillRect/>
                </a:stretch>
              </p:blipFill>
              <p:spPr>
                <a:xfrm>
                  <a:off x="2550789" y="4466844"/>
                  <a:ext cx="1616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9" name="Ink 48">
                  <a:extLst>
                    <a:ext uri="{FF2B5EF4-FFF2-40B4-BE49-F238E27FC236}">
                      <a16:creationId xmlns:a16="http://schemas.microsoft.com/office/drawing/2014/main" id="{D2FA4227-DAAD-E03C-1323-8BA1F516741E}"/>
                    </a:ext>
                  </a:extLst>
                </p14:cNvPr>
                <p14:cNvContentPartPr/>
                <p14:nvPr/>
              </p14:nvContentPartPr>
              <p14:xfrm>
                <a:off x="2740149" y="4940964"/>
                <a:ext cx="79200" cy="10080"/>
              </p14:xfrm>
            </p:contentPart>
          </mc:Choice>
          <mc:Fallback xmlns="">
            <p:pic>
              <p:nvPicPr>
                <p:cNvPr id="49" name="Ink 48">
                  <a:extLst>
                    <a:ext uri="{FF2B5EF4-FFF2-40B4-BE49-F238E27FC236}">
                      <a16:creationId xmlns:a16="http://schemas.microsoft.com/office/drawing/2014/main" id="{D2FA4227-DAAD-E03C-1323-8BA1F516741E}"/>
                    </a:ext>
                  </a:extLst>
                </p:cNvPr>
                <p:cNvPicPr/>
                <p:nvPr/>
              </p:nvPicPr>
              <p:blipFill>
                <a:blip r:embed="rId57"/>
                <a:stretch>
                  <a:fillRect/>
                </a:stretch>
              </p:blipFill>
              <p:spPr>
                <a:xfrm>
                  <a:off x="2734029" y="4934844"/>
                  <a:ext cx="9144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1" name="Ink 50">
                  <a:extLst>
                    <a:ext uri="{FF2B5EF4-FFF2-40B4-BE49-F238E27FC236}">
                      <a16:creationId xmlns:a16="http://schemas.microsoft.com/office/drawing/2014/main" id="{82B22E35-73A3-226E-05EE-43CB28EEC10E}"/>
                    </a:ext>
                  </a:extLst>
                </p14:cNvPr>
                <p14:cNvContentPartPr/>
                <p14:nvPr/>
              </p14:nvContentPartPr>
              <p14:xfrm>
                <a:off x="1866429" y="4636404"/>
                <a:ext cx="636120" cy="235800"/>
              </p14:xfrm>
            </p:contentPart>
          </mc:Choice>
          <mc:Fallback xmlns="">
            <p:pic>
              <p:nvPicPr>
                <p:cNvPr id="51" name="Ink 50">
                  <a:extLst>
                    <a:ext uri="{FF2B5EF4-FFF2-40B4-BE49-F238E27FC236}">
                      <a16:creationId xmlns:a16="http://schemas.microsoft.com/office/drawing/2014/main" id="{82B22E35-73A3-226E-05EE-43CB28EEC10E}"/>
                    </a:ext>
                  </a:extLst>
                </p:cNvPr>
                <p:cNvPicPr/>
                <p:nvPr/>
              </p:nvPicPr>
              <p:blipFill>
                <a:blip r:embed="rId59"/>
                <a:stretch>
                  <a:fillRect/>
                </a:stretch>
              </p:blipFill>
              <p:spPr>
                <a:xfrm>
                  <a:off x="1860309" y="4630284"/>
                  <a:ext cx="64836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2" name="Ink 51">
                  <a:extLst>
                    <a:ext uri="{FF2B5EF4-FFF2-40B4-BE49-F238E27FC236}">
                      <a16:creationId xmlns:a16="http://schemas.microsoft.com/office/drawing/2014/main" id="{72977E4C-2C22-7715-EC81-AD63E81F6417}"/>
                    </a:ext>
                  </a:extLst>
                </p14:cNvPr>
                <p14:cNvContentPartPr/>
                <p14:nvPr/>
              </p14:nvContentPartPr>
              <p14:xfrm>
                <a:off x="2181069" y="4520124"/>
                <a:ext cx="102240" cy="23760"/>
              </p14:xfrm>
            </p:contentPart>
          </mc:Choice>
          <mc:Fallback xmlns="">
            <p:pic>
              <p:nvPicPr>
                <p:cNvPr id="52" name="Ink 51">
                  <a:extLst>
                    <a:ext uri="{FF2B5EF4-FFF2-40B4-BE49-F238E27FC236}">
                      <a16:creationId xmlns:a16="http://schemas.microsoft.com/office/drawing/2014/main" id="{72977E4C-2C22-7715-EC81-AD63E81F6417}"/>
                    </a:ext>
                  </a:extLst>
                </p:cNvPr>
                <p:cNvPicPr/>
                <p:nvPr/>
              </p:nvPicPr>
              <p:blipFill>
                <a:blip r:embed="rId61"/>
                <a:stretch>
                  <a:fillRect/>
                </a:stretch>
              </p:blipFill>
              <p:spPr>
                <a:xfrm>
                  <a:off x="2174949" y="4514004"/>
                  <a:ext cx="114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3" name="Ink 52">
                  <a:extLst>
                    <a:ext uri="{FF2B5EF4-FFF2-40B4-BE49-F238E27FC236}">
                      <a16:creationId xmlns:a16="http://schemas.microsoft.com/office/drawing/2014/main" id="{B0F21A0A-76AE-3E6D-6905-C5294050CEE2}"/>
                    </a:ext>
                  </a:extLst>
                </p14:cNvPr>
                <p14:cNvContentPartPr/>
                <p14:nvPr/>
              </p14:nvContentPartPr>
              <p14:xfrm>
                <a:off x="2416149" y="4394844"/>
                <a:ext cx="104400" cy="25920"/>
              </p14:xfrm>
            </p:contentPart>
          </mc:Choice>
          <mc:Fallback xmlns="">
            <p:pic>
              <p:nvPicPr>
                <p:cNvPr id="53" name="Ink 52">
                  <a:extLst>
                    <a:ext uri="{FF2B5EF4-FFF2-40B4-BE49-F238E27FC236}">
                      <a16:creationId xmlns:a16="http://schemas.microsoft.com/office/drawing/2014/main" id="{B0F21A0A-76AE-3E6D-6905-C5294050CEE2}"/>
                    </a:ext>
                  </a:extLst>
                </p:cNvPr>
                <p:cNvPicPr/>
                <p:nvPr/>
              </p:nvPicPr>
              <p:blipFill>
                <a:blip r:embed="rId63"/>
                <a:stretch>
                  <a:fillRect/>
                </a:stretch>
              </p:blipFill>
              <p:spPr>
                <a:xfrm>
                  <a:off x="2410029" y="4388724"/>
                  <a:ext cx="11664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4" name="Ink 53">
                  <a:extLst>
                    <a:ext uri="{FF2B5EF4-FFF2-40B4-BE49-F238E27FC236}">
                      <a16:creationId xmlns:a16="http://schemas.microsoft.com/office/drawing/2014/main" id="{616238A4-9ADA-5C8F-0415-26188FB5562A}"/>
                    </a:ext>
                  </a:extLst>
                </p14:cNvPr>
                <p14:cNvContentPartPr/>
                <p14:nvPr/>
              </p14:nvContentPartPr>
              <p14:xfrm>
                <a:off x="1355589" y="4506084"/>
                <a:ext cx="416880" cy="406440"/>
              </p14:xfrm>
            </p:contentPart>
          </mc:Choice>
          <mc:Fallback xmlns="">
            <p:pic>
              <p:nvPicPr>
                <p:cNvPr id="54" name="Ink 53">
                  <a:extLst>
                    <a:ext uri="{FF2B5EF4-FFF2-40B4-BE49-F238E27FC236}">
                      <a16:creationId xmlns:a16="http://schemas.microsoft.com/office/drawing/2014/main" id="{616238A4-9ADA-5C8F-0415-26188FB5562A}"/>
                    </a:ext>
                  </a:extLst>
                </p:cNvPr>
                <p:cNvPicPr/>
                <p:nvPr/>
              </p:nvPicPr>
              <p:blipFill>
                <a:blip r:embed="rId65"/>
                <a:stretch>
                  <a:fillRect/>
                </a:stretch>
              </p:blipFill>
              <p:spPr>
                <a:xfrm>
                  <a:off x="1349469" y="4499964"/>
                  <a:ext cx="429120" cy="4186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6" name="Ink 55">
                  <a:extLst>
                    <a:ext uri="{FF2B5EF4-FFF2-40B4-BE49-F238E27FC236}">
                      <a16:creationId xmlns:a16="http://schemas.microsoft.com/office/drawing/2014/main" id="{BA5F0AB6-AC0F-77E0-F7B4-4BDF0C893F1A}"/>
                    </a:ext>
                  </a:extLst>
                </p14:cNvPr>
                <p14:cNvContentPartPr/>
                <p14:nvPr/>
              </p14:nvContentPartPr>
              <p14:xfrm>
                <a:off x="5003109" y="4985244"/>
                <a:ext cx="28080" cy="212040"/>
              </p14:xfrm>
            </p:contentPart>
          </mc:Choice>
          <mc:Fallback xmlns="">
            <p:pic>
              <p:nvPicPr>
                <p:cNvPr id="56" name="Ink 55">
                  <a:extLst>
                    <a:ext uri="{FF2B5EF4-FFF2-40B4-BE49-F238E27FC236}">
                      <a16:creationId xmlns:a16="http://schemas.microsoft.com/office/drawing/2014/main" id="{BA5F0AB6-AC0F-77E0-F7B4-4BDF0C893F1A}"/>
                    </a:ext>
                  </a:extLst>
                </p:cNvPr>
                <p:cNvPicPr/>
                <p:nvPr/>
              </p:nvPicPr>
              <p:blipFill>
                <a:blip r:embed="rId67"/>
                <a:stretch>
                  <a:fillRect/>
                </a:stretch>
              </p:blipFill>
              <p:spPr>
                <a:xfrm>
                  <a:off x="4996989" y="4979124"/>
                  <a:ext cx="4032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7" name="Ink 56">
                  <a:extLst>
                    <a:ext uri="{FF2B5EF4-FFF2-40B4-BE49-F238E27FC236}">
                      <a16:creationId xmlns:a16="http://schemas.microsoft.com/office/drawing/2014/main" id="{F801269F-B870-A4AF-D234-052F07B7D3AB}"/>
                    </a:ext>
                  </a:extLst>
                </p14:cNvPr>
                <p14:cNvContentPartPr/>
                <p14:nvPr/>
              </p14:nvContentPartPr>
              <p14:xfrm>
                <a:off x="4247109" y="4945644"/>
                <a:ext cx="739440" cy="334080"/>
              </p14:xfrm>
            </p:contentPart>
          </mc:Choice>
          <mc:Fallback xmlns="">
            <p:pic>
              <p:nvPicPr>
                <p:cNvPr id="57" name="Ink 56">
                  <a:extLst>
                    <a:ext uri="{FF2B5EF4-FFF2-40B4-BE49-F238E27FC236}">
                      <a16:creationId xmlns:a16="http://schemas.microsoft.com/office/drawing/2014/main" id="{F801269F-B870-A4AF-D234-052F07B7D3AB}"/>
                    </a:ext>
                  </a:extLst>
                </p:cNvPr>
                <p:cNvPicPr/>
                <p:nvPr/>
              </p:nvPicPr>
              <p:blipFill>
                <a:blip r:embed="rId69"/>
                <a:stretch>
                  <a:fillRect/>
                </a:stretch>
              </p:blipFill>
              <p:spPr>
                <a:xfrm>
                  <a:off x="4240989" y="4939524"/>
                  <a:ext cx="751680" cy="3463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8" name="Ink 57">
                  <a:extLst>
                    <a:ext uri="{FF2B5EF4-FFF2-40B4-BE49-F238E27FC236}">
                      <a16:creationId xmlns:a16="http://schemas.microsoft.com/office/drawing/2014/main" id="{9000EE29-118B-A55C-D830-8C87D8C072DB}"/>
                    </a:ext>
                  </a:extLst>
                </p14:cNvPr>
                <p14:cNvContentPartPr/>
                <p14:nvPr/>
              </p14:nvContentPartPr>
              <p14:xfrm>
                <a:off x="4358349" y="4991004"/>
                <a:ext cx="13320" cy="29160"/>
              </p14:xfrm>
            </p:contentPart>
          </mc:Choice>
          <mc:Fallback xmlns="">
            <p:pic>
              <p:nvPicPr>
                <p:cNvPr id="58" name="Ink 57">
                  <a:extLst>
                    <a:ext uri="{FF2B5EF4-FFF2-40B4-BE49-F238E27FC236}">
                      <a16:creationId xmlns:a16="http://schemas.microsoft.com/office/drawing/2014/main" id="{9000EE29-118B-A55C-D830-8C87D8C072DB}"/>
                    </a:ext>
                  </a:extLst>
                </p:cNvPr>
                <p:cNvPicPr/>
                <p:nvPr/>
              </p:nvPicPr>
              <p:blipFill>
                <a:blip r:embed="rId71"/>
                <a:stretch>
                  <a:fillRect/>
                </a:stretch>
              </p:blipFill>
              <p:spPr>
                <a:xfrm>
                  <a:off x="4352229" y="4984884"/>
                  <a:ext cx="255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9" name="Ink 58">
                  <a:extLst>
                    <a:ext uri="{FF2B5EF4-FFF2-40B4-BE49-F238E27FC236}">
                      <a16:creationId xmlns:a16="http://schemas.microsoft.com/office/drawing/2014/main" id="{3AAF4D6F-C769-06FD-BB6C-6182B601BDDE}"/>
                    </a:ext>
                  </a:extLst>
                </p14:cNvPr>
                <p14:cNvContentPartPr/>
                <p14:nvPr/>
              </p14:nvContentPartPr>
              <p14:xfrm>
                <a:off x="4391829" y="5326524"/>
                <a:ext cx="117000" cy="20520"/>
              </p14:xfrm>
            </p:contentPart>
          </mc:Choice>
          <mc:Fallback xmlns="">
            <p:pic>
              <p:nvPicPr>
                <p:cNvPr id="59" name="Ink 58">
                  <a:extLst>
                    <a:ext uri="{FF2B5EF4-FFF2-40B4-BE49-F238E27FC236}">
                      <a16:creationId xmlns:a16="http://schemas.microsoft.com/office/drawing/2014/main" id="{3AAF4D6F-C769-06FD-BB6C-6182B601BDDE}"/>
                    </a:ext>
                  </a:extLst>
                </p:cNvPr>
                <p:cNvPicPr/>
                <p:nvPr/>
              </p:nvPicPr>
              <p:blipFill>
                <a:blip r:embed="rId73"/>
                <a:stretch>
                  <a:fillRect/>
                </a:stretch>
              </p:blipFill>
              <p:spPr>
                <a:xfrm>
                  <a:off x="4385709" y="5320404"/>
                  <a:ext cx="12924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0" name="Ink 59">
                  <a:extLst>
                    <a:ext uri="{FF2B5EF4-FFF2-40B4-BE49-F238E27FC236}">
                      <a16:creationId xmlns:a16="http://schemas.microsoft.com/office/drawing/2014/main" id="{88DBB855-B1E3-7152-B611-AB2AB49DEF32}"/>
                    </a:ext>
                  </a:extLst>
                </p14:cNvPr>
                <p14:cNvContentPartPr/>
                <p14:nvPr/>
              </p14:nvContentPartPr>
              <p14:xfrm>
                <a:off x="4824549" y="4932684"/>
                <a:ext cx="98280" cy="20880"/>
              </p14:xfrm>
            </p:contentPart>
          </mc:Choice>
          <mc:Fallback xmlns="">
            <p:pic>
              <p:nvPicPr>
                <p:cNvPr id="60" name="Ink 59">
                  <a:extLst>
                    <a:ext uri="{FF2B5EF4-FFF2-40B4-BE49-F238E27FC236}">
                      <a16:creationId xmlns:a16="http://schemas.microsoft.com/office/drawing/2014/main" id="{88DBB855-B1E3-7152-B611-AB2AB49DEF32}"/>
                    </a:ext>
                  </a:extLst>
                </p:cNvPr>
                <p:cNvPicPr/>
                <p:nvPr/>
              </p:nvPicPr>
              <p:blipFill>
                <a:blip r:embed="rId75"/>
                <a:stretch>
                  <a:fillRect/>
                </a:stretch>
              </p:blipFill>
              <p:spPr>
                <a:xfrm>
                  <a:off x="4818429" y="4926564"/>
                  <a:ext cx="11052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1" name="Ink 60">
                  <a:extLst>
                    <a:ext uri="{FF2B5EF4-FFF2-40B4-BE49-F238E27FC236}">
                      <a16:creationId xmlns:a16="http://schemas.microsoft.com/office/drawing/2014/main" id="{24E6A2F4-01A4-7610-6032-99094945EF7F}"/>
                    </a:ext>
                  </a:extLst>
                </p14:cNvPr>
                <p14:cNvContentPartPr/>
                <p14:nvPr/>
              </p14:nvContentPartPr>
              <p14:xfrm>
                <a:off x="3900069" y="5225724"/>
                <a:ext cx="309600" cy="145080"/>
              </p14:xfrm>
            </p:contentPart>
          </mc:Choice>
          <mc:Fallback xmlns="">
            <p:pic>
              <p:nvPicPr>
                <p:cNvPr id="61" name="Ink 60">
                  <a:extLst>
                    <a:ext uri="{FF2B5EF4-FFF2-40B4-BE49-F238E27FC236}">
                      <a16:creationId xmlns:a16="http://schemas.microsoft.com/office/drawing/2014/main" id="{24E6A2F4-01A4-7610-6032-99094945EF7F}"/>
                    </a:ext>
                  </a:extLst>
                </p:cNvPr>
                <p:cNvPicPr/>
                <p:nvPr/>
              </p:nvPicPr>
              <p:blipFill>
                <a:blip r:embed="rId77"/>
                <a:stretch>
                  <a:fillRect/>
                </a:stretch>
              </p:blipFill>
              <p:spPr>
                <a:xfrm>
                  <a:off x="3893949" y="5219604"/>
                  <a:ext cx="32184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2" name="Ink 61">
                  <a:extLst>
                    <a:ext uri="{FF2B5EF4-FFF2-40B4-BE49-F238E27FC236}">
                      <a16:creationId xmlns:a16="http://schemas.microsoft.com/office/drawing/2014/main" id="{591B8310-A6DC-840A-6DB5-AE9CEE0F4344}"/>
                    </a:ext>
                  </a:extLst>
                </p14:cNvPr>
                <p14:cNvContentPartPr/>
                <p14:nvPr/>
              </p14:nvContentPartPr>
              <p14:xfrm>
                <a:off x="3934269" y="5048964"/>
                <a:ext cx="30960" cy="219960"/>
              </p14:xfrm>
            </p:contentPart>
          </mc:Choice>
          <mc:Fallback xmlns="">
            <p:pic>
              <p:nvPicPr>
                <p:cNvPr id="62" name="Ink 61">
                  <a:extLst>
                    <a:ext uri="{FF2B5EF4-FFF2-40B4-BE49-F238E27FC236}">
                      <a16:creationId xmlns:a16="http://schemas.microsoft.com/office/drawing/2014/main" id="{591B8310-A6DC-840A-6DB5-AE9CEE0F4344}"/>
                    </a:ext>
                  </a:extLst>
                </p:cNvPr>
                <p:cNvPicPr/>
                <p:nvPr/>
              </p:nvPicPr>
              <p:blipFill>
                <a:blip r:embed="rId79"/>
                <a:stretch>
                  <a:fillRect/>
                </a:stretch>
              </p:blipFill>
              <p:spPr>
                <a:xfrm>
                  <a:off x="3928149" y="5042844"/>
                  <a:ext cx="4320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3" name="Ink 62">
                  <a:extLst>
                    <a:ext uri="{FF2B5EF4-FFF2-40B4-BE49-F238E27FC236}">
                      <a16:creationId xmlns:a16="http://schemas.microsoft.com/office/drawing/2014/main" id="{D7A8E8C4-A50F-06EA-62E4-06680474BA86}"/>
                    </a:ext>
                  </a:extLst>
                </p14:cNvPr>
                <p14:cNvContentPartPr/>
                <p14:nvPr/>
              </p14:nvContentPartPr>
              <p14:xfrm>
                <a:off x="3164949" y="5052924"/>
                <a:ext cx="726120" cy="501480"/>
              </p14:xfrm>
            </p:contentPart>
          </mc:Choice>
          <mc:Fallback xmlns="">
            <p:pic>
              <p:nvPicPr>
                <p:cNvPr id="63" name="Ink 62">
                  <a:extLst>
                    <a:ext uri="{FF2B5EF4-FFF2-40B4-BE49-F238E27FC236}">
                      <a16:creationId xmlns:a16="http://schemas.microsoft.com/office/drawing/2014/main" id="{D7A8E8C4-A50F-06EA-62E4-06680474BA86}"/>
                    </a:ext>
                  </a:extLst>
                </p:cNvPr>
                <p:cNvPicPr/>
                <p:nvPr/>
              </p:nvPicPr>
              <p:blipFill>
                <a:blip r:embed="rId81"/>
                <a:stretch>
                  <a:fillRect/>
                </a:stretch>
              </p:blipFill>
              <p:spPr>
                <a:xfrm>
                  <a:off x="3158829" y="5046804"/>
                  <a:ext cx="738360" cy="5137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4" name="Ink 63">
                  <a:extLst>
                    <a:ext uri="{FF2B5EF4-FFF2-40B4-BE49-F238E27FC236}">
                      <a16:creationId xmlns:a16="http://schemas.microsoft.com/office/drawing/2014/main" id="{467C81D0-959A-D9CF-AD05-8AA83BC80CC9}"/>
                    </a:ext>
                  </a:extLst>
                </p14:cNvPr>
                <p14:cNvContentPartPr/>
                <p14:nvPr/>
              </p14:nvContentPartPr>
              <p14:xfrm>
                <a:off x="3339549" y="5625684"/>
                <a:ext cx="88560" cy="33480"/>
              </p14:xfrm>
            </p:contentPart>
          </mc:Choice>
          <mc:Fallback xmlns="">
            <p:pic>
              <p:nvPicPr>
                <p:cNvPr id="64" name="Ink 63">
                  <a:extLst>
                    <a:ext uri="{FF2B5EF4-FFF2-40B4-BE49-F238E27FC236}">
                      <a16:creationId xmlns:a16="http://schemas.microsoft.com/office/drawing/2014/main" id="{467C81D0-959A-D9CF-AD05-8AA83BC80CC9}"/>
                    </a:ext>
                  </a:extLst>
                </p:cNvPr>
                <p:cNvPicPr/>
                <p:nvPr/>
              </p:nvPicPr>
              <p:blipFill>
                <a:blip r:embed="rId83"/>
                <a:stretch>
                  <a:fillRect/>
                </a:stretch>
              </p:blipFill>
              <p:spPr>
                <a:xfrm>
                  <a:off x="3333429" y="5619564"/>
                  <a:ext cx="10080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5" name="Ink 64">
                  <a:extLst>
                    <a:ext uri="{FF2B5EF4-FFF2-40B4-BE49-F238E27FC236}">
                      <a16:creationId xmlns:a16="http://schemas.microsoft.com/office/drawing/2014/main" id="{5C736F09-4C9D-AF5E-F373-5DC4802D5154}"/>
                    </a:ext>
                  </a:extLst>
                </p14:cNvPr>
                <p14:cNvContentPartPr/>
                <p14:nvPr/>
              </p14:nvContentPartPr>
              <p14:xfrm>
                <a:off x="3536829" y="5488524"/>
                <a:ext cx="7920" cy="7920"/>
              </p14:xfrm>
            </p:contentPart>
          </mc:Choice>
          <mc:Fallback xmlns="">
            <p:pic>
              <p:nvPicPr>
                <p:cNvPr id="65" name="Ink 64">
                  <a:extLst>
                    <a:ext uri="{FF2B5EF4-FFF2-40B4-BE49-F238E27FC236}">
                      <a16:creationId xmlns:a16="http://schemas.microsoft.com/office/drawing/2014/main" id="{5C736F09-4C9D-AF5E-F373-5DC4802D5154}"/>
                    </a:ext>
                  </a:extLst>
                </p:cNvPr>
                <p:cNvPicPr/>
                <p:nvPr/>
              </p:nvPicPr>
              <p:blipFill>
                <a:blip r:embed="rId85"/>
                <a:stretch>
                  <a:fillRect/>
                </a:stretch>
              </p:blipFill>
              <p:spPr>
                <a:xfrm>
                  <a:off x="3530709" y="5482404"/>
                  <a:ext cx="2016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7" name="Ink 66">
                  <a:extLst>
                    <a:ext uri="{FF2B5EF4-FFF2-40B4-BE49-F238E27FC236}">
                      <a16:creationId xmlns:a16="http://schemas.microsoft.com/office/drawing/2014/main" id="{85A16C89-8449-0AB8-E038-EFCD64BE5B89}"/>
                    </a:ext>
                  </a:extLst>
                </p14:cNvPr>
                <p14:cNvContentPartPr/>
                <p14:nvPr/>
              </p14:nvContentPartPr>
              <p14:xfrm>
                <a:off x="3609909" y="5088564"/>
                <a:ext cx="81000" cy="26640"/>
              </p14:xfrm>
            </p:contentPart>
          </mc:Choice>
          <mc:Fallback xmlns="">
            <p:pic>
              <p:nvPicPr>
                <p:cNvPr id="67" name="Ink 66">
                  <a:extLst>
                    <a:ext uri="{FF2B5EF4-FFF2-40B4-BE49-F238E27FC236}">
                      <a16:creationId xmlns:a16="http://schemas.microsoft.com/office/drawing/2014/main" id="{85A16C89-8449-0AB8-E038-EFCD64BE5B89}"/>
                    </a:ext>
                  </a:extLst>
                </p:cNvPr>
                <p:cNvPicPr/>
                <p:nvPr/>
              </p:nvPicPr>
              <p:blipFill>
                <a:blip r:embed="rId87"/>
                <a:stretch>
                  <a:fillRect/>
                </a:stretch>
              </p:blipFill>
              <p:spPr>
                <a:xfrm>
                  <a:off x="3603789" y="5082444"/>
                  <a:ext cx="9324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8" name="Ink 67">
                  <a:extLst>
                    <a:ext uri="{FF2B5EF4-FFF2-40B4-BE49-F238E27FC236}">
                      <a16:creationId xmlns:a16="http://schemas.microsoft.com/office/drawing/2014/main" id="{07FB40F4-3595-6568-8F1A-D15B7272EA6F}"/>
                    </a:ext>
                  </a:extLst>
                </p14:cNvPr>
                <p14:cNvContentPartPr/>
                <p14:nvPr/>
              </p14:nvContentPartPr>
              <p14:xfrm>
                <a:off x="3754629" y="4978764"/>
                <a:ext cx="48600" cy="20520"/>
              </p14:xfrm>
            </p:contentPart>
          </mc:Choice>
          <mc:Fallback xmlns="">
            <p:pic>
              <p:nvPicPr>
                <p:cNvPr id="68" name="Ink 67">
                  <a:extLst>
                    <a:ext uri="{FF2B5EF4-FFF2-40B4-BE49-F238E27FC236}">
                      <a16:creationId xmlns:a16="http://schemas.microsoft.com/office/drawing/2014/main" id="{07FB40F4-3595-6568-8F1A-D15B7272EA6F}"/>
                    </a:ext>
                  </a:extLst>
                </p:cNvPr>
                <p:cNvPicPr/>
                <p:nvPr/>
              </p:nvPicPr>
              <p:blipFill>
                <a:blip r:embed="rId89"/>
                <a:stretch>
                  <a:fillRect/>
                </a:stretch>
              </p:blipFill>
              <p:spPr>
                <a:xfrm>
                  <a:off x="3748509" y="4972644"/>
                  <a:ext cx="6084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0" name="Ink 69">
                  <a:extLst>
                    <a:ext uri="{FF2B5EF4-FFF2-40B4-BE49-F238E27FC236}">
                      <a16:creationId xmlns:a16="http://schemas.microsoft.com/office/drawing/2014/main" id="{29D804AA-AE3E-AF9A-A241-3B1F6EDB9CA7}"/>
                    </a:ext>
                  </a:extLst>
                </p14:cNvPr>
                <p14:cNvContentPartPr/>
                <p14:nvPr/>
              </p14:nvContentPartPr>
              <p14:xfrm>
                <a:off x="3028509" y="5171004"/>
                <a:ext cx="68040" cy="247320"/>
              </p14:xfrm>
            </p:contentPart>
          </mc:Choice>
          <mc:Fallback xmlns="">
            <p:pic>
              <p:nvPicPr>
                <p:cNvPr id="70" name="Ink 69">
                  <a:extLst>
                    <a:ext uri="{FF2B5EF4-FFF2-40B4-BE49-F238E27FC236}">
                      <a16:creationId xmlns:a16="http://schemas.microsoft.com/office/drawing/2014/main" id="{29D804AA-AE3E-AF9A-A241-3B1F6EDB9CA7}"/>
                    </a:ext>
                  </a:extLst>
                </p:cNvPr>
                <p:cNvPicPr/>
                <p:nvPr/>
              </p:nvPicPr>
              <p:blipFill>
                <a:blip r:embed="rId91"/>
                <a:stretch>
                  <a:fillRect/>
                </a:stretch>
              </p:blipFill>
              <p:spPr>
                <a:xfrm>
                  <a:off x="3022389" y="5164884"/>
                  <a:ext cx="8028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1" name="Ink 70">
                  <a:extLst>
                    <a:ext uri="{FF2B5EF4-FFF2-40B4-BE49-F238E27FC236}">
                      <a16:creationId xmlns:a16="http://schemas.microsoft.com/office/drawing/2014/main" id="{D4698D59-FF80-A97A-E0BC-18320DA2198C}"/>
                    </a:ext>
                  </a:extLst>
                </p14:cNvPr>
                <p14:cNvContentPartPr/>
                <p14:nvPr/>
              </p14:nvContentPartPr>
              <p14:xfrm>
                <a:off x="2698749" y="5140044"/>
                <a:ext cx="276480" cy="324360"/>
              </p14:xfrm>
            </p:contentPart>
          </mc:Choice>
          <mc:Fallback xmlns="">
            <p:pic>
              <p:nvPicPr>
                <p:cNvPr id="71" name="Ink 70">
                  <a:extLst>
                    <a:ext uri="{FF2B5EF4-FFF2-40B4-BE49-F238E27FC236}">
                      <a16:creationId xmlns:a16="http://schemas.microsoft.com/office/drawing/2014/main" id="{D4698D59-FF80-A97A-E0BC-18320DA2198C}"/>
                    </a:ext>
                  </a:extLst>
                </p:cNvPr>
                <p:cNvPicPr/>
                <p:nvPr/>
              </p:nvPicPr>
              <p:blipFill>
                <a:blip r:embed="rId93"/>
                <a:stretch>
                  <a:fillRect/>
                </a:stretch>
              </p:blipFill>
              <p:spPr>
                <a:xfrm>
                  <a:off x="2692629" y="5133924"/>
                  <a:ext cx="28872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2" name="Ink 71">
                  <a:extLst>
                    <a:ext uri="{FF2B5EF4-FFF2-40B4-BE49-F238E27FC236}">
                      <a16:creationId xmlns:a16="http://schemas.microsoft.com/office/drawing/2014/main" id="{51CFE1F3-7DAE-D7D5-A41B-5A8C2D5EC8AD}"/>
                    </a:ext>
                  </a:extLst>
                </p14:cNvPr>
                <p14:cNvContentPartPr/>
                <p14:nvPr/>
              </p14:nvContentPartPr>
              <p14:xfrm>
                <a:off x="2838429" y="5172444"/>
                <a:ext cx="15480" cy="47160"/>
              </p14:xfrm>
            </p:contentPart>
          </mc:Choice>
          <mc:Fallback xmlns="">
            <p:pic>
              <p:nvPicPr>
                <p:cNvPr id="72" name="Ink 71">
                  <a:extLst>
                    <a:ext uri="{FF2B5EF4-FFF2-40B4-BE49-F238E27FC236}">
                      <a16:creationId xmlns:a16="http://schemas.microsoft.com/office/drawing/2014/main" id="{51CFE1F3-7DAE-D7D5-A41B-5A8C2D5EC8AD}"/>
                    </a:ext>
                  </a:extLst>
                </p:cNvPr>
                <p:cNvPicPr/>
                <p:nvPr/>
              </p:nvPicPr>
              <p:blipFill>
                <a:blip r:embed="rId95"/>
                <a:stretch>
                  <a:fillRect/>
                </a:stretch>
              </p:blipFill>
              <p:spPr>
                <a:xfrm>
                  <a:off x="2832309" y="5166324"/>
                  <a:ext cx="2772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3" name="Ink 72">
                  <a:extLst>
                    <a:ext uri="{FF2B5EF4-FFF2-40B4-BE49-F238E27FC236}">
                      <a16:creationId xmlns:a16="http://schemas.microsoft.com/office/drawing/2014/main" id="{9FD999E0-2B9C-EDC2-3B32-3151FED19F5E}"/>
                    </a:ext>
                  </a:extLst>
                </p14:cNvPr>
                <p14:cNvContentPartPr/>
                <p14:nvPr/>
              </p14:nvContentPartPr>
              <p14:xfrm>
                <a:off x="2644029" y="5132484"/>
                <a:ext cx="51840" cy="252000"/>
              </p14:xfrm>
            </p:contentPart>
          </mc:Choice>
          <mc:Fallback xmlns="">
            <p:pic>
              <p:nvPicPr>
                <p:cNvPr id="73" name="Ink 72">
                  <a:extLst>
                    <a:ext uri="{FF2B5EF4-FFF2-40B4-BE49-F238E27FC236}">
                      <a16:creationId xmlns:a16="http://schemas.microsoft.com/office/drawing/2014/main" id="{9FD999E0-2B9C-EDC2-3B32-3151FED19F5E}"/>
                    </a:ext>
                  </a:extLst>
                </p:cNvPr>
                <p:cNvPicPr/>
                <p:nvPr/>
              </p:nvPicPr>
              <p:blipFill>
                <a:blip r:embed="rId97"/>
                <a:stretch>
                  <a:fillRect/>
                </a:stretch>
              </p:blipFill>
              <p:spPr>
                <a:xfrm>
                  <a:off x="2637909" y="5126364"/>
                  <a:ext cx="6408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4" name="Ink 73">
                  <a:extLst>
                    <a:ext uri="{FF2B5EF4-FFF2-40B4-BE49-F238E27FC236}">
                      <a16:creationId xmlns:a16="http://schemas.microsoft.com/office/drawing/2014/main" id="{21D5315E-44CA-E776-4187-DEE34DC9F745}"/>
                    </a:ext>
                  </a:extLst>
                </p14:cNvPr>
                <p14:cNvContentPartPr/>
                <p14:nvPr/>
              </p14:nvContentPartPr>
              <p14:xfrm>
                <a:off x="1953909" y="5277924"/>
                <a:ext cx="617400" cy="226080"/>
              </p14:xfrm>
            </p:contentPart>
          </mc:Choice>
          <mc:Fallback xmlns="">
            <p:pic>
              <p:nvPicPr>
                <p:cNvPr id="74" name="Ink 73">
                  <a:extLst>
                    <a:ext uri="{FF2B5EF4-FFF2-40B4-BE49-F238E27FC236}">
                      <a16:creationId xmlns:a16="http://schemas.microsoft.com/office/drawing/2014/main" id="{21D5315E-44CA-E776-4187-DEE34DC9F745}"/>
                    </a:ext>
                  </a:extLst>
                </p:cNvPr>
                <p:cNvPicPr/>
                <p:nvPr/>
              </p:nvPicPr>
              <p:blipFill>
                <a:blip r:embed="rId99"/>
                <a:stretch>
                  <a:fillRect/>
                </a:stretch>
              </p:blipFill>
              <p:spPr>
                <a:xfrm>
                  <a:off x="1947789" y="5271804"/>
                  <a:ext cx="62964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5" name="Ink 74">
                  <a:extLst>
                    <a:ext uri="{FF2B5EF4-FFF2-40B4-BE49-F238E27FC236}">
                      <a16:creationId xmlns:a16="http://schemas.microsoft.com/office/drawing/2014/main" id="{1C4192E5-8129-565A-8959-A09CA9CFB284}"/>
                    </a:ext>
                  </a:extLst>
                </p14:cNvPr>
                <p14:cNvContentPartPr/>
                <p14:nvPr/>
              </p14:nvContentPartPr>
              <p14:xfrm>
                <a:off x="2234709" y="5554764"/>
                <a:ext cx="106920" cy="17280"/>
              </p14:xfrm>
            </p:contentPart>
          </mc:Choice>
          <mc:Fallback xmlns="">
            <p:pic>
              <p:nvPicPr>
                <p:cNvPr id="75" name="Ink 74">
                  <a:extLst>
                    <a:ext uri="{FF2B5EF4-FFF2-40B4-BE49-F238E27FC236}">
                      <a16:creationId xmlns:a16="http://schemas.microsoft.com/office/drawing/2014/main" id="{1C4192E5-8129-565A-8959-A09CA9CFB284}"/>
                    </a:ext>
                  </a:extLst>
                </p:cNvPr>
                <p:cNvPicPr/>
                <p:nvPr/>
              </p:nvPicPr>
              <p:blipFill>
                <a:blip r:embed="rId101"/>
                <a:stretch>
                  <a:fillRect/>
                </a:stretch>
              </p:blipFill>
              <p:spPr>
                <a:xfrm>
                  <a:off x="2228589" y="5548644"/>
                  <a:ext cx="11916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6" name="Ink 75">
                  <a:extLst>
                    <a:ext uri="{FF2B5EF4-FFF2-40B4-BE49-F238E27FC236}">
                      <a16:creationId xmlns:a16="http://schemas.microsoft.com/office/drawing/2014/main" id="{4EC740DF-AD9E-E52B-4AD0-BA433A65B636}"/>
                    </a:ext>
                  </a:extLst>
                </p14:cNvPr>
                <p14:cNvContentPartPr/>
                <p14:nvPr/>
              </p14:nvContentPartPr>
              <p14:xfrm>
                <a:off x="2449269" y="5553324"/>
                <a:ext cx="110880" cy="27720"/>
              </p14:xfrm>
            </p:contentPart>
          </mc:Choice>
          <mc:Fallback xmlns="">
            <p:pic>
              <p:nvPicPr>
                <p:cNvPr id="76" name="Ink 75">
                  <a:extLst>
                    <a:ext uri="{FF2B5EF4-FFF2-40B4-BE49-F238E27FC236}">
                      <a16:creationId xmlns:a16="http://schemas.microsoft.com/office/drawing/2014/main" id="{4EC740DF-AD9E-E52B-4AD0-BA433A65B636}"/>
                    </a:ext>
                  </a:extLst>
                </p:cNvPr>
                <p:cNvPicPr/>
                <p:nvPr/>
              </p:nvPicPr>
              <p:blipFill>
                <a:blip r:embed="rId103"/>
                <a:stretch>
                  <a:fillRect/>
                </a:stretch>
              </p:blipFill>
              <p:spPr>
                <a:xfrm>
                  <a:off x="2443149" y="5547204"/>
                  <a:ext cx="1231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7" name="Ink 76">
                  <a:extLst>
                    <a:ext uri="{FF2B5EF4-FFF2-40B4-BE49-F238E27FC236}">
                      <a16:creationId xmlns:a16="http://schemas.microsoft.com/office/drawing/2014/main" id="{FDB7D4CD-64B8-73F9-60ED-8986766BD96D}"/>
                    </a:ext>
                  </a:extLst>
                </p14:cNvPr>
                <p14:cNvContentPartPr/>
                <p14:nvPr/>
              </p14:nvContentPartPr>
              <p14:xfrm>
                <a:off x="2475549" y="5139684"/>
                <a:ext cx="127440" cy="38160"/>
              </p14:xfrm>
            </p:contentPart>
          </mc:Choice>
          <mc:Fallback xmlns="">
            <p:pic>
              <p:nvPicPr>
                <p:cNvPr id="77" name="Ink 76">
                  <a:extLst>
                    <a:ext uri="{FF2B5EF4-FFF2-40B4-BE49-F238E27FC236}">
                      <a16:creationId xmlns:a16="http://schemas.microsoft.com/office/drawing/2014/main" id="{FDB7D4CD-64B8-73F9-60ED-8986766BD96D}"/>
                    </a:ext>
                  </a:extLst>
                </p:cNvPr>
                <p:cNvPicPr/>
                <p:nvPr/>
              </p:nvPicPr>
              <p:blipFill>
                <a:blip r:embed="rId105"/>
                <a:stretch>
                  <a:fillRect/>
                </a:stretch>
              </p:blipFill>
              <p:spPr>
                <a:xfrm>
                  <a:off x="2469429" y="5133564"/>
                  <a:ext cx="13968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8" name="Ink 77">
                  <a:extLst>
                    <a:ext uri="{FF2B5EF4-FFF2-40B4-BE49-F238E27FC236}">
                      <a16:creationId xmlns:a16="http://schemas.microsoft.com/office/drawing/2014/main" id="{E903AB10-B388-0859-7404-2826BD52CA9F}"/>
                    </a:ext>
                  </a:extLst>
                </p14:cNvPr>
                <p14:cNvContentPartPr/>
                <p14:nvPr/>
              </p14:nvContentPartPr>
              <p14:xfrm>
                <a:off x="2291949" y="5003964"/>
                <a:ext cx="117720" cy="91080"/>
              </p14:xfrm>
            </p:contentPart>
          </mc:Choice>
          <mc:Fallback xmlns="">
            <p:pic>
              <p:nvPicPr>
                <p:cNvPr id="78" name="Ink 77">
                  <a:extLst>
                    <a:ext uri="{FF2B5EF4-FFF2-40B4-BE49-F238E27FC236}">
                      <a16:creationId xmlns:a16="http://schemas.microsoft.com/office/drawing/2014/main" id="{E903AB10-B388-0859-7404-2826BD52CA9F}"/>
                    </a:ext>
                  </a:extLst>
                </p:cNvPr>
                <p:cNvPicPr/>
                <p:nvPr/>
              </p:nvPicPr>
              <p:blipFill>
                <a:blip r:embed="rId107"/>
                <a:stretch>
                  <a:fillRect/>
                </a:stretch>
              </p:blipFill>
              <p:spPr>
                <a:xfrm>
                  <a:off x="2285829" y="4997844"/>
                  <a:ext cx="129960" cy="103320"/>
                </a:xfrm>
                <a:prstGeom prst="rect">
                  <a:avLst/>
                </a:prstGeom>
              </p:spPr>
            </p:pic>
          </mc:Fallback>
        </mc:AlternateContent>
      </p:grpSp>
      <p:grpSp>
        <p:nvGrpSpPr>
          <p:cNvPr id="93" name="Group 92">
            <a:extLst>
              <a:ext uri="{FF2B5EF4-FFF2-40B4-BE49-F238E27FC236}">
                <a16:creationId xmlns:a16="http://schemas.microsoft.com/office/drawing/2014/main" id="{9229C7FE-F82B-734E-944E-5FF9242A1DB1}"/>
              </a:ext>
            </a:extLst>
          </p:cNvPr>
          <p:cNvGrpSpPr/>
          <p:nvPr/>
        </p:nvGrpSpPr>
        <p:grpSpPr>
          <a:xfrm>
            <a:off x="3672189" y="5587884"/>
            <a:ext cx="1902240" cy="443160"/>
            <a:chOff x="3672189" y="5587884"/>
            <a:chExt cx="1902240" cy="443160"/>
          </a:xfrm>
        </p:grpSpPr>
        <mc:AlternateContent xmlns:mc="http://schemas.openxmlformats.org/markup-compatibility/2006" xmlns:p14="http://schemas.microsoft.com/office/powerpoint/2010/main">
          <mc:Choice Requires="p14">
            <p:contentPart p14:bwMode="auto" r:id="rId108">
              <p14:nvContentPartPr>
                <p14:cNvPr id="80" name="Ink 79">
                  <a:extLst>
                    <a:ext uri="{FF2B5EF4-FFF2-40B4-BE49-F238E27FC236}">
                      <a16:creationId xmlns:a16="http://schemas.microsoft.com/office/drawing/2014/main" id="{14B9B04B-C8F1-F5EB-43BB-E2FB439D54EA}"/>
                    </a:ext>
                  </a:extLst>
                </p14:cNvPr>
                <p14:cNvContentPartPr/>
                <p14:nvPr/>
              </p14:nvContentPartPr>
              <p14:xfrm>
                <a:off x="5350509" y="5731524"/>
                <a:ext cx="223920" cy="170280"/>
              </p14:xfrm>
            </p:contentPart>
          </mc:Choice>
          <mc:Fallback xmlns="">
            <p:pic>
              <p:nvPicPr>
                <p:cNvPr id="80" name="Ink 79">
                  <a:extLst>
                    <a:ext uri="{FF2B5EF4-FFF2-40B4-BE49-F238E27FC236}">
                      <a16:creationId xmlns:a16="http://schemas.microsoft.com/office/drawing/2014/main" id="{14B9B04B-C8F1-F5EB-43BB-E2FB439D54EA}"/>
                    </a:ext>
                  </a:extLst>
                </p:cNvPr>
                <p:cNvPicPr/>
                <p:nvPr/>
              </p:nvPicPr>
              <p:blipFill>
                <a:blip r:embed="rId109"/>
                <a:stretch>
                  <a:fillRect/>
                </a:stretch>
              </p:blipFill>
              <p:spPr>
                <a:xfrm>
                  <a:off x="5344389" y="5725404"/>
                  <a:ext cx="2361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1" name="Ink 80">
                  <a:extLst>
                    <a:ext uri="{FF2B5EF4-FFF2-40B4-BE49-F238E27FC236}">
                      <a16:creationId xmlns:a16="http://schemas.microsoft.com/office/drawing/2014/main" id="{0550CA22-AD78-3EBD-DD2F-7FA22D20BB6D}"/>
                    </a:ext>
                  </a:extLst>
                </p14:cNvPr>
                <p14:cNvContentPartPr/>
                <p14:nvPr/>
              </p14:nvContentPartPr>
              <p14:xfrm>
                <a:off x="5057829" y="5652324"/>
                <a:ext cx="365400" cy="250560"/>
              </p14:xfrm>
            </p:contentPart>
          </mc:Choice>
          <mc:Fallback xmlns="">
            <p:pic>
              <p:nvPicPr>
                <p:cNvPr id="81" name="Ink 80">
                  <a:extLst>
                    <a:ext uri="{FF2B5EF4-FFF2-40B4-BE49-F238E27FC236}">
                      <a16:creationId xmlns:a16="http://schemas.microsoft.com/office/drawing/2014/main" id="{0550CA22-AD78-3EBD-DD2F-7FA22D20BB6D}"/>
                    </a:ext>
                  </a:extLst>
                </p:cNvPr>
                <p:cNvPicPr/>
                <p:nvPr/>
              </p:nvPicPr>
              <p:blipFill>
                <a:blip r:embed="rId111"/>
                <a:stretch>
                  <a:fillRect/>
                </a:stretch>
              </p:blipFill>
              <p:spPr>
                <a:xfrm>
                  <a:off x="5051709" y="5646204"/>
                  <a:ext cx="37764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2" name="Ink 81">
                  <a:extLst>
                    <a:ext uri="{FF2B5EF4-FFF2-40B4-BE49-F238E27FC236}">
                      <a16:creationId xmlns:a16="http://schemas.microsoft.com/office/drawing/2014/main" id="{C7D47BBB-2E2E-AEED-94D7-11E0009A06CB}"/>
                    </a:ext>
                  </a:extLst>
                </p14:cNvPr>
                <p14:cNvContentPartPr/>
                <p14:nvPr/>
              </p14:nvContentPartPr>
              <p14:xfrm>
                <a:off x="4868829" y="5703444"/>
                <a:ext cx="237600" cy="127080"/>
              </p14:xfrm>
            </p:contentPart>
          </mc:Choice>
          <mc:Fallback xmlns="">
            <p:pic>
              <p:nvPicPr>
                <p:cNvPr id="82" name="Ink 81">
                  <a:extLst>
                    <a:ext uri="{FF2B5EF4-FFF2-40B4-BE49-F238E27FC236}">
                      <a16:creationId xmlns:a16="http://schemas.microsoft.com/office/drawing/2014/main" id="{C7D47BBB-2E2E-AEED-94D7-11E0009A06CB}"/>
                    </a:ext>
                  </a:extLst>
                </p:cNvPr>
                <p:cNvPicPr/>
                <p:nvPr/>
              </p:nvPicPr>
              <p:blipFill>
                <a:blip r:embed="rId113"/>
                <a:stretch>
                  <a:fillRect/>
                </a:stretch>
              </p:blipFill>
              <p:spPr>
                <a:xfrm>
                  <a:off x="4862709" y="5697324"/>
                  <a:ext cx="24984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3" name="Ink 82">
                  <a:extLst>
                    <a:ext uri="{FF2B5EF4-FFF2-40B4-BE49-F238E27FC236}">
                      <a16:creationId xmlns:a16="http://schemas.microsoft.com/office/drawing/2014/main" id="{8C0194A9-2FBA-D1F3-A2CD-ED105D115107}"/>
                    </a:ext>
                  </a:extLst>
                </p14:cNvPr>
                <p14:cNvContentPartPr/>
                <p14:nvPr/>
              </p14:nvContentPartPr>
              <p14:xfrm>
                <a:off x="4888629" y="5916204"/>
                <a:ext cx="27000" cy="6120"/>
              </p14:xfrm>
            </p:contentPart>
          </mc:Choice>
          <mc:Fallback xmlns="">
            <p:pic>
              <p:nvPicPr>
                <p:cNvPr id="83" name="Ink 82">
                  <a:extLst>
                    <a:ext uri="{FF2B5EF4-FFF2-40B4-BE49-F238E27FC236}">
                      <a16:creationId xmlns:a16="http://schemas.microsoft.com/office/drawing/2014/main" id="{8C0194A9-2FBA-D1F3-A2CD-ED105D115107}"/>
                    </a:ext>
                  </a:extLst>
                </p:cNvPr>
                <p:cNvPicPr/>
                <p:nvPr/>
              </p:nvPicPr>
              <p:blipFill>
                <a:blip r:embed="rId115"/>
                <a:stretch>
                  <a:fillRect/>
                </a:stretch>
              </p:blipFill>
              <p:spPr>
                <a:xfrm>
                  <a:off x="4882509" y="5910084"/>
                  <a:ext cx="3924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5" name="Ink 84">
                  <a:extLst>
                    <a:ext uri="{FF2B5EF4-FFF2-40B4-BE49-F238E27FC236}">
                      <a16:creationId xmlns:a16="http://schemas.microsoft.com/office/drawing/2014/main" id="{196FFD77-FE67-72D4-3F15-D6D2ED0A87C9}"/>
                    </a:ext>
                  </a:extLst>
                </p14:cNvPr>
                <p14:cNvContentPartPr/>
                <p14:nvPr/>
              </p14:nvContentPartPr>
              <p14:xfrm>
                <a:off x="5285349" y="6005124"/>
                <a:ext cx="20160" cy="25920"/>
              </p14:xfrm>
            </p:contentPart>
          </mc:Choice>
          <mc:Fallback xmlns="">
            <p:pic>
              <p:nvPicPr>
                <p:cNvPr id="85" name="Ink 84">
                  <a:extLst>
                    <a:ext uri="{FF2B5EF4-FFF2-40B4-BE49-F238E27FC236}">
                      <a16:creationId xmlns:a16="http://schemas.microsoft.com/office/drawing/2014/main" id="{196FFD77-FE67-72D4-3F15-D6D2ED0A87C9}"/>
                    </a:ext>
                  </a:extLst>
                </p:cNvPr>
                <p:cNvPicPr/>
                <p:nvPr/>
              </p:nvPicPr>
              <p:blipFill>
                <a:blip r:embed="rId117"/>
                <a:stretch>
                  <a:fillRect/>
                </a:stretch>
              </p:blipFill>
              <p:spPr>
                <a:xfrm>
                  <a:off x="5279229" y="5999004"/>
                  <a:ext cx="324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6" name="Ink 85">
                  <a:extLst>
                    <a:ext uri="{FF2B5EF4-FFF2-40B4-BE49-F238E27FC236}">
                      <a16:creationId xmlns:a16="http://schemas.microsoft.com/office/drawing/2014/main" id="{D58AF1CC-C362-11EE-124A-D3D16B06AD69}"/>
                    </a:ext>
                  </a:extLst>
                </p14:cNvPr>
                <p14:cNvContentPartPr/>
                <p14:nvPr/>
              </p14:nvContentPartPr>
              <p14:xfrm>
                <a:off x="4642029" y="5593644"/>
                <a:ext cx="106920" cy="295200"/>
              </p14:xfrm>
            </p:contentPart>
          </mc:Choice>
          <mc:Fallback xmlns="">
            <p:pic>
              <p:nvPicPr>
                <p:cNvPr id="86" name="Ink 85">
                  <a:extLst>
                    <a:ext uri="{FF2B5EF4-FFF2-40B4-BE49-F238E27FC236}">
                      <a16:creationId xmlns:a16="http://schemas.microsoft.com/office/drawing/2014/main" id="{D58AF1CC-C362-11EE-124A-D3D16B06AD69}"/>
                    </a:ext>
                  </a:extLst>
                </p:cNvPr>
                <p:cNvPicPr/>
                <p:nvPr/>
              </p:nvPicPr>
              <p:blipFill>
                <a:blip r:embed="rId119"/>
                <a:stretch>
                  <a:fillRect/>
                </a:stretch>
              </p:blipFill>
              <p:spPr>
                <a:xfrm>
                  <a:off x="4635909" y="5587524"/>
                  <a:ext cx="11916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7" name="Ink 86">
                  <a:extLst>
                    <a:ext uri="{FF2B5EF4-FFF2-40B4-BE49-F238E27FC236}">
                      <a16:creationId xmlns:a16="http://schemas.microsoft.com/office/drawing/2014/main" id="{5559E329-3170-31D8-A4CA-EBA6239B9D29}"/>
                    </a:ext>
                  </a:extLst>
                </p14:cNvPr>
                <p14:cNvContentPartPr/>
                <p14:nvPr/>
              </p14:nvContentPartPr>
              <p14:xfrm>
                <a:off x="4262229" y="5594724"/>
                <a:ext cx="404280" cy="381240"/>
              </p14:xfrm>
            </p:contentPart>
          </mc:Choice>
          <mc:Fallback xmlns="">
            <p:pic>
              <p:nvPicPr>
                <p:cNvPr id="87" name="Ink 86">
                  <a:extLst>
                    <a:ext uri="{FF2B5EF4-FFF2-40B4-BE49-F238E27FC236}">
                      <a16:creationId xmlns:a16="http://schemas.microsoft.com/office/drawing/2014/main" id="{5559E329-3170-31D8-A4CA-EBA6239B9D29}"/>
                    </a:ext>
                  </a:extLst>
                </p:cNvPr>
                <p:cNvPicPr/>
                <p:nvPr/>
              </p:nvPicPr>
              <p:blipFill>
                <a:blip r:embed="rId121"/>
                <a:stretch>
                  <a:fillRect/>
                </a:stretch>
              </p:blipFill>
              <p:spPr>
                <a:xfrm>
                  <a:off x="4256109" y="5588604"/>
                  <a:ext cx="416520" cy="3934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8" name="Ink 87">
                  <a:extLst>
                    <a:ext uri="{FF2B5EF4-FFF2-40B4-BE49-F238E27FC236}">
                      <a16:creationId xmlns:a16="http://schemas.microsoft.com/office/drawing/2014/main" id="{BB4BDDF4-325D-61D3-2FEF-AA030D15004D}"/>
                    </a:ext>
                  </a:extLst>
                </p14:cNvPr>
                <p14:cNvContentPartPr/>
                <p14:nvPr/>
              </p14:nvContentPartPr>
              <p14:xfrm>
                <a:off x="4510989" y="5587884"/>
                <a:ext cx="22680" cy="24480"/>
              </p14:xfrm>
            </p:contentPart>
          </mc:Choice>
          <mc:Fallback xmlns="">
            <p:pic>
              <p:nvPicPr>
                <p:cNvPr id="88" name="Ink 87">
                  <a:extLst>
                    <a:ext uri="{FF2B5EF4-FFF2-40B4-BE49-F238E27FC236}">
                      <a16:creationId xmlns:a16="http://schemas.microsoft.com/office/drawing/2014/main" id="{BB4BDDF4-325D-61D3-2FEF-AA030D15004D}"/>
                    </a:ext>
                  </a:extLst>
                </p:cNvPr>
                <p:cNvPicPr/>
                <p:nvPr/>
              </p:nvPicPr>
              <p:blipFill>
                <a:blip r:embed="rId123"/>
                <a:stretch>
                  <a:fillRect/>
                </a:stretch>
              </p:blipFill>
              <p:spPr>
                <a:xfrm>
                  <a:off x="4504869" y="5581764"/>
                  <a:ext cx="3492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9" name="Ink 88">
                  <a:extLst>
                    <a:ext uri="{FF2B5EF4-FFF2-40B4-BE49-F238E27FC236}">
                      <a16:creationId xmlns:a16="http://schemas.microsoft.com/office/drawing/2014/main" id="{F950D395-1E61-7A87-F2F5-3FFEAD1A0407}"/>
                    </a:ext>
                  </a:extLst>
                </p14:cNvPr>
                <p14:cNvContentPartPr/>
                <p14:nvPr/>
              </p14:nvContentPartPr>
              <p14:xfrm>
                <a:off x="4045869" y="5666004"/>
                <a:ext cx="343080" cy="343440"/>
              </p14:xfrm>
            </p:contentPart>
          </mc:Choice>
          <mc:Fallback xmlns="">
            <p:pic>
              <p:nvPicPr>
                <p:cNvPr id="89" name="Ink 88">
                  <a:extLst>
                    <a:ext uri="{FF2B5EF4-FFF2-40B4-BE49-F238E27FC236}">
                      <a16:creationId xmlns:a16="http://schemas.microsoft.com/office/drawing/2014/main" id="{F950D395-1E61-7A87-F2F5-3FFEAD1A0407}"/>
                    </a:ext>
                  </a:extLst>
                </p:cNvPr>
                <p:cNvPicPr/>
                <p:nvPr/>
              </p:nvPicPr>
              <p:blipFill>
                <a:blip r:embed="rId125"/>
                <a:stretch>
                  <a:fillRect/>
                </a:stretch>
              </p:blipFill>
              <p:spPr>
                <a:xfrm>
                  <a:off x="4039749" y="5659884"/>
                  <a:ext cx="35532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0" name="Ink 89">
                  <a:extLst>
                    <a:ext uri="{FF2B5EF4-FFF2-40B4-BE49-F238E27FC236}">
                      <a16:creationId xmlns:a16="http://schemas.microsoft.com/office/drawing/2014/main" id="{1B1619E7-07DA-6ECA-1969-AF1C3BA36952}"/>
                    </a:ext>
                  </a:extLst>
                </p14:cNvPr>
                <p14:cNvContentPartPr/>
                <p14:nvPr/>
              </p14:nvContentPartPr>
              <p14:xfrm>
                <a:off x="4275189" y="5646564"/>
                <a:ext cx="3600" cy="18000"/>
              </p14:xfrm>
            </p:contentPart>
          </mc:Choice>
          <mc:Fallback xmlns="">
            <p:pic>
              <p:nvPicPr>
                <p:cNvPr id="90" name="Ink 89">
                  <a:extLst>
                    <a:ext uri="{FF2B5EF4-FFF2-40B4-BE49-F238E27FC236}">
                      <a16:creationId xmlns:a16="http://schemas.microsoft.com/office/drawing/2014/main" id="{1B1619E7-07DA-6ECA-1969-AF1C3BA36952}"/>
                    </a:ext>
                  </a:extLst>
                </p:cNvPr>
                <p:cNvPicPr/>
                <p:nvPr/>
              </p:nvPicPr>
              <p:blipFill>
                <a:blip r:embed="rId127"/>
                <a:stretch>
                  <a:fillRect/>
                </a:stretch>
              </p:blipFill>
              <p:spPr>
                <a:xfrm>
                  <a:off x="4269069" y="5640444"/>
                  <a:ext cx="1584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2" name="Ink 91">
                  <a:extLst>
                    <a:ext uri="{FF2B5EF4-FFF2-40B4-BE49-F238E27FC236}">
                      <a16:creationId xmlns:a16="http://schemas.microsoft.com/office/drawing/2014/main" id="{6872E0B9-6A5D-845C-B80A-CB28F8C462E5}"/>
                    </a:ext>
                  </a:extLst>
                </p14:cNvPr>
                <p14:cNvContentPartPr/>
                <p14:nvPr/>
              </p14:nvContentPartPr>
              <p14:xfrm>
                <a:off x="3672189" y="5959764"/>
                <a:ext cx="100800" cy="17640"/>
              </p14:xfrm>
            </p:contentPart>
          </mc:Choice>
          <mc:Fallback xmlns="">
            <p:pic>
              <p:nvPicPr>
                <p:cNvPr id="92" name="Ink 91">
                  <a:extLst>
                    <a:ext uri="{FF2B5EF4-FFF2-40B4-BE49-F238E27FC236}">
                      <a16:creationId xmlns:a16="http://schemas.microsoft.com/office/drawing/2014/main" id="{6872E0B9-6A5D-845C-B80A-CB28F8C462E5}"/>
                    </a:ext>
                  </a:extLst>
                </p:cNvPr>
                <p:cNvPicPr/>
                <p:nvPr/>
              </p:nvPicPr>
              <p:blipFill>
                <a:blip r:embed="rId129"/>
                <a:stretch>
                  <a:fillRect/>
                </a:stretch>
              </p:blipFill>
              <p:spPr>
                <a:xfrm>
                  <a:off x="3666069" y="5953644"/>
                  <a:ext cx="113040" cy="29880"/>
                </a:xfrm>
                <a:prstGeom prst="rect">
                  <a:avLst/>
                </a:prstGeom>
              </p:spPr>
            </p:pic>
          </mc:Fallback>
        </mc:AlternateContent>
      </p:grpSp>
      <p:grpSp>
        <p:nvGrpSpPr>
          <p:cNvPr id="111" name="Group 110">
            <a:extLst>
              <a:ext uri="{FF2B5EF4-FFF2-40B4-BE49-F238E27FC236}">
                <a16:creationId xmlns:a16="http://schemas.microsoft.com/office/drawing/2014/main" id="{74899E78-671E-896C-A2DB-60998CEB4F5B}"/>
              </a:ext>
            </a:extLst>
          </p:cNvPr>
          <p:cNvGrpSpPr/>
          <p:nvPr/>
        </p:nvGrpSpPr>
        <p:grpSpPr>
          <a:xfrm>
            <a:off x="594909" y="5782644"/>
            <a:ext cx="2840040" cy="500400"/>
            <a:chOff x="594909" y="5782644"/>
            <a:chExt cx="2840040" cy="500400"/>
          </a:xfrm>
        </p:grpSpPr>
        <mc:AlternateContent xmlns:mc="http://schemas.openxmlformats.org/markup-compatibility/2006" xmlns:p14="http://schemas.microsoft.com/office/powerpoint/2010/main">
          <mc:Choice Requires="p14">
            <p:contentPart p14:bwMode="auto" r:id="rId130">
              <p14:nvContentPartPr>
                <p14:cNvPr id="94" name="Ink 93">
                  <a:extLst>
                    <a:ext uri="{FF2B5EF4-FFF2-40B4-BE49-F238E27FC236}">
                      <a16:creationId xmlns:a16="http://schemas.microsoft.com/office/drawing/2014/main" id="{1838FF40-0D89-C23E-146E-B9C99F826450}"/>
                    </a:ext>
                  </a:extLst>
                </p14:cNvPr>
                <p14:cNvContentPartPr/>
                <p14:nvPr/>
              </p14:nvContentPartPr>
              <p14:xfrm>
                <a:off x="3184029" y="5885604"/>
                <a:ext cx="250920" cy="205200"/>
              </p14:xfrm>
            </p:contentPart>
          </mc:Choice>
          <mc:Fallback xmlns="">
            <p:pic>
              <p:nvPicPr>
                <p:cNvPr id="94" name="Ink 93">
                  <a:extLst>
                    <a:ext uri="{FF2B5EF4-FFF2-40B4-BE49-F238E27FC236}">
                      <a16:creationId xmlns:a16="http://schemas.microsoft.com/office/drawing/2014/main" id="{1838FF40-0D89-C23E-146E-B9C99F826450}"/>
                    </a:ext>
                  </a:extLst>
                </p:cNvPr>
                <p:cNvPicPr/>
                <p:nvPr/>
              </p:nvPicPr>
              <p:blipFill>
                <a:blip r:embed="rId131"/>
                <a:stretch>
                  <a:fillRect/>
                </a:stretch>
              </p:blipFill>
              <p:spPr>
                <a:xfrm>
                  <a:off x="3177909" y="5879484"/>
                  <a:ext cx="26316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5" name="Ink 94">
                  <a:extLst>
                    <a:ext uri="{FF2B5EF4-FFF2-40B4-BE49-F238E27FC236}">
                      <a16:creationId xmlns:a16="http://schemas.microsoft.com/office/drawing/2014/main" id="{FE6E7E06-9ADC-7E8A-9238-0A3E31D956C2}"/>
                    </a:ext>
                  </a:extLst>
                </p14:cNvPr>
                <p14:cNvContentPartPr/>
                <p14:nvPr/>
              </p14:nvContentPartPr>
              <p14:xfrm>
                <a:off x="2906109" y="5806044"/>
                <a:ext cx="331920" cy="259560"/>
              </p14:xfrm>
            </p:contentPart>
          </mc:Choice>
          <mc:Fallback xmlns="">
            <p:pic>
              <p:nvPicPr>
                <p:cNvPr id="95" name="Ink 94">
                  <a:extLst>
                    <a:ext uri="{FF2B5EF4-FFF2-40B4-BE49-F238E27FC236}">
                      <a16:creationId xmlns:a16="http://schemas.microsoft.com/office/drawing/2014/main" id="{FE6E7E06-9ADC-7E8A-9238-0A3E31D956C2}"/>
                    </a:ext>
                  </a:extLst>
                </p:cNvPr>
                <p:cNvPicPr/>
                <p:nvPr/>
              </p:nvPicPr>
              <p:blipFill>
                <a:blip r:embed="rId133"/>
                <a:stretch>
                  <a:fillRect/>
                </a:stretch>
              </p:blipFill>
              <p:spPr>
                <a:xfrm>
                  <a:off x="2899989" y="5799924"/>
                  <a:ext cx="34416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6" name="Ink 95">
                  <a:extLst>
                    <a:ext uri="{FF2B5EF4-FFF2-40B4-BE49-F238E27FC236}">
                      <a16:creationId xmlns:a16="http://schemas.microsoft.com/office/drawing/2014/main" id="{3548E0B9-0639-61DC-15DD-53ABFF14FD3B}"/>
                    </a:ext>
                  </a:extLst>
                </p14:cNvPr>
                <p14:cNvContentPartPr/>
                <p14:nvPr/>
              </p14:nvContentPartPr>
              <p14:xfrm>
                <a:off x="2697309" y="5818284"/>
                <a:ext cx="242280" cy="166320"/>
              </p14:xfrm>
            </p:contentPart>
          </mc:Choice>
          <mc:Fallback xmlns="">
            <p:pic>
              <p:nvPicPr>
                <p:cNvPr id="96" name="Ink 95">
                  <a:extLst>
                    <a:ext uri="{FF2B5EF4-FFF2-40B4-BE49-F238E27FC236}">
                      <a16:creationId xmlns:a16="http://schemas.microsoft.com/office/drawing/2014/main" id="{3548E0B9-0639-61DC-15DD-53ABFF14FD3B}"/>
                    </a:ext>
                  </a:extLst>
                </p:cNvPr>
                <p:cNvPicPr/>
                <p:nvPr/>
              </p:nvPicPr>
              <p:blipFill>
                <a:blip r:embed="rId135"/>
                <a:stretch>
                  <a:fillRect/>
                </a:stretch>
              </p:blipFill>
              <p:spPr>
                <a:xfrm>
                  <a:off x="2691189" y="5812164"/>
                  <a:ext cx="25452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7" name="Ink 96">
                  <a:extLst>
                    <a:ext uri="{FF2B5EF4-FFF2-40B4-BE49-F238E27FC236}">
                      <a16:creationId xmlns:a16="http://schemas.microsoft.com/office/drawing/2014/main" id="{1A460A1E-C93D-0F58-D082-AB8F8938AF75}"/>
                    </a:ext>
                  </a:extLst>
                </p14:cNvPr>
                <p14:cNvContentPartPr/>
                <p14:nvPr/>
              </p14:nvContentPartPr>
              <p14:xfrm>
                <a:off x="2759949" y="6058044"/>
                <a:ext cx="12240" cy="13320"/>
              </p14:xfrm>
            </p:contentPart>
          </mc:Choice>
          <mc:Fallback xmlns="">
            <p:pic>
              <p:nvPicPr>
                <p:cNvPr id="97" name="Ink 96">
                  <a:extLst>
                    <a:ext uri="{FF2B5EF4-FFF2-40B4-BE49-F238E27FC236}">
                      <a16:creationId xmlns:a16="http://schemas.microsoft.com/office/drawing/2014/main" id="{1A460A1E-C93D-0F58-D082-AB8F8938AF75}"/>
                    </a:ext>
                  </a:extLst>
                </p:cNvPr>
                <p:cNvPicPr/>
                <p:nvPr/>
              </p:nvPicPr>
              <p:blipFill>
                <a:blip r:embed="rId137"/>
                <a:stretch>
                  <a:fillRect/>
                </a:stretch>
              </p:blipFill>
              <p:spPr>
                <a:xfrm>
                  <a:off x="2753829" y="6051924"/>
                  <a:ext cx="2448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8" name="Ink 97">
                  <a:extLst>
                    <a:ext uri="{FF2B5EF4-FFF2-40B4-BE49-F238E27FC236}">
                      <a16:creationId xmlns:a16="http://schemas.microsoft.com/office/drawing/2014/main" id="{F9702231-32F4-AD5D-29F9-0CEE06265E3F}"/>
                    </a:ext>
                  </a:extLst>
                </p14:cNvPr>
                <p14:cNvContentPartPr/>
                <p14:nvPr/>
              </p14:nvContentPartPr>
              <p14:xfrm>
                <a:off x="3080349" y="6149124"/>
                <a:ext cx="8640" cy="17280"/>
              </p14:xfrm>
            </p:contentPart>
          </mc:Choice>
          <mc:Fallback xmlns="">
            <p:pic>
              <p:nvPicPr>
                <p:cNvPr id="98" name="Ink 97">
                  <a:extLst>
                    <a:ext uri="{FF2B5EF4-FFF2-40B4-BE49-F238E27FC236}">
                      <a16:creationId xmlns:a16="http://schemas.microsoft.com/office/drawing/2014/main" id="{F9702231-32F4-AD5D-29F9-0CEE06265E3F}"/>
                    </a:ext>
                  </a:extLst>
                </p:cNvPr>
                <p:cNvPicPr/>
                <p:nvPr/>
              </p:nvPicPr>
              <p:blipFill>
                <a:blip r:embed="rId139"/>
                <a:stretch>
                  <a:fillRect/>
                </a:stretch>
              </p:blipFill>
              <p:spPr>
                <a:xfrm>
                  <a:off x="3074229" y="6143004"/>
                  <a:ext cx="2088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9" name="Ink 98">
                  <a:extLst>
                    <a:ext uri="{FF2B5EF4-FFF2-40B4-BE49-F238E27FC236}">
                      <a16:creationId xmlns:a16="http://schemas.microsoft.com/office/drawing/2014/main" id="{FEE571EC-BC84-3416-AE52-BC84B50A6866}"/>
                    </a:ext>
                  </a:extLst>
                </p14:cNvPr>
                <p14:cNvContentPartPr/>
                <p14:nvPr/>
              </p14:nvContentPartPr>
              <p14:xfrm>
                <a:off x="2591109" y="5796324"/>
                <a:ext cx="50400" cy="287280"/>
              </p14:xfrm>
            </p:contentPart>
          </mc:Choice>
          <mc:Fallback xmlns="">
            <p:pic>
              <p:nvPicPr>
                <p:cNvPr id="99" name="Ink 98">
                  <a:extLst>
                    <a:ext uri="{FF2B5EF4-FFF2-40B4-BE49-F238E27FC236}">
                      <a16:creationId xmlns:a16="http://schemas.microsoft.com/office/drawing/2014/main" id="{FEE571EC-BC84-3416-AE52-BC84B50A6866}"/>
                    </a:ext>
                  </a:extLst>
                </p:cNvPr>
                <p:cNvPicPr/>
                <p:nvPr/>
              </p:nvPicPr>
              <p:blipFill>
                <a:blip r:embed="rId141"/>
                <a:stretch>
                  <a:fillRect/>
                </a:stretch>
              </p:blipFill>
              <p:spPr>
                <a:xfrm>
                  <a:off x="2584989" y="5790204"/>
                  <a:ext cx="6264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0" name="Ink 99">
                  <a:extLst>
                    <a:ext uri="{FF2B5EF4-FFF2-40B4-BE49-F238E27FC236}">
                      <a16:creationId xmlns:a16="http://schemas.microsoft.com/office/drawing/2014/main" id="{409DD241-DBA2-DB77-5387-2DAA3E6972A1}"/>
                    </a:ext>
                  </a:extLst>
                </p14:cNvPr>
                <p14:cNvContentPartPr/>
                <p14:nvPr/>
              </p14:nvContentPartPr>
              <p14:xfrm>
                <a:off x="2375469" y="5805324"/>
                <a:ext cx="204120" cy="264600"/>
              </p14:xfrm>
            </p:contentPart>
          </mc:Choice>
          <mc:Fallback xmlns="">
            <p:pic>
              <p:nvPicPr>
                <p:cNvPr id="100" name="Ink 99">
                  <a:extLst>
                    <a:ext uri="{FF2B5EF4-FFF2-40B4-BE49-F238E27FC236}">
                      <a16:creationId xmlns:a16="http://schemas.microsoft.com/office/drawing/2014/main" id="{409DD241-DBA2-DB77-5387-2DAA3E6972A1}"/>
                    </a:ext>
                  </a:extLst>
                </p:cNvPr>
                <p:cNvPicPr/>
                <p:nvPr/>
              </p:nvPicPr>
              <p:blipFill>
                <a:blip r:embed="rId143"/>
                <a:stretch>
                  <a:fillRect/>
                </a:stretch>
              </p:blipFill>
              <p:spPr>
                <a:xfrm>
                  <a:off x="2369349" y="5799204"/>
                  <a:ext cx="21636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1" name="Ink 100">
                  <a:extLst>
                    <a:ext uri="{FF2B5EF4-FFF2-40B4-BE49-F238E27FC236}">
                      <a16:creationId xmlns:a16="http://schemas.microsoft.com/office/drawing/2014/main" id="{756A195C-3F7E-4687-5C57-FD4D424EF6B3}"/>
                    </a:ext>
                  </a:extLst>
                </p14:cNvPr>
                <p14:cNvContentPartPr/>
                <p14:nvPr/>
              </p14:nvContentPartPr>
              <p14:xfrm>
                <a:off x="1973349" y="5877684"/>
                <a:ext cx="500760" cy="248040"/>
              </p14:xfrm>
            </p:contentPart>
          </mc:Choice>
          <mc:Fallback xmlns="">
            <p:pic>
              <p:nvPicPr>
                <p:cNvPr id="101" name="Ink 100">
                  <a:extLst>
                    <a:ext uri="{FF2B5EF4-FFF2-40B4-BE49-F238E27FC236}">
                      <a16:creationId xmlns:a16="http://schemas.microsoft.com/office/drawing/2014/main" id="{756A195C-3F7E-4687-5C57-FD4D424EF6B3}"/>
                    </a:ext>
                  </a:extLst>
                </p:cNvPr>
                <p:cNvPicPr/>
                <p:nvPr/>
              </p:nvPicPr>
              <p:blipFill>
                <a:blip r:embed="rId145"/>
                <a:stretch>
                  <a:fillRect/>
                </a:stretch>
              </p:blipFill>
              <p:spPr>
                <a:xfrm>
                  <a:off x="1967229" y="5871564"/>
                  <a:ext cx="51300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2" name="Ink 101">
                  <a:extLst>
                    <a:ext uri="{FF2B5EF4-FFF2-40B4-BE49-F238E27FC236}">
                      <a16:creationId xmlns:a16="http://schemas.microsoft.com/office/drawing/2014/main" id="{087BEB46-2F6C-8A32-F1CC-745F2E35D297}"/>
                    </a:ext>
                  </a:extLst>
                </p14:cNvPr>
                <p14:cNvContentPartPr/>
                <p14:nvPr/>
              </p14:nvContentPartPr>
              <p14:xfrm>
                <a:off x="2050389" y="5879124"/>
                <a:ext cx="35280" cy="173520"/>
              </p14:xfrm>
            </p:contentPart>
          </mc:Choice>
          <mc:Fallback xmlns="">
            <p:pic>
              <p:nvPicPr>
                <p:cNvPr id="102" name="Ink 101">
                  <a:extLst>
                    <a:ext uri="{FF2B5EF4-FFF2-40B4-BE49-F238E27FC236}">
                      <a16:creationId xmlns:a16="http://schemas.microsoft.com/office/drawing/2014/main" id="{087BEB46-2F6C-8A32-F1CC-745F2E35D297}"/>
                    </a:ext>
                  </a:extLst>
                </p:cNvPr>
                <p:cNvPicPr/>
                <p:nvPr/>
              </p:nvPicPr>
              <p:blipFill>
                <a:blip r:embed="rId147"/>
                <a:stretch>
                  <a:fillRect/>
                </a:stretch>
              </p:blipFill>
              <p:spPr>
                <a:xfrm>
                  <a:off x="2044269" y="5873004"/>
                  <a:ext cx="475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3" name="Ink 102">
                  <a:extLst>
                    <a:ext uri="{FF2B5EF4-FFF2-40B4-BE49-F238E27FC236}">
                      <a16:creationId xmlns:a16="http://schemas.microsoft.com/office/drawing/2014/main" id="{52D3D718-678B-9690-4849-0D6FEA067C8F}"/>
                    </a:ext>
                  </a:extLst>
                </p14:cNvPr>
                <p14:cNvContentPartPr/>
                <p14:nvPr/>
              </p14:nvContentPartPr>
              <p14:xfrm>
                <a:off x="1724589" y="5865444"/>
                <a:ext cx="213840" cy="194040"/>
              </p14:xfrm>
            </p:contentPart>
          </mc:Choice>
          <mc:Fallback xmlns="">
            <p:pic>
              <p:nvPicPr>
                <p:cNvPr id="103" name="Ink 102">
                  <a:extLst>
                    <a:ext uri="{FF2B5EF4-FFF2-40B4-BE49-F238E27FC236}">
                      <a16:creationId xmlns:a16="http://schemas.microsoft.com/office/drawing/2014/main" id="{52D3D718-678B-9690-4849-0D6FEA067C8F}"/>
                    </a:ext>
                  </a:extLst>
                </p:cNvPr>
                <p:cNvPicPr/>
                <p:nvPr/>
              </p:nvPicPr>
              <p:blipFill>
                <a:blip r:embed="rId149"/>
                <a:stretch>
                  <a:fillRect/>
                </a:stretch>
              </p:blipFill>
              <p:spPr>
                <a:xfrm>
                  <a:off x="1718469" y="5859324"/>
                  <a:ext cx="22608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4" name="Ink 103">
                  <a:extLst>
                    <a:ext uri="{FF2B5EF4-FFF2-40B4-BE49-F238E27FC236}">
                      <a16:creationId xmlns:a16="http://schemas.microsoft.com/office/drawing/2014/main" id="{5088FB94-CABE-FCD9-8FAB-7396E9EEB326}"/>
                    </a:ext>
                  </a:extLst>
                </p14:cNvPr>
                <p14:cNvContentPartPr/>
                <p14:nvPr/>
              </p14:nvContentPartPr>
              <p14:xfrm>
                <a:off x="1492749" y="6024924"/>
                <a:ext cx="112680" cy="147240"/>
              </p14:xfrm>
            </p:contentPart>
          </mc:Choice>
          <mc:Fallback xmlns="">
            <p:pic>
              <p:nvPicPr>
                <p:cNvPr id="104" name="Ink 103">
                  <a:extLst>
                    <a:ext uri="{FF2B5EF4-FFF2-40B4-BE49-F238E27FC236}">
                      <a16:creationId xmlns:a16="http://schemas.microsoft.com/office/drawing/2014/main" id="{5088FB94-CABE-FCD9-8FAB-7396E9EEB326}"/>
                    </a:ext>
                  </a:extLst>
                </p:cNvPr>
                <p:cNvPicPr/>
                <p:nvPr/>
              </p:nvPicPr>
              <p:blipFill>
                <a:blip r:embed="rId151"/>
                <a:stretch>
                  <a:fillRect/>
                </a:stretch>
              </p:blipFill>
              <p:spPr>
                <a:xfrm>
                  <a:off x="1486629" y="6018804"/>
                  <a:ext cx="12492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5" name="Ink 104">
                  <a:extLst>
                    <a:ext uri="{FF2B5EF4-FFF2-40B4-BE49-F238E27FC236}">
                      <a16:creationId xmlns:a16="http://schemas.microsoft.com/office/drawing/2014/main" id="{D3402AF4-448C-C76A-431F-5E3D4D98C2A9}"/>
                    </a:ext>
                  </a:extLst>
                </p14:cNvPr>
                <p14:cNvContentPartPr/>
                <p14:nvPr/>
              </p14:nvContentPartPr>
              <p14:xfrm>
                <a:off x="1392669" y="5807484"/>
                <a:ext cx="78480" cy="282240"/>
              </p14:xfrm>
            </p:contentPart>
          </mc:Choice>
          <mc:Fallback xmlns="">
            <p:pic>
              <p:nvPicPr>
                <p:cNvPr id="105" name="Ink 104">
                  <a:extLst>
                    <a:ext uri="{FF2B5EF4-FFF2-40B4-BE49-F238E27FC236}">
                      <a16:creationId xmlns:a16="http://schemas.microsoft.com/office/drawing/2014/main" id="{D3402AF4-448C-C76A-431F-5E3D4D98C2A9}"/>
                    </a:ext>
                  </a:extLst>
                </p:cNvPr>
                <p:cNvPicPr/>
                <p:nvPr/>
              </p:nvPicPr>
              <p:blipFill>
                <a:blip r:embed="rId153"/>
                <a:stretch>
                  <a:fillRect/>
                </a:stretch>
              </p:blipFill>
              <p:spPr>
                <a:xfrm>
                  <a:off x="1386549" y="5801364"/>
                  <a:ext cx="9072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6" name="Ink 105">
                  <a:extLst>
                    <a:ext uri="{FF2B5EF4-FFF2-40B4-BE49-F238E27FC236}">
                      <a16:creationId xmlns:a16="http://schemas.microsoft.com/office/drawing/2014/main" id="{4C1B85A6-1913-BF3F-C513-A159C965B7B7}"/>
                    </a:ext>
                  </a:extLst>
                </p14:cNvPr>
                <p14:cNvContentPartPr/>
                <p14:nvPr/>
              </p14:nvContentPartPr>
              <p14:xfrm>
                <a:off x="1165149" y="5876604"/>
                <a:ext cx="248400" cy="293760"/>
              </p14:xfrm>
            </p:contentPart>
          </mc:Choice>
          <mc:Fallback xmlns="">
            <p:pic>
              <p:nvPicPr>
                <p:cNvPr id="106" name="Ink 105">
                  <a:extLst>
                    <a:ext uri="{FF2B5EF4-FFF2-40B4-BE49-F238E27FC236}">
                      <a16:creationId xmlns:a16="http://schemas.microsoft.com/office/drawing/2014/main" id="{4C1B85A6-1913-BF3F-C513-A159C965B7B7}"/>
                    </a:ext>
                  </a:extLst>
                </p:cNvPr>
                <p:cNvPicPr/>
                <p:nvPr/>
              </p:nvPicPr>
              <p:blipFill>
                <a:blip r:embed="rId155"/>
                <a:stretch>
                  <a:fillRect/>
                </a:stretch>
              </p:blipFill>
              <p:spPr>
                <a:xfrm>
                  <a:off x="1159029" y="5870484"/>
                  <a:ext cx="26064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7" name="Ink 106">
                  <a:extLst>
                    <a:ext uri="{FF2B5EF4-FFF2-40B4-BE49-F238E27FC236}">
                      <a16:creationId xmlns:a16="http://schemas.microsoft.com/office/drawing/2014/main" id="{9147FF0C-6410-B92E-2806-9377C34ABF60}"/>
                    </a:ext>
                  </a:extLst>
                </p14:cNvPr>
                <p14:cNvContentPartPr/>
                <p14:nvPr/>
              </p14:nvContentPartPr>
              <p14:xfrm>
                <a:off x="1263069" y="5922684"/>
                <a:ext cx="52920" cy="167760"/>
              </p14:xfrm>
            </p:contentPart>
          </mc:Choice>
          <mc:Fallback xmlns="">
            <p:pic>
              <p:nvPicPr>
                <p:cNvPr id="107" name="Ink 106">
                  <a:extLst>
                    <a:ext uri="{FF2B5EF4-FFF2-40B4-BE49-F238E27FC236}">
                      <a16:creationId xmlns:a16="http://schemas.microsoft.com/office/drawing/2014/main" id="{9147FF0C-6410-B92E-2806-9377C34ABF60}"/>
                    </a:ext>
                  </a:extLst>
                </p:cNvPr>
                <p:cNvPicPr/>
                <p:nvPr/>
              </p:nvPicPr>
              <p:blipFill>
                <a:blip r:embed="rId157"/>
                <a:stretch>
                  <a:fillRect/>
                </a:stretch>
              </p:blipFill>
              <p:spPr>
                <a:xfrm>
                  <a:off x="1256949" y="5916564"/>
                  <a:ext cx="651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8" name="Ink 107">
                  <a:extLst>
                    <a:ext uri="{FF2B5EF4-FFF2-40B4-BE49-F238E27FC236}">
                      <a16:creationId xmlns:a16="http://schemas.microsoft.com/office/drawing/2014/main" id="{B53B9783-6940-18D6-26B9-86E2090D1CCF}"/>
                    </a:ext>
                  </a:extLst>
                </p14:cNvPr>
                <p14:cNvContentPartPr/>
                <p14:nvPr/>
              </p14:nvContentPartPr>
              <p14:xfrm>
                <a:off x="1195389" y="5782644"/>
                <a:ext cx="137160" cy="150840"/>
              </p14:xfrm>
            </p:contentPart>
          </mc:Choice>
          <mc:Fallback xmlns="">
            <p:pic>
              <p:nvPicPr>
                <p:cNvPr id="108" name="Ink 107">
                  <a:extLst>
                    <a:ext uri="{FF2B5EF4-FFF2-40B4-BE49-F238E27FC236}">
                      <a16:creationId xmlns:a16="http://schemas.microsoft.com/office/drawing/2014/main" id="{B53B9783-6940-18D6-26B9-86E2090D1CCF}"/>
                    </a:ext>
                  </a:extLst>
                </p:cNvPr>
                <p:cNvPicPr/>
                <p:nvPr/>
              </p:nvPicPr>
              <p:blipFill>
                <a:blip r:embed="rId159"/>
                <a:stretch>
                  <a:fillRect/>
                </a:stretch>
              </p:blipFill>
              <p:spPr>
                <a:xfrm>
                  <a:off x="1189269" y="5776524"/>
                  <a:ext cx="14940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9" name="Ink 108">
                  <a:extLst>
                    <a:ext uri="{FF2B5EF4-FFF2-40B4-BE49-F238E27FC236}">
                      <a16:creationId xmlns:a16="http://schemas.microsoft.com/office/drawing/2014/main" id="{7A162843-8630-6877-EC64-851FF97BE778}"/>
                    </a:ext>
                  </a:extLst>
                </p14:cNvPr>
                <p14:cNvContentPartPr/>
                <p14:nvPr/>
              </p14:nvContentPartPr>
              <p14:xfrm>
                <a:off x="689949" y="5865084"/>
                <a:ext cx="477000" cy="300960"/>
              </p14:xfrm>
            </p:contentPart>
          </mc:Choice>
          <mc:Fallback xmlns="">
            <p:pic>
              <p:nvPicPr>
                <p:cNvPr id="109" name="Ink 108">
                  <a:extLst>
                    <a:ext uri="{FF2B5EF4-FFF2-40B4-BE49-F238E27FC236}">
                      <a16:creationId xmlns:a16="http://schemas.microsoft.com/office/drawing/2014/main" id="{7A162843-8630-6877-EC64-851FF97BE778}"/>
                    </a:ext>
                  </a:extLst>
                </p:cNvPr>
                <p:cNvPicPr/>
                <p:nvPr/>
              </p:nvPicPr>
              <p:blipFill>
                <a:blip r:embed="rId161"/>
                <a:stretch>
                  <a:fillRect/>
                </a:stretch>
              </p:blipFill>
              <p:spPr>
                <a:xfrm>
                  <a:off x="683829" y="5858964"/>
                  <a:ext cx="48924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10" name="Ink 109">
                  <a:extLst>
                    <a:ext uri="{FF2B5EF4-FFF2-40B4-BE49-F238E27FC236}">
                      <a16:creationId xmlns:a16="http://schemas.microsoft.com/office/drawing/2014/main" id="{9215DAB2-A359-2936-E94E-620D54BA486E}"/>
                    </a:ext>
                  </a:extLst>
                </p14:cNvPr>
                <p14:cNvContentPartPr/>
                <p14:nvPr/>
              </p14:nvContentPartPr>
              <p14:xfrm>
                <a:off x="594909" y="6046884"/>
                <a:ext cx="250560" cy="236160"/>
              </p14:xfrm>
            </p:contentPart>
          </mc:Choice>
          <mc:Fallback xmlns="">
            <p:pic>
              <p:nvPicPr>
                <p:cNvPr id="110" name="Ink 109">
                  <a:extLst>
                    <a:ext uri="{FF2B5EF4-FFF2-40B4-BE49-F238E27FC236}">
                      <a16:creationId xmlns:a16="http://schemas.microsoft.com/office/drawing/2014/main" id="{9215DAB2-A359-2936-E94E-620D54BA486E}"/>
                    </a:ext>
                  </a:extLst>
                </p:cNvPr>
                <p:cNvPicPr/>
                <p:nvPr/>
              </p:nvPicPr>
              <p:blipFill>
                <a:blip r:embed="rId163"/>
                <a:stretch>
                  <a:fillRect/>
                </a:stretch>
              </p:blipFill>
              <p:spPr>
                <a:xfrm>
                  <a:off x="588789" y="6040764"/>
                  <a:ext cx="262800" cy="248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4">
            <p14:nvContentPartPr>
              <p14:cNvPr id="112" name="Ink 111">
                <a:extLst>
                  <a:ext uri="{FF2B5EF4-FFF2-40B4-BE49-F238E27FC236}">
                    <a16:creationId xmlns:a16="http://schemas.microsoft.com/office/drawing/2014/main" id="{B3D2FAB8-4313-9B19-3640-52610A5490AF}"/>
                  </a:ext>
                </a:extLst>
              </p14:cNvPr>
              <p14:cNvContentPartPr/>
              <p14:nvPr/>
            </p14:nvContentPartPr>
            <p14:xfrm>
              <a:off x="423909" y="4593924"/>
              <a:ext cx="2514960" cy="2354760"/>
            </p14:xfrm>
          </p:contentPart>
        </mc:Choice>
        <mc:Fallback xmlns="">
          <p:pic>
            <p:nvPicPr>
              <p:cNvPr id="112" name="Ink 111">
                <a:extLst>
                  <a:ext uri="{FF2B5EF4-FFF2-40B4-BE49-F238E27FC236}">
                    <a16:creationId xmlns:a16="http://schemas.microsoft.com/office/drawing/2014/main" id="{B3D2FAB8-4313-9B19-3640-52610A5490AF}"/>
                  </a:ext>
                </a:extLst>
              </p:cNvPr>
              <p:cNvPicPr/>
              <p:nvPr/>
            </p:nvPicPr>
            <p:blipFill>
              <a:blip r:embed="rId165"/>
              <a:stretch>
                <a:fillRect/>
              </a:stretch>
            </p:blipFill>
            <p:spPr>
              <a:xfrm>
                <a:off x="370269" y="4486284"/>
                <a:ext cx="2622600" cy="25704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13" name="Ink 112">
                <a:extLst>
                  <a:ext uri="{FF2B5EF4-FFF2-40B4-BE49-F238E27FC236}">
                    <a16:creationId xmlns:a16="http://schemas.microsoft.com/office/drawing/2014/main" id="{A45E14F7-A800-EC38-2A36-D843E3618362}"/>
                  </a:ext>
                </a:extLst>
              </p14:cNvPr>
              <p14:cNvContentPartPr/>
              <p14:nvPr/>
            </p14:nvContentPartPr>
            <p14:xfrm>
              <a:off x="1837269" y="4151564"/>
              <a:ext cx="2780640" cy="2548080"/>
            </p14:xfrm>
          </p:contentPart>
        </mc:Choice>
        <mc:Fallback xmlns="">
          <p:pic>
            <p:nvPicPr>
              <p:cNvPr id="113" name="Ink 112">
                <a:extLst>
                  <a:ext uri="{FF2B5EF4-FFF2-40B4-BE49-F238E27FC236}">
                    <a16:creationId xmlns:a16="http://schemas.microsoft.com/office/drawing/2014/main" id="{A45E14F7-A800-EC38-2A36-D843E3618362}"/>
                  </a:ext>
                </a:extLst>
              </p:cNvPr>
              <p:cNvPicPr/>
              <p:nvPr/>
            </p:nvPicPr>
            <p:blipFill>
              <a:blip r:embed="rId167"/>
              <a:stretch>
                <a:fillRect/>
              </a:stretch>
            </p:blipFill>
            <p:spPr>
              <a:xfrm>
                <a:off x="1783629" y="4043924"/>
                <a:ext cx="2888280" cy="27637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4" name="Ink 113">
                <a:extLst>
                  <a:ext uri="{FF2B5EF4-FFF2-40B4-BE49-F238E27FC236}">
                    <a16:creationId xmlns:a16="http://schemas.microsoft.com/office/drawing/2014/main" id="{B95D5EFA-130C-9823-3A58-86238D21BD3D}"/>
                  </a:ext>
                </a:extLst>
              </p14:cNvPr>
              <p14:cNvContentPartPr/>
              <p14:nvPr/>
            </p14:nvContentPartPr>
            <p14:xfrm>
              <a:off x="4044429" y="4335164"/>
              <a:ext cx="1461240" cy="2165760"/>
            </p14:xfrm>
          </p:contentPart>
        </mc:Choice>
        <mc:Fallback xmlns="">
          <p:pic>
            <p:nvPicPr>
              <p:cNvPr id="114" name="Ink 113">
                <a:extLst>
                  <a:ext uri="{FF2B5EF4-FFF2-40B4-BE49-F238E27FC236}">
                    <a16:creationId xmlns:a16="http://schemas.microsoft.com/office/drawing/2014/main" id="{B95D5EFA-130C-9823-3A58-86238D21BD3D}"/>
                  </a:ext>
                </a:extLst>
              </p:cNvPr>
              <p:cNvPicPr/>
              <p:nvPr/>
            </p:nvPicPr>
            <p:blipFill>
              <a:blip r:embed="rId169"/>
              <a:stretch>
                <a:fillRect/>
              </a:stretch>
            </p:blipFill>
            <p:spPr>
              <a:xfrm>
                <a:off x="3990429" y="4227164"/>
                <a:ext cx="1568880" cy="23814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22" name="Ink 121">
                <a:extLst>
                  <a:ext uri="{FF2B5EF4-FFF2-40B4-BE49-F238E27FC236}">
                    <a16:creationId xmlns:a16="http://schemas.microsoft.com/office/drawing/2014/main" id="{3EE27D06-5E73-CE8C-8224-ED2644AA1BFC}"/>
                  </a:ext>
                </a:extLst>
              </p14:cNvPr>
              <p14:cNvContentPartPr/>
              <p14:nvPr/>
            </p14:nvContentPartPr>
            <p14:xfrm>
              <a:off x="693549" y="3619484"/>
              <a:ext cx="45720" cy="149400"/>
            </p14:xfrm>
          </p:contentPart>
        </mc:Choice>
        <mc:Fallback xmlns="">
          <p:pic>
            <p:nvPicPr>
              <p:cNvPr id="122" name="Ink 121">
                <a:extLst>
                  <a:ext uri="{FF2B5EF4-FFF2-40B4-BE49-F238E27FC236}">
                    <a16:creationId xmlns:a16="http://schemas.microsoft.com/office/drawing/2014/main" id="{3EE27D06-5E73-CE8C-8224-ED2644AA1BFC}"/>
                  </a:ext>
                </a:extLst>
              </p:cNvPr>
              <p:cNvPicPr/>
              <p:nvPr/>
            </p:nvPicPr>
            <p:blipFill>
              <a:blip r:embed="rId171"/>
              <a:stretch>
                <a:fillRect/>
              </a:stretch>
            </p:blipFill>
            <p:spPr>
              <a:xfrm>
                <a:off x="684549" y="3610484"/>
                <a:ext cx="63360" cy="167040"/>
              </a:xfrm>
              <a:prstGeom prst="rect">
                <a:avLst/>
              </a:prstGeom>
            </p:spPr>
          </p:pic>
        </mc:Fallback>
      </mc:AlternateContent>
      <p:grpSp>
        <p:nvGrpSpPr>
          <p:cNvPr id="153" name="Group 152">
            <a:extLst>
              <a:ext uri="{FF2B5EF4-FFF2-40B4-BE49-F238E27FC236}">
                <a16:creationId xmlns:a16="http://schemas.microsoft.com/office/drawing/2014/main" id="{1EBD5FF2-195E-ACCB-7DD6-9B2044972008}"/>
              </a:ext>
            </a:extLst>
          </p:cNvPr>
          <p:cNvGrpSpPr/>
          <p:nvPr/>
        </p:nvGrpSpPr>
        <p:grpSpPr>
          <a:xfrm>
            <a:off x="6309" y="2071124"/>
            <a:ext cx="1937880" cy="2473200"/>
            <a:chOff x="6309" y="2071124"/>
            <a:chExt cx="1937880" cy="2473200"/>
          </a:xfrm>
        </p:grpSpPr>
        <mc:AlternateContent xmlns:mc="http://schemas.openxmlformats.org/markup-compatibility/2006" xmlns:p14="http://schemas.microsoft.com/office/powerpoint/2010/main">
          <mc:Choice Requires="p14">
            <p:contentPart p14:bwMode="auto" r:id="rId172">
              <p14:nvContentPartPr>
                <p14:cNvPr id="115" name="Ink 114">
                  <a:extLst>
                    <a:ext uri="{FF2B5EF4-FFF2-40B4-BE49-F238E27FC236}">
                      <a16:creationId xmlns:a16="http://schemas.microsoft.com/office/drawing/2014/main" id="{1926FF4D-9303-F079-41A3-237E543ABCE0}"/>
                    </a:ext>
                  </a:extLst>
                </p14:cNvPr>
                <p14:cNvContentPartPr/>
                <p14:nvPr/>
              </p14:nvContentPartPr>
              <p14:xfrm>
                <a:off x="709749" y="4013684"/>
                <a:ext cx="192960" cy="530640"/>
              </p14:xfrm>
            </p:contentPart>
          </mc:Choice>
          <mc:Fallback xmlns="">
            <p:pic>
              <p:nvPicPr>
                <p:cNvPr id="115" name="Ink 114">
                  <a:extLst>
                    <a:ext uri="{FF2B5EF4-FFF2-40B4-BE49-F238E27FC236}">
                      <a16:creationId xmlns:a16="http://schemas.microsoft.com/office/drawing/2014/main" id="{1926FF4D-9303-F079-41A3-237E543ABCE0}"/>
                    </a:ext>
                  </a:extLst>
                </p:cNvPr>
                <p:cNvPicPr/>
                <p:nvPr/>
              </p:nvPicPr>
              <p:blipFill>
                <a:blip r:embed="rId173"/>
                <a:stretch>
                  <a:fillRect/>
                </a:stretch>
              </p:blipFill>
              <p:spPr>
                <a:xfrm>
                  <a:off x="700749" y="4005044"/>
                  <a:ext cx="210600" cy="5482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6" name="Ink 115">
                  <a:extLst>
                    <a:ext uri="{FF2B5EF4-FFF2-40B4-BE49-F238E27FC236}">
                      <a16:creationId xmlns:a16="http://schemas.microsoft.com/office/drawing/2014/main" id="{02CC9030-D651-5B2A-22BB-185B5132439D}"/>
                    </a:ext>
                  </a:extLst>
                </p14:cNvPr>
                <p14:cNvContentPartPr/>
                <p14:nvPr/>
              </p14:nvContentPartPr>
              <p14:xfrm>
                <a:off x="796869" y="3941324"/>
                <a:ext cx="214560" cy="571680"/>
              </p14:xfrm>
            </p:contentPart>
          </mc:Choice>
          <mc:Fallback xmlns="">
            <p:pic>
              <p:nvPicPr>
                <p:cNvPr id="116" name="Ink 115">
                  <a:extLst>
                    <a:ext uri="{FF2B5EF4-FFF2-40B4-BE49-F238E27FC236}">
                      <a16:creationId xmlns:a16="http://schemas.microsoft.com/office/drawing/2014/main" id="{02CC9030-D651-5B2A-22BB-185B5132439D}"/>
                    </a:ext>
                  </a:extLst>
                </p:cNvPr>
                <p:cNvPicPr/>
                <p:nvPr/>
              </p:nvPicPr>
              <p:blipFill>
                <a:blip r:embed="rId175"/>
                <a:stretch>
                  <a:fillRect/>
                </a:stretch>
              </p:blipFill>
              <p:spPr>
                <a:xfrm>
                  <a:off x="787869" y="3932684"/>
                  <a:ext cx="232200" cy="5893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7" name="Ink 116">
                  <a:extLst>
                    <a:ext uri="{FF2B5EF4-FFF2-40B4-BE49-F238E27FC236}">
                      <a16:creationId xmlns:a16="http://schemas.microsoft.com/office/drawing/2014/main" id="{5DB2BDC4-7FDC-5A35-0E05-52D99A70C654}"/>
                    </a:ext>
                  </a:extLst>
                </p14:cNvPr>
                <p14:cNvContentPartPr/>
                <p14:nvPr/>
              </p14:nvContentPartPr>
              <p14:xfrm>
                <a:off x="733149" y="3979484"/>
                <a:ext cx="2160" cy="6480"/>
              </p14:xfrm>
            </p:contentPart>
          </mc:Choice>
          <mc:Fallback xmlns="">
            <p:pic>
              <p:nvPicPr>
                <p:cNvPr id="117" name="Ink 116">
                  <a:extLst>
                    <a:ext uri="{FF2B5EF4-FFF2-40B4-BE49-F238E27FC236}">
                      <a16:creationId xmlns:a16="http://schemas.microsoft.com/office/drawing/2014/main" id="{5DB2BDC4-7FDC-5A35-0E05-52D99A70C654}"/>
                    </a:ext>
                  </a:extLst>
                </p:cNvPr>
                <p:cNvPicPr/>
                <p:nvPr/>
              </p:nvPicPr>
              <p:blipFill>
                <a:blip r:embed="rId177"/>
                <a:stretch>
                  <a:fillRect/>
                </a:stretch>
              </p:blipFill>
              <p:spPr>
                <a:xfrm>
                  <a:off x="724509" y="3970844"/>
                  <a:ext cx="198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8" name="Ink 117">
                  <a:extLst>
                    <a:ext uri="{FF2B5EF4-FFF2-40B4-BE49-F238E27FC236}">
                      <a16:creationId xmlns:a16="http://schemas.microsoft.com/office/drawing/2014/main" id="{B03A95C6-05A7-C7E0-1F31-CE0D5971EEA6}"/>
                    </a:ext>
                  </a:extLst>
                </p14:cNvPr>
                <p14:cNvContentPartPr/>
                <p14:nvPr/>
              </p14:nvContentPartPr>
              <p14:xfrm>
                <a:off x="567549" y="3718124"/>
                <a:ext cx="171000" cy="633960"/>
              </p14:xfrm>
            </p:contentPart>
          </mc:Choice>
          <mc:Fallback xmlns="">
            <p:pic>
              <p:nvPicPr>
                <p:cNvPr id="118" name="Ink 117">
                  <a:extLst>
                    <a:ext uri="{FF2B5EF4-FFF2-40B4-BE49-F238E27FC236}">
                      <a16:creationId xmlns:a16="http://schemas.microsoft.com/office/drawing/2014/main" id="{B03A95C6-05A7-C7E0-1F31-CE0D5971EEA6}"/>
                    </a:ext>
                  </a:extLst>
                </p:cNvPr>
                <p:cNvPicPr/>
                <p:nvPr/>
              </p:nvPicPr>
              <p:blipFill>
                <a:blip r:embed="rId179"/>
                <a:stretch>
                  <a:fillRect/>
                </a:stretch>
              </p:blipFill>
              <p:spPr>
                <a:xfrm>
                  <a:off x="558549" y="3709124"/>
                  <a:ext cx="188640" cy="6516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9" name="Ink 118">
                  <a:extLst>
                    <a:ext uri="{FF2B5EF4-FFF2-40B4-BE49-F238E27FC236}">
                      <a16:creationId xmlns:a16="http://schemas.microsoft.com/office/drawing/2014/main" id="{069B1078-7C81-1F28-F04F-3D990BCFB628}"/>
                    </a:ext>
                  </a:extLst>
                </p14:cNvPr>
                <p14:cNvContentPartPr/>
                <p14:nvPr/>
              </p14:nvContentPartPr>
              <p14:xfrm>
                <a:off x="874989" y="3994244"/>
                <a:ext cx="6480" cy="8640"/>
              </p14:xfrm>
            </p:contentPart>
          </mc:Choice>
          <mc:Fallback xmlns="">
            <p:pic>
              <p:nvPicPr>
                <p:cNvPr id="119" name="Ink 118">
                  <a:extLst>
                    <a:ext uri="{FF2B5EF4-FFF2-40B4-BE49-F238E27FC236}">
                      <a16:creationId xmlns:a16="http://schemas.microsoft.com/office/drawing/2014/main" id="{069B1078-7C81-1F28-F04F-3D990BCFB628}"/>
                    </a:ext>
                  </a:extLst>
                </p:cNvPr>
                <p:cNvPicPr/>
                <p:nvPr/>
              </p:nvPicPr>
              <p:blipFill>
                <a:blip r:embed="rId181"/>
                <a:stretch>
                  <a:fillRect/>
                </a:stretch>
              </p:blipFill>
              <p:spPr>
                <a:xfrm>
                  <a:off x="866349" y="3985244"/>
                  <a:ext cx="241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20" name="Ink 119">
                  <a:extLst>
                    <a:ext uri="{FF2B5EF4-FFF2-40B4-BE49-F238E27FC236}">
                      <a16:creationId xmlns:a16="http://schemas.microsoft.com/office/drawing/2014/main" id="{B28F1480-AB30-F0AC-5BDF-EDC2EE7908BA}"/>
                    </a:ext>
                  </a:extLst>
                </p14:cNvPr>
                <p14:cNvContentPartPr/>
                <p14:nvPr/>
              </p14:nvContentPartPr>
              <p14:xfrm>
                <a:off x="708309" y="3596084"/>
                <a:ext cx="362160" cy="587160"/>
              </p14:xfrm>
            </p:contentPart>
          </mc:Choice>
          <mc:Fallback xmlns="">
            <p:pic>
              <p:nvPicPr>
                <p:cNvPr id="120" name="Ink 119">
                  <a:extLst>
                    <a:ext uri="{FF2B5EF4-FFF2-40B4-BE49-F238E27FC236}">
                      <a16:creationId xmlns:a16="http://schemas.microsoft.com/office/drawing/2014/main" id="{B28F1480-AB30-F0AC-5BDF-EDC2EE7908BA}"/>
                    </a:ext>
                  </a:extLst>
                </p:cNvPr>
                <p:cNvPicPr/>
                <p:nvPr/>
              </p:nvPicPr>
              <p:blipFill>
                <a:blip r:embed="rId183"/>
                <a:stretch>
                  <a:fillRect/>
                </a:stretch>
              </p:blipFill>
              <p:spPr>
                <a:xfrm>
                  <a:off x="699309" y="3587084"/>
                  <a:ext cx="379800" cy="6048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4" name="Ink 123">
                  <a:extLst>
                    <a:ext uri="{FF2B5EF4-FFF2-40B4-BE49-F238E27FC236}">
                      <a16:creationId xmlns:a16="http://schemas.microsoft.com/office/drawing/2014/main" id="{EEDE03E5-6896-8828-D141-AB92610F53CF}"/>
                    </a:ext>
                  </a:extLst>
                </p14:cNvPr>
                <p14:cNvContentPartPr/>
                <p14:nvPr/>
              </p14:nvContentPartPr>
              <p14:xfrm>
                <a:off x="1291869" y="2687084"/>
                <a:ext cx="205200" cy="237240"/>
              </p14:xfrm>
            </p:contentPart>
          </mc:Choice>
          <mc:Fallback xmlns="">
            <p:pic>
              <p:nvPicPr>
                <p:cNvPr id="124" name="Ink 123">
                  <a:extLst>
                    <a:ext uri="{FF2B5EF4-FFF2-40B4-BE49-F238E27FC236}">
                      <a16:creationId xmlns:a16="http://schemas.microsoft.com/office/drawing/2014/main" id="{EEDE03E5-6896-8828-D141-AB92610F53CF}"/>
                    </a:ext>
                  </a:extLst>
                </p:cNvPr>
                <p:cNvPicPr/>
                <p:nvPr/>
              </p:nvPicPr>
              <p:blipFill>
                <a:blip r:embed="rId185"/>
                <a:stretch>
                  <a:fillRect/>
                </a:stretch>
              </p:blipFill>
              <p:spPr>
                <a:xfrm>
                  <a:off x="1283229" y="2678084"/>
                  <a:ext cx="22284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5" name="Ink 124">
                  <a:extLst>
                    <a:ext uri="{FF2B5EF4-FFF2-40B4-BE49-F238E27FC236}">
                      <a16:creationId xmlns:a16="http://schemas.microsoft.com/office/drawing/2014/main" id="{4F3E9BE3-CFB9-D3AB-34E1-CF3641994A63}"/>
                    </a:ext>
                  </a:extLst>
                </p14:cNvPr>
                <p14:cNvContentPartPr/>
                <p14:nvPr/>
              </p14:nvContentPartPr>
              <p14:xfrm>
                <a:off x="1392669" y="2710844"/>
                <a:ext cx="22320" cy="178920"/>
              </p14:xfrm>
            </p:contentPart>
          </mc:Choice>
          <mc:Fallback xmlns="">
            <p:pic>
              <p:nvPicPr>
                <p:cNvPr id="125" name="Ink 124">
                  <a:extLst>
                    <a:ext uri="{FF2B5EF4-FFF2-40B4-BE49-F238E27FC236}">
                      <a16:creationId xmlns:a16="http://schemas.microsoft.com/office/drawing/2014/main" id="{4F3E9BE3-CFB9-D3AB-34E1-CF3641994A63}"/>
                    </a:ext>
                  </a:extLst>
                </p:cNvPr>
                <p:cNvPicPr/>
                <p:nvPr/>
              </p:nvPicPr>
              <p:blipFill>
                <a:blip r:embed="rId187"/>
                <a:stretch>
                  <a:fillRect/>
                </a:stretch>
              </p:blipFill>
              <p:spPr>
                <a:xfrm>
                  <a:off x="1384029" y="2702204"/>
                  <a:ext cx="3996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7" name="Ink 126">
                  <a:extLst>
                    <a:ext uri="{FF2B5EF4-FFF2-40B4-BE49-F238E27FC236}">
                      <a16:creationId xmlns:a16="http://schemas.microsoft.com/office/drawing/2014/main" id="{2E1D067E-11F2-B569-E59A-7B93F6AF0211}"/>
                    </a:ext>
                  </a:extLst>
                </p14:cNvPr>
                <p14:cNvContentPartPr/>
                <p14:nvPr/>
              </p14:nvContentPartPr>
              <p14:xfrm>
                <a:off x="800109" y="2742884"/>
                <a:ext cx="455400" cy="174960"/>
              </p14:xfrm>
            </p:contentPart>
          </mc:Choice>
          <mc:Fallback xmlns="">
            <p:pic>
              <p:nvPicPr>
                <p:cNvPr id="127" name="Ink 126">
                  <a:extLst>
                    <a:ext uri="{FF2B5EF4-FFF2-40B4-BE49-F238E27FC236}">
                      <a16:creationId xmlns:a16="http://schemas.microsoft.com/office/drawing/2014/main" id="{2E1D067E-11F2-B569-E59A-7B93F6AF0211}"/>
                    </a:ext>
                  </a:extLst>
                </p:cNvPr>
                <p:cNvPicPr/>
                <p:nvPr/>
              </p:nvPicPr>
              <p:blipFill>
                <a:blip r:embed="rId189"/>
                <a:stretch>
                  <a:fillRect/>
                </a:stretch>
              </p:blipFill>
              <p:spPr>
                <a:xfrm>
                  <a:off x="791469" y="2734244"/>
                  <a:ext cx="47304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31" name="Ink 130">
                  <a:extLst>
                    <a:ext uri="{FF2B5EF4-FFF2-40B4-BE49-F238E27FC236}">
                      <a16:creationId xmlns:a16="http://schemas.microsoft.com/office/drawing/2014/main" id="{4CC0D090-BCA3-E5EA-ED29-BCD1E3386E08}"/>
                    </a:ext>
                  </a:extLst>
                </p14:cNvPr>
                <p14:cNvContentPartPr/>
                <p14:nvPr/>
              </p14:nvContentPartPr>
              <p14:xfrm>
                <a:off x="232029" y="2556044"/>
                <a:ext cx="500760" cy="344880"/>
              </p14:xfrm>
            </p:contentPart>
          </mc:Choice>
          <mc:Fallback xmlns="">
            <p:pic>
              <p:nvPicPr>
                <p:cNvPr id="131" name="Ink 130">
                  <a:extLst>
                    <a:ext uri="{FF2B5EF4-FFF2-40B4-BE49-F238E27FC236}">
                      <a16:creationId xmlns:a16="http://schemas.microsoft.com/office/drawing/2014/main" id="{4CC0D090-BCA3-E5EA-ED29-BCD1E3386E08}"/>
                    </a:ext>
                  </a:extLst>
                </p:cNvPr>
                <p:cNvPicPr/>
                <p:nvPr/>
              </p:nvPicPr>
              <p:blipFill>
                <a:blip r:embed="rId191"/>
                <a:stretch>
                  <a:fillRect/>
                </a:stretch>
              </p:blipFill>
              <p:spPr>
                <a:xfrm>
                  <a:off x="223029" y="2547404"/>
                  <a:ext cx="518400"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8" name="Ink 127">
                  <a:extLst>
                    <a:ext uri="{FF2B5EF4-FFF2-40B4-BE49-F238E27FC236}">
                      <a16:creationId xmlns:a16="http://schemas.microsoft.com/office/drawing/2014/main" id="{BB2831D9-8D21-2E8D-D448-83DD68DDBD33}"/>
                    </a:ext>
                  </a:extLst>
                </p14:cNvPr>
                <p14:cNvContentPartPr/>
                <p14:nvPr/>
              </p14:nvContentPartPr>
              <p14:xfrm>
                <a:off x="835749" y="3046364"/>
                <a:ext cx="23040" cy="14040"/>
              </p14:xfrm>
            </p:contentPart>
          </mc:Choice>
          <mc:Fallback xmlns="">
            <p:pic>
              <p:nvPicPr>
                <p:cNvPr id="128" name="Ink 127">
                  <a:extLst>
                    <a:ext uri="{FF2B5EF4-FFF2-40B4-BE49-F238E27FC236}">
                      <a16:creationId xmlns:a16="http://schemas.microsoft.com/office/drawing/2014/main" id="{BB2831D9-8D21-2E8D-D448-83DD68DDBD33}"/>
                    </a:ext>
                  </a:extLst>
                </p:cNvPr>
                <p:cNvPicPr/>
                <p:nvPr/>
              </p:nvPicPr>
              <p:blipFill>
                <a:blip r:embed="rId193"/>
                <a:stretch>
                  <a:fillRect/>
                </a:stretch>
              </p:blipFill>
              <p:spPr>
                <a:xfrm>
                  <a:off x="826749" y="3037364"/>
                  <a:ext cx="4068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9" name="Ink 128">
                  <a:extLst>
                    <a:ext uri="{FF2B5EF4-FFF2-40B4-BE49-F238E27FC236}">
                      <a16:creationId xmlns:a16="http://schemas.microsoft.com/office/drawing/2014/main" id="{003AAD37-65F2-A1CC-6D48-DD58383E75CC}"/>
                    </a:ext>
                  </a:extLst>
                </p14:cNvPr>
                <p14:cNvContentPartPr/>
                <p14:nvPr/>
              </p14:nvContentPartPr>
              <p14:xfrm>
                <a:off x="1120509" y="3071924"/>
                <a:ext cx="6480" cy="3240"/>
              </p14:xfrm>
            </p:contentPart>
          </mc:Choice>
          <mc:Fallback xmlns="">
            <p:pic>
              <p:nvPicPr>
                <p:cNvPr id="129" name="Ink 128">
                  <a:extLst>
                    <a:ext uri="{FF2B5EF4-FFF2-40B4-BE49-F238E27FC236}">
                      <a16:creationId xmlns:a16="http://schemas.microsoft.com/office/drawing/2014/main" id="{003AAD37-65F2-A1CC-6D48-DD58383E75CC}"/>
                    </a:ext>
                  </a:extLst>
                </p:cNvPr>
                <p:cNvPicPr/>
                <p:nvPr/>
              </p:nvPicPr>
              <p:blipFill>
                <a:blip r:embed="rId177"/>
                <a:stretch>
                  <a:fillRect/>
                </a:stretch>
              </p:blipFill>
              <p:spPr>
                <a:xfrm>
                  <a:off x="1111509" y="3063284"/>
                  <a:ext cx="2412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30" name="Ink 129">
                  <a:extLst>
                    <a:ext uri="{FF2B5EF4-FFF2-40B4-BE49-F238E27FC236}">
                      <a16:creationId xmlns:a16="http://schemas.microsoft.com/office/drawing/2014/main" id="{577E3636-6652-37C4-D852-BC66AC0FD470}"/>
                    </a:ext>
                  </a:extLst>
                </p14:cNvPr>
                <p14:cNvContentPartPr/>
                <p14:nvPr/>
              </p14:nvContentPartPr>
              <p14:xfrm>
                <a:off x="1184949" y="3124484"/>
                <a:ext cx="102600" cy="11160"/>
              </p14:xfrm>
            </p:contentPart>
          </mc:Choice>
          <mc:Fallback xmlns="">
            <p:pic>
              <p:nvPicPr>
                <p:cNvPr id="130" name="Ink 129">
                  <a:extLst>
                    <a:ext uri="{FF2B5EF4-FFF2-40B4-BE49-F238E27FC236}">
                      <a16:creationId xmlns:a16="http://schemas.microsoft.com/office/drawing/2014/main" id="{577E3636-6652-37C4-D852-BC66AC0FD470}"/>
                    </a:ext>
                  </a:extLst>
                </p:cNvPr>
                <p:cNvPicPr/>
                <p:nvPr/>
              </p:nvPicPr>
              <p:blipFill>
                <a:blip r:embed="rId196"/>
                <a:stretch>
                  <a:fillRect/>
                </a:stretch>
              </p:blipFill>
              <p:spPr>
                <a:xfrm>
                  <a:off x="1176309" y="3115844"/>
                  <a:ext cx="1202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34" name="Ink 133">
                  <a:extLst>
                    <a:ext uri="{FF2B5EF4-FFF2-40B4-BE49-F238E27FC236}">
                      <a16:creationId xmlns:a16="http://schemas.microsoft.com/office/drawing/2014/main" id="{EF81F530-B7F9-B77F-0CDB-80C1A9BC6530}"/>
                    </a:ext>
                  </a:extLst>
                </p14:cNvPr>
                <p14:cNvContentPartPr/>
                <p14:nvPr/>
              </p14:nvContentPartPr>
              <p14:xfrm>
                <a:off x="1614789" y="3217004"/>
                <a:ext cx="82800" cy="255600"/>
              </p14:xfrm>
            </p:contentPart>
          </mc:Choice>
          <mc:Fallback xmlns="">
            <p:pic>
              <p:nvPicPr>
                <p:cNvPr id="134" name="Ink 133">
                  <a:extLst>
                    <a:ext uri="{FF2B5EF4-FFF2-40B4-BE49-F238E27FC236}">
                      <a16:creationId xmlns:a16="http://schemas.microsoft.com/office/drawing/2014/main" id="{EF81F530-B7F9-B77F-0CDB-80C1A9BC6530}"/>
                    </a:ext>
                  </a:extLst>
                </p:cNvPr>
                <p:cNvPicPr/>
                <p:nvPr/>
              </p:nvPicPr>
              <p:blipFill>
                <a:blip r:embed="rId198"/>
                <a:stretch>
                  <a:fillRect/>
                </a:stretch>
              </p:blipFill>
              <p:spPr>
                <a:xfrm>
                  <a:off x="1606149" y="3208004"/>
                  <a:ext cx="10044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35" name="Ink 134">
                  <a:extLst>
                    <a:ext uri="{FF2B5EF4-FFF2-40B4-BE49-F238E27FC236}">
                      <a16:creationId xmlns:a16="http://schemas.microsoft.com/office/drawing/2014/main" id="{42BDC419-E3B4-9D01-20B6-66A313A0AE19}"/>
                    </a:ext>
                  </a:extLst>
                </p14:cNvPr>
                <p14:cNvContentPartPr/>
                <p14:nvPr/>
              </p14:nvContentPartPr>
              <p14:xfrm>
                <a:off x="1203669" y="3185324"/>
                <a:ext cx="392040" cy="325800"/>
              </p14:xfrm>
            </p:contentPart>
          </mc:Choice>
          <mc:Fallback xmlns="">
            <p:pic>
              <p:nvPicPr>
                <p:cNvPr id="135" name="Ink 134">
                  <a:extLst>
                    <a:ext uri="{FF2B5EF4-FFF2-40B4-BE49-F238E27FC236}">
                      <a16:creationId xmlns:a16="http://schemas.microsoft.com/office/drawing/2014/main" id="{42BDC419-E3B4-9D01-20B6-66A313A0AE19}"/>
                    </a:ext>
                  </a:extLst>
                </p:cNvPr>
                <p:cNvPicPr/>
                <p:nvPr/>
              </p:nvPicPr>
              <p:blipFill>
                <a:blip r:embed="rId200"/>
                <a:stretch>
                  <a:fillRect/>
                </a:stretch>
              </p:blipFill>
              <p:spPr>
                <a:xfrm>
                  <a:off x="1195029" y="3176684"/>
                  <a:ext cx="40968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36" name="Ink 135">
                  <a:extLst>
                    <a:ext uri="{FF2B5EF4-FFF2-40B4-BE49-F238E27FC236}">
                      <a16:creationId xmlns:a16="http://schemas.microsoft.com/office/drawing/2014/main" id="{29B50063-6DE2-F98A-BC02-4754CDF2E966}"/>
                    </a:ext>
                  </a:extLst>
                </p14:cNvPr>
                <p14:cNvContentPartPr/>
                <p14:nvPr/>
              </p14:nvContentPartPr>
              <p14:xfrm>
                <a:off x="723429" y="3309884"/>
                <a:ext cx="453960" cy="182160"/>
              </p14:xfrm>
            </p:contentPart>
          </mc:Choice>
          <mc:Fallback xmlns="">
            <p:pic>
              <p:nvPicPr>
                <p:cNvPr id="136" name="Ink 135">
                  <a:extLst>
                    <a:ext uri="{FF2B5EF4-FFF2-40B4-BE49-F238E27FC236}">
                      <a16:creationId xmlns:a16="http://schemas.microsoft.com/office/drawing/2014/main" id="{29B50063-6DE2-F98A-BC02-4754CDF2E966}"/>
                    </a:ext>
                  </a:extLst>
                </p:cNvPr>
                <p:cNvPicPr/>
                <p:nvPr/>
              </p:nvPicPr>
              <p:blipFill>
                <a:blip r:embed="rId202"/>
                <a:stretch>
                  <a:fillRect/>
                </a:stretch>
              </p:blipFill>
              <p:spPr>
                <a:xfrm>
                  <a:off x="714429" y="3301244"/>
                  <a:ext cx="47160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37" name="Ink 136">
                  <a:extLst>
                    <a:ext uri="{FF2B5EF4-FFF2-40B4-BE49-F238E27FC236}">
                      <a16:creationId xmlns:a16="http://schemas.microsoft.com/office/drawing/2014/main" id="{643D48EF-A522-709F-E5E0-2D10A39D7CEF}"/>
                    </a:ext>
                  </a:extLst>
                </p14:cNvPr>
                <p14:cNvContentPartPr/>
                <p14:nvPr/>
              </p14:nvContentPartPr>
              <p14:xfrm>
                <a:off x="852669" y="3590324"/>
                <a:ext cx="85320" cy="7200"/>
              </p14:xfrm>
            </p:contentPart>
          </mc:Choice>
          <mc:Fallback xmlns="">
            <p:pic>
              <p:nvPicPr>
                <p:cNvPr id="137" name="Ink 136">
                  <a:extLst>
                    <a:ext uri="{FF2B5EF4-FFF2-40B4-BE49-F238E27FC236}">
                      <a16:creationId xmlns:a16="http://schemas.microsoft.com/office/drawing/2014/main" id="{643D48EF-A522-709F-E5E0-2D10A39D7CEF}"/>
                    </a:ext>
                  </a:extLst>
                </p:cNvPr>
                <p:cNvPicPr/>
                <p:nvPr/>
              </p:nvPicPr>
              <p:blipFill>
                <a:blip r:embed="rId204"/>
                <a:stretch>
                  <a:fillRect/>
                </a:stretch>
              </p:blipFill>
              <p:spPr>
                <a:xfrm>
                  <a:off x="844029" y="3581684"/>
                  <a:ext cx="10296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38" name="Ink 137">
                  <a:extLst>
                    <a:ext uri="{FF2B5EF4-FFF2-40B4-BE49-F238E27FC236}">
                      <a16:creationId xmlns:a16="http://schemas.microsoft.com/office/drawing/2014/main" id="{05895C81-8757-2526-F0D8-D3E7023074F6}"/>
                    </a:ext>
                  </a:extLst>
                </p14:cNvPr>
                <p14:cNvContentPartPr/>
                <p14:nvPr/>
              </p14:nvContentPartPr>
              <p14:xfrm>
                <a:off x="626589" y="3200084"/>
                <a:ext cx="82800" cy="103320"/>
              </p14:xfrm>
            </p:contentPart>
          </mc:Choice>
          <mc:Fallback xmlns="">
            <p:pic>
              <p:nvPicPr>
                <p:cNvPr id="138" name="Ink 137">
                  <a:extLst>
                    <a:ext uri="{FF2B5EF4-FFF2-40B4-BE49-F238E27FC236}">
                      <a16:creationId xmlns:a16="http://schemas.microsoft.com/office/drawing/2014/main" id="{05895C81-8757-2526-F0D8-D3E7023074F6}"/>
                    </a:ext>
                  </a:extLst>
                </p:cNvPr>
                <p:cNvPicPr/>
                <p:nvPr/>
              </p:nvPicPr>
              <p:blipFill>
                <a:blip r:embed="rId206"/>
                <a:stretch>
                  <a:fillRect/>
                </a:stretch>
              </p:blipFill>
              <p:spPr>
                <a:xfrm>
                  <a:off x="617949" y="3191084"/>
                  <a:ext cx="10044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39" name="Ink 138">
                  <a:extLst>
                    <a:ext uri="{FF2B5EF4-FFF2-40B4-BE49-F238E27FC236}">
                      <a16:creationId xmlns:a16="http://schemas.microsoft.com/office/drawing/2014/main" id="{9E2ECE3C-26BA-7F55-7EC4-4B8ADA14840B}"/>
                    </a:ext>
                  </a:extLst>
                </p14:cNvPr>
                <p14:cNvContentPartPr/>
                <p14:nvPr/>
              </p14:nvContentPartPr>
              <p14:xfrm>
                <a:off x="1078749" y="3292964"/>
                <a:ext cx="7920" cy="9720"/>
              </p14:xfrm>
            </p:contentPart>
          </mc:Choice>
          <mc:Fallback xmlns="">
            <p:pic>
              <p:nvPicPr>
                <p:cNvPr id="139" name="Ink 138">
                  <a:extLst>
                    <a:ext uri="{FF2B5EF4-FFF2-40B4-BE49-F238E27FC236}">
                      <a16:creationId xmlns:a16="http://schemas.microsoft.com/office/drawing/2014/main" id="{9E2ECE3C-26BA-7F55-7EC4-4B8ADA14840B}"/>
                    </a:ext>
                  </a:extLst>
                </p:cNvPr>
                <p:cNvPicPr/>
                <p:nvPr/>
              </p:nvPicPr>
              <p:blipFill>
                <a:blip r:embed="rId208"/>
                <a:stretch>
                  <a:fillRect/>
                </a:stretch>
              </p:blipFill>
              <p:spPr>
                <a:xfrm>
                  <a:off x="1069749" y="3284324"/>
                  <a:ext cx="2556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40" name="Ink 139">
                  <a:extLst>
                    <a:ext uri="{FF2B5EF4-FFF2-40B4-BE49-F238E27FC236}">
                      <a16:creationId xmlns:a16="http://schemas.microsoft.com/office/drawing/2014/main" id="{41922874-BF1A-D486-C53D-5094D4C6B6AC}"/>
                    </a:ext>
                  </a:extLst>
                </p14:cNvPr>
                <p14:cNvContentPartPr/>
                <p14:nvPr/>
              </p14:nvContentPartPr>
              <p14:xfrm>
                <a:off x="1020069" y="3295484"/>
                <a:ext cx="12240" cy="4320"/>
              </p14:xfrm>
            </p:contentPart>
          </mc:Choice>
          <mc:Fallback xmlns="">
            <p:pic>
              <p:nvPicPr>
                <p:cNvPr id="140" name="Ink 139">
                  <a:extLst>
                    <a:ext uri="{FF2B5EF4-FFF2-40B4-BE49-F238E27FC236}">
                      <a16:creationId xmlns:a16="http://schemas.microsoft.com/office/drawing/2014/main" id="{41922874-BF1A-D486-C53D-5094D4C6B6AC}"/>
                    </a:ext>
                  </a:extLst>
                </p:cNvPr>
                <p:cNvPicPr/>
                <p:nvPr/>
              </p:nvPicPr>
              <p:blipFill>
                <a:blip r:embed="rId210"/>
                <a:stretch>
                  <a:fillRect/>
                </a:stretch>
              </p:blipFill>
              <p:spPr>
                <a:xfrm>
                  <a:off x="1011429" y="3286844"/>
                  <a:ext cx="2988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41" name="Ink 140">
                  <a:extLst>
                    <a:ext uri="{FF2B5EF4-FFF2-40B4-BE49-F238E27FC236}">
                      <a16:creationId xmlns:a16="http://schemas.microsoft.com/office/drawing/2014/main" id="{6E34B978-148D-EB88-E278-A453EE106FDB}"/>
                    </a:ext>
                  </a:extLst>
                </p14:cNvPr>
                <p14:cNvContentPartPr/>
                <p14:nvPr/>
              </p14:nvContentPartPr>
              <p14:xfrm>
                <a:off x="1087029" y="3200444"/>
                <a:ext cx="5760" cy="5400"/>
              </p14:xfrm>
            </p:contentPart>
          </mc:Choice>
          <mc:Fallback xmlns="">
            <p:pic>
              <p:nvPicPr>
                <p:cNvPr id="141" name="Ink 140">
                  <a:extLst>
                    <a:ext uri="{FF2B5EF4-FFF2-40B4-BE49-F238E27FC236}">
                      <a16:creationId xmlns:a16="http://schemas.microsoft.com/office/drawing/2014/main" id="{6E34B978-148D-EB88-E278-A453EE106FDB}"/>
                    </a:ext>
                  </a:extLst>
                </p:cNvPr>
                <p:cNvPicPr/>
                <p:nvPr/>
              </p:nvPicPr>
              <p:blipFill>
                <a:blip r:embed="rId177"/>
                <a:stretch>
                  <a:fillRect/>
                </a:stretch>
              </p:blipFill>
              <p:spPr>
                <a:xfrm>
                  <a:off x="1078029" y="3191804"/>
                  <a:ext cx="2340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42" name="Ink 141">
                  <a:extLst>
                    <a:ext uri="{FF2B5EF4-FFF2-40B4-BE49-F238E27FC236}">
                      <a16:creationId xmlns:a16="http://schemas.microsoft.com/office/drawing/2014/main" id="{5B2D88C0-FD9D-0199-24C3-8C93FD0C2A3E}"/>
                    </a:ext>
                  </a:extLst>
                </p14:cNvPr>
                <p14:cNvContentPartPr/>
                <p14:nvPr/>
              </p14:nvContentPartPr>
              <p14:xfrm>
                <a:off x="1011789" y="3211604"/>
                <a:ext cx="109800" cy="123840"/>
              </p14:xfrm>
            </p:contentPart>
          </mc:Choice>
          <mc:Fallback xmlns="">
            <p:pic>
              <p:nvPicPr>
                <p:cNvPr id="142" name="Ink 141">
                  <a:extLst>
                    <a:ext uri="{FF2B5EF4-FFF2-40B4-BE49-F238E27FC236}">
                      <a16:creationId xmlns:a16="http://schemas.microsoft.com/office/drawing/2014/main" id="{5B2D88C0-FD9D-0199-24C3-8C93FD0C2A3E}"/>
                    </a:ext>
                  </a:extLst>
                </p:cNvPr>
                <p:cNvPicPr/>
                <p:nvPr/>
              </p:nvPicPr>
              <p:blipFill>
                <a:blip r:embed="rId213"/>
                <a:stretch>
                  <a:fillRect/>
                </a:stretch>
              </p:blipFill>
              <p:spPr>
                <a:xfrm>
                  <a:off x="1003149" y="3202604"/>
                  <a:ext cx="12744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44" name="Ink 143">
                  <a:extLst>
                    <a:ext uri="{FF2B5EF4-FFF2-40B4-BE49-F238E27FC236}">
                      <a16:creationId xmlns:a16="http://schemas.microsoft.com/office/drawing/2014/main" id="{A475BE6E-EB39-218F-A3E7-3ED74696DD2B}"/>
                    </a:ext>
                  </a:extLst>
                </p14:cNvPr>
                <p14:cNvContentPartPr/>
                <p14:nvPr/>
              </p14:nvContentPartPr>
              <p14:xfrm>
                <a:off x="80469" y="2071124"/>
                <a:ext cx="956880" cy="233640"/>
              </p14:xfrm>
            </p:contentPart>
          </mc:Choice>
          <mc:Fallback xmlns="">
            <p:pic>
              <p:nvPicPr>
                <p:cNvPr id="144" name="Ink 143">
                  <a:extLst>
                    <a:ext uri="{FF2B5EF4-FFF2-40B4-BE49-F238E27FC236}">
                      <a16:creationId xmlns:a16="http://schemas.microsoft.com/office/drawing/2014/main" id="{A475BE6E-EB39-218F-A3E7-3ED74696DD2B}"/>
                    </a:ext>
                  </a:extLst>
                </p:cNvPr>
                <p:cNvPicPr/>
                <p:nvPr/>
              </p:nvPicPr>
              <p:blipFill>
                <a:blip r:embed="rId215"/>
                <a:stretch>
                  <a:fillRect/>
                </a:stretch>
              </p:blipFill>
              <p:spPr>
                <a:xfrm>
                  <a:off x="71829" y="2062484"/>
                  <a:ext cx="97452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5" name="Ink 144">
                  <a:extLst>
                    <a:ext uri="{FF2B5EF4-FFF2-40B4-BE49-F238E27FC236}">
                      <a16:creationId xmlns:a16="http://schemas.microsoft.com/office/drawing/2014/main" id="{6CD6A5C5-6B70-D005-33E8-B8F9F117585C}"/>
                    </a:ext>
                  </a:extLst>
                </p14:cNvPr>
                <p14:cNvContentPartPr/>
                <p14:nvPr/>
              </p14:nvContentPartPr>
              <p14:xfrm>
                <a:off x="1022949" y="2252564"/>
                <a:ext cx="921240" cy="1602360"/>
              </p14:xfrm>
            </p:contentPart>
          </mc:Choice>
          <mc:Fallback xmlns="">
            <p:pic>
              <p:nvPicPr>
                <p:cNvPr id="145" name="Ink 144">
                  <a:extLst>
                    <a:ext uri="{FF2B5EF4-FFF2-40B4-BE49-F238E27FC236}">
                      <a16:creationId xmlns:a16="http://schemas.microsoft.com/office/drawing/2014/main" id="{6CD6A5C5-6B70-D005-33E8-B8F9F117585C}"/>
                    </a:ext>
                  </a:extLst>
                </p:cNvPr>
                <p:cNvPicPr/>
                <p:nvPr/>
              </p:nvPicPr>
              <p:blipFill>
                <a:blip r:embed="rId217"/>
                <a:stretch>
                  <a:fillRect/>
                </a:stretch>
              </p:blipFill>
              <p:spPr>
                <a:xfrm>
                  <a:off x="1014309" y="2243924"/>
                  <a:ext cx="938880" cy="16200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47" name="Ink 146">
                  <a:extLst>
                    <a:ext uri="{FF2B5EF4-FFF2-40B4-BE49-F238E27FC236}">
                      <a16:creationId xmlns:a16="http://schemas.microsoft.com/office/drawing/2014/main" id="{F09AB656-A313-BAC4-F9FA-451AF7BD693D}"/>
                    </a:ext>
                  </a:extLst>
                </p14:cNvPr>
                <p14:cNvContentPartPr/>
                <p14:nvPr/>
              </p14:nvContentPartPr>
              <p14:xfrm>
                <a:off x="71829" y="3436244"/>
                <a:ext cx="396720" cy="612360"/>
              </p14:xfrm>
            </p:contentPart>
          </mc:Choice>
          <mc:Fallback xmlns="">
            <p:pic>
              <p:nvPicPr>
                <p:cNvPr id="147" name="Ink 146">
                  <a:extLst>
                    <a:ext uri="{FF2B5EF4-FFF2-40B4-BE49-F238E27FC236}">
                      <a16:creationId xmlns:a16="http://schemas.microsoft.com/office/drawing/2014/main" id="{F09AB656-A313-BAC4-F9FA-451AF7BD693D}"/>
                    </a:ext>
                  </a:extLst>
                </p:cNvPr>
                <p:cNvPicPr/>
                <p:nvPr/>
              </p:nvPicPr>
              <p:blipFill>
                <a:blip r:embed="rId219"/>
                <a:stretch>
                  <a:fillRect/>
                </a:stretch>
              </p:blipFill>
              <p:spPr>
                <a:xfrm>
                  <a:off x="63189" y="3427244"/>
                  <a:ext cx="414360" cy="6300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48" name="Ink 147">
                  <a:extLst>
                    <a:ext uri="{FF2B5EF4-FFF2-40B4-BE49-F238E27FC236}">
                      <a16:creationId xmlns:a16="http://schemas.microsoft.com/office/drawing/2014/main" id="{D6DAA8C3-3634-1666-05B7-17BF386D5BA9}"/>
                    </a:ext>
                  </a:extLst>
                </p14:cNvPr>
                <p14:cNvContentPartPr/>
                <p14:nvPr/>
              </p14:nvContentPartPr>
              <p14:xfrm>
                <a:off x="6309" y="3286484"/>
                <a:ext cx="115920" cy="203400"/>
              </p14:xfrm>
            </p:contentPart>
          </mc:Choice>
          <mc:Fallback xmlns="">
            <p:pic>
              <p:nvPicPr>
                <p:cNvPr id="148" name="Ink 147">
                  <a:extLst>
                    <a:ext uri="{FF2B5EF4-FFF2-40B4-BE49-F238E27FC236}">
                      <a16:creationId xmlns:a16="http://schemas.microsoft.com/office/drawing/2014/main" id="{D6DAA8C3-3634-1666-05B7-17BF386D5BA9}"/>
                    </a:ext>
                  </a:extLst>
                </p:cNvPr>
                <p:cNvPicPr/>
                <p:nvPr/>
              </p:nvPicPr>
              <p:blipFill>
                <a:blip r:embed="rId221"/>
                <a:stretch>
                  <a:fillRect/>
                </a:stretch>
              </p:blipFill>
              <p:spPr>
                <a:xfrm>
                  <a:off x="-2691" y="3277484"/>
                  <a:ext cx="13356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50" name="Ink 149">
                  <a:extLst>
                    <a:ext uri="{FF2B5EF4-FFF2-40B4-BE49-F238E27FC236}">
                      <a16:creationId xmlns:a16="http://schemas.microsoft.com/office/drawing/2014/main" id="{FEC11722-8EA3-9F60-2621-BA57B7FD3603}"/>
                    </a:ext>
                  </a:extLst>
                </p14:cNvPr>
                <p14:cNvContentPartPr/>
                <p14:nvPr/>
              </p14:nvContentPartPr>
              <p14:xfrm>
                <a:off x="1084509" y="3038444"/>
                <a:ext cx="70200" cy="45000"/>
              </p14:xfrm>
            </p:contentPart>
          </mc:Choice>
          <mc:Fallback xmlns="">
            <p:pic>
              <p:nvPicPr>
                <p:cNvPr id="150" name="Ink 149">
                  <a:extLst>
                    <a:ext uri="{FF2B5EF4-FFF2-40B4-BE49-F238E27FC236}">
                      <a16:creationId xmlns:a16="http://schemas.microsoft.com/office/drawing/2014/main" id="{FEC11722-8EA3-9F60-2621-BA57B7FD3603}"/>
                    </a:ext>
                  </a:extLst>
                </p:cNvPr>
                <p:cNvPicPr/>
                <p:nvPr/>
              </p:nvPicPr>
              <p:blipFill>
                <a:blip r:embed="rId223"/>
                <a:stretch>
                  <a:fillRect/>
                </a:stretch>
              </p:blipFill>
              <p:spPr>
                <a:xfrm>
                  <a:off x="1075509" y="3029804"/>
                  <a:ext cx="8784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52" name="Ink 151">
                  <a:extLst>
                    <a:ext uri="{FF2B5EF4-FFF2-40B4-BE49-F238E27FC236}">
                      <a16:creationId xmlns:a16="http://schemas.microsoft.com/office/drawing/2014/main" id="{A4E11818-9865-534F-0517-7A06EC2FA120}"/>
                    </a:ext>
                  </a:extLst>
                </p14:cNvPr>
                <p14:cNvContentPartPr/>
                <p14:nvPr/>
              </p14:nvContentPartPr>
              <p14:xfrm>
                <a:off x="1210149" y="3133124"/>
                <a:ext cx="77400" cy="20880"/>
              </p14:xfrm>
            </p:contentPart>
          </mc:Choice>
          <mc:Fallback xmlns="">
            <p:pic>
              <p:nvPicPr>
                <p:cNvPr id="152" name="Ink 151">
                  <a:extLst>
                    <a:ext uri="{FF2B5EF4-FFF2-40B4-BE49-F238E27FC236}">
                      <a16:creationId xmlns:a16="http://schemas.microsoft.com/office/drawing/2014/main" id="{A4E11818-9865-534F-0517-7A06EC2FA120}"/>
                    </a:ext>
                  </a:extLst>
                </p:cNvPr>
                <p:cNvPicPr/>
                <p:nvPr/>
              </p:nvPicPr>
              <p:blipFill>
                <a:blip r:embed="rId225"/>
                <a:stretch>
                  <a:fillRect/>
                </a:stretch>
              </p:blipFill>
              <p:spPr>
                <a:xfrm>
                  <a:off x="1201509" y="3124124"/>
                  <a:ext cx="95040" cy="38520"/>
                </a:xfrm>
                <a:prstGeom prst="rect">
                  <a:avLst/>
                </a:prstGeom>
              </p:spPr>
            </p:pic>
          </mc:Fallback>
        </mc:AlternateContent>
      </p:grpSp>
      <p:sp>
        <p:nvSpPr>
          <p:cNvPr id="154" name="TextBox 153">
            <a:extLst>
              <a:ext uri="{FF2B5EF4-FFF2-40B4-BE49-F238E27FC236}">
                <a16:creationId xmlns:a16="http://schemas.microsoft.com/office/drawing/2014/main" id="{A0A1E2EA-DD2F-CD4F-FFD0-B10B671D6B00}"/>
              </a:ext>
            </a:extLst>
          </p:cNvPr>
          <p:cNvSpPr txBox="1"/>
          <p:nvPr/>
        </p:nvSpPr>
        <p:spPr>
          <a:xfrm>
            <a:off x="3699003" y="6219207"/>
            <a:ext cx="4515980" cy="646331"/>
          </a:xfrm>
          <a:prstGeom prst="rect">
            <a:avLst/>
          </a:prstGeom>
          <a:solidFill>
            <a:schemeClr val="accent3">
              <a:lumMod val="20000"/>
              <a:lumOff val="80000"/>
            </a:schemeClr>
          </a:solidFill>
        </p:spPr>
        <p:txBody>
          <a:bodyPr wrap="none" rtlCol="0">
            <a:spAutoFit/>
          </a:bodyPr>
          <a:lstStyle/>
          <a:p>
            <a:pPr algn="r" rtl="1"/>
            <a:r>
              <a:rPr lang="ar-JO" sz="3600" dirty="0"/>
              <a:t>لا يُسأل عمّا يفعل وهم يُسألون</a:t>
            </a:r>
            <a:endParaRPr lang="en-US" sz="3600" dirty="0"/>
          </a:p>
        </p:txBody>
      </p:sp>
    </p:spTree>
    <p:extLst>
      <p:ext uri="{BB962C8B-B14F-4D97-AF65-F5344CB8AC3E}">
        <p14:creationId xmlns:p14="http://schemas.microsoft.com/office/powerpoint/2010/main" val="2866977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7AE234-E9C3-379F-8462-E1B3990C3C75}"/>
              </a:ext>
            </a:extLst>
          </p:cNvPr>
          <p:cNvSpPr txBox="1"/>
          <p:nvPr/>
        </p:nvSpPr>
        <p:spPr>
          <a:xfrm>
            <a:off x="3017756" y="0"/>
            <a:ext cx="5628465" cy="1323439"/>
          </a:xfrm>
          <a:prstGeom prst="rect">
            <a:avLst/>
          </a:prstGeom>
          <a:noFill/>
        </p:spPr>
        <p:txBody>
          <a:bodyPr wrap="none" rtlCol="0">
            <a:spAutoFit/>
          </a:bodyPr>
          <a:lstStyle/>
          <a:p>
            <a:pPr algn="ctr" rtl="1"/>
            <a:r>
              <a:rPr lang="ar-JO" sz="4000" dirty="0">
                <a:highlight>
                  <a:srgbClr val="FFFF00"/>
                </a:highlight>
              </a:rPr>
              <a:t>داخل المحاكاة: </a:t>
            </a:r>
          </a:p>
          <a:p>
            <a:pPr algn="ctr" rtl="1"/>
            <a:r>
              <a:rPr lang="ar-JO" sz="4000" dirty="0"/>
              <a:t>الحالة أ تتبعها الحالة ب:  أ قبل ب</a:t>
            </a:r>
            <a:endParaRPr lang="en-US" sz="4000" dirty="0"/>
          </a:p>
        </p:txBody>
      </p:sp>
      <p:sp>
        <p:nvSpPr>
          <p:cNvPr id="3" name="TextBox 2">
            <a:extLst>
              <a:ext uri="{FF2B5EF4-FFF2-40B4-BE49-F238E27FC236}">
                <a16:creationId xmlns:a16="http://schemas.microsoft.com/office/drawing/2014/main" id="{7DCE12FE-D1E2-AFB3-C92E-1AC40D060926}"/>
              </a:ext>
            </a:extLst>
          </p:cNvPr>
          <p:cNvSpPr txBox="1"/>
          <p:nvPr/>
        </p:nvSpPr>
        <p:spPr>
          <a:xfrm>
            <a:off x="7251826" y="1252074"/>
            <a:ext cx="4915469" cy="3046988"/>
          </a:xfrm>
          <a:prstGeom prst="rect">
            <a:avLst/>
          </a:prstGeom>
          <a:noFill/>
        </p:spPr>
        <p:txBody>
          <a:bodyPr wrap="square" rtlCol="0">
            <a:spAutoFit/>
          </a:bodyPr>
          <a:lstStyle/>
          <a:p>
            <a:pPr algn="r" rtl="1"/>
            <a:r>
              <a:rPr lang="ar-JO" sz="3200" dirty="0">
                <a:solidFill>
                  <a:schemeClr val="accent5">
                    <a:lumMod val="50000"/>
                  </a:schemeClr>
                </a:solidFill>
              </a:rPr>
              <a:t>المبرمج الأول:</a:t>
            </a:r>
            <a:br>
              <a:rPr lang="ar-JO" sz="3200" dirty="0">
                <a:solidFill>
                  <a:schemeClr val="accent5">
                    <a:lumMod val="50000"/>
                  </a:schemeClr>
                </a:solidFill>
              </a:rPr>
            </a:br>
            <a:r>
              <a:rPr lang="ar-JO" sz="3200" dirty="0">
                <a:solidFill>
                  <a:schemeClr val="accent5">
                    <a:lumMod val="50000"/>
                  </a:schemeClr>
                </a:solidFill>
              </a:rPr>
              <a:t>خوارزمية للقانون الديناميكي تُجرى على الحالة أ وتحصل على الحالة ب</a:t>
            </a:r>
          </a:p>
          <a:p>
            <a:pPr algn="r" rtl="1"/>
            <a:r>
              <a:rPr lang="ar-JO" sz="3200" dirty="0">
                <a:solidFill>
                  <a:schemeClr val="accent5">
                    <a:lumMod val="50000"/>
                  </a:schemeClr>
                </a:solidFill>
              </a:rPr>
              <a:t>المبرمج يعلم ب بعد أ</a:t>
            </a:r>
            <a:br>
              <a:rPr lang="ar-JO" sz="3200" dirty="0">
                <a:solidFill>
                  <a:schemeClr val="accent5">
                    <a:lumMod val="50000"/>
                  </a:schemeClr>
                </a:solidFill>
              </a:rPr>
            </a:br>
            <a:r>
              <a:rPr lang="ar-JO" sz="3200" dirty="0">
                <a:solidFill>
                  <a:schemeClr val="accent5">
                    <a:lumMod val="50000"/>
                  </a:schemeClr>
                </a:solidFill>
              </a:rPr>
              <a:t>علاقة سببية حقيقية بين أ و ب: السبب هو القانون الديناميكي</a:t>
            </a:r>
            <a:endParaRPr lang="en-US" sz="3200" dirty="0">
              <a:solidFill>
                <a:schemeClr val="accent5">
                  <a:lumMod val="50000"/>
                </a:schemeClr>
              </a:solidFill>
            </a:endParaRPr>
          </a:p>
        </p:txBody>
      </p:sp>
      <p:sp>
        <p:nvSpPr>
          <p:cNvPr id="4" name="TextBox 3">
            <a:extLst>
              <a:ext uri="{FF2B5EF4-FFF2-40B4-BE49-F238E27FC236}">
                <a16:creationId xmlns:a16="http://schemas.microsoft.com/office/drawing/2014/main" id="{BA02F559-2316-75BC-0754-4B18FD404C6F}"/>
              </a:ext>
            </a:extLst>
          </p:cNvPr>
          <p:cNvSpPr txBox="1"/>
          <p:nvPr/>
        </p:nvSpPr>
        <p:spPr>
          <a:xfrm>
            <a:off x="244443" y="1315449"/>
            <a:ext cx="7007383" cy="3046988"/>
          </a:xfrm>
          <a:prstGeom prst="rect">
            <a:avLst/>
          </a:prstGeom>
          <a:noFill/>
        </p:spPr>
        <p:txBody>
          <a:bodyPr wrap="square" rtlCol="0">
            <a:spAutoFit/>
          </a:bodyPr>
          <a:lstStyle/>
          <a:p>
            <a:pPr algn="r" rtl="1"/>
            <a:r>
              <a:rPr lang="ar-JO" sz="3200" dirty="0">
                <a:solidFill>
                  <a:schemeClr val="accent6">
                    <a:lumMod val="50000"/>
                  </a:schemeClr>
                </a:solidFill>
              </a:rPr>
              <a:t>المبرمج الثاني:</a:t>
            </a:r>
            <a:br>
              <a:rPr lang="ar-JO" sz="3200" dirty="0">
                <a:solidFill>
                  <a:schemeClr val="accent6">
                    <a:lumMod val="50000"/>
                  </a:schemeClr>
                </a:solidFill>
              </a:rPr>
            </a:br>
            <a:r>
              <a:rPr lang="ar-JO" sz="3200" dirty="0">
                <a:solidFill>
                  <a:schemeClr val="accent6">
                    <a:lumMod val="50000"/>
                  </a:schemeClr>
                </a:solidFill>
              </a:rPr>
              <a:t>الحالة ب موجودة وجاهزة داخل البرنامج بحيث يبدو ظاهريا أنها تحترم القانون الديناميكي</a:t>
            </a:r>
            <a:br>
              <a:rPr lang="ar-JO" sz="3200" dirty="0">
                <a:solidFill>
                  <a:schemeClr val="accent6">
                    <a:lumMod val="50000"/>
                  </a:schemeClr>
                </a:solidFill>
              </a:rPr>
            </a:br>
            <a:r>
              <a:rPr lang="ar-JO" sz="3200" dirty="0">
                <a:solidFill>
                  <a:schemeClr val="accent6">
                    <a:lumMod val="50000"/>
                  </a:schemeClr>
                </a:solidFill>
              </a:rPr>
              <a:t>ليس في علم المبرمج ترتيب ضروري للحالتين أ و ب</a:t>
            </a:r>
            <a:br>
              <a:rPr lang="ar-JO" sz="3200" dirty="0">
                <a:solidFill>
                  <a:schemeClr val="accent6">
                    <a:lumMod val="50000"/>
                  </a:schemeClr>
                </a:solidFill>
              </a:rPr>
            </a:br>
            <a:r>
              <a:rPr lang="ar-JO" sz="3200" dirty="0">
                <a:solidFill>
                  <a:schemeClr val="accent6">
                    <a:lumMod val="50000"/>
                  </a:schemeClr>
                </a:solidFill>
              </a:rPr>
              <a:t>علاقة سببية ظاهرية بين أ و ب: السبب هو المبرمج والسبب الظاهري هو القانون الديناميكي</a:t>
            </a:r>
            <a:endParaRPr lang="en-US" sz="3200" dirty="0">
              <a:solidFill>
                <a:schemeClr val="accent6">
                  <a:lumMod val="50000"/>
                </a:schemeClr>
              </a:solidFill>
            </a:endParaRPr>
          </a:p>
        </p:txBody>
      </p:sp>
      <p:grpSp>
        <p:nvGrpSpPr>
          <p:cNvPr id="19" name="Group 18">
            <a:extLst>
              <a:ext uri="{FF2B5EF4-FFF2-40B4-BE49-F238E27FC236}">
                <a16:creationId xmlns:a16="http://schemas.microsoft.com/office/drawing/2014/main" id="{BA44B1F0-323F-7C82-4257-1B092059CF1D}"/>
              </a:ext>
            </a:extLst>
          </p:cNvPr>
          <p:cNvGrpSpPr/>
          <p:nvPr/>
        </p:nvGrpSpPr>
        <p:grpSpPr>
          <a:xfrm>
            <a:off x="8561303" y="4448944"/>
            <a:ext cx="2804040" cy="695880"/>
            <a:chOff x="8561303" y="4448944"/>
            <a:chExt cx="2804040" cy="695880"/>
          </a:xfrm>
        </p:grpSpPr>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070D38AE-1CA0-97E0-096E-168CC227B9AA}"/>
                    </a:ext>
                  </a:extLst>
                </p14:cNvPr>
                <p14:cNvContentPartPr/>
                <p14:nvPr/>
              </p14:nvContentPartPr>
              <p14:xfrm>
                <a:off x="11329343" y="4565224"/>
                <a:ext cx="36000" cy="262800"/>
              </p14:xfrm>
            </p:contentPart>
          </mc:Choice>
          <mc:Fallback xmlns="">
            <p:pic>
              <p:nvPicPr>
                <p:cNvPr id="5" name="Ink 4">
                  <a:extLst>
                    <a:ext uri="{FF2B5EF4-FFF2-40B4-BE49-F238E27FC236}">
                      <a16:creationId xmlns:a16="http://schemas.microsoft.com/office/drawing/2014/main" id="{070D38AE-1CA0-97E0-096E-168CC227B9AA}"/>
                    </a:ext>
                  </a:extLst>
                </p:cNvPr>
                <p:cNvPicPr/>
                <p:nvPr/>
              </p:nvPicPr>
              <p:blipFill>
                <a:blip r:embed="rId3"/>
                <a:stretch>
                  <a:fillRect/>
                </a:stretch>
              </p:blipFill>
              <p:spPr>
                <a:xfrm>
                  <a:off x="11323223" y="4559104"/>
                  <a:ext cx="4824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EE7DE85-085E-A81F-778A-519FAE7D372E}"/>
                    </a:ext>
                  </a:extLst>
                </p14:cNvPr>
                <p14:cNvContentPartPr/>
                <p14:nvPr/>
              </p14:nvContentPartPr>
              <p14:xfrm>
                <a:off x="10695023" y="4536424"/>
                <a:ext cx="581400" cy="434160"/>
              </p14:xfrm>
            </p:contentPart>
          </mc:Choice>
          <mc:Fallback xmlns="">
            <p:pic>
              <p:nvPicPr>
                <p:cNvPr id="6" name="Ink 5">
                  <a:extLst>
                    <a:ext uri="{FF2B5EF4-FFF2-40B4-BE49-F238E27FC236}">
                      <a16:creationId xmlns:a16="http://schemas.microsoft.com/office/drawing/2014/main" id="{FEE7DE85-085E-A81F-778A-519FAE7D372E}"/>
                    </a:ext>
                  </a:extLst>
                </p:cNvPr>
                <p:cNvPicPr/>
                <p:nvPr/>
              </p:nvPicPr>
              <p:blipFill>
                <a:blip r:embed="rId5"/>
                <a:stretch>
                  <a:fillRect/>
                </a:stretch>
              </p:blipFill>
              <p:spPr>
                <a:xfrm>
                  <a:off x="10688903" y="4530304"/>
                  <a:ext cx="593640" cy="446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C32B72FA-3BE1-5104-64A5-3B65700EE6DA}"/>
                    </a:ext>
                  </a:extLst>
                </p14:cNvPr>
                <p14:cNvContentPartPr/>
                <p14:nvPr/>
              </p14:nvContentPartPr>
              <p14:xfrm>
                <a:off x="9899423" y="4605184"/>
                <a:ext cx="732240" cy="309240"/>
              </p14:xfrm>
            </p:contentPart>
          </mc:Choice>
          <mc:Fallback xmlns="">
            <p:pic>
              <p:nvPicPr>
                <p:cNvPr id="8" name="Ink 7">
                  <a:extLst>
                    <a:ext uri="{FF2B5EF4-FFF2-40B4-BE49-F238E27FC236}">
                      <a16:creationId xmlns:a16="http://schemas.microsoft.com/office/drawing/2014/main" id="{C32B72FA-3BE1-5104-64A5-3B65700EE6DA}"/>
                    </a:ext>
                  </a:extLst>
                </p:cNvPr>
                <p:cNvPicPr/>
                <p:nvPr/>
              </p:nvPicPr>
              <p:blipFill>
                <a:blip r:embed="rId7"/>
                <a:stretch>
                  <a:fillRect/>
                </a:stretch>
              </p:blipFill>
              <p:spPr>
                <a:xfrm>
                  <a:off x="9893303" y="4599064"/>
                  <a:ext cx="74448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87BED9D8-9466-D49C-EC91-99A8C535BBCA}"/>
                    </a:ext>
                  </a:extLst>
                </p14:cNvPr>
                <p14:cNvContentPartPr/>
                <p14:nvPr/>
              </p14:nvContentPartPr>
              <p14:xfrm>
                <a:off x="10439063" y="4963384"/>
                <a:ext cx="89280" cy="17640"/>
              </p14:xfrm>
            </p:contentPart>
          </mc:Choice>
          <mc:Fallback xmlns="">
            <p:pic>
              <p:nvPicPr>
                <p:cNvPr id="10" name="Ink 9">
                  <a:extLst>
                    <a:ext uri="{FF2B5EF4-FFF2-40B4-BE49-F238E27FC236}">
                      <a16:creationId xmlns:a16="http://schemas.microsoft.com/office/drawing/2014/main" id="{87BED9D8-9466-D49C-EC91-99A8C535BBCA}"/>
                    </a:ext>
                  </a:extLst>
                </p:cNvPr>
                <p:cNvPicPr/>
                <p:nvPr/>
              </p:nvPicPr>
              <p:blipFill>
                <a:blip r:embed="rId9"/>
                <a:stretch>
                  <a:fillRect/>
                </a:stretch>
              </p:blipFill>
              <p:spPr>
                <a:xfrm>
                  <a:off x="10432943" y="4957264"/>
                  <a:ext cx="10152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33204DBD-D3FA-7105-648E-3D1C5C2EC4F3}"/>
                    </a:ext>
                  </a:extLst>
                </p14:cNvPr>
                <p14:cNvContentPartPr/>
                <p14:nvPr/>
              </p14:nvContentPartPr>
              <p14:xfrm>
                <a:off x="9441863" y="4681504"/>
                <a:ext cx="365040" cy="205920"/>
              </p14:xfrm>
            </p:contentPart>
          </mc:Choice>
          <mc:Fallback xmlns="">
            <p:pic>
              <p:nvPicPr>
                <p:cNvPr id="11" name="Ink 10">
                  <a:extLst>
                    <a:ext uri="{FF2B5EF4-FFF2-40B4-BE49-F238E27FC236}">
                      <a16:creationId xmlns:a16="http://schemas.microsoft.com/office/drawing/2014/main" id="{33204DBD-D3FA-7105-648E-3D1C5C2EC4F3}"/>
                    </a:ext>
                  </a:extLst>
                </p:cNvPr>
                <p:cNvPicPr/>
                <p:nvPr/>
              </p:nvPicPr>
              <p:blipFill>
                <a:blip r:embed="rId11"/>
                <a:stretch>
                  <a:fillRect/>
                </a:stretch>
              </p:blipFill>
              <p:spPr>
                <a:xfrm>
                  <a:off x="9435743" y="4675384"/>
                  <a:ext cx="37728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287A9FA6-7B05-7F37-5527-1BA94958CEE6}"/>
                    </a:ext>
                  </a:extLst>
                </p14:cNvPr>
                <p14:cNvContentPartPr/>
                <p14:nvPr/>
              </p14:nvContentPartPr>
              <p14:xfrm>
                <a:off x="8955503" y="4656664"/>
                <a:ext cx="601920" cy="342720"/>
              </p14:xfrm>
            </p:contentPart>
          </mc:Choice>
          <mc:Fallback xmlns="">
            <p:pic>
              <p:nvPicPr>
                <p:cNvPr id="12" name="Ink 11">
                  <a:extLst>
                    <a:ext uri="{FF2B5EF4-FFF2-40B4-BE49-F238E27FC236}">
                      <a16:creationId xmlns:a16="http://schemas.microsoft.com/office/drawing/2014/main" id="{287A9FA6-7B05-7F37-5527-1BA94958CEE6}"/>
                    </a:ext>
                  </a:extLst>
                </p:cNvPr>
                <p:cNvPicPr/>
                <p:nvPr/>
              </p:nvPicPr>
              <p:blipFill>
                <a:blip r:embed="rId13"/>
                <a:stretch>
                  <a:fillRect/>
                </a:stretch>
              </p:blipFill>
              <p:spPr>
                <a:xfrm>
                  <a:off x="8949383" y="4650544"/>
                  <a:ext cx="61416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80AEB993-ED08-C7B7-510F-1F5F51A1FB45}"/>
                    </a:ext>
                  </a:extLst>
                </p14:cNvPr>
                <p14:cNvContentPartPr/>
                <p14:nvPr/>
              </p14:nvContentPartPr>
              <p14:xfrm>
                <a:off x="9333143" y="4709944"/>
                <a:ext cx="21240" cy="8640"/>
              </p14:xfrm>
            </p:contentPart>
          </mc:Choice>
          <mc:Fallback xmlns="">
            <p:pic>
              <p:nvPicPr>
                <p:cNvPr id="13" name="Ink 12">
                  <a:extLst>
                    <a:ext uri="{FF2B5EF4-FFF2-40B4-BE49-F238E27FC236}">
                      <a16:creationId xmlns:a16="http://schemas.microsoft.com/office/drawing/2014/main" id="{80AEB993-ED08-C7B7-510F-1F5F51A1FB45}"/>
                    </a:ext>
                  </a:extLst>
                </p:cNvPr>
                <p:cNvPicPr/>
                <p:nvPr/>
              </p:nvPicPr>
              <p:blipFill>
                <a:blip r:embed="rId15"/>
                <a:stretch>
                  <a:fillRect/>
                </a:stretch>
              </p:blipFill>
              <p:spPr>
                <a:xfrm>
                  <a:off x="9327023" y="4703824"/>
                  <a:ext cx="334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89BC825B-C677-A6F7-C835-4AB497D3BA18}"/>
                    </a:ext>
                  </a:extLst>
                </p14:cNvPr>
                <p14:cNvContentPartPr/>
                <p14:nvPr/>
              </p14:nvContentPartPr>
              <p14:xfrm>
                <a:off x="8708543" y="4871224"/>
                <a:ext cx="284400" cy="135360"/>
              </p14:xfrm>
            </p:contentPart>
          </mc:Choice>
          <mc:Fallback xmlns="">
            <p:pic>
              <p:nvPicPr>
                <p:cNvPr id="14" name="Ink 13">
                  <a:extLst>
                    <a:ext uri="{FF2B5EF4-FFF2-40B4-BE49-F238E27FC236}">
                      <a16:creationId xmlns:a16="http://schemas.microsoft.com/office/drawing/2014/main" id="{89BC825B-C677-A6F7-C835-4AB497D3BA18}"/>
                    </a:ext>
                  </a:extLst>
                </p:cNvPr>
                <p:cNvPicPr/>
                <p:nvPr/>
              </p:nvPicPr>
              <p:blipFill>
                <a:blip r:embed="rId17"/>
                <a:stretch>
                  <a:fillRect/>
                </a:stretch>
              </p:blipFill>
              <p:spPr>
                <a:xfrm>
                  <a:off x="8702423" y="4865104"/>
                  <a:ext cx="2966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a:extLst>
                    <a:ext uri="{FF2B5EF4-FFF2-40B4-BE49-F238E27FC236}">
                      <a16:creationId xmlns:a16="http://schemas.microsoft.com/office/drawing/2014/main" id="{E67FF516-DC3E-92D9-B566-E60D3BE20EE9}"/>
                    </a:ext>
                  </a:extLst>
                </p14:cNvPr>
                <p14:cNvContentPartPr/>
                <p14:nvPr/>
              </p14:nvContentPartPr>
              <p14:xfrm>
                <a:off x="8675423" y="4606984"/>
                <a:ext cx="142920" cy="291960"/>
              </p14:xfrm>
            </p:contentPart>
          </mc:Choice>
          <mc:Fallback xmlns="">
            <p:pic>
              <p:nvPicPr>
                <p:cNvPr id="15" name="Ink 14">
                  <a:extLst>
                    <a:ext uri="{FF2B5EF4-FFF2-40B4-BE49-F238E27FC236}">
                      <a16:creationId xmlns:a16="http://schemas.microsoft.com/office/drawing/2014/main" id="{E67FF516-DC3E-92D9-B566-E60D3BE20EE9}"/>
                    </a:ext>
                  </a:extLst>
                </p:cNvPr>
                <p:cNvPicPr/>
                <p:nvPr/>
              </p:nvPicPr>
              <p:blipFill>
                <a:blip r:embed="rId19"/>
                <a:stretch>
                  <a:fillRect/>
                </a:stretch>
              </p:blipFill>
              <p:spPr>
                <a:xfrm>
                  <a:off x="8669303" y="4600864"/>
                  <a:ext cx="15516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868B2E0A-3DD7-F1E7-5262-717053F03A84}"/>
                    </a:ext>
                  </a:extLst>
                </p14:cNvPr>
                <p14:cNvContentPartPr/>
                <p14:nvPr/>
              </p14:nvContentPartPr>
              <p14:xfrm>
                <a:off x="8561303" y="5096944"/>
                <a:ext cx="173160" cy="47880"/>
              </p14:xfrm>
            </p:contentPart>
          </mc:Choice>
          <mc:Fallback xmlns="">
            <p:pic>
              <p:nvPicPr>
                <p:cNvPr id="16" name="Ink 15">
                  <a:extLst>
                    <a:ext uri="{FF2B5EF4-FFF2-40B4-BE49-F238E27FC236}">
                      <a16:creationId xmlns:a16="http://schemas.microsoft.com/office/drawing/2014/main" id="{868B2E0A-3DD7-F1E7-5262-717053F03A84}"/>
                    </a:ext>
                  </a:extLst>
                </p:cNvPr>
                <p:cNvPicPr/>
                <p:nvPr/>
              </p:nvPicPr>
              <p:blipFill>
                <a:blip r:embed="rId21"/>
                <a:stretch>
                  <a:fillRect/>
                </a:stretch>
              </p:blipFill>
              <p:spPr>
                <a:xfrm>
                  <a:off x="8555183" y="5090824"/>
                  <a:ext cx="1854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7" name="Ink 16">
                  <a:extLst>
                    <a:ext uri="{FF2B5EF4-FFF2-40B4-BE49-F238E27FC236}">
                      <a16:creationId xmlns:a16="http://schemas.microsoft.com/office/drawing/2014/main" id="{6763A28C-D16E-85BE-EC6A-6C947649BCC4}"/>
                    </a:ext>
                  </a:extLst>
                </p14:cNvPr>
                <p14:cNvContentPartPr/>
                <p14:nvPr/>
              </p14:nvContentPartPr>
              <p14:xfrm>
                <a:off x="8733743" y="4482424"/>
                <a:ext cx="110160" cy="62280"/>
              </p14:xfrm>
            </p:contentPart>
          </mc:Choice>
          <mc:Fallback xmlns="">
            <p:pic>
              <p:nvPicPr>
                <p:cNvPr id="17" name="Ink 16">
                  <a:extLst>
                    <a:ext uri="{FF2B5EF4-FFF2-40B4-BE49-F238E27FC236}">
                      <a16:creationId xmlns:a16="http://schemas.microsoft.com/office/drawing/2014/main" id="{6763A28C-D16E-85BE-EC6A-6C947649BCC4}"/>
                    </a:ext>
                  </a:extLst>
                </p:cNvPr>
                <p:cNvPicPr/>
                <p:nvPr/>
              </p:nvPicPr>
              <p:blipFill>
                <a:blip r:embed="rId23"/>
                <a:stretch>
                  <a:fillRect/>
                </a:stretch>
              </p:blipFill>
              <p:spPr>
                <a:xfrm>
                  <a:off x="8727623" y="4476304"/>
                  <a:ext cx="12240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8" name="Ink 17">
                  <a:extLst>
                    <a:ext uri="{FF2B5EF4-FFF2-40B4-BE49-F238E27FC236}">
                      <a16:creationId xmlns:a16="http://schemas.microsoft.com/office/drawing/2014/main" id="{2D854371-EF70-8EEF-9652-03F240C71941}"/>
                    </a:ext>
                  </a:extLst>
                </p14:cNvPr>
                <p14:cNvContentPartPr/>
                <p14:nvPr/>
              </p14:nvContentPartPr>
              <p14:xfrm>
                <a:off x="8720423" y="4448944"/>
                <a:ext cx="35640" cy="30960"/>
              </p14:xfrm>
            </p:contentPart>
          </mc:Choice>
          <mc:Fallback xmlns="">
            <p:pic>
              <p:nvPicPr>
                <p:cNvPr id="18" name="Ink 17">
                  <a:extLst>
                    <a:ext uri="{FF2B5EF4-FFF2-40B4-BE49-F238E27FC236}">
                      <a16:creationId xmlns:a16="http://schemas.microsoft.com/office/drawing/2014/main" id="{2D854371-EF70-8EEF-9652-03F240C71941}"/>
                    </a:ext>
                  </a:extLst>
                </p:cNvPr>
                <p:cNvPicPr/>
                <p:nvPr/>
              </p:nvPicPr>
              <p:blipFill>
                <a:blip r:embed="rId25"/>
                <a:stretch>
                  <a:fillRect/>
                </a:stretch>
              </p:blipFill>
              <p:spPr>
                <a:xfrm>
                  <a:off x="8714303" y="4442824"/>
                  <a:ext cx="47880" cy="43200"/>
                </a:xfrm>
                <a:prstGeom prst="rect">
                  <a:avLst/>
                </a:prstGeom>
              </p:spPr>
            </p:pic>
          </mc:Fallback>
        </mc:AlternateContent>
      </p:grpSp>
      <p:grpSp>
        <p:nvGrpSpPr>
          <p:cNvPr id="43" name="Group 42">
            <a:extLst>
              <a:ext uri="{FF2B5EF4-FFF2-40B4-BE49-F238E27FC236}">
                <a16:creationId xmlns:a16="http://schemas.microsoft.com/office/drawing/2014/main" id="{B073FEF3-5C34-0D7E-5ADC-875CDB802288}"/>
              </a:ext>
            </a:extLst>
          </p:cNvPr>
          <p:cNvGrpSpPr/>
          <p:nvPr/>
        </p:nvGrpSpPr>
        <p:grpSpPr>
          <a:xfrm>
            <a:off x="8836703" y="5323384"/>
            <a:ext cx="2888640" cy="585360"/>
            <a:chOff x="8836703" y="5323384"/>
            <a:chExt cx="2888640" cy="585360"/>
          </a:xfrm>
        </p:grpSpPr>
        <mc:AlternateContent xmlns:mc="http://schemas.openxmlformats.org/markup-compatibility/2006" xmlns:p14="http://schemas.microsoft.com/office/powerpoint/2010/main">
          <mc:Choice Requires="p14">
            <p:contentPart p14:bwMode="auto" r:id="rId26">
              <p14:nvContentPartPr>
                <p14:cNvPr id="20" name="Ink 19">
                  <a:extLst>
                    <a:ext uri="{FF2B5EF4-FFF2-40B4-BE49-F238E27FC236}">
                      <a16:creationId xmlns:a16="http://schemas.microsoft.com/office/drawing/2014/main" id="{8DBB9F4E-D1C5-40F6-2A3D-1752E594E704}"/>
                    </a:ext>
                  </a:extLst>
                </p14:cNvPr>
                <p14:cNvContentPartPr/>
                <p14:nvPr/>
              </p14:nvContentPartPr>
              <p14:xfrm>
                <a:off x="11632823" y="5363704"/>
                <a:ext cx="92520" cy="281880"/>
              </p14:xfrm>
            </p:contentPart>
          </mc:Choice>
          <mc:Fallback xmlns="">
            <p:pic>
              <p:nvPicPr>
                <p:cNvPr id="20" name="Ink 19">
                  <a:extLst>
                    <a:ext uri="{FF2B5EF4-FFF2-40B4-BE49-F238E27FC236}">
                      <a16:creationId xmlns:a16="http://schemas.microsoft.com/office/drawing/2014/main" id="{8DBB9F4E-D1C5-40F6-2A3D-1752E594E704}"/>
                    </a:ext>
                  </a:extLst>
                </p:cNvPr>
                <p:cNvPicPr/>
                <p:nvPr/>
              </p:nvPicPr>
              <p:blipFill>
                <a:blip r:embed="rId27"/>
                <a:stretch>
                  <a:fillRect/>
                </a:stretch>
              </p:blipFill>
              <p:spPr>
                <a:xfrm>
                  <a:off x="11626703" y="5357584"/>
                  <a:ext cx="10476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Ink 20">
                  <a:extLst>
                    <a:ext uri="{FF2B5EF4-FFF2-40B4-BE49-F238E27FC236}">
                      <a16:creationId xmlns:a16="http://schemas.microsoft.com/office/drawing/2014/main" id="{435CF2A1-A509-03E5-BF5D-26524E1369E8}"/>
                    </a:ext>
                  </a:extLst>
                </p14:cNvPr>
                <p14:cNvContentPartPr/>
                <p14:nvPr/>
              </p14:nvContentPartPr>
              <p14:xfrm>
                <a:off x="11187863" y="5357944"/>
                <a:ext cx="410040" cy="374760"/>
              </p14:xfrm>
            </p:contentPart>
          </mc:Choice>
          <mc:Fallback xmlns="">
            <p:pic>
              <p:nvPicPr>
                <p:cNvPr id="21" name="Ink 20">
                  <a:extLst>
                    <a:ext uri="{FF2B5EF4-FFF2-40B4-BE49-F238E27FC236}">
                      <a16:creationId xmlns:a16="http://schemas.microsoft.com/office/drawing/2014/main" id="{435CF2A1-A509-03E5-BF5D-26524E1369E8}"/>
                    </a:ext>
                  </a:extLst>
                </p:cNvPr>
                <p:cNvPicPr/>
                <p:nvPr/>
              </p:nvPicPr>
              <p:blipFill>
                <a:blip r:embed="rId29"/>
                <a:stretch>
                  <a:fillRect/>
                </a:stretch>
              </p:blipFill>
              <p:spPr>
                <a:xfrm>
                  <a:off x="11181743" y="5351824"/>
                  <a:ext cx="422280" cy="387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E6A18B8C-9A26-00D9-FCB5-373E75DB4645}"/>
                    </a:ext>
                  </a:extLst>
                </p14:cNvPr>
                <p14:cNvContentPartPr/>
                <p14:nvPr/>
              </p14:nvContentPartPr>
              <p14:xfrm>
                <a:off x="11394143" y="5407264"/>
                <a:ext cx="137160" cy="13680"/>
              </p14:xfrm>
            </p:contentPart>
          </mc:Choice>
          <mc:Fallback xmlns="">
            <p:pic>
              <p:nvPicPr>
                <p:cNvPr id="22" name="Ink 21">
                  <a:extLst>
                    <a:ext uri="{FF2B5EF4-FFF2-40B4-BE49-F238E27FC236}">
                      <a16:creationId xmlns:a16="http://schemas.microsoft.com/office/drawing/2014/main" id="{E6A18B8C-9A26-00D9-FCB5-373E75DB4645}"/>
                    </a:ext>
                  </a:extLst>
                </p:cNvPr>
                <p:cNvPicPr/>
                <p:nvPr/>
              </p:nvPicPr>
              <p:blipFill>
                <a:blip r:embed="rId31"/>
                <a:stretch>
                  <a:fillRect/>
                </a:stretch>
              </p:blipFill>
              <p:spPr>
                <a:xfrm>
                  <a:off x="11388023" y="5401144"/>
                  <a:ext cx="1494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Ink 22">
                  <a:extLst>
                    <a:ext uri="{FF2B5EF4-FFF2-40B4-BE49-F238E27FC236}">
                      <a16:creationId xmlns:a16="http://schemas.microsoft.com/office/drawing/2014/main" id="{351968F9-C722-1A4F-DED9-E0A16712927E}"/>
                    </a:ext>
                  </a:extLst>
                </p14:cNvPr>
                <p14:cNvContentPartPr/>
                <p14:nvPr/>
              </p14:nvContentPartPr>
              <p14:xfrm>
                <a:off x="10733903" y="5449024"/>
                <a:ext cx="512640" cy="196920"/>
              </p14:xfrm>
            </p:contentPart>
          </mc:Choice>
          <mc:Fallback xmlns="">
            <p:pic>
              <p:nvPicPr>
                <p:cNvPr id="23" name="Ink 22">
                  <a:extLst>
                    <a:ext uri="{FF2B5EF4-FFF2-40B4-BE49-F238E27FC236}">
                      <a16:creationId xmlns:a16="http://schemas.microsoft.com/office/drawing/2014/main" id="{351968F9-C722-1A4F-DED9-E0A16712927E}"/>
                    </a:ext>
                  </a:extLst>
                </p:cNvPr>
                <p:cNvPicPr/>
                <p:nvPr/>
              </p:nvPicPr>
              <p:blipFill>
                <a:blip r:embed="rId33"/>
                <a:stretch>
                  <a:fillRect/>
                </a:stretch>
              </p:blipFill>
              <p:spPr>
                <a:xfrm>
                  <a:off x="10727783" y="5442904"/>
                  <a:ext cx="52488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Ink 23">
                  <a:extLst>
                    <a:ext uri="{FF2B5EF4-FFF2-40B4-BE49-F238E27FC236}">
                      <a16:creationId xmlns:a16="http://schemas.microsoft.com/office/drawing/2014/main" id="{17594318-97EE-5EA9-5F65-5F94D813ECAF}"/>
                    </a:ext>
                  </a:extLst>
                </p14:cNvPr>
                <p14:cNvContentPartPr/>
                <p14:nvPr/>
              </p14:nvContentPartPr>
              <p14:xfrm>
                <a:off x="10823183" y="5787424"/>
                <a:ext cx="11160" cy="5400"/>
              </p14:xfrm>
            </p:contentPart>
          </mc:Choice>
          <mc:Fallback xmlns="">
            <p:pic>
              <p:nvPicPr>
                <p:cNvPr id="24" name="Ink 23">
                  <a:extLst>
                    <a:ext uri="{FF2B5EF4-FFF2-40B4-BE49-F238E27FC236}">
                      <a16:creationId xmlns:a16="http://schemas.microsoft.com/office/drawing/2014/main" id="{17594318-97EE-5EA9-5F65-5F94D813ECAF}"/>
                    </a:ext>
                  </a:extLst>
                </p:cNvPr>
                <p:cNvPicPr/>
                <p:nvPr/>
              </p:nvPicPr>
              <p:blipFill>
                <a:blip r:embed="rId35"/>
                <a:stretch>
                  <a:fillRect/>
                </a:stretch>
              </p:blipFill>
              <p:spPr>
                <a:xfrm>
                  <a:off x="10817063" y="5781304"/>
                  <a:ext cx="2340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A1620CDD-AE2A-2A85-173B-708D48D5415B}"/>
                    </a:ext>
                  </a:extLst>
                </p14:cNvPr>
                <p14:cNvContentPartPr/>
                <p14:nvPr/>
              </p14:nvContentPartPr>
              <p14:xfrm>
                <a:off x="10952063" y="5807224"/>
                <a:ext cx="108000" cy="31680"/>
              </p14:xfrm>
            </p:contentPart>
          </mc:Choice>
          <mc:Fallback xmlns="">
            <p:pic>
              <p:nvPicPr>
                <p:cNvPr id="25" name="Ink 24">
                  <a:extLst>
                    <a:ext uri="{FF2B5EF4-FFF2-40B4-BE49-F238E27FC236}">
                      <a16:creationId xmlns:a16="http://schemas.microsoft.com/office/drawing/2014/main" id="{A1620CDD-AE2A-2A85-173B-708D48D5415B}"/>
                    </a:ext>
                  </a:extLst>
                </p:cNvPr>
                <p:cNvPicPr/>
                <p:nvPr/>
              </p:nvPicPr>
              <p:blipFill>
                <a:blip r:embed="rId37"/>
                <a:stretch>
                  <a:fillRect/>
                </a:stretch>
              </p:blipFill>
              <p:spPr>
                <a:xfrm>
                  <a:off x="10945943" y="5801104"/>
                  <a:ext cx="12024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4C0B72AB-FA66-0C85-67FE-97FF1F7F06DE}"/>
                    </a:ext>
                  </a:extLst>
                </p14:cNvPr>
                <p14:cNvContentPartPr/>
                <p14:nvPr/>
              </p14:nvContentPartPr>
              <p14:xfrm>
                <a:off x="11262383" y="5323384"/>
                <a:ext cx="141840" cy="19440"/>
              </p14:xfrm>
            </p:contentPart>
          </mc:Choice>
          <mc:Fallback xmlns="">
            <p:pic>
              <p:nvPicPr>
                <p:cNvPr id="26" name="Ink 25">
                  <a:extLst>
                    <a:ext uri="{FF2B5EF4-FFF2-40B4-BE49-F238E27FC236}">
                      <a16:creationId xmlns:a16="http://schemas.microsoft.com/office/drawing/2014/main" id="{4C0B72AB-FA66-0C85-67FE-97FF1F7F06DE}"/>
                    </a:ext>
                  </a:extLst>
                </p:cNvPr>
                <p:cNvPicPr/>
                <p:nvPr/>
              </p:nvPicPr>
              <p:blipFill>
                <a:blip r:embed="rId39"/>
                <a:stretch>
                  <a:fillRect/>
                </a:stretch>
              </p:blipFill>
              <p:spPr>
                <a:xfrm>
                  <a:off x="11256263" y="5317264"/>
                  <a:ext cx="15408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Ink 26">
                  <a:extLst>
                    <a:ext uri="{FF2B5EF4-FFF2-40B4-BE49-F238E27FC236}">
                      <a16:creationId xmlns:a16="http://schemas.microsoft.com/office/drawing/2014/main" id="{71163001-3B6D-8944-F5BB-AE50B4F75983}"/>
                    </a:ext>
                  </a:extLst>
                </p14:cNvPr>
                <p14:cNvContentPartPr/>
                <p14:nvPr/>
              </p14:nvContentPartPr>
              <p14:xfrm>
                <a:off x="10376783" y="5463064"/>
                <a:ext cx="179280" cy="194760"/>
              </p14:xfrm>
            </p:contentPart>
          </mc:Choice>
          <mc:Fallback xmlns="">
            <p:pic>
              <p:nvPicPr>
                <p:cNvPr id="27" name="Ink 26">
                  <a:extLst>
                    <a:ext uri="{FF2B5EF4-FFF2-40B4-BE49-F238E27FC236}">
                      <a16:creationId xmlns:a16="http://schemas.microsoft.com/office/drawing/2014/main" id="{71163001-3B6D-8944-F5BB-AE50B4F75983}"/>
                    </a:ext>
                  </a:extLst>
                </p:cNvPr>
                <p:cNvPicPr/>
                <p:nvPr/>
              </p:nvPicPr>
              <p:blipFill>
                <a:blip r:embed="rId41"/>
                <a:stretch>
                  <a:fillRect/>
                </a:stretch>
              </p:blipFill>
              <p:spPr>
                <a:xfrm>
                  <a:off x="10370663" y="5456944"/>
                  <a:ext cx="19152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0A48DAAC-C357-9898-82CE-44EBB03C3BEB}"/>
                    </a:ext>
                  </a:extLst>
                </p14:cNvPr>
                <p14:cNvContentPartPr/>
                <p14:nvPr/>
              </p14:nvContentPartPr>
              <p14:xfrm>
                <a:off x="10606823" y="5338144"/>
                <a:ext cx="7560" cy="17640"/>
              </p14:xfrm>
            </p:contentPart>
          </mc:Choice>
          <mc:Fallback xmlns="">
            <p:pic>
              <p:nvPicPr>
                <p:cNvPr id="28" name="Ink 27">
                  <a:extLst>
                    <a:ext uri="{FF2B5EF4-FFF2-40B4-BE49-F238E27FC236}">
                      <a16:creationId xmlns:a16="http://schemas.microsoft.com/office/drawing/2014/main" id="{0A48DAAC-C357-9898-82CE-44EBB03C3BEB}"/>
                    </a:ext>
                  </a:extLst>
                </p:cNvPr>
                <p:cNvPicPr/>
                <p:nvPr/>
              </p:nvPicPr>
              <p:blipFill>
                <a:blip r:embed="rId43"/>
                <a:stretch>
                  <a:fillRect/>
                </a:stretch>
              </p:blipFill>
              <p:spPr>
                <a:xfrm>
                  <a:off x="10600703" y="5332024"/>
                  <a:ext cx="198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32272413-493F-1E76-F393-0FEB7D598D9F}"/>
                    </a:ext>
                  </a:extLst>
                </p14:cNvPr>
                <p14:cNvContentPartPr/>
                <p14:nvPr/>
              </p14:nvContentPartPr>
              <p14:xfrm>
                <a:off x="10311623" y="5784544"/>
                <a:ext cx="127440" cy="6840"/>
              </p14:xfrm>
            </p:contentPart>
          </mc:Choice>
          <mc:Fallback xmlns="">
            <p:pic>
              <p:nvPicPr>
                <p:cNvPr id="29" name="Ink 28">
                  <a:extLst>
                    <a:ext uri="{FF2B5EF4-FFF2-40B4-BE49-F238E27FC236}">
                      <a16:creationId xmlns:a16="http://schemas.microsoft.com/office/drawing/2014/main" id="{32272413-493F-1E76-F393-0FEB7D598D9F}"/>
                    </a:ext>
                  </a:extLst>
                </p:cNvPr>
                <p:cNvPicPr/>
                <p:nvPr/>
              </p:nvPicPr>
              <p:blipFill>
                <a:blip r:embed="rId45"/>
                <a:stretch>
                  <a:fillRect/>
                </a:stretch>
              </p:blipFill>
              <p:spPr>
                <a:xfrm>
                  <a:off x="10305503" y="5778424"/>
                  <a:ext cx="1396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204A769B-0633-7B5B-C033-B9087F723BDF}"/>
                    </a:ext>
                  </a:extLst>
                </p14:cNvPr>
                <p14:cNvContentPartPr/>
                <p14:nvPr/>
              </p14:nvContentPartPr>
              <p14:xfrm>
                <a:off x="10244303" y="5396104"/>
                <a:ext cx="46080" cy="338040"/>
              </p14:xfrm>
            </p:contentPart>
          </mc:Choice>
          <mc:Fallback xmlns="">
            <p:pic>
              <p:nvPicPr>
                <p:cNvPr id="30" name="Ink 29">
                  <a:extLst>
                    <a:ext uri="{FF2B5EF4-FFF2-40B4-BE49-F238E27FC236}">
                      <a16:creationId xmlns:a16="http://schemas.microsoft.com/office/drawing/2014/main" id="{204A769B-0633-7B5B-C033-B9087F723BDF}"/>
                    </a:ext>
                  </a:extLst>
                </p:cNvPr>
                <p:cNvPicPr/>
                <p:nvPr/>
              </p:nvPicPr>
              <p:blipFill>
                <a:blip r:embed="rId47"/>
                <a:stretch>
                  <a:fillRect/>
                </a:stretch>
              </p:blipFill>
              <p:spPr>
                <a:xfrm>
                  <a:off x="10238183" y="5389984"/>
                  <a:ext cx="5832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B0939F99-CE75-3A23-6F8E-E40635589B51}"/>
                    </a:ext>
                  </a:extLst>
                </p14:cNvPr>
                <p14:cNvContentPartPr/>
                <p14:nvPr/>
              </p14:nvContentPartPr>
              <p14:xfrm>
                <a:off x="9935783" y="5396824"/>
                <a:ext cx="293040" cy="355680"/>
              </p14:xfrm>
            </p:contentPart>
          </mc:Choice>
          <mc:Fallback xmlns="">
            <p:pic>
              <p:nvPicPr>
                <p:cNvPr id="31" name="Ink 30">
                  <a:extLst>
                    <a:ext uri="{FF2B5EF4-FFF2-40B4-BE49-F238E27FC236}">
                      <a16:creationId xmlns:a16="http://schemas.microsoft.com/office/drawing/2014/main" id="{B0939F99-CE75-3A23-6F8E-E40635589B51}"/>
                    </a:ext>
                  </a:extLst>
                </p:cNvPr>
                <p:cNvPicPr/>
                <p:nvPr/>
              </p:nvPicPr>
              <p:blipFill>
                <a:blip r:embed="rId49"/>
                <a:stretch>
                  <a:fillRect/>
                </a:stretch>
              </p:blipFill>
              <p:spPr>
                <a:xfrm>
                  <a:off x="9929663" y="5390704"/>
                  <a:ext cx="30528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DF97C9B4-A7C4-4549-91CF-4E2BE72698A2}"/>
                    </a:ext>
                  </a:extLst>
                </p14:cNvPr>
                <p14:cNvContentPartPr/>
                <p14:nvPr/>
              </p14:nvContentPartPr>
              <p14:xfrm>
                <a:off x="9769463" y="5404024"/>
                <a:ext cx="84960" cy="294840"/>
              </p14:xfrm>
            </p:contentPart>
          </mc:Choice>
          <mc:Fallback xmlns="">
            <p:pic>
              <p:nvPicPr>
                <p:cNvPr id="32" name="Ink 31">
                  <a:extLst>
                    <a:ext uri="{FF2B5EF4-FFF2-40B4-BE49-F238E27FC236}">
                      <a16:creationId xmlns:a16="http://schemas.microsoft.com/office/drawing/2014/main" id="{DF97C9B4-A7C4-4549-91CF-4E2BE72698A2}"/>
                    </a:ext>
                  </a:extLst>
                </p:cNvPr>
                <p:cNvPicPr/>
                <p:nvPr/>
              </p:nvPicPr>
              <p:blipFill>
                <a:blip r:embed="rId51"/>
                <a:stretch>
                  <a:fillRect/>
                </a:stretch>
              </p:blipFill>
              <p:spPr>
                <a:xfrm>
                  <a:off x="9763343" y="5397904"/>
                  <a:ext cx="9720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F43C01BD-DB2C-7D02-8726-8CC98B966D3E}"/>
                    </a:ext>
                  </a:extLst>
                </p14:cNvPr>
                <p14:cNvContentPartPr/>
                <p14:nvPr/>
              </p14:nvContentPartPr>
              <p14:xfrm>
                <a:off x="9801503" y="5361184"/>
                <a:ext cx="215640" cy="207720"/>
              </p14:xfrm>
            </p:contentPart>
          </mc:Choice>
          <mc:Fallback xmlns="">
            <p:pic>
              <p:nvPicPr>
                <p:cNvPr id="33" name="Ink 32">
                  <a:extLst>
                    <a:ext uri="{FF2B5EF4-FFF2-40B4-BE49-F238E27FC236}">
                      <a16:creationId xmlns:a16="http://schemas.microsoft.com/office/drawing/2014/main" id="{F43C01BD-DB2C-7D02-8726-8CC98B966D3E}"/>
                    </a:ext>
                  </a:extLst>
                </p:cNvPr>
                <p:cNvPicPr/>
                <p:nvPr/>
              </p:nvPicPr>
              <p:blipFill>
                <a:blip r:embed="rId53"/>
                <a:stretch>
                  <a:fillRect/>
                </a:stretch>
              </p:blipFill>
              <p:spPr>
                <a:xfrm>
                  <a:off x="9795383" y="5355064"/>
                  <a:ext cx="22788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237A74B0-8BD2-827C-7FD0-0C84E185FEAE}"/>
                    </a:ext>
                  </a:extLst>
                </p14:cNvPr>
                <p14:cNvContentPartPr/>
                <p14:nvPr/>
              </p14:nvContentPartPr>
              <p14:xfrm>
                <a:off x="9600263" y="5575024"/>
                <a:ext cx="93600" cy="110160"/>
              </p14:xfrm>
            </p:contentPart>
          </mc:Choice>
          <mc:Fallback xmlns="">
            <p:pic>
              <p:nvPicPr>
                <p:cNvPr id="34" name="Ink 33">
                  <a:extLst>
                    <a:ext uri="{FF2B5EF4-FFF2-40B4-BE49-F238E27FC236}">
                      <a16:creationId xmlns:a16="http://schemas.microsoft.com/office/drawing/2014/main" id="{237A74B0-8BD2-827C-7FD0-0C84E185FEAE}"/>
                    </a:ext>
                  </a:extLst>
                </p:cNvPr>
                <p:cNvPicPr/>
                <p:nvPr/>
              </p:nvPicPr>
              <p:blipFill>
                <a:blip r:embed="rId55"/>
                <a:stretch>
                  <a:fillRect/>
                </a:stretch>
              </p:blipFill>
              <p:spPr>
                <a:xfrm>
                  <a:off x="9594143" y="5568904"/>
                  <a:ext cx="10584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CFDF43AC-6F21-02A8-D5A7-9C162B15084B}"/>
                    </a:ext>
                  </a:extLst>
                </p14:cNvPr>
                <p14:cNvContentPartPr/>
                <p14:nvPr/>
              </p14:nvContentPartPr>
              <p14:xfrm>
                <a:off x="9675503" y="5452264"/>
                <a:ext cx="114840" cy="34920"/>
              </p14:xfrm>
            </p:contentPart>
          </mc:Choice>
          <mc:Fallback xmlns="">
            <p:pic>
              <p:nvPicPr>
                <p:cNvPr id="35" name="Ink 34">
                  <a:extLst>
                    <a:ext uri="{FF2B5EF4-FFF2-40B4-BE49-F238E27FC236}">
                      <a16:creationId xmlns:a16="http://schemas.microsoft.com/office/drawing/2014/main" id="{CFDF43AC-6F21-02A8-D5A7-9C162B15084B}"/>
                    </a:ext>
                  </a:extLst>
                </p:cNvPr>
                <p:cNvPicPr/>
                <p:nvPr/>
              </p:nvPicPr>
              <p:blipFill>
                <a:blip r:embed="rId57"/>
                <a:stretch>
                  <a:fillRect/>
                </a:stretch>
              </p:blipFill>
              <p:spPr>
                <a:xfrm>
                  <a:off x="9669383" y="5446144"/>
                  <a:ext cx="12708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69AE7795-0379-CC40-30E0-7B473F03B069}"/>
                    </a:ext>
                  </a:extLst>
                </p14:cNvPr>
                <p14:cNvContentPartPr/>
                <p14:nvPr/>
              </p14:nvContentPartPr>
              <p14:xfrm>
                <a:off x="9075743" y="5522104"/>
                <a:ext cx="360360" cy="305640"/>
              </p14:xfrm>
            </p:contentPart>
          </mc:Choice>
          <mc:Fallback xmlns="">
            <p:pic>
              <p:nvPicPr>
                <p:cNvPr id="36" name="Ink 35">
                  <a:extLst>
                    <a:ext uri="{FF2B5EF4-FFF2-40B4-BE49-F238E27FC236}">
                      <a16:creationId xmlns:a16="http://schemas.microsoft.com/office/drawing/2014/main" id="{69AE7795-0379-CC40-30E0-7B473F03B069}"/>
                    </a:ext>
                  </a:extLst>
                </p:cNvPr>
                <p:cNvPicPr/>
                <p:nvPr/>
              </p:nvPicPr>
              <p:blipFill>
                <a:blip r:embed="rId59"/>
                <a:stretch>
                  <a:fillRect/>
                </a:stretch>
              </p:blipFill>
              <p:spPr>
                <a:xfrm>
                  <a:off x="9069623" y="5515984"/>
                  <a:ext cx="37260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36465652-81A9-6E2D-2E01-DABFD5F58962}"/>
                    </a:ext>
                  </a:extLst>
                </p14:cNvPr>
                <p14:cNvContentPartPr/>
                <p14:nvPr/>
              </p14:nvContentPartPr>
              <p14:xfrm>
                <a:off x="9304703" y="5471344"/>
                <a:ext cx="16920" cy="14400"/>
              </p14:xfrm>
            </p:contentPart>
          </mc:Choice>
          <mc:Fallback xmlns="">
            <p:pic>
              <p:nvPicPr>
                <p:cNvPr id="37" name="Ink 36">
                  <a:extLst>
                    <a:ext uri="{FF2B5EF4-FFF2-40B4-BE49-F238E27FC236}">
                      <a16:creationId xmlns:a16="http://schemas.microsoft.com/office/drawing/2014/main" id="{36465652-81A9-6E2D-2E01-DABFD5F58962}"/>
                    </a:ext>
                  </a:extLst>
                </p:cNvPr>
                <p:cNvPicPr/>
                <p:nvPr/>
              </p:nvPicPr>
              <p:blipFill>
                <a:blip r:embed="rId61"/>
                <a:stretch>
                  <a:fillRect/>
                </a:stretch>
              </p:blipFill>
              <p:spPr>
                <a:xfrm>
                  <a:off x="9298583" y="5465224"/>
                  <a:ext cx="291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AB6DC3C4-C5CA-0159-20CC-CB7B60CEE2A9}"/>
                    </a:ext>
                  </a:extLst>
                </p14:cNvPr>
                <p14:cNvContentPartPr/>
                <p14:nvPr/>
              </p14:nvContentPartPr>
              <p14:xfrm>
                <a:off x="9243143" y="5877784"/>
                <a:ext cx="136080" cy="30960"/>
              </p14:xfrm>
            </p:contentPart>
          </mc:Choice>
          <mc:Fallback xmlns="">
            <p:pic>
              <p:nvPicPr>
                <p:cNvPr id="38" name="Ink 37">
                  <a:extLst>
                    <a:ext uri="{FF2B5EF4-FFF2-40B4-BE49-F238E27FC236}">
                      <a16:creationId xmlns:a16="http://schemas.microsoft.com/office/drawing/2014/main" id="{AB6DC3C4-C5CA-0159-20CC-CB7B60CEE2A9}"/>
                    </a:ext>
                  </a:extLst>
                </p:cNvPr>
                <p:cNvPicPr/>
                <p:nvPr/>
              </p:nvPicPr>
              <p:blipFill>
                <a:blip r:embed="rId63"/>
                <a:stretch>
                  <a:fillRect/>
                </a:stretch>
              </p:blipFill>
              <p:spPr>
                <a:xfrm>
                  <a:off x="9237023" y="5871664"/>
                  <a:ext cx="14832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350A883D-E59C-8391-0863-ABF4A27AE6BD}"/>
                    </a:ext>
                  </a:extLst>
                </p14:cNvPr>
                <p14:cNvContentPartPr/>
                <p14:nvPr/>
              </p14:nvContentPartPr>
              <p14:xfrm>
                <a:off x="8836703" y="5460904"/>
                <a:ext cx="363960" cy="322200"/>
              </p14:xfrm>
            </p:contentPart>
          </mc:Choice>
          <mc:Fallback xmlns="">
            <p:pic>
              <p:nvPicPr>
                <p:cNvPr id="39" name="Ink 38">
                  <a:extLst>
                    <a:ext uri="{FF2B5EF4-FFF2-40B4-BE49-F238E27FC236}">
                      <a16:creationId xmlns:a16="http://schemas.microsoft.com/office/drawing/2014/main" id="{350A883D-E59C-8391-0863-ABF4A27AE6BD}"/>
                    </a:ext>
                  </a:extLst>
                </p:cNvPr>
                <p:cNvPicPr/>
                <p:nvPr/>
              </p:nvPicPr>
              <p:blipFill>
                <a:blip r:embed="rId65"/>
                <a:stretch>
                  <a:fillRect/>
                </a:stretch>
              </p:blipFill>
              <p:spPr>
                <a:xfrm>
                  <a:off x="8830583" y="5454784"/>
                  <a:ext cx="37620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ADD8DDAF-A144-260E-FE85-6FFD953984FB}"/>
                    </a:ext>
                  </a:extLst>
                </p14:cNvPr>
                <p14:cNvContentPartPr/>
                <p14:nvPr/>
              </p14:nvContentPartPr>
              <p14:xfrm>
                <a:off x="9077183" y="5413744"/>
                <a:ext cx="7560" cy="11160"/>
              </p14:xfrm>
            </p:contentPart>
          </mc:Choice>
          <mc:Fallback xmlns="">
            <p:pic>
              <p:nvPicPr>
                <p:cNvPr id="40" name="Ink 39">
                  <a:extLst>
                    <a:ext uri="{FF2B5EF4-FFF2-40B4-BE49-F238E27FC236}">
                      <a16:creationId xmlns:a16="http://schemas.microsoft.com/office/drawing/2014/main" id="{ADD8DDAF-A144-260E-FE85-6FFD953984FB}"/>
                    </a:ext>
                  </a:extLst>
                </p:cNvPr>
                <p:cNvPicPr/>
                <p:nvPr/>
              </p:nvPicPr>
              <p:blipFill>
                <a:blip r:embed="rId67"/>
                <a:stretch>
                  <a:fillRect/>
                </a:stretch>
              </p:blipFill>
              <p:spPr>
                <a:xfrm>
                  <a:off x="9071063" y="5407624"/>
                  <a:ext cx="1980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0F3F10FC-FDCF-4534-6D50-2A9D413CD2AF}"/>
                    </a:ext>
                  </a:extLst>
                </p14:cNvPr>
                <p14:cNvContentPartPr/>
                <p14:nvPr/>
              </p14:nvContentPartPr>
              <p14:xfrm>
                <a:off x="9058823" y="5385664"/>
                <a:ext cx="24840" cy="33480"/>
              </p14:xfrm>
            </p:contentPart>
          </mc:Choice>
          <mc:Fallback xmlns="">
            <p:pic>
              <p:nvPicPr>
                <p:cNvPr id="42" name="Ink 41">
                  <a:extLst>
                    <a:ext uri="{FF2B5EF4-FFF2-40B4-BE49-F238E27FC236}">
                      <a16:creationId xmlns:a16="http://schemas.microsoft.com/office/drawing/2014/main" id="{0F3F10FC-FDCF-4534-6D50-2A9D413CD2AF}"/>
                    </a:ext>
                  </a:extLst>
                </p:cNvPr>
                <p:cNvPicPr/>
                <p:nvPr/>
              </p:nvPicPr>
              <p:blipFill>
                <a:blip r:embed="rId69"/>
                <a:stretch>
                  <a:fillRect/>
                </a:stretch>
              </p:blipFill>
              <p:spPr>
                <a:xfrm>
                  <a:off x="9052703" y="5379544"/>
                  <a:ext cx="37080" cy="45720"/>
                </a:xfrm>
                <a:prstGeom prst="rect">
                  <a:avLst/>
                </a:prstGeom>
              </p:spPr>
            </p:pic>
          </mc:Fallback>
        </mc:AlternateContent>
      </p:grpSp>
      <p:grpSp>
        <p:nvGrpSpPr>
          <p:cNvPr id="47" name="Group 46">
            <a:extLst>
              <a:ext uri="{FF2B5EF4-FFF2-40B4-BE49-F238E27FC236}">
                <a16:creationId xmlns:a16="http://schemas.microsoft.com/office/drawing/2014/main" id="{E99958AA-4C49-AE74-CD23-BE4609D225F7}"/>
              </a:ext>
            </a:extLst>
          </p:cNvPr>
          <p:cNvGrpSpPr/>
          <p:nvPr/>
        </p:nvGrpSpPr>
        <p:grpSpPr>
          <a:xfrm>
            <a:off x="8095823" y="5479264"/>
            <a:ext cx="587880" cy="338400"/>
            <a:chOff x="8095823" y="5479264"/>
            <a:chExt cx="587880" cy="338400"/>
          </a:xfrm>
        </p:grpSpPr>
        <mc:AlternateContent xmlns:mc="http://schemas.openxmlformats.org/markup-compatibility/2006" xmlns:p14="http://schemas.microsoft.com/office/powerpoint/2010/main">
          <mc:Choice Requires="p14">
            <p:contentPart p14:bwMode="auto" r:id="rId70">
              <p14:nvContentPartPr>
                <p14:cNvPr id="44" name="Ink 43">
                  <a:extLst>
                    <a:ext uri="{FF2B5EF4-FFF2-40B4-BE49-F238E27FC236}">
                      <a16:creationId xmlns:a16="http://schemas.microsoft.com/office/drawing/2014/main" id="{A5DF86F0-A078-ECAF-2410-F5D02209DA54}"/>
                    </a:ext>
                  </a:extLst>
                </p14:cNvPr>
                <p14:cNvContentPartPr/>
                <p14:nvPr/>
              </p14:nvContentPartPr>
              <p14:xfrm>
                <a:off x="8095823" y="5550904"/>
                <a:ext cx="587880" cy="266760"/>
              </p14:xfrm>
            </p:contentPart>
          </mc:Choice>
          <mc:Fallback xmlns="">
            <p:pic>
              <p:nvPicPr>
                <p:cNvPr id="44" name="Ink 43">
                  <a:extLst>
                    <a:ext uri="{FF2B5EF4-FFF2-40B4-BE49-F238E27FC236}">
                      <a16:creationId xmlns:a16="http://schemas.microsoft.com/office/drawing/2014/main" id="{A5DF86F0-A078-ECAF-2410-F5D02209DA54}"/>
                    </a:ext>
                  </a:extLst>
                </p:cNvPr>
                <p:cNvPicPr/>
                <p:nvPr/>
              </p:nvPicPr>
              <p:blipFill>
                <a:blip r:embed="rId71"/>
                <a:stretch>
                  <a:fillRect/>
                </a:stretch>
              </p:blipFill>
              <p:spPr>
                <a:xfrm>
                  <a:off x="8089703" y="5544784"/>
                  <a:ext cx="60012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5" name="Ink 44">
                  <a:extLst>
                    <a:ext uri="{FF2B5EF4-FFF2-40B4-BE49-F238E27FC236}">
                      <a16:creationId xmlns:a16="http://schemas.microsoft.com/office/drawing/2014/main" id="{FCFAC76B-0487-A280-D873-6CBA9B42C440}"/>
                    </a:ext>
                  </a:extLst>
                </p14:cNvPr>
                <p14:cNvContentPartPr/>
                <p14:nvPr/>
              </p14:nvContentPartPr>
              <p14:xfrm>
                <a:off x="8495783" y="5571784"/>
                <a:ext cx="25560" cy="4680"/>
              </p14:xfrm>
            </p:contentPart>
          </mc:Choice>
          <mc:Fallback xmlns="">
            <p:pic>
              <p:nvPicPr>
                <p:cNvPr id="45" name="Ink 44">
                  <a:extLst>
                    <a:ext uri="{FF2B5EF4-FFF2-40B4-BE49-F238E27FC236}">
                      <a16:creationId xmlns:a16="http://schemas.microsoft.com/office/drawing/2014/main" id="{FCFAC76B-0487-A280-D873-6CBA9B42C440}"/>
                    </a:ext>
                  </a:extLst>
                </p:cNvPr>
                <p:cNvPicPr/>
                <p:nvPr/>
              </p:nvPicPr>
              <p:blipFill>
                <a:blip r:embed="rId73"/>
                <a:stretch>
                  <a:fillRect/>
                </a:stretch>
              </p:blipFill>
              <p:spPr>
                <a:xfrm>
                  <a:off x="8489663" y="5565664"/>
                  <a:ext cx="378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6" name="Ink 45">
                  <a:extLst>
                    <a:ext uri="{FF2B5EF4-FFF2-40B4-BE49-F238E27FC236}">
                      <a16:creationId xmlns:a16="http://schemas.microsoft.com/office/drawing/2014/main" id="{FA348745-39AF-1CA4-53A1-B4D45B1FAEAE}"/>
                    </a:ext>
                  </a:extLst>
                </p14:cNvPr>
                <p14:cNvContentPartPr/>
                <p14:nvPr/>
              </p14:nvContentPartPr>
              <p14:xfrm>
                <a:off x="8645543" y="5479264"/>
                <a:ext cx="3240" cy="10440"/>
              </p14:xfrm>
            </p:contentPart>
          </mc:Choice>
          <mc:Fallback xmlns="">
            <p:pic>
              <p:nvPicPr>
                <p:cNvPr id="46" name="Ink 45">
                  <a:extLst>
                    <a:ext uri="{FF2B5EF4-FFF2-40B4-BE49-F238E27FC236}">
                      <a16:creationId xmlns:a16="http://schemas.microsoft.com/office/drawing/2014/main" id="{FA348745-39AF-1CA4-53A1-B4D45B1FAEAE}"/>
                    </a:ext>
                  </a:extLst>
                </p:cNvPr>
                <p:cNvPicPr/>
                <p:nvPr/>
              </p:nvPicPr>
              <p:blipFill>
                <a:blip r:embed="rId75"/>
                <a:stretch>
                  <a:fillRect/>
                </a:stretch>
              </p:blipFill>
              <p:spPr>
                <a:xfrm>
                  <a:off x="8639423" y="5473144"/>
                  <a:ext cx="15480" cy="22680"/>
                </a:xfrm>
                <a:prstGeom prst="rect">
                  <a:avLst/>
                </a:prstGeom>
              </p:spPr>
            </p:pic>
          </mc:Fallback>
        </mc:AlternateContent>
      </p:grpSp>
      <p:grpSp>
        <p:nvGrpSpPr>
          <p:cNvPr id="57" name="Group 56">
            <a:extLst>
              <a:ext uri="{FF2B5EF4-FFF2-40B4-BE49-F238E27FC236}">
                <a16:creationId xmlns:a16="http://schemas.microsoft.com/office/drawing/2014/main" id="{F9A560BC-6F41-91C0-D440-B1FABB86DEBE}"/>
              </a:ext>
            </a:extLst>
          </p:cNvPr>
          <p:cNvGrpSpPr/>
          <p:nvPr/>
        </p:nvGrpSpPr>
        <p:grpSpPr>
          <a:xfrm>
            <a:off x="10005983" y="6166864"/>
            <a:ext cx="1594080" cy="461520"/>
            <a:chOff x="10005983" y="6166864"/>
            <a:chExt cx="1594080" cy="461520"/>
          </a:xfrm>
        </p:grpSpPr>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5FF366D5-56E8-7035-C117-F4B6132B2721}"/>
                    </a:ext>
                  </a:extLst>
                </p14:cNvPr>
                <p14:cNvContentPartPr/>
                <p14:nvPr/>
              </p14:nvContentPartPr>
              <p14:xfrm>
                <a:off x="11139623" y="6181264"/>
                <a:ext cx="460440" cy="288720"/>
              </p14:xfrm>
            </p:contentPart>
          </mc:Choice>
          <mc:Fallback xmlns="">
            <p:pic>
              <p:nvPicPr>
                <p:cNvPr id="48" name="Ink 47">
                  <a:extLst>
                    <a:ext uri="{FF2B5EF4-FFF2-40B4-BE49-F238E27FC236}">
                      <a16:creationId xmlns:a16="http://schemas.microsoft.com/office/drawing/2014/main" id="{5FF366D5-56E8-7035-C117-F4B6132B2721}"/>
                    </a:ext>
                  </a:extLst>
                </p:cNvPr>
                <p:cNvPicPr/>
                <p:nvPr/>
              </p:nvPicPr>
              <p:blipFill>
                <a:blip r:embed="rId77"/>
                <a:stretch>
                  <a:fillRect/>
                </a:stretch>
              </p:blipFill>
              <p:spPr>
                <a:xfrm>
                  <a:off x="11133503" y="6175144"/>
                  <a:ext cx="47268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B6C5244B-673D-63B6-D151-20CD407996EB}"/>
                    </a:ext>
                  </a:extLst>
                </p14:cNvPr>
                <p14:cNvContentPartPr/>
                <p14:nvPr/>
              </p14:nvContentPartPr>
              <p14:xfrm>
                <a:off x="10933703" y="6229864"/>
                <a:ext cx="69480" cy="285120"/>
              </p14:xfrm>
            </p:contentPart>
          </mc:Choice>
          <mc:Fallback xmlns="">
            <p:pic>
              <p:nvPicPr>
                <p:cNvPr id="49" name="Ink 48">
                  <a:extLst>
                    <a:ext uri="{FF2B5EF4-FFF2-40B4-BE49-F238E27FC236}">
                      <a16:creationId xmlns:a16="http://schemas.microsoft.com/office/drawing/2014/main" id="{B6C5244B-673D-63B6-D151-20CD407996EB}"/>
                    </a:ext>
                  </a:extLst>
                </p:cNvPr>
                <p:cNvPicPr/>
                <p:nvPr/>
              </p:nvPicPr>
              <p:blipFill>
                <a:blip r:embed="rId79"/>
                <a:stretch>
                  <a:fillRect/>
                </a:stretch>
              </p:blipFill>
              <p:spPr>
                <a:xfrm>
                  <a:off x="10927583" y="6223744"/>
                  <a:ext cx="8172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F7BD3F6B-4EB2-62BB-806B-C2215FE8B551}"/>
                    </a:ext>
                  </a:extLst>
                </p14:cNvPr>
                <p14:cNvContentPartPr/>
                <p14:nvPr/>
              </p14:nvContentPartPr>
              <p14:xfrm>
                <a:off x="10361663" y="6213304"/>
                <a:ext cx="512280" cy="326520"/>
              </p14:xfrm>
            </p:contentPart>
          </mc:Choice>
          <mc:Fallback xmlns="">
            <p:pic>
              <p:nvPicPr>
                <p:cNvPr id="50" name="Ink 49">
                  <a:extLst>
                    <a:ext uri="{FF2B5EF4-FFF2-40B4-BE49-F238E27FC236}">
                      <a16:creationId xmlns:a16="http://schemas.microsoft.com/office/drawing/2014/main" id="{F7BD3F6B-4EB2-62BB-806B-C2215FE8B551}"/>
                    </a:ext>
                  </a:extLst>
                </p:cNvPr>
                <p:cNvPicPr/>
                <p:nvPr/>
              </p:nvPicPr>
              <p:blipFill>
                <a:blip r:embed="rId81"/>
                <a:stretch>
                  <a:fillRect/>
                </a:stretch>
              </p:blipFill>
              <p:spPr>
                <a:xfrm>
                  <a:off x="10355543" y="6207184"/>
                  <a:ext cx="52452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2B96CD6A-8D94-C9CC-FD5D-EC8D2BE1B8A7}"/>
                    </a:ext>
                  </a:extLst>
                </p14:cNvPr>
                <p14:cNvContentPartPr/>
                <p14:nvPr/>
              </p14:nvContentPartPr>
              <p14:xfrm>
                <a:off x="10569743" y="6594904"/>
                <a:ext cx="48240" cy="13680"/>
              </p14:xfrm>
            </p:contentPart>
          </mc:Choice>
          <mc:Fallback xmlns="">
            <p:pic>
              <p:nvPicPr>
                <p:cNvPr id="51" name="Ink 50">
                  <a:extLst>
                    <a:ext uri="{FF2B5EF4-FFF2-40B4-BE49-F238E27FC236}">
                      <a16:creationId xmlns:a16="http://schemas.microsoft.com/office/drawing/2014/main" id="{2B96CD6A-8D94-C9CC-FD5D-EC8D2BE1B8A7}"/>
                    </a:ext>
                  </a:extLst>
                </p:cNvPr>
                <p:cNvPicPr/>
                <p:nvPr/>
              </p:nvPicPr>
              <p:blipFill>
                <a:blip r:embed="rId83"/>
                <a:stretch>
                  <a:fillRect/>
                </a:stretch>
              </p:blipFill>
              <p:spPr>
                <a:xfrm>
                  <a:off x="10563623" y="6588784"/>
                  <a:ext cx="6048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3" name="Ink 52">
                  <a:extLst>
                    <a:ext uri="{FF2B5EF4-FFF2-40B4-BE49-F238E27FC236}">
                      <a16:creationId xmlns:a16="http://schemas.microsoft.com/office/drawing/2014/main" id="{B2E93769-C592-1BF0-8F0D-8250012E380C}"/>
                    </a:ext>
                  </a:extLst>
                </p14:cNvPr>
                <p14:cNvContentPartPr/>
                <p14:nvPr/>
              </p14:nvContentPartPr>
              <p14:xfrm>
                <a:off x="10005983" y="6166864"/>
                <a:ext cx="298800" cy="356400"/>
              </p14:xfrm>
            </p:contentPart>
          </mc:Choice>
          <mc:Fallback xmlns="">
            <p:pic>
              <p:nvPicPr>
                <p:cNvPr id="53" name="Ink 52">
                  <a:extLst>
                    <a:ext uri="{FF2B5EF4-FFF2-40B4-BE49-F238E27FC236}">
                      <a16:creationId xmlns:a16="http://schemas.microsoft.com/office/drawing/2014/main" id="{B2E93769-C592-1BF0-8F0D-8250012E380C}"/>
                    </a:ext>
                  </a:extLst>
                </p:cNvPr>
                <p:cNvPicPr/>
                <p:nvPr/>
              </p:nvPicPr>
              <p:blipFill>
                <a:blip r:embed="rId85"/>
                <a:stretch>
                  <a:fillRect/>
                </a:stretch>
              </p:blipFill>
              <p:spPr>
                <a:xfrm>
                  <a:off x="9999863" y="6160744"/>
                  <a:ext cx="31104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4" name="Ink 53">
                  <a:extLst>
                    <a:ext uri="{FF2B5EF4-FFF2-40B4-BE49-F238E27FC236}">
                      <a16:creationId xmlns:a16="http://schemas.microsoft.com/office/drawing/2014/main" id="{184AF2B6-E649-4C4F-2687-444A3A5B67D1}"/>
                    </a:ext>
                  </a:extLst>
                </p14:cNvPr>
                <p14:cNvContentPartPr/>
                <p14:nvPr/>
              </p14:nvContentPartPr>
              <p14:xfrm>
                <a:off x="10186703" y="6422104"/>
                <a:ext cx="27360" cy="28800"/>
              </p14:xfrm>
            </p:contentPart>
          </mc:Choice>
          <mc:Fallback xmlns="">
            <p:pic>
              <p:nvPicPr>
                <p:cNvPr id="54" name="Ink 53">
                  <a:extLst>
                    <a:ext uri="{FF2B5EF4-FFF2-40B4-BE49-F238E27FC236}">
                      <a16:creationId xmlns:a16="http://schemas.microsoft.com/office/drawing/2014/main" id="{184AF2B6-E649-4C4F-2687-444A3A5B67D1}"/>
                    </a:ext>
                  </a:extLst>
                </p:cNvPr>
                <p:cNvPicPr/>
                <p:nvPr/>
              </p:nvPicPr>
              <p:blipFill>
                <a:blip r:embed="rId87"/>
                <a:stretch>
                  <a:fillRect/>
                </a:stretch>
              </p:blipFill>
              <p:spPr>
                <a:xfrm>
                  <a:off x="10180583" y="6415984"/>
                  <a:ext cx="396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6" name="Ink 55">
                  <a:extLst>
                    <a:ext uri="{FF2B5EF4-FFF2-40B4-BE49-F238E27FC236}">
                      <a16:creationId xmlns:a16="http://schemas.microsoft.com/office/drawing/2014/main" id="{116F1381-3A70-04E8-C771-62C58B5A90D8}"/>
                    </a:ext>
                  </a:extLst>
                </p14:cNvPr>
                <p14:cNvContentPartPr/>
                <p14:nvPr/>
              </p14:nvContentPartPr>
              <p14:xfrm>
                <a:off x="10606103" y="6603184"/>
                <a:ext cx="19800" cy="25200"/>
              </p14:xfrm>
            </p:contentPart>
          </mc:Choice>
          <mc:Fallback xmlns="">
            <p:pic>
              <p:nvPicPr>
                <p:cNvPr id="56" name="Ink 55">
                  <a:extLst>
                    <a:ext uri="{FF2B5EF4-FFF2-40B4-BE49-F238E27FC236}">
                      <a16:creationId xmlns:a16="http://schemas.microsoft.com/office/drawing/2014/main" id="{116F1381-3A70-04E8-C771-62C58B5A90D8}"/>
                    </a:ext>
                  </a:extLst>
                </p:cNvPr>
                <p:cNvPicPr/>
                <p:nvPr/>
              </p:nvPicPr>
              <p:blipFill>
                <a:blip r:embed="rId89"/>
                <a:stretch>
                  <a:fillRect/>
                </a:stretch>
              </p:blipFill>
              <p:spPr>
                <a:xfrm>
                  <a:off x="10599983" y="6597064"/>
                  <a:ext cx="32040" cy="37440"/>
                </a:xfrm>
                <a:prstGeom prst="rect">
                  <a:avLst/>
                </a:prstGeom>
              </p:spPr>
            </p:pic>
          </mc:Fallback>
        </mc:AlternateContent>
      </p:grpSp>
      <p:sp>
        <p:nvSpPr>
          <p:cNvPr id="58" name="TextBox 57">
            <a:extLst>
              <a:ext uri="{FF2B5EF4-FFF2-40B4-BE49-F238E27FC236}">
                <a16:creationId xmlns:a16="http://schemas.microsoft.com/office/drawing/2014/main" id="{10DCB9E6-F28D-271F-1893-C0CDB69FC8A7}"/>
              </a:ext>
            </a:extLst>
          </p:cNvPr>
          <p:cNvSpPr txBox="1"/>
          <p:nvPr/>
        </p:nvSpPr>
        <p:spPr>
          <a:xfrm>
            <a:off x="366053" y="4636114"/>
            <a:ext cx="6971780" cy="1569660"/>
          </a:xfrm>
          <a:prstGeom prst="rect">
            <a:avLst/>
          </a:prstGeom>
          <a:noFill/>
        </p:spPr>
        <p:txBody>
          <a:bodyPr wrap="none" rtlCol="0">
            <a:spAutoFit/>
          </a:bodyPr>
          <a:lstStyle/>
          <a:p>
            <a:pPr algn="r" rtl="1"/>
            <a:r>
              <a:rPr lang="ar-JO" sz="3200" dirty="0">
                <a:solidFill>
                  <a:srgbClr val="FF0000"/>
                </a:solidFill>
              </a:rPr>
              <a:t>علم الله حضوري</a:t>
            </a:r>
            <a:br>
              <a:rPr lang="ar-JO" sz="3200" dirty="0">
                <a:solidFill>
                  <a:srgbClr val="FF0000"/>
                </a:solidFill>
              </a:rPr>
            </a:br>
            <a:r>
              <a:rPr lang="ar-JO" sz="3200" dirty="0">
                <a:solidFill>
                  <a:srgbClr val="FF0000"/>
                </a:solidFill>
              </a:rPr>
              <a:t>السببية في العالم ظاهرية – السبب الحقيقي هو الخالق</a:t>
            </a:r>
            <a:br>
              <a:rPr lang="ar-JO" sz="3200" dirty="0">
                <a:solidFill>
                  <a:srgbClr val="FF0000"/>
                </a:solidFill>
              </a:rPr>
            </a:br>
            <a:r>
              <a:rPr lang="ar-JO" sz="3200" dirty="0">
                <a:solidFill>
                  <a:srgbClr val="FF0000"/>
                </a:solidFill>
              </a:rPr>
              <a:t>الزمن لا يجري على الخالق</a:t>
            </a:r>
            <a:endParaRPr lang="en-US" sz="3200" dirty="0">
              <a:solidFill>
                <a:srgbClr val="FF0000"/>
              </a:solidFill>
            </a:endParaRPr>
          </a:p>
        </p:txBody>
      </p:sp>
      <p:grpSp>
        <p:nvGrpSpPr>
          <p:cNvPr id="71" name="Group 70">
            <a:extLst>
              <a:ext uri="{FF2B5EF4-FFF2-40B4-BE49-F238E27FC236}">
                <a16:creationId xmlns:a16="http://schemas.microsoft.com/office/drawing/2014/main" id="{EFF1E980-4DD8-4728-068A-F976471832F2}"/>
              </a:ext>
            </a:extLst>
          </p:cNvPr>
          <p:cNvGrpSpPr/>
          <p:nvPr/>
        </p:nvGrpSpPr>
        <p:grpSpPr>
          <a:xfrm>
            <a:off x="3467663" y="1401184"/>
            <a:ext cx="1296360" cy="509760"/>
            <a:chOff x="3467663" y="1401184"/>
            <a:chExt cx="1296360" cy="509760"/>
          </a:xfrm>
        </p:grpSpPr>
        <mc:AlternateContent xmlns:mc="http://schemas.openxmlformats.org/markup-compatibility/2006" xmlns:p14="http://schemas.microsoft.com/office/powerpoint/2010/main">
          <mc:Choice Requires="p14">
            <p:contentPart p14:bwMode="auto" r:id="rId90">
              <p14:nvContentPartPr>
                <p14:cNvPr id="59" name="Ink 58">
                  <a:extLst>
                    <a:ext uri="{FF2B5EF4-FFF2-40B4-BE49-F238E27FC236}">
                      <a16:creationId xmlns:a16="http://schemas.microsoft.com/office/drawing/2014/main" id="{0F0B43AF-7642-3FC9-0870-3ADD6A5F13A0}"/>
                    </a:ext>
                  </a:extLst>
                </p14:cNvPr>
                <p14:cNvContentPartPr/>
                <p14:nvPr/>
              </p14:nvContentPartPr>
              <p14:xfrm>
                <a:off x="4627943" y="1574704"/>
                <a:ext cx="59760" cy="294480"/>
              </p14:xfrm>
            </p:contentPart>
          </mc:Choice>
          <mc:Fallback xmlns="">
            <p:pic>
              <p:nvPicPr>
                <p:cNvPr id="59" name="Ink 58">
                  <a:extLst>
                    <a:ext uri="{FF2B5EF4-FFF2-40B4-BE49-F238E27FC236}">
                      <a16:creationId xmlns:a16="http://schemas.microsoft.com/office/drawing/2014/main" id="{0F0B43AF-7642-3FC9-0870-3ADD6A5F13A0}"/>
                    </a:ext>
                  </a:extLst>
                </p:cNvPr>
                <p:cNvPicPr/>
                <p:nvPr/>
              </p:nvPicPr>
              <p:blipFill>
                <a:blip r:embed="rId91"/>
                <a:stretch>
                  <a:fillRect/>
                </a:stretch>
              </p:blipFill>
              <p:spPr>
                <a:xfrm>
                  <a:off x="4621823" y="1568584"/>
                  <a:ext cx="7200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0" name="Ink 59">
                  <a:extLst>
                    <a:ext uri="{FF2B5EF4-FFF2-40B4-BE49-F238E27FC236}">
                      <a16:creationId xmlns:a16="http://schemas.microsoft.com/office/drawing/2014/main" id="{7F9E810F-CE0F-52BA-FC23-9E2C5DDF7D27}"/>
                    </a:ext>
                  </a:extLst>
                </p14:cNvPr>
                <p14:cNvContentPartPr/>
                <p14:nvPr/>
              </p14:nvContentPartPr>
              <p14:xfrm>
                <a:off x="4637663" y="1463824"/>
                <a:ext cx="126360" cy="79560"/>
              </p14:xfrm>
            </p:contentPart>
          </mc:Choice>
          <mc:Fallback xmlns="">
            <p:pic>
              <p:nvPicPr>
                <p:cNvPr id="60" name="Ink 59">
                  <a:extLst>
                    <a:ext uri="{FF2B5EF4-FFF2-40B4-BE49-F238E27FC236}">
                      <a16:creationId xmlns:a16="http://schemas.microsoft.com/office/drawing/2014/main" id="{7F9E810F-CE0F-52BA-FC23-9E2C5DDF7D27}"/>
                    </a:ext>
                  </a:extLst>
                </p:cNvPr>
                <p:cNvPicPr/>
                <p:nvPr/>
              </p:nvPicPr>
              <p:blipFill>
                <a:blip r:embed="rId93"/>
                <a:stretch>
                  <a:fillRect/>
                </a:stretch>
              </p:blipFill>
              <p:spPr>
                <a:xfrm>
                  <a:off x="4631543" y="1457704"/>
                  <a:ext cx="13860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1" name="Ink 60">
                  <a:extLst>
                    <a:ext uri="{FF2B5EF4-FFF2-40B4-BE49-F238E27FC236}">
                      <a16:creationId xmlns:a16="http://schemas.microsoft.com/office/drawing/2014/main" id="{D9D25218-6080-222C-A093-251D3EF52E37}"/>
                    </a:ext>
                  </a:extLst>
                </p14:cNvPr>
                <p14:cNvContentPartPr/>
                <p14:nvPr/>
              </p14:nvContentPartPr>
              <p14:xfrm>
                <a:off x="4077143" y="1605664"/>
                <a:ext cx="417240" cy="223200"/>
              </p14:xfrm>
            </p:contentPart>
          </mc:Choice>
          <mc:Fallback xmlns="">
            <p:pic>
              <p:nvPicPr>
                <p:cNvPr id="61" name="Ink 60">
                  <a:extLst>
                    <a:ext uri="{FF2B5EF4-FFF2-40B4-BE49-F238E27FC236}">
                      <a16:creationId xmlns:a16="http://schemas.microsoft.com/office/drawing/2014/main" id="{D9D25218-6080-222C-A093-251D3EF52E37}"/>
                    </a:ext>
                  </a:extLst>
                </p:cNvPr>
                <p:cNvPicPr/>
                <p:nvPr/>
              </p:nvPicPr>
              <p:blipFill>
                <a:blip r:embed="rId95"/>
                <a:stretch>
                  <a:fillRect/>
                </a:stretch>
              </p:blipFill>
              <p:spPr>
                <a:xfrm>
                  <a:off x="4071023" y="1599544"/>
                  <a:ext cx="42948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2" name="Ink 61">
                  <a:extLst>
                    <a:ext uri="{FF2B5EF4-FFF2-40B4-BE49-F238E27FC236}">
                      <a16:creationId xmlns:a16="http://schemas.microsoft.com/office/drawing/2014/main" id="{3EE123C3-0B3C-AA03-421B-5A45A3839A2E}"/>
                    </a:ext>
                  </a:extLst>
                </p14:cNvPr>
                <p14:cNvContentPartPr/>
                <p14:nvPr/>
              </p14:nvContentPartPr>
              <p14:xfrm>
                <a:off x="4350023" y="1522864"/>
                <a:ext cx="86400" cy="77040"/>
              </p14:xfrm>
            </p:contentPart>
          </mc:Choice>
          <mc:Fallback xmlns="">
            <p:pic>
              <p:nvPicPr>
                <p:cNvPr id="62" name="Ink 61">
                  <a:extLst>
                    <a:ext uri="{FF2B5EF4-FFF2-40B4-BE49-F238E27FC236}">
                      <a16:creationId xmlns:a16="http://schemas.microsoft.com/office/drawing/2014/main" id="{3EE123C3-0B3C-AA03-421B-5A45A3839A2E}"/>
                    </a:ext>
                  </a:extLst>
                </p:cNvPr>
                <p:cNvPicPr/>
                <p:nvPr/>
              </p:nvPicPr>
              <p:blipFill>
                <a:blip r:embed="rId97"/>
                <a:stretch>
                  <a:fillRect/>
                </a:stretch>
              </p:blipFill>
              <p:spPr>
                <a:xfrm>
                  <a:off x="4343903" y="1516744"/>
                  <a:ext cx="9864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3" name="Ink 62">
                  <a:extLst>
                    <a:ext uri="{FF2B5EF4-FFF2-40B4-BE49-F238E27FC236}">
                      <a16:creationId xmlns:a16="http://schemas.microsoft.com/office/drawing/2014/main" id="{17E237F9-1ECC-4BA2-B125-F2C62D0F3CB7}"/>
                    </a:ext>
                  </a:extLst>
                </p14:cNvPr>
                <p14:cNvContentPartPr/>
                <p14:nvPr/>
              </p14:nvContentPartPr>
              <p14:xfrm>
                <a:off x="4471343" y="1401184"/>
                <a:ext cx="249120" cy="182880"/>
              </p14:xfrm>
            </p:contentPart>
          </mc:Choice>
          <mc:Fallback xmlns="">
            <p:pic>
              <p:nvPicPr>
                <p:cNvPr id="63" name="Ink 62">
                  <a:extLst>
                    <a:ext uri="{FF2B5EF4-FFF2-40B4-BE49-F238E27FC236}">
                      <a16:creationId xmlns:a16="http://schemas.microsoft.com/office/drawing/2014/main" id="{17E237F9-1ECC-4BA2-B125-F2C62D0F3CB7}"/>
                    </a:ext>
                  </a:extLst>
                </p:cNvPr>
                <p:cNvPicPr/>
                <p:nvPr/>
              </p:nvPicPr>
              <p:blipFill>
                <a:blip r:embed="rId99"/>
                <a:stretch>
                  <a:fillRect/>
                </a:stretch>
              </p:blipFill>
              <p:spPr>
                <a:xfrm>
                  <a:off x="4465223" y="1395064"/>
                  <a:ext cx="26136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5" name="Ink 64">
                  <a:extLst>
                    <a:ext uri="{FF2B5EF4-FFF2-40B4-BE49-F238E27FC236}">
                      <a16:creationId xmlns:a16="http://schemas.microsoft.com/office/drawing/2014/main" id="{0BE87F1F-AAE9-9F97-3680-A36D8FBAEF4A}"/>
                    </a:ext>
                  </a:extLst>
                </p14:cNvPr>
                <p14:cNvContentPartPr/>
                <p14:nvPr/>
              </p14:nvContentPartPr>
              <p14:xfrm>
                <a:off x="3789143" y="1543744"/>
                <a:ext cx="202320" cy="269280"/>
              </p14:xfrm>
            </p:contentPart>
          </mc:Choice>
          <mc:Fallback xmlns="">
            <p:pic>
              <p:nvPicPr>
                <p:cNvPr id="65" name="Ink 64">
                  <a:extLst>
                    <a:ext uri="{FF2B5EF4-FFF2-40B4-BE49-F238E27FC236}">
                      <a16:creationId xmlns:a16="http://schemas.microsoft.com/office/drawing/2014/main" id="{0BE87F1F-AAE9-9F97-3680-A36D8FBAEF4A}"/>
                    </a:ext>
                  </a:extLst>
                </p:cNvPr>
                <p:cNvPicPr/>
                <p:nvPr/>
              </p:nvPicPr>
              <p:blipFill>
                <a:blip r:embed="rId101"/>
                <a:stretch>
                  <a:fillRect/>
                </a:stretch>
              </p:blipFill>
              <p:spPr>
                <a:xfrm>
                  <a:off x="3783023" y="1537624"/>
                  <a:ext cx="21456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6" name="Ink 65">
                  <a:extLst>
                    <a:ext uri="{FF2B5EF4-FFF2-40B4-BE49-F238E27FC236}">
                      <a16:creationId xmlns:a16="http://schemas.microsoft.com/office/drawing/2014/main" id="{E7F9EDD4-C01F-BE9F-7AE2-45F405990845}"/>
                    </a:ext>
                  </a:extLst>
                </p14:cNvPr>
                <p14:cNvContentPartPr/>
                <p14:nvPr/>
              </p14:nvContentPartPr>
              <p14:xfrm>
                <a:off x="3934943" y="1460224"/>
                <a:ext cx="182520" cy="143280"/>
              </p14:xfrm>
            </p:contentPart>
          </mc:Choice>
          <mc:Fallback xmlns="">
            <p:pic>
              <p:nvPicPr>
                <p:cNvPr id="66" name="Ink 65">
                  <a:extLst>
                    <a:ext uri="{FF2B5EF4-FFF2-40B4-BE49-F238E27FC236}">
                      <a16:creationId xmlns:a16="http://schemas.microsoft.com/office/drawing/2014/main" id="{E7F9EDD4-C01F-BE9F-7AE2-45F405990845}"/>
                    </a:ext>
                  </a:extLst>
                </p:cNvPr>
                <p:cNvPicPr/>
                <p:nvPr/>
              </p:nvPicPr>
              <p:blipFill>
                <a:blip r:embed="rId103"/>
                <a:stretch>
                  <a:fillRect/>
                </a:stretch>
              </p:blipFill>
              <p:spPr>
                <a:xfrm>
                  <a:off x="3928823" y="1454104"/>
                  <a:ext cx="19476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7" name="Ink 66">
                  <a:extLst>
                    <a:ext uri="{FF2B5EF4-FFF2-40B4-BE49-F238E27FC236}">
                      <a16:creationId xmlns:a16="http://schemas.microsoft.com/office/drawing/2014/main" id="{AABBE8E9-0C9B-4373-D504-83D88204B0CD}"/>
                    </a:ext>
                  </a:extLst>
                </p14:cNvPr>
                <p14:cNvContentPartPr/>
                <p14:nvPr/>
              </p14:nvContentPartPr>
              <p14:xfrm>
                <a:off x="3467663" y="1605664"/>
                <a:ext cx="320400" cy="305280"/>
              </p14:xfrm>
            </p:contentPart>
          </mc:Choice>
          <mc:Fallback xmlns="">
            <p:pic>
              <p:nvPicPr>
                <p:cNvPr id="67" name="Ink 66">
                  <a:extLst>
                    <a:ext uri="{FF2B5EF4-FFF2-40B4-BE49-F238E27FC236}">
                      <a16:creationId xmlns:a16="http://schemas.microsoft.com/office/drawing/2014/main" id="{AABBE8E9-0C9B-4373-D504-83D88204B0CD}"/>
                    </a:ext>
                  </a:extLst>
                </p:cNvPr>
                <p:cNvPicPr/>
                <p:nvPr/>
              </p:nvPicPr>
              <p:blipFill>
                <a:blip r:embed="rId105"/>
                <a:stretch>
                  <a:fillRect/>
                </a:stretch>
              </p:blipFill>
              <p:spPr>
                <a:xfrm>
                  <a:off x="3461543" y="1599544"/>
                  <a:ext cx="332640" cy="317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8" name="Ink 67">
                  <a:extLst>
                    <a:ext uri="{FF2B5EF4-FFF2-40B4-BE49-F238E27FC236}">
                      <a16:creationId xmlns:a16="http://schemas.microsoft.com/office/drawing/2014/main" id="{79447B4B-6F3F-D957-FB0B-2175199865DF}"/>
                    </a:ext>
                  </a:extLst>
                </p14:cNvPr>
                <p14:cNvContentPartPr/>
                <p14:nvPr/>
              </p14:nvContentPartPr>
              <p14:xfrm>
                <a:off x="3608783" y="1653544"/>
                <a:ext cx="22680" cy="129960"/>
              </p14:xfrm>
            </p:contentPart>
          </mc:Choice>
          <mc:Fallback xmlns="">
            <p:pic>
              <p:nvPicPr>
                <p:cNvPr id="68" name="Ink 67">
                  <a:extLst>
                    <a:ext uri="{FF2B5EF4-FFF2-40B4-BE49-F238E27FC236}">
                      <a16:creationId xmlns:a16="http://schemas.microsoft.com/office/drawing/2014/main" id="{79447B4B-6F3F-D957-FB0B-2175199865DF}"/>
                    </a:ext>
                  </a:extLst>
                </p:cNvPr>
                <p:cNvPicPr/>
                <p:nvPr/>
              </p:nvPicPr>
              <p:blipFill>
                <a:blip r:embed="rId107"/>
                <a:stretch>
                  <a:fillRect/>
                </a:stretch>
              </p:blipFill>
              <p:spPr>
                <a:xfrm>
                  <a:off x="3602663" y="1647424"/>
                  <a:ext cx="3492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9" name="Ink 68">
                  <a:extLst>
                    <a:ext uri="{FF2B5EF4-FFF2-40B4-BE49-F238E27FC236}">
                      <a16:creationId xmlns:a16="http://schemas.microsoft.com/office/drawing/2014/main" id="{62AE982D-597F-CA4B-3EF6-857E5C6400EB}"/>
                    </a:ext>
                  </a:extLst>
                </p14:cNvPr>
                <p14:cNvContentPartPr/>
                <p14:nvPr/>
              </p14:nvContentPartPr>
              <p14:xfrm>
                <a:off x="3502583" y="1462384"/>
                <a:ext cx="94680" cy="78120"/>
              </p14:xfrm>
            </p:contentPart>
          </mc:Choice>
          <mc:Fallback xmlns="">
            <p:pic>
              <p:nvPicPr>
                <p:cNvPr id="69" name="Ink 68">
                  <a:extLst>
                    <a:ext uri="{FF2B5EF4-FFF2-40B4-BE49-F238E27FC236}">
                      <a16:creationId xmlns:a16="http://schemas.microsoft.com/office/drawing/2014/main" id="{62AE982D-597F-CA4B-3EF6-857E5C6400EB}"/>
                    </a:ext>
                  </a:extLst>
                </p:cNvPr>
                <p:cNvPicPr/>
                <p:nvPr/>
              </p:nvPicPr>
              <p:blipFill>
                <a:blip r:embed="rId109"/>
                <a:stretch>
                  <a:fillRect/>
                </a:stretch>
              </p:blipFill>
              <p:spPr>
                <a:xfrm>
                  <a:off x="3496463" y="1456264"/>
                  <a:ext cx="10692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0" name="Ink 69">
                  <a:extLst>
                    <a:ext uri="{FF2B5EF4-FFF2-40B4-BE49-F238E27FC236}">
                      <a16:creationId xmlns:a16="http://schemas.microsoft.com/office/drawing/2014/main" id="{DD8B72C1-533C-D4B0-1F62-74976FE1AE20}"/>
                    </a:ext>
                  </a:extLst>
                </p14:cNvPr>
                <p14:cNvContentPartPr/>
                <p14:nvPr/>
              </p14:nvContentPartPr>
              <p14:xfrm>
                <a:off x="3484583" y="1437544"/>
                <a:ext cx="83520" cy="70560"/>
              </p14:xfrm>
            </p:contentPart>
          </mc:Choice>
          <mc:Fallback xmlns="">
            <p:pic>
              <p:nvPicPr>
                <p:cNvPr id="70" name="Ink 69">
                  <a:extLst>
                    <a:ext uri="{FF2B5EF4-FFF2-40B4-BE49-F238E27FC236}">
                      <a16:creationId xmlns:a16="http://schemas.microsoft.com/office/drawing/2014/main" id="{DD8B72C1-533C-D4B0-1F62-74976FE1AE20}"/>
                    </a:ext>
                  </a:extLst>
                </p:cNvPr>
                <p:cNvPicPr/>
                <p:nvPr/>
              </p:nvPicPr>
              <p:blipFill>
                <a:blip r:embed="rId111"/>
                <a:stretch>
                  <a:fillRect/>
                </a:stretch>
              </p:blipFill>
              <p:spPr>
                <a:xfrm>
                  <a:off x="3478463" y="1431424"/>
                  <a:ext cx="95760" cy="82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2">
            <p14:nvContentPartPr>
              <p14:cNvPr id="95" name="Ink 94">
                <a:extLst>
                  <a:ext uri="{FF2B5EF4-FFF2-40B4-BE49-F238E27FC236}">
                    <a16:creationId xmlns:a16="http://schemas.microsoft.com/office/drawing/2014/main" id="{107ABD62-DD34-9B78-D716-9ABA437BE8E2}"/>
                  </a:ext>
                </a:extLst>
              </p14:cNvPr>
              <p14:cNvContentPartPr/>
              <p14:nvPr/>
            </p14:nvContentPartPr>
            <p14:xfrm>
              <a:off x="11831825" y="-49384"/>
              <a:ext cx="204480" cy="1222200"/>
            </p14:xfrm>
          </p:contentPart>
        </mc:Choice>
        <mc:Fallback xmlns="">
          <p:pic>
            <p:nvPicPr>
              <p:cNvPr id="95" name="Ink 94">
                <a:extLst>
                  <a:ext uri="{FF2B5EF4-FFF2-40B4-BE49-F238E27FC236}">
                    <a16:creationId xmlns:a16="http://schemas.microsoft.com/office/drawing/2014/main" id="{107ABD62-DD34-9B78-D716-9ABA437BE8E2}"/>
                  </a:ext>
                </a:extLst>
              </p:cNvPr>
              <p:cNvPicPr/>
              <p:nvPr/>
            </p:nvPicPr>
            <p:blipFill>
              <a:blip r:embed="rId113"/>
              <a:stretch>
                <a:fillRect/>
              </a:stretch>
            </p:blipFill>
            <p:spPr>
              <a:xfrm>
                <a:off x="11813825" y="-85024"/>
                <a:ext cx="240120" cy="12938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6" name="Ink 95">
                <a:extLst>
                  <a:ext uri="{FF2B5EF4-FFF2-40B4-BE49-F238E27FC236}">
                    <a16:creationId xmlns:a16="http://schemas.microsoft.com/office/drawing/2014/main" id="{E26C3D2A-A676-3146-574C-86500A9ABF1C}"/>
                  </a:ext>
                </a:extLst>
              </p14:cNvPr>
              <p14:cNvContentPartPr/>
              <p14:nvPr/>
            </p14:nvContentPartPr>
            <p14:xfrm>
              <a:off x="10391105" y="-86464"/>
              <a:ext cx="1401840" cy="1254960"/>
            </p14:xfrm>
          </p:contentPart>
        </mc:Choice>
        <mc:Fallback xmlns="">
          <p:pic>
            <p:nvPicPr>
              <p:cNvPr id="96" name="Ink 95">
                <a:extLst>
                  <a:ext uri="{FF2B5EF4-FFF2-40B4-BE49-F238E27FC236}">
                    <a16:creationId xmlns:a16="http://schemas.microsoft.com/office/drawing/2014/main" id="{E26C3D2A-A676-3146-574C-86500A9ABF1C}"/>
                  </a:ext>
                </a:extLst>
              </p:cNvPr>
              <p:cNvPicPr/>
              <p:nvPr/>
            </p:nvPicPr>
            <p:blipFill>
              <a:blip r:embed="rId115"/>
              <a:stretch>
                <a:fillRect/>
              </a:stretch>
            </p:blipFill>
            <p:spPr>
              <a:xfrm>
                <a:off x="10373465" y="-122104"/>
                <a:ext cx="1437480" cy="13266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97" name="Ink 96">
                <a:extLst>
                  <a:ext uri="{FF2B5EF4-FFF2-40B4-BE49-F238E27FC236}">
                    <a16:creationId xmlns:a16="http://schemas.microsoft.com/office/drawing/2014/main" id="{08CE5DFA-4568-3A40-64A9-279F9D5A6BFC}"/>
                  </a:ext>
                </a:extLst>
              </p14:cNvPr>
              <p14:cNvContentPartPr/>
              <p14:nvPr/>
            </p14:nvContentPartPr>
            <p14:xfrm>
              <a:off x="11102825" y="371096"/>
              <a:ext cx="56520" cy="52920"/>
            </p14:xfrm>
          </p:contentPart>
        </mc:Choice>
        <mc:Fallback xmlns="">
          <p:pic>
            <p:nvPicPr>
              <p:cNvPr id="97" name="Ink 96">
                <a:extLst>
                  <a:ext uri="{FF2B5EF4-FFF2-40B4-BE49-F238E27FC236}">
                    <a16:creationId xmlns:a16="http://schemas.microsoft.com/office/drawing/2014/main" id="{08CE5DFA-4568-3A40-64A9-279F9D5A6BFC}"/>
                  </a:ext>
                </a:extLst>
              </p:cNvPr>
              <p:cNvPicPr/>
              <p:nvPr/>
            </p:nvPicPr>
            <p:blipFill>
              <a:blip r:embed="rId117"/>
              <a:stretch>
                <a:fillRect/>
              </a:stretch>
            </p:blipFill>
            <p:spPr>
              <a:xfrm>
                <a:off x="11084825" y="335096"/>
                <a:ext cx="9216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98" name="Ink 97">
                <a:extLst>
                  <a:ext uri="{FF2B5EF4-FFF2-40B4-BE49-F238E27FC236}">
                    <a16:creationId xmlns:a16="http://schemas.microsoft.com/office/drawing/2014/main" id="{4B04459E-E293-5A95-04A9-350837761EA0}"/>
                  </a:ext>
                </a:extLst>
              </p14:cNvPr>
              <p14:cNvContentPartPr/>
              <p14:nvPr/>
            </p14:nvContentPartPr>
            <p14:xfrm>
              <a:off x="9858305" y="290456"/>
              <a:ext cx="1037520" cy="725760"/>
            </p14:xfrm>
          </p:contentPart>
        </mc:Choice>
        <mc:Fallback xmlns="">
          <p:pic>
            <p:nvPicPr>
              <p:cNvPr id="98" name="Ink 97">
                <a:extLst>
                  <a:ext uri="{FF2B5EF4-FFF2-40B4-BE49-F238E27FC236}">
                    <a16:creationId xmlns:a16="http://schemas.microsoft.com/office/drawing/2014/main" id="{4B04459E-E293-5A95-04A9-350837761EA0}"/>
                  </a:ext>
                </a:extLst>
              </p:cNvPr>
              <p:cNvPicPr/>
              <p:nvPr/>
            </p:nvPicPr>
            <p:blipFill>
              <a:blip r:embed="rId119"/>
              <a:stretch>
                <a:fillRect/>
              </a:stretch>
            </p:blipFill>
            <p:spPr>
              <a:xfrm>
                <a:off x="9840665" y="254816"/>
                <a:ext cx="1073160" cy="7974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99" name="Ink 98">
                <a:extLst>
                  <a:ext uri="{FF2B5EF4-FFF2-40B4-BE49-F238E27FC236}">
                    <a16:creationId xmlns:a16="http://schemas.microsoft.com/office/drawing/2014/main" id="{294377EA-F4C0-0B81-D79A-5D692C670B2D}"/>
                  </a:ext>
                </a:extLst>
              </p14:cNvPr>
              <p14:cNvContentPartPr/>
              <p14:nvPr/>
            </p14:nvContentPartPr>
            <p14:xfrm>
              <a:off x="10124705" y="75176"/>
              <a:ext cx="51120" cy="65880"/>
            </p14:xfrm>
          </p:contentPart>
        </mc:Choice>
        <mc:Fallback xmlns="">
          <p:pic>
            <p:nvPicPr>
              <p:cNvPr id="99" name="Ink 98">
                <a:extLst>
                  <a:ext uri="{FF2B5EF4-FFF2-40B4-BE49-F238E27FC236}">
                    <a16:creationId xmlns:a16="http://schemas.microsoft.com/office/drawing/2014/main" id="{294377EA-F4C0-0B81-D79A-5D692C670B2D}"/>
                  </a:ext>
                </a:extLst>
              </p:cNvPr>
              <p:cNvPicPr/>
              <p:nvPr/>
            </p:nvPicPr>
            <p:blipFill>
              <a:blip r:embed="rId121"/>
              <a:stretch>
                <a:fillRect/>
              </a:stretch>
            </p:blipFill>
            <p:spPr>
              <a:xfrm>
                <a:off x="10107065" y="39176"/>
                <a:ext cx="8676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03" name="Ink 102">
                <a:extLst>
                  <a:ext uri="{FF2B5EF4-FFF2-40B4-BE49-F238E27FC236}">
                    <a16:creationId xmlns:a16="http://schemas.microsoft.com/office/drawing/2014/main" id="{0AA16001-A023-9E78-7C6D-00CC41D605C4}"/>
                  </a:ext>
                </a:extLst>
              </p14:cNvPr>
              <p14:cNvContentPartPr/>
              <p14:nvPr/>
            </p14:nvContentPartPr>
            <p14:xfrm>
              <a:off x="9203105" y="138536"/>
              <a:ext cx="104400" cy="876960"/>
            </p14:xfrm>
          </p:contentPart>
        </mc:Choice>
        <mc:Fallback xmlns="">
          <p:pic>
            <p:nvPicPr>
              <p:cNvPr id="103" name="Ink 102">
                <a:extLst>
                  <a:ext uri="{FF2B5EF4-FFF2-40B4-BE49-F238E27FC236}">
                    <a16:creationId xmlns:a16="http://schemas.microsoft.com/office/drawing/2014/main" id="{0AA16001-A023-9E78-7C6D-00CC41D605C4}"/>
                  </a:ext>
                </a:extLst>
              </p:cNvPr>
              <p:cNvPicPr/>
              <p:nvPr/>
            </p:nvPicPr>
            <p:blipFill>
              <a:blip r:embed="rId123"/>
              <a:stretch>
                <a:fillRect/>
              </a:stretch>
            </p:blipFill>
            <p:spPr>
              <a:xfrm>
                <a:off x="9185105" y="102536"/>
                <a:ext cx="140040" cy="948600"/>
              </a:xfrm>
              <a:prstGeom prst="rect">
                <a:avLst/>
              </a:prstGeom>
            </p:spPr>
          </p:pic>
        </mc:Fallback>
      </mc:AlternateContent>
    </p:spTree>
    <p:extLst>
      <p:ext uri="{BB962C8B-B14F-4D97-AF65-F5344CB8AC3E}">
        <p14:creationId xmlns:p14="http://schemas.microsoft.com/office/powerpoint/2010/main" val="3512591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FBE804-1D0B-CDDD-A80F-9B23AB5C48B4}"/>
              </a:ext>
            </a:extLst>
          </p:cNvPr>
          <p:cNvSpPr txBox="1"/>
          <p:nvPr/>
        </p:nvSpPr>
        <p:spPr>
          <a:xfrm>
            <a:off x="4592391" y="63374"/>
            <a:ext cx="2672526" cy="830997"/>
          </a:xfrm>
          <a:prstGeom prst="rect">
            <a:avLst/>
          </a:prstGeom>
          <a:noFill/>
        </p:spPr>
        <p:txBody>
          <a:bodyPr wrap="none" rtlCol="0">
            <a:spAutoFit/>
          </a:bodyPr>
          <a:lstStyle/>
          <a:p>
            <a:pPr algn="r" rtl="1"/>
            <a:r>
              <a:rPr lang="ar-JO" sz="4800" dirty="0"/>
              <a:t>مثال المخرج</a:t>
            </a:r>
            <a:endParaRPr lang="en-US" sz="4800" dirty="0"/>
          </a:p>
        </p:txBody>
      </p:sp>
      <p:sp>
        <p:nvSpPr>
          <p:cNvPr id="3" name="TextBox 2">
            <a:extLst>
              <a:ext uri="{FF2B5EF4-FFF2-40B4-BE49-F238E27FC236}">
                <a16:creationId xmlns:a16="http://schemas.microsoft.com/office/drawing/2014/main" id="{8A7AA206-965D-F9A4-F705-29F921C70F8F}"/>
              </a:ext>
            </a:extLst>
          </p:cNvPr>
          <p:cNvSpPr txBox="1"/>
          <p:nvPr/>
        </p:nvSpPr>
        <p:spPr>
          <a:xfrm>
            <a:off x="8868093" y="764727"/>
            <a:ext cx="2778326" cy="646331"/>
          </a:xfrm>
          <a:prstGeom prst="rect">
            <a:avLst/>
          </a:prstGeom>
          <a:noFill/>
        </p:spPr>
        <p:txBody>
          <a:bodyPr wrap="none" rtlCol="0">
            <a:spAutoFit/>
          </a:bodyPr>
          <a:lstStyle/>
          <a:p>
            <a:pPr algn="r" rtl="1"/>
            <a:r>
              <a:rPr lang="ar-JO" sz="3600" dirty="0"/>
              <a:t>المخرج المسرحي</a:t>
            </a:r>
            <a:endParaRPr lang="en-US" sz="3600" dirty="0"/>
          </a:p>
        </p:txBody>
      </p:sp>
      <p:sp>
        <p:nvSpPr>
          <p:cNvPr id="6" name="TextBox 5">
            <a:extLst>
              <a:ext uri="{FF2B5EF4-FFF2-40B4-BE49-F238E27FC236}">
                <a16:creationId xmlns:a16="http://schemas.microsoft.com/office/drawing/2014/main" id="{1850CFD9-10C7-7017-7ABA-CF7814BC6A94}"/>
              </a:ext>
            </a:extLst>
          </p:cNvPr>
          <p:cNvSpPr txBox="1"/>
          <p:nvPr/>
        </p:nvSpPr>
        <p:spPr>
          <a:xfrm>
            <a:off x="3538769" y="894371"/>
            <a:ext cx="4047903" cy="646331"/>
          </a:xfrm>
          <a:prstGeom prst="rect">
            <a:avLst/>
          </a:prstGeom>
          <a:noFill/>
        </p:spPr>
        <p:txBody>
          <a:bodyPr wrap="none" rtlCol="0">
            <a:spAutoFit/>
          </a:bodyPr>
          <a:lstStyle/>
          <a:p>
            <a:pPr algn="r" rtl="1"/>
            <a:r>
              <a:rPr lang="ar-JO" sz="3600" dirty="0">
                <a:solidFill>
                  <a:schemeClr val="accent6">
                    <a:lumMod val="50000"/>
                  </a:schemeClr>
                </a:solidFill>
              </a:rPr>
              <a:t>المخرج المسرحي التفاعلي</a:t>
            </a:r>
            <a:endParaRPr lang="en-US" sz="3600" dirty="0">
              <a:solidFill>
                <a:schemeClr val="accent6">
                  <a:lumMod val="50000"/>
                </a:schemeClr>
              </a:solidFill>
            </a:endParaRPr>
          </a:p>
        </p:txBody>
      </p:sp>
      <p:sp>
        <p:nvSpPr>
          <p:cNvPr id="7" name="TextBox 6">
            <a:extLst>
              <a:ext uri="{FF2B5EF4-FFF2-40B4-BE49-F238E27FC236}">
                <a16:creationId xmlns:a16="http://schemas.microsoft.com/office/drawing/2014/main" id="{44D370AF-0EF5-C8AE-156D-FA5C02DDA73E}"/>
              </a:ext>
            </a:extLst>
          </p:cNvPr>
          <p:cNvSpPr txBox="1"/>
          <p:nvPr/>
        </p:nvSpPr>
        <p:spPr>
          <a:xfrm>
            <a:off x="383188" y="894371"/>
            <a:ext cx="2749472" cy="646331"/>
          </a:xfrm>
          <a:prstGeom prst="rect">
            <a:avLst/>
          </a:prstGeom>
          <a:noFill/>
        </p:spPr>
        <p:txBody>
          <a:bodyPr wrap="none" rtlCol="0">
            <a:spAutoFit/>
          </a:bodyPr>
          <a:lstStyle/>
          <a:p>
            <a:pPr algn="r" rtl="1"/>
            <a:r>
              <a:rPr lang="ar-JO" sz="3600" dirty="0">
                <a:solidFill>
                  <a:schemeClr val="accent5">
                    <a:lumMod val="50000"/>
                  </a:schemeClr>
                </a:solidFill>
              </a:rPr>
              <a:t>المخرج السينمائي</a:t>
            </a:r>
            <a:endParaRPr lang="en-US" sz="3600" dirty="0">
              <a:solidFill>
                <a:schemeClr val="accent5">
                  <a:lumMod val="50000"/>
                </a:schemeClr>
              </a:solidFill>
            </a:endParaRPr>
          </a:p>
        </p:txBody>
      </p:sp>
      <p:sp>
        <p:nvSpPr>
          <p:cNvPr id="8" name="TextBox 7">
            <a:extLst>
              <a:ext uri="{FF2B5EF4-FFF2-40B4-BE49-F238E27FC236}">
                <a16:creationId xmlns:a16="http://schemas.microsoft.com/office/drawing/2014/main" id="{46BF9AA0-52D9-CE0A-ABE9-7A0753D2A607}"/>
              </a:ext>
            </a:extLst>
          </p:cNvPr>
          <p:cNvSpPr txBox="1"/>
          <p:nvPr/>
        </p:nvSpPr>
        <p:spPr>
          <a:xfrm>
            <a:off x="8475031" y="5086666"/>
            <a:ext cx="3557449" cy="954107"/>
          </a:xfrm>
          <a:prstGeom prst="rect">
            <a:avLst/>
          </a:prstGeom>
          <a:noFill/>
        </p:spPr>
        <p:txBody>
          <a:bodyPr wrap="none" rtlCol="0">
            <a:spAutoFit/>
          </a:bodyPr>
          <a:lstStyle/>
          <a:p>
            <a:pPr algn="ctr"/>
            <a:r>
              <a:rPr lang="ar-JO" sz="2800" dirty="0"/>
              <a:t>معتزلي</a:t>
            </a:r>
          </a:p>
          <a:p>
            <a:r>
              <a:rPr lang="en-US" sz="2800" dirty="0" err="1"/>
              <a:t>Compatibalism</a:t>
            </a:r>
            <a:r>
              <a:rPr lang="ar-JO" sz="2800" dirty="0"/>
              <a:t>التوافقية </a:t>
            </a:r>
            <a:endParaRPr lang="en-US" sz="2800" dirty="0"/>
          </a:p>
        </p:txBody>
      </p:sp>
      <p:sp>
        <p:nvSpPr>
          <p:cNvPr id="9" name="TextBox 8">
            <a:extLst>
              <a:ext uri="{FF2B5EF4-FFF2-40B4-BE49-F238E27FC236}">
                <a16:creationId xmlns:a16="http://schemas.microsoft.com/office/drawing/2014/main" id="{5CD83932-F02A-FB9B-BF30-0123EC49DAB7}"/>
              </a:ext>
            </a:extLst>
          </p:cNvPr>
          <p:cNvSpPr txBox="1"/>
          <p:nvPr/>
        </p:nvSpPr>
        <p:spPr>
          <a:xfrm>
            <a:off x="5014904" y="4840244"/>
            <a:ext cx="2412261" cy="1815882"/>
          </a:xfrm>
          <a:prstGeom prst="rect">
            <a:avLst/>
          </a:prstGeom>
          <a:noFill/>
        </p:spPr>
        <p:txBody>
          <a:bodyPr wrap="square" rtlCol="0">
            <a:spAutoFit/>
          </a:bodyPr>
          <a:lstStyle/>
          <a:p>
            <a:r>
              <a:rPr lang="en-US" sz="2800" dirty="0">
                <a:solidFill>
                  <a:schemeClr val="accent6">
                    <a:lumMod val="50000"/>
                  </a:schemeClr>
                </a:solidFill>
              </a:rPr>
              <a:t>Open Theism</a:t>
            </a:r>
            <a:br>
              <a:rPr lang="en-US" sz="2800" dirty="0">
                <a:solidFill>
                  <a:schemeClr val="accent6">
                    <a:lumMod val="50000"/>
                  </a:schemeClr>
                </a:solidFill>
              </a:rPr>
            </a:br>
            <a:r>
              <a:rPr lang="ar-JO" sz="2800" dirty="0">
                <a:solidFill>
                  <a:schemeClr val="accent6">
                    <a:lumMod val="50000"/>
                  </a:schemeClr>
                </a:solidFill>
              </a:rPr>
              <a:t>(اللاهوت المفتوح)</a:t>
            </a:r>
            <a:endParaRPr lang="en-US" sz="2800" dirty="0">
              <a:solidFill>
                <a:schemeClr val="accent6">
                  <a:lumMod val="50000"/>
                </a:schemeClr>
              </a:solidFill>
            </a:endParaRPr>
          </a:p>
          <a:p>
            <a:r>
              <a:rPr lang="ar-JO" sz="2800" dirty="0">
                <a:solidFill>
                  <a:schemeClr val="accent6">
                    <a:lumMod val="50000"/>
                  </a:schemeClr>
                </a:solidFill>
              </a:rPr>
              <a:t>المسعري</a:t>
            </a:r>
            <a:r>
              <a:rPr lang="en-US" sz="2800" dirty="0">
                <a:solidFill>
                  <a:schemeClr val="accent6">
                    <a:lumMod val="50000"/>
                  </a:schemeClr>
                </a:solidFill>
              </a:rPr>
              <a:t>?</a:t>
            </a:r>
            <a:endParaRPr lang="ar-JO" sz="2800" dirty="0">
              <a:solidFill>
                <a:schemeClr val="accent6">
                  <a:lumMod val="50000"/>
                </a:schemeClr>
              </a:solidFill>
            </a:endParaRPr>
          </a:p>
          <a:p>
            <a:r>
              <a:rPr lang="ar-JO" sz="2800" dirty="0">
                <a:solidFill>
                  <a:schemeClr val="accent6">
                    <a:lumMod val="50000"/>
                  </a:schemeClr>
                </a:solidFill>
              </a:rPr>
              <a:t>مطهري</a:t>
            </a:r>
            <a:r>
              <a:rPr lang="en-US" sz="2800" dirty="0">
                <a:solidFill>
                  <a:schemeClr val="accent6">
                    <a:lumMod val="50000"/>
                  </a:schemeClr>
                </a:solidFill>
              </a:rPr>
              <a:t>?</a:t>
            </a:r>
          </a:p>
        </p:txBody>
      </p:sp>
      <p:sp>
        <p:nvSpPr>
          <p:cNvPr id="10" name="TextBox 9">
            <a:extLst>
              <a:ext uri="{FF2B5EF4-FFF2-40B4-BE49-F238E27FC236}">
                <a16:creationId xmlns:a16="http://schemas.microsoft.com/office/drawing/2014/main" id="{330856DD-1C00-C842-D6CB-6413FB286101}"/>
              </a:ext>
            </a:extLst>
          </p:cNvPr>
          <p:cNvSpPr txBox="1"/>
          <p:nvPr/>
        </p:nvSpPr>
        <p:spPr>
          <a:xfrm>
            <a:off x="1097021" y="5271131"/>
            <a:ext cx="2519729" cy="1384995"/>
          </a:xfrm>
          <a:prstGeom prst="rect">
            <a:avLst/>
          </a:prstGeom>
          <a:noFill/>
        </p:spPr>
        <p:txBody>
          <a:bodyPr wrap="none" rtlCol="0">
            <a:spAutoFit/>
          </a:bodyPr>
          <a:lstStyle/>
          <a:p>
            <a:r>
              <a:rPr lang="ar-JO" sz="2800" dirty="0">
                <a:solidFill>
                  <a:schemeClr val="accent5">
                    <a:lumMod val="50000"/>
                  </a:schemeClr>
                </a:solidFill>
              </a:rPr>
              <a:t>أشعري</a:t>
            </a:r>
            <a:br>
              <a:rPr lang="ar-JO" sz="2800" dirty="0">
                <a:solidFill>
                  <a:schemeClr val="accent5">
                    <a:lumMod val="50000"/>
                  </a:schemeClr>
                </a:solidFill>
              </a:rPr>
            </a:br>
            <a:r>
              <a:rPr lang="en-US" sz="2800" dirty="0">
                <a:solidFill>
                  <a:schemeClr val="accent5">
                    <a:lumMod val="50000"/>
                  </a:schemeClr>
                </a:solidFill>
              </a:rPr>
              <a:t>Occasionalism</a:t>
            </a:r>
            <a:br>
              <a:rPr lang="ar-JO" sz="2800" dirty="0">
                <a:solidFill>
                  <a:schemeClr val="accent5">
                    <a:lumMod val="50000"/>
                  </a:schemeClr>
                </a:solidFill>
              </a:rPr>
            </a:br>
            <a:r>
              <a:rPr lang="ar-SA" sz="2800" dirty="0">
                <a:solidFill>
                  <a:schemeClr val="accent5">
                    <a:lumMod val="50000"/>
                  </a:schemeClr>
                </a:solidFill>
              </a:rPr>
              <a:t>الإلهية المباشرة</a:t>
            </a:r>
            <a:endParaRPr lang="en-US" sz="2800" dirty="0">
              <a:solidFill>
                <a:schemeClr val="accent5">
                  <a:lumMod val="50000"/>
                </a:schemeClr>
              </a:solidFill>
            </a:endParaRPr>
          </a:p>
        </p:txBody>
      </p:sp>
      <p:sp>
        <p:nvSpPr>
          <p:cNvPr id="11" name="TextBox 10">
            <a:extLst>
              <a:ext uri="{FF2B5EF4-FFF2-40B4-BE49-F238E27FC236}">
                <a16:creationId xmlns:a16="http://schemas.microsoft.com/office/drawing/2014/main" id="{61F14D89-4090-066C-377A-D79EFD4FD879}"/>
              </a:ext>
            </a:extLst>
          </p:cNvPr>
          <p:cNvSpPr txBox="1"/>
          <p:nvPr/>
        </p:nvSpPr>
        <p:spPr>
          <a:xfrm>
            <a:off x="7470296" y="1540702"/>
            <a:ext cx="4562184" cy="3416320"/>
          </a:xfrm>
          <a:prstGeom prst="rect">
            <a:avLst/>
          </a:prstGeom>
          <a:noFill/>
        </p:spPr>
        <p:txBody>
          <a:bodyPr wrap="square" rtlCol="0">
            <a:spAutoFit/>
          </a:bodyPr>
          <a:lstStyle/>
          <a:p>
            <a:pPr algn="r" rtl="1"/>
            <a:r>
              <a:rPr lang="ar-SA" dirty="0">
                <a:solidFill>
                  <a:srgbClr val="000000"/>
                </a:solidFill>
                <a:effectLst/>
                <a:ea typeface="Times New Roman" panose="02020603050405020304" pitchFamily="18" charset="0"/>
                <a:cs typeface="Simplified Arabic" panose="02020603050405020304" pitchFamily="18" charset="-78"/>
              </a:rPr>
              <a:t>المخرج المسرحي فنان مبدع حكيم بناؤه متقن وكلامه أوامر لا يستطيع أي ممثل إلا أن ينصاع لها تماما كما يريد</a:t>
            </a:r>
            <a:r>
              <a:rPr lang="en-US" dirty="0">
                <a:solidFill>
                  <a:srgbClr val="000000"/>
                </a:solidFill>
                <a:effectLst/>
                <a:latin typeface="Simplified Arabic" panose="02020603050405020304" pitchFamily="18" charset="-78"/>
                <a:ea typeface="Times New Roman" panose="02020603050405020304" pitchFamily="18" charset="0"/>
              </a:rPr>
              <a:t>.</a:t>
            </a:r>
            <a:br>
              <a:rPr lang="en-US" dirty="0">
                <a:solidFill>
                  <a:srgbClr val="000000"/>
                </a:solidFill>
                <a:effectLst/>
                <a:latin typeface="Simplified Arabic" panose="02020603050405020304" pitchFamily="18" charset="-78"/>
                <a:ea typeface="Times New Roman" panose="02020603050405020304" pitchFamily="18" charset="0"/>
              </a:rPr>
            </a:br>
            <a:r>
              <a:rPr lang="en-US" dirty="0">
                <a:solidFill>
                  <a:srgbClr val="000000"/>
                </a:solidFill>
                <a:effectLst/>
                <a:latin typeface="Simplified Arabic" panose="02020603050405020304" pitchFamily="18" charset="-78"/>
                <a:ea typeface="Times New Roman" panose="02020603050405020304" pitchFamily="18" charset="0"/>
              </a:rPr>
              <a:t>-</a:t>
            </a:r>
            <a:r>
              <a:rPr lang="ar-SA" dirty="0">
                <a:solidFill>
                  <a:srgbClr val="000000"/>
                </a:solidFill>
                <a:effectLst/>
                <a:latin typeface="Simplified Arabic" panose="02020603050405020304" pitchFamily="18" charset="-78"/>
                <a:ea typeface="Times New Roman" panose="02020603050405020304" pitchFamily="18" charset="0"/>
              </a:rPr>
              <a:t>لهذا المخرج المسرحي هدف من هذه المسرحية وهذا الهدف هو إظهار قدراته</a:t>
            </a:r>
            <a:r>
              <a:rPr lang="en-US" dirty="0">
                <a:solidFill>
                  <a:srgbClr val="000000"/>
                </a:solidFill>
                <a:effectLst/>
                <a:latin typeface="Simplified Arabic" panose="02020603050405020304" pitchFamily="18" charset="-78"/>
                <a:ea typeface="Times New Roman" panose="02020603050405020304" pitchFamily="18" charset="0"/>
              </a:rPr>
              <a:t>.</a:t>
            </a:r>
            <a:br>
              <a:rPr lang="en-US" dirty="0">
                <a:solidFill>
                  <a:srgbClr val="000000"/>
                </a:solidFill>
                <a:effectLst/>
                <a:latin typeface="Simplified Arabic" panose="02020603050405020304" pitchFamily="18" charset="-78"/>
                <a:ea typeface="Times New Roman" panose="02020603050405020304" pitchFamily="18" charset="0"/>
              </a:rPr>
            </a:br>
            <a:r>
              <a:rPr lang="en-US" dirty="0">
                <a:solidFill>
                  <a:srgbClr val="000000"/>
                </a:solidFill>
                <a:effectLst/>
                <a:latin typeface="Simplified Arabic" panose="02020603050405020304" pitchFamily="18" charset="-78"/>
                <a:ea typeface="Times New Roman" panose="02020603050405020304" pitchFamily="18" charset="0"/>
              </a:rPr>
              <a:t>-</a:t>
            </a:r>
            <a:r>
              <a:rPr lang="ar-SA" dirty="0">
                <a:solidFill>
                  <a:srgbClr val="000000"/>
                </a:solidFill>
                <a:effectLst/>
                <a:latin typeface="Simplified Arabic" panose="02020603050405020304" pitchFamily="18" charset="-78"/>
                <a:ea typeface="Times New Roman" panose="02020603050405020304" pitchFamily="18" charset="0"/>
              </a:rPr>
              <a:t>وهذا المخرج وضع سيناريو عاما ولكنه شاء أن يكون النص تفاعليا كذلك فسمح بالخروج عن النص في أحوال مختلفة. أي أن الحاصل على خشبة المسرح ليس بالضرورة موجودا في النص. من المؤكد أنه لن يحصل شيء لا يريده المخرج المسرحي ومن المؤكد أن كل شيء يريده المخرج سيحصل. ولكنه يسمح بشيء من الحرية للممثلين لا يصح نسبة الأفعال فيها إليه لأنها من "خلق" شخوص المسرحية</a:t>
            </a:r>
            <a:r>
              <a:rPr lang="ar-JO" dirty="0">
                <a:solidFill>
                  <a:srgbClr val="000000"/>
                </a:solidFill>
                <a:latin typeface="Simplified Arabic" panose="02020603050405020304" pitchFamily="18" charset="-78"/>
                <a:ea typeface="Times New Roman" panose="02020603050405020304" pitchFamily="18" charset="0"/>
              </a:rPr>
              <a:t>. ولكنه يعرف الممثلين جيدا فلا يخرج منهم إلا ما يتوقعه.</a:t>
            </a:r>
            <a:r>
              <a:rPr lang="en-US" sz="1800" dirty="0">
                <a:solidFill>
                  <a:srgbClr val="000000"/>
                </a:solidFill>
                <a:effectLst/>
                <a:latin typeface="Simplified Arabic" panose="02020603050405020304" pitchFamily="18" charset="-78"/>
                <a:ea typeface="Times New Roman" panose="02020603050405020304" pitchFamily="18" charset="0"/>
              </a:rPr>
              <a:t> </a:t>
            </a:r>
            <a:endParaRPr lang="en-US" dirty="0"/>
          </a:p>
        </p:txBody>
      </p:sp>
      <p:sp>
        <p:nvSpPr>
          <p:cNvPr id="12" name="TextBox 11">
            <a:extLst>
              <a:ext uri="{FF2B5EF4-FFF2-40B4-BE49-F238E27FC236}">
                <a16:creationId xmlns:a16="http://schemas.microsoft.com/office/drawing/2014/main" id="{65F53E70-F11A-54E4-4E2C-E0D95FA7AC02}"/>
              </a:ext>
            </a:extLst>
          </p:cNvPr>
          <p:cNvSpPr txBox="1"/>
          <p:nvPr/>
        </p:nvSpPr>
        <p:spPr>
          <a:xfrm>
            <a:off x="4781366" y="1765426"/>
            <a:ext cx="2602668" cy="3139321"/>
          </a:xfrm>
          <a:prstGeom prst="rect">
            <a:avLst/>
          </a:prstGeom>
          <a:noFill/>
        </p:spPr>
        <p:txBody>
          <a:bodyPr wrap="square" rtlCol="0">
            <a:spAutoFit/>
          </a:bodyPr>
          <a:lstStyle/>
          <a:p>
            <a:pPr algn="r" rtl="1"/>
            <a:r>
              <a:rPr lang="ar-JO" dirty="0">
                <a:solidFill>
                  <a:schemeClr val="accent6">
                    <a:lumMod val="50000"/>
                  </a:schemeClr>
                </a:solidFill>
              </a:rPr>
              <a:t>مثل المخرج المسرحي ولكنه تفاعلي يسمح بخروج ما لا يتوقعه. يطور النص بناء على اختيارات الممثلين. </a:t>
            </a:r>
            <a:br>
              <a:rPr lang="ar-JO" dirty="0">
                <a:solidFill>
                  <a:schemeClr val="accent6">
                    <a:lumMod val="50000"/>
                  </a:schemeClr>
                </a:solidFill>
              </a:rPr>
            </a:br>
            <a:r>
              <a:rPr lang="ar-SA" sz="1800" dirty="0">
                <a:solidFill>
                  <a:schemeClr val="accent6">
                    <a:lumMod val="50000"/>
                  </a:schemeClr>
                </a:solidFill>
                <a:effectLst/>
                <a:ea typeface="Times New Roman" panose="02020603050405020304" pitchFamily="18" charset="0"/>
                <a:cs typeface="Simplified Arabic" panose="02020603050405020304" pitchFamily="18" charset="-78"/>
              </a:rPr>
              <a:t>يأتي إلى الحاج متولي ويقول له: إن أحسنت التصرف في اللقطة رقم 20 فأنا سأسمح لك أن تتزوج امرأة رابعة في اللقطة رقم 30. أما إذا أسأت في اللقطة رقم 25 فلن تكون هناك نهاية سعيدة للمسرحية</a:t>
            </a:r>
            <a:r>
              <a:rPr lang="ar-JO" sz="1800" dirty="0">
                <a:solidFill>
                  <a:schemeClr val="accent6">
                    <a:lumMod val="50000"/>
                  </a:schemeClr>
                </a:solidFill>
                <a:effectLst/>
                <a:ea typeface="Times New Roman" panose="02020603050405020304" pitchFamily="18" charset="0"/>
                <a:cs typeface="Simplified Arabic" panose="02020603050405020304" pitchFamily="18" charset="-78"/>
              </a:rPr>
              <a:t>.</a:t>
            </a:r>
            <a:endParaRPr lang="en-US" dirty="0">
              <a:solidFill>
                <a:schemeClr val="accent6">
                  <a:lumMod val="50000"/>
                </a:schemeClr>
              </a:solidFill>
            </a:endParaRPr>
          </a:p>
        </p:txBody>
      </p:sp>
      <p:sp>
        <p:nvSpPr>
          <p:cNvPr id="13" name="TextBox 12">
            <a:extLst>
              <a:ext uri="{FF2B5EF4-FFF2-40B4-BE49-F238E27FC236}">
                <a16:creationId xmlns:a16="http://schemas.microsoft.com/office/drawing/2014/main" id="{804B1369-65DA-4892-C745-EFF925D1CC11}"/>
              </a:ext>
            </a:extLst>
          </p:cNvPr>
          <p:cNvSpPr txBox="1"/>
          <p:nvPr/>
        </p:nvSpPr>
        <p:spPr>
          <a:xfrm>
            <a:off x="145991" y="1623979"/>
            <a:ext cx="4706665" cy="3416320"/>
          </a:xfrm>
          <a:prstGeom prst="rect">
            <a:avLst/>
          </a:prstGeom>
          <a:noFill/>
        </p:spPr>
        <p:txBody>
          <a:bodyPr wrap="square" rtlCol="0">
            <a:spAutoFit/>
          </a:bodyPr>
          <a:lstStyle/>
          <a:p>
            <a:pPr algn="r"/>
            <a:r>
              <a:rPr lang="ar-SA" sz="1800" dirty="0">
                <a:solidFill>
                  <a:schemeClr val="accent5">
                    <a:lumMod val="50000"/>
                  </a:schemeClr>
                </a:solidFill>
                <a:effectLst/>
                <a:ea typeface="Times New Roman" panose="02020603050405020304" pitchFamily="18" charset="0"/>
                <a:cs typeface="Simplified Arabic" panose="02020603050405020304" pitchFamily="18" charset="-78"/>
              </a:rPr>
              <a:t>عنده النص كاملا بدون أية ثغرات. وهو يعيد تصوير أي لقطة لا تعجبه حتى تطابق ما يريد بالضبط. المهم في الأمر هو أن المخرج السينمائي يصور اللقطات بالترتيب الذي يراه مناسبا. مثلا: اليوم سنصور 10 لقطات في العمارة الفلانية في مدينة الإنتاج. 5 لقطات هي للحاج متولي وهو يتكلم في الهاتف وسنصوره وهو يردد عبارات مختلفة هي أجوبة على ما سنصوره غدا من أسئلة زوجته. اللقطات السادسة والسابعة والثامنة ستكون للحاج متولي وهو في عمر نور الشريف حاليا (بدون مكياج) واللقطتان الأخيرتان يكون فيهما شابا (بالمكياج)</a:t>
            </a:r>
            <a:r>
              <a:rPr lang="en-US" sz="1800" dirty="0">
                <a:solidFill>
                  <a:schemeClr val="accent5">
                    <a:lumMod val="50000"/>
                  </a:schemeClr>
                </a:solidFill>
                <a:effectLst/>
                <a:latin typeface="Simplified Arabic" panose="02020603050405020304" pitchFamily="18" charset="-78"/>
                <a:ea typeface="Times New Roman" panose="02020603050405020304" pitchFamily="18" charset="0"/>
              </a:rPr>
              <a:t>.</a:t>
            </a:r>
            <a:br>
              <a:rPr lang="en-US" sz="1800" dirty="0">
                <a:solidFill>
                  <a:schemeClr val="accent5">
                    <a:lumMod val="50000"/>
                  </a:schemeClr>
                </a:solidFill>
                <a:effectLst/>
                <a:latin typeface="Simplified Arabic" panose="02020603050405020304" pitchFamily="18" charset="-78"/>
                <a:ea typeface="Times New Roman" panose="02020603050405020304" pitchFamily="18" charset="0"/>
              </a:rPr>
            </a:br>
            <a:r>
              <a:rPr lang="ar-SA" sz="1800" dirty="0">
                <a:solidFill>
                  <a:schemeClr val="accent5">
                    <a:lumMod val="50000"/>
                  </a:schemeClr>
                </a:solidFill>
                <a:effectLst/>
                <a:latin typeface="Simplified Arabic" panose="02020603050405020304" pitchFamily="18" charset="-78"/>
                <a:ea typeface="Times New Roman" panose="02020603050405020304" pitchFamily="18" charset="0"/>
              </a:rPr>
              <a:t>وبعد الانتهاء من التصوير كاملا يبدأ التقطيع والتلصيق. ويكون ترتيب اللقطات على حسب سياق القصة (أي على حسب زمن عالم الحاج متولي)</a:t>
            </a:r>
            <a:endParaRPr lang="en-US" dirty="0">
              <a:solidFill>
                <a:schemeClr val="accent5">
                  <a:lumMod val="50000"/>
                </a:schemeClr>
              </a:solidFill>
            </a:endParaRPr>
          </a:p>
        </p:txBody>
      </p:sp>
    </p:spTree>
    <p:extLst>
      <p:ext uri="{BB962C8B-B14F-4D97-AF65-F5344CB8AC3E}">
        <p14:creationId xmlns:p14="http://schemas.microsoft.com/office/powerpoint/2010/main" val="1564537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E8EA36-2D20-46B4-BB1A-CD283E464C0B}"/>
              </a:ext>
            </a:extLst>
          </p:cNvPr>
          <p:cNvSpPr txBox="1"/>
          <p:nvPr/>
        </p:nvSpPr>
        <p:spPr>
          <a:xfrm>
            <a:off x="4448493" y="183702"/>
            <a:ext cx="2778326" cy="646331"/>
          </a:xfrm>
          <a:prstGeom prst="rect">
            <a:avLst/>
          </a:prstGeom>
          <a:noFill/>
        </p:spPr>
        <p:txBody>
          <a:bodyPr wrap="none" rtlCol="0">
            <a:spAutoFit/>
          </a:bodyPr>
          <a:lstStyle/>
          <a:p>
            <a:pPr algn="r" rtl="1"/>
            <a:r>
              <a:rPr lang="ar-JO" sz="3600" dirty="0"/>
              <a:t>المخرج المسرحي</a:t>
            </a:r>
            <a:endParaRPr lang="en-US" sz="3600" dirty="0"/>
          </a:p>
        </p:txBody>
      </p:sp>
      <p:sp>
        <p:nvSpPr>
          <p:cNvPr id="3" name="TextBox 2">
            <a:extLst>
              <a:ext uri="{FF2B5EF4-FFF2-40B4-BE49-F238E27FC236}">
                <a16:creationId xmlns:a16="http://schemas.microsoft.com/office/drawing/2014/main" id="{ABB5380E-27DC-8E00-A701-3E8572B259EC}"/>
              </a:ext>
            </a:extLst>
          </p:cNvPr>
          <p:cNvSpPr txBox="1"/>
          <p:nvPr/>
        </p:nvSpPr>
        <p:spPr>
          <a:xfrm>
            <a:off x="0" y="5903893"/>
            <a:ext cx="3557449" cy="954107"/>
          </a:xfrm>
          <a:prstGeom prst="rect">
            <a:avLst/>
          </a:prstGeom>
          <a:noFill/>
        </p:spPr>
        <p:txBody>
          <a:bodyPr wrap="none" rtlCol="0">
            <a:spAutoFit/>
          </a:bodyPr>
          <a:lstStyle/>
          <a:p>
            <a:pPr algn="ctr"/>
            <a:r>
              <a:rPr lang="ar-JO" sz="2800" dirty="0"/>
              <a:t>معتزلي</a:t>
            </a:r>
          </a:p>
          <a:p>
            <a:r>
              <a:rPr lang="en-US" sz="2800" dirty="0" err="1"/>
              <a:t>Compatibalism</a:t>
            </a:r>
            <a:r>
              <a:rPr lang="ar-JO" sz="2800" dirty="0"/>
              <a:t>التوافقية </a:t>
            </a:r>
            <a:endParaRPr lang="en-US" sz="2800" dirty="0"/>
          </a:p>
        </p:txBody>
      </p:sp>
      <p:sp>
        <p:nvSpPr>
          <p:cNvPr id="4" name="TextBox 3">
            <a:extLst>
              <a:ext uri="{FF2B5EF4-FFF2-40B4-BE49-F238E27FC236}">
                <a16:creationId xmlns:a16="http://schemas.microsoft.com/office/drawing/2014/main" id="{9D403DB0-9AD4-04A4-D6F8-7F1DF496883E}"/>
              </a:ext>
            </a:extLst>
          </p:cNvPr>
          <p:cNvSpPr txBox="1"/>
          <p:nvPr/>
        </p:nvSpPr>
        <p:spPr>
          <a:xfrm>
            <a:off x="136910" y="1379578"/>
            <a:ext cx="11746730" cy="4524315"/>
          </a:xfrm>
          <a:prstGeom prst="rect">
            <a:avLst/>
          </a:prstGeom>
          <a:noFill/>
        </p:spPr>
        <p:txBody>
          <a:bodyPr wrap="square" rtlCol="0">
            <a:spAutoFit/>
          </a:bodyPr>
          <a:lstStyle/>
          <a:p>
            <a:pPr algn="r" rtl="1"/>
            <a:r>
              <a:rPr lang="ar-SA" sz="3200" dirty="0">
                <a:solidFill>
                  <a:srgbClr val="000000"/>
                </a:solidFill>
                <a:effectLst/>
                <a:ea typeface="Times New Roman" panose="02020603050405020304" pitchFamily="18" charset="0"/>
                <a:cs typeface="Simplified Arabic" panose="02020603050405020304" pitchFamily="18" charset="-78"/>
              </a:rPr>
              <a:t>المخرج المسرحي فنان مبدع حكيم بناؤه متقن وكلامه أوامر لا يستطيع أي ممثل إلا أن ينصاع لها تماما كما يريد</a:t>
            </a:r>
            <a:r>
              <a:rPr lang="en-US" sz="3200" dirty="0">
                <a:solidFill>
                  <a:srgbClr val="000000"/>
                </a:solidFill>
                <a:effectLst/>
                <a:latin typeface="Simplified Arabic" panose="02020603050405020304" pitchFamily="18" charset="-78"/>
                <a:ea typeface="Times New Roman" panose="02020603050405020304" pitchFamily="18" charset="0"/>
              </a:rPr>
              <a:t>.</a:t>
            </a:r>
            <a:br>
              <a:rPr lang="en-US" sz="3200" dirty="0">
                <a:solidFill>
                  <a:srgbClr val="000000"/>
                </a:solidFill>
                <a:effectLst/>
                <a:latin typeface="Simplified Arabic" panose="02020603050405020304" pitchFamily="18" charset="-78"/>
                <a:ea typeface="Times New Roman" panose="02020603050405020304" pitchFamily="18" charset="0"/>
              </a:rPr>
            </a:br>
            <a:r>
              <a:rPr lang="en-US" sz="3200" dirty="0">
                <a:solidFill>
                  <a:srgbClr val="000000"/>
                </a:solidFill>
                <a:effectLst/>
                <a:latin typeface="Simplified Arabic" panose="02020603050405020304" pitchFamily="18" charset="-78"/>
                <a:ea typeface="Times New Roman" panose="02020603050405020304" pitchFamily="18" charset="0"/>
              </a:rPr>
              <a:t>-</a:t>
            </a:r>
            <a:r>
              <a:rPr lang="ar-SA" sz="3200" dirty="0">
                <a:solidFill>
                  <a:srgbClr val="000000"/>
                </a:solidFill>
                <a:effectLst/>
                <a:latin typeface="Simplified Arabic" panose="02020603050405020304" pitchFamily="18" charset="-78"/>
                <a:ea typeface="Times New Roman" panose="02020603050405020304" pitchFamily="18" charset="0"/>
              </a:rPr>
              <a:t>لهذا المخرج المسرحي هدف من هذه المسرحية وهذا الهدف هو إظهار قدراته</a:t>
            </a:r>
            <a:r>
              <a:rPr lang="en-US" sz="3200" dirty="0">
                <a:solidFill>
                  <a:srgbClr val="000000"/>
                </a:solidFill>
                <a:effectLst/>
                <a:latin typeface="Simplified Arabic" panose="02020603050405020304" pitchFamily="18" charset="-78"/>
                <a:ea typeface="Times New Roman" panose="02020603050405020304" pitchFamily="18" charset="0"/>
              </a:rPr>
              <a:t>.</a:t>
            </a:r>
            <a:br>
              <a:rPr lang="en-US" sz="3200" dirty="0">
                <a:solidFill>
                  <a:srgbClr val="000000"/>
                </a:solidFill>
                <a:effectLst/>
                <a:latin typeface="Simplified Arabic" panose="02020603050405020304" pitchFamily="18" charset="-78"/>
                <a:ea typeface="Times New Roman" panose="02020603050405020304" pitchFamily="18" charset="0"/>
              </a:rPr>
            </a:br>
            <a:r>
              <a:rPr lang="en-US" sz="3200" dirty="0">
                <a:solidFill>
                  <a:srgbClr val="000000"/>
                </a:solidFill>
                <a:effectLst/>
                <a:latin typeface="Simplified Arabic" panose="02020603050405020304" pitchFamily="18" charset="-78"/>
                <a:ea typeface="Times New Roman" panose="02020603050405020304" pitchFamily="18" charset="0"/>
              </a:rPr>
              <a:t>-</a:t>
            </a:r>
            <a:r>
              <a:rPr lang="ar-SA" sz="3200" dirty="0">
                <a:solidFill>
                  <a:srgbClr val="000000"/>
                </a:solidFill>
                <a:effectLst/>
                <a:latin typeface="Simplified Arabic" panose="02020603050405020304" pitchFamily="18" charset="-78"/>
                <a:ea typeface="Times New Roman" panose="02020603050405020304" pitchFamily="18" charset="0"/>
              </a:rPr>
              <a:t>وهذا المخرج وضع سيناريو عاما ولكنه شاء أن يكون النص تفاعليا كذلك فسمح بالخروج عن النص في أحوال مختلفة. أي أن الحاصل على خشبة المسرح ليس بالضرورة موجودا في النص. من المؤكد أنه لن يحصل شيء لا يريده المخرج المسرحي ومن المؤكد أن كل شيء يريده المخرج سيحصل. ولكنه يسمح بشيء من الحرية للممثلين لا يصح نسبة الأفعال فيها إليه لأنها من "خلق" شخوص المسرحية</a:t>
            </a:r>
            <a:r>
              <a:rPr lang="ar-JO" sz="3200" dirty="0">
                <a:solidFill>
                  <a:srgbClr val="000000"/>
                </a:solidFill>
                <a:latin typeface="Simplified Arabic" panose="02020603050405020304" pitchFamily="18" charset="-78"/>
                <a:ea typeface="Times New Roman" panose="02020603050405020304" pitchFamily="18" charset="0"/>
              </a:rPr>
              <a:t>. ولكنه يعرف الممثلين جيدا فلا يخرج منهم إلا ما يتوقعه.</a:t>
            </a:r>
            <a:r>
              <a:rPr lang="en-US" sz="3200" dirty="0">
                <a:solidFill>
                  <a:srgbClr val="000000"/>
                </a:solidFill>
                <a:effectLst/>
                <a:latin typeface="Simplified Arabic" panose="02020603050405020304" pitchFamily="18" charset="-78"/>
                <a:ea typeface="Times New Roman" panose="02020603050405020304" pitchFamily="18" charset="0"/>
              </a:rPr>
              <a:t> </a:t>
            </a:r>
            <a:endParaRPr lang="en-US" sz="3200" dirty="0"/>
          </a:p>
        </p:txBody>
      </p:sp>
    </p:spTree>
    <p:extLst>
      <p:ext uri="{BB962C8B-B14F-4D97-AF65-F5344CB8AC3E}">
        <p14:creationId xmlns:p14="http://schemas.microsoft.com/office/powerpoint/2010/main" val="763645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1B2127-B3D5-9BC4-468D-B99B04D78689}"/>
              </a:ext>
            </a:extLst>
          </p:cNvPr>
          <p:cNvSpPr txBox="1"/>
          <p:nvPr/>
        </p:nvSpPr>
        <p:spPr>
          <a:xfrm>
            <a:off x="6235590" y="75221"/>
            <a:ext cx="4903907" cy="769441"/>
          </a:xfrm>
          <a:prstGeom prst="rect">
            <a:avLst/>
          </a:prstGeom>
          <a:noFill/>
        </p:spPr>
        <p:txBody>
          <a:bodyPr wrap="none" rtlCol="0">
            <a:spAutoFit/>
          </a:bodyPr>
          <a:lstStyle/>
          <a:p>
            <a:pPr algn="r" rtl="1"/>
            <a:r>
              <a:rPr lang="ar-JO" sz="4400" dirty="0">
                <a:solidFill>
                  <a:schemeClr val="accent6">
                    <a:lumMod val="50000"/>
                  </a:schemeClr>
                </a:solidFill>
              </a:rPr>
              <a:t>المخرج المسرحي التفاعلي</a:t>
            </a:r>
            <a:endParaRPr lang="en-US" sz="4400" dirty="0">
              <a:solidFill>
                <a:schemeClr val="accent6">
                  <a:lumMod val="50000"/>
                </a:schemeClr>
              </a:solidFill>
            </a:endParaRPr>
          </a:p>
        </p:txBody>
      </p:sp>
      <p:sp>
        <p:nvSpPr>
          <p:cNvPr id="3" name="TextBox 2">
            <a:extLst>
              <a:ext uri="{FF2B5EF4-FFF2-40B4-BE49-F238E27FC236}">
                <a16:creationId xmlns:a16="http://schemas.microsoft.com/office/drawing/2014/main" id="{05777BE9-4767-FA11-BE6F-FBC1F63AA298}"/>
              </a:ext>
            </a:extLst>
          </p:cNvPr>
          <p:cNvSpPr txBox="1"/>
          <p:nvPr/>
        </p:nvSpPr>
        <p:spPr>
          <a:xfrm>
            <a:off x="144344" y="4549676"/>
            <a:ext cx="3160831" cy="2308324"/>
          </a:xfrm>
          <a:prstGeom prst="rect">
            <a:avLst/>
          </a:prstGeom>
          <a:noFill/>
        </p:spPr>
        <p:txBody>
          <a:bodyPr wrap="square" rtlCol="0">
            <a:spAutoFit/>
          </a:bodyPr>
          <a:lstStyle/>
          <a:p>
            <a:pPr algn="r" rtl="1"/>
            <a:r>
              <a:rPr lang="en-US" sz="3600" dirty="0">
                <a:solidFill>
                  <a:schemeClr val="accent6">
                    <a:lumMod val="50000"/>
                  </a:schemeClr>
                </a:solidFill>
              </a:rPr>
              <a:t>Open Theism</a:t>
            </a:r>
            <a:br>
              <a:rPr lang="en-US" sz="3600" dirty="0">
                <a:solidFill>
                  <a:schemeClr val="accent6">
                    <a:lumMod val="50000"/>
                  </a:schemeClr>
                </a:solidFill>
              </a:rPr>
            </a:br>
            <a:r>
              <a:rPr lang="ar-JO" sz="3600" dirty="0">
                <a:solidFill>
                  <a:schemeClr val="accent6">
                    <a:lumMod val="50000"/>
                  </a:schemeClr>
                </a:solidFill>
              </a:rPr>
              <a:t>(اللاهوت المفتوح)</a:t>
            </a:r>
            <a:endParaRPr lang="en-US" sz="3600" dirty="0">
              <a:solidFill>
                <a:schemeClr val="accent6">
                  <a:lumMod val="50000"/>
                </a:schemeClr>
              </a:solidFill>
            </a:endParaRPr>
          </a:p>
          <a:p>
            <a:pPr algn="r" rtl="1"/>
            <a:r>
              <a:rPr lang="ar-JO" sz="3600" dirty="0">
                <a:solidFill>
                  <a:schemeClr val="accent6">
                    <a:lumMod val="50000"/>
                  </a:schemeClr>
                </a:solidFill>
              </a:rPr>
              <a:t>المسعري</a:t>
            </a:r>
            <a:r>
              <a:rPr lang="en-US" sz="3600" dirty="0">
                <a:solidFill>
                  <a:schemeClr val="accent6">
                    <a:lumMod val="50000"/>
                  </a:schemeClr>
                </a:solidFill>
              </a:rPr>
              <a:t>?</a:t>
            </a:r>
            <a:endParaRPr lang="ar-JO" sz="3600" dirty="0">
              <a:solidFill>
                <a:schemeClr val="accent6">
                  <a:lumMod val="50000"/>
                </a:schemeClr>
              </a:solidFill>
            </a:endParaRPr>
          </a:p>
          <a:p>
            <a:pPr algn="r" rtl="1"/>
            <a:r>
              <a:rPr lang="ar-JO" sz="3600" dirty="0">
                <a:solidFill>
                  <a:schemeClr val="accent6">
                    <a:lumMod val="50000"/>
                  </a:schemeClr>
                </a:solidFill>
              </a:rPr>
              <a:t>مطهري</a:t>
            </a:r>
            <a:r>
              <a:rPr lang="en-US" sz="3600" dirty="0">
                <a:solidFill>
                  <a:schemeClr val="accent6">
                    <a:lumMod val="50000"/>
                  </a:schemeClr>
                </a:solidFill>
              </a:rPr>
              <a:t>?</a:t>
            </a:r>
          </a:p>
        </p:txBody>
      </p:sp>
      <p:sp>
        <p:nvSpPr>
          <p:cNvPr id="4" name="TextBox 3">
            <a:extLst>
              <a:ext uri="{FF2B5EF4-FFF2-40B4-BE49-F238E27FC236}">
                <a16:creationId xmlns:a16="http://schemas.microsoft.com/office/drawing/2014/main" id="{60C3B385-79E2-629F-574F-D49A792ED1B4}"/>
              </a:ext>
            </a:extLst>
          </p:cNvPr>
          <p:cNvSpPr txBox="1"/>
          <p:nvPr/>
        </p:nvSpPr>
        <p:spPr>
          <a:xfrm>
            <a:off x="5238750" y="1851151"/>
            <a:ext cx="6657975" cy="4524315"/>
          </a:xfrm>
          <a:prstGeom prst="rect">
            <a:avLst/>
          </a:prstGeom>
          <a:noFill/>
        </p:spPr>
        <p:txBody>
          <a:bodyPr wrap="square" rtlCol="0">
            <a:spAutoFit/>
          </a:bodyPr>
          <a:lstStyle/>
          <a:p>
            <a:pPr algn="r" rtl="1"/>
            <a:r>
              <a:rPr lang="ar-JO" sz="3600" dirty="0">
                <a:solidFill>
                  <a:schemeClr val="accent6">
                    <a:lumMod val="50000"/>
                  </a:schemeClr>
                </a:solidFill>
              </a:rPr>
              <a:t>مثل المخرج المسرحي ولكنه تفاعلي يسمح بخروج ما لا يتوقعه. يطور النص بناء على اختيارات الممثلين. </a:t>
            </a:r>
            <a:br>
              <a:rPr lang="ar-JO" sz="3600" dirty="0">
                <a:solidFill>
                  <a:schemeClr val="accent6">
                    <a:lumMod val="50000"/>
                  </a:schemeClr>
                </a:solidFill>
              </a:rPr>
            </a:br>
            <a:r>
              <a:rPr lang="ar-SA" sz="3600" dirty="0">
                <a:solidFill>
                  <a:schemeClr val="accent6">
                    <a:lumMod val="50000"/>
                  </a:schemeClr>
                </a:solidFill>
                <a:effectLst/>
                <a:ea typeface="Times New Roman" panose="02020603050405020304" pitchFamily="18" charset="0"/>
                <a:cs typeface="Simplified Arabic" panose="02020603050405020304" pitchFamily="18" charset="-78"/>
              </a:rPr>
              <a:t>يأتي إلى الحاج متولي ويقول له: إن أحسنت التصرف في اللقطة رقم 20 فأنا سأسمح لك أن تتزوج امرأة رابعة في اللقطة رقم 30. أما إذا أسأت في اللقطة رقم 25 فلن تكون هناك نهاية سعيدة للمسرحية</a:t>
            </a:r>
            <a:r>
              <a:rPr lang="ar-JO" sz="3600" dirty="0">
                <a:solidFill>
                  <a:schemeClr val="accent6">
                    <a:lumMod val="50000"/>
                  </a:schemeClr>
                </a:solidFill>
                <a:effectLst/>
                <a:ea typeface="Times New Roman" panose="02020603050405020304" pitchFamily="18" charset="0"/>
                <a:cs typeface="Simplified Arabic" panose="02020603050405020304" pitchFamily="18" charset="-78"/>
              </a:rPr>
              <a:t>.</a:t>
            </a:r>
            <a:endParaRPr lang="en-US" sz="3600" dirty="0">
              <a:solidFill>
                <a:schemeClr val="accent6">
                  <a:lumMod val="50000"/>
                </a:schemeClr>
              </a:solidFill>
            </a:endParaRPr>
          </a:p>
        </p:txBody>
      </p:sp>
      <p:pic>
        <p:nvPicPr>
          <p:cNvPr id="1026" name="Picture 2" descr="أفضل مقاطع ״عائلة الحاج متولي״ ׀ نور الشريف - YouTube">
            <a:extLst>
              <a:ext uri="{FF2B5EF4-FFF2-40B4-BE49-F238E27FC236}">
                <a16:creationId xmlns:a16="http://schemas.microsoft.com/office/drawing/2014/main" id="{B370F470-E875-B894-B638-6CC8DB9FAE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572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0090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259A25-8D84-E48D-B4AF-3B72156A5D0C}"/>
              </a:ext>
            </a:extLst>
          </p:cNvPr>
          <p:cNvSpPr txBox="1"/>
          <p:nvPr/>
        </p:nvSpPr>
        <p:spPr>
          <a:xfrm>
            <a:off x="4220992" y="0"/>
            <a:ext cx="3321743" cy="769441"/>
          </a:xfrm>
          <a:prstGeom prst="rect">
            <a:avLst/>
          </a:prstGeom>
          <a:noFill/>
        </p:spPr>
        <p:txBody>
          <a:bodyPr wrap="none" rtlCol="0">
            <a:spAutoFit/>
          </a:bodyPr>
          <a:lstStyle/>
          <a:p>
            <a:pPr algn="r" rtl="1"/>
            <a:r>
              <a:rPr lang="ar-JO" sz="4400" dirty="0">
                <a:solidFill>
                  <a:schemeClr val="accent5">
                    <a:lumMod val="50000"/>
                  </a:schemeClr>
                </a:solidFill>
                <a:highlight>
                  <a:srgbClr val="FFFF00"/>
                </a:highlight>
              </a:rPr>
              <a:t>المخرج السينمائي</a:t>
            </a:r>
            <a:endParaRPr lang="en-US" sz="4400" dirty="0">
              <a:solidFill>
                <a:schemeClr val="accent5">
                  <a:lumMod val="50000"/>
                </a:schemeClr>
              </a:solidFill>
              <a:highlight>
                <a:srgbClr val="FFFF00"/>
              </a:highlight>
            </a:endParaRPr>
          </a:p>
        </p:txBody>
      </p:sp>
      <p:sp>
        <p:nvSpPr>
          <p:cNvPr id="3" name="TextBox 2">
            <a:extLst>
              <a:ext uri="{FF2B5EF4-FFF2-40B4-BE49-F238E27FC236}">
                <a16:creationId xmlns:a16="http://schemas.microsoft.com/office/drawing/2014/main" id="{E87F510B-518C-C26C-28A2-F6C718EDEA97}"/>
              </a:ext>
            </a:extLst>
          </p:cNvPr>
          <p:cNvSpPr txBox="1"/>
          <p:nvPr/>
        </p:nvSpPr>
        <p:spPr>
          <a:xfrm>
            <a:off x="134996" y="5404481"/>
            <a:ext cx="2519729" cy="1384995"/>
          </a:xfrm>
          <a:prstGeom prst="rect">
            <a:avLst/>
          </a:prstGeom>
          <a:noFill/>
        </p:spPr>
        <p:txBody>
          <a:bodyPr wrap="none" rtlCol="0">
            <a:spAutoFit/>
          </a:bodyPr>
          <a:lstStyle/>
          <a:p>
            <a:r>
              <a:rPr lang="ar-JO" sz="2800" dirty="0">
                <a:solidFill>
                  <a:schemeClr val="accent5">
                    <a:lumMod val="50000"/>
                  </a:schemeClr>
                </a:solidFill>
              </a:rPr>
              <a:t>أشعري</a:t>
            </a:r>
            <a:br>
              <a:rPr lang="ar-JO" sz="2800" dirty="0">
                <a:solidFill>
                  <a:schemeClr val="accent5">
                    <a:lumMod val="50000"/>
                  </a:schemeClr>
                </a:solidFill>
              </a:rPr>
            </a:br>
            <a:r>
              <a:rPr lang="en-US" sz="2800" dirty="0">
                <a:solidFill>
                  <a:schemeClr val="accent5">
                    <a:lumMod val="50000"/>
                  </a:schemeClr>
                </a:solidFill>
              </a:rPr>
              <a:t>Occasionalism</a:t>
            </a:r>
            <a:br>
              <a:rPr lang="ar-JO" sz="2800" dirty="0">
                <a:solidFill>
                  <a:schemeClr val="accent5">
                    <a:lumMod val="50000"/>
                  </a:schemeClr>
                </a:solidFill>
              </a:rPr>
            </a:br>
            <a:r>
              <a:rPr lang="ar-SA" sz="2800" dirty="0">
                <a:solidFill>
                  <a:schemeClr val="accent5">
                    <a:lumMod val="50000"/>
                  </a:schemeClr>
                </a:solidFill>
              </a:rPr>
              <a:t>الإلهية المباشرة</a:t>
            </a:r>
            <a:endParaRPr lang="en-US" sz="2800" dirty="0">
              <a:solidFill>
                <a:schemeClr val="accent5">
                  <a:lumMod val="50000"/>
                </a:schemeClr>
              </a:solidFill>
            </a:endParaRPr>
          </a:p>
        </p:txBody>
      </p:sp>
      <p:sp>
        <p:nvSpPr>
          <p:cNvPr id="4" name="TextBox 3">
            <a:extLst>
              <a:ext uri="{FF2B5EF4-FFF2-40B4-BE49-F238E27FC236}">
                <a16:creationId xmlns:a16="http://schemas.microsoft.com/office/drawing/2014/main" id="{69801BA5-FBE9-8117-6443-05BA7F385ABC}"/>
              </a:ext>
            </a:extLst>
          </p:cNvPr>
          <p:cNvSpPr txBox="1"/>
          <p:nvPr/>
        </p:nvSpPr>
        <p:spPr>
          <a:xfrm>
            <a:off x="0" y="833404"/>
            <a:ext cx="12192000" cy="5078313"/>
          </a:xfrm>
          <a:prstGeom prst="rect">
            <a:avLst/>
          </a:prstGeom>
          <a:noFill/>
        </p:spPr>
        <p:txBody>
          <a:bodyPr wrap="square" rtlCol="0">
            <a:spAutoFit/>
          </a:bodyPr>
          <a:lstStyle/>
          <a:p>
            <a:pPr algn="r"/>
            <a:r>
              <a:rPr lang="ar-SA" sz="3600" dirty="0">
                <a:solidFill>
                  <a:schemeClr val="accent5">
                    <a:lumMod val="50000"/>
                  </a:schemeClr>
                </a:solidFill>
                <a:effectLst/>
                <a:ea typeface="Times New Roman" panose="02020603050405020304" pitchFamily="18" charset="0"/>
                <a:cs typeface="Simplified Arabic" panose="02020603050405020304" pitchFamily="18" charset="-78"/>
              </a:rPr>
              <a:t>عنده النص كاملا بدون أية ثغرات. وهو يعيد تصوير أي لقطة لا تعجبه حتى تطابق ما يريد بالضبط. المهم في الأمر هو أن المخرج السينمائي يصور اللقطات بالترتيب الذي يراه مناسبا. مثلا: اليوم سنصور 10 لقطات في العمارة الفلانية في مدينة الإنتاج. 5 لقطات هي للحاج متولي وهو يتكلم في الهاتف وسنصوره وهو يردد عبارات مختلفة هي أجوبة على ما سنصوره غدا من أسئلة زوجته. اللقطات السادسة والسابعة والثامنة ستكون للحاج متولي وهو في عمر نور الشريف حاليا (بدون مكياج) واللقطتان الأخيرتان يكون فيهما شابا (بالمكياج)</a:t>
            </a:r>
            <a:r>
              <a:rPr lang="en-US" sz="3600" dirty="0">
                <a:solidFill>
                  <a:schemeClr val="accent5">
                    <a:lumMod val="50000"/>
                  </a:schemeClr>
                </a:solidFill>
                <a:effectLst/>
                <a:latin typeface="Simplified Arabic" panose="02020603050405020304" pitchFamily="18" charset="-78"/>
                <a:ea typeface="Times New Roman" panose="02020603050405020304" pitchFamily="18" charset="0"/>
              </a:rPr>
              <a:t>.</a:t>
            </a:r>
            <a:br>
              <a:rPr lang="en-US" sz="3600" dirty="0">
                <a:solidFill>
                  <a:schemeClr val="accent5">
                    <a:lumMod val="50000"/>
                  </a:schemeClr>
                </a:solidFill>
                <a:effectLst/>
                <a:latin typeface="Simplified Arabic" panose="02020603050405020304" pitchFamily="18" charset="-78"/>
                <a:ea typeface="Times New Roman" panose="02020603050405020304" pitchFamily="18" charset="0"/>
              </a:rPr>
            </a:br>
            <a:r>
              <a:rPr lang="ar-SA" sz="3600" dirty="0">
                <a:solidFill>
                  <a:schemeClr val="accent5">
                    <a:lumMod val="50000"/>
                  </a:schemeClr>
                </a:solidFill>
                <a:effectLst/>
                <a:latin typeface="Simplified Arabic" panose="02020603050405020304" pitchFamily="18" charset="-78"/>
                <a:ea typeface="Times New Roman" panose="02020603050405020304" pitchFamily="18" charset="0"/>
              </a:rPr>
              <a:t>وبعد الانتهاء من التصوير كاملا يبدأ التقطيع والتلصيق. ويكون ترتيب اللقطات على حسب سياق القصة (أي على حسب زمن عالم الحاج متولي)</a:t>
            </a:r>
            <a:endParaRPr lang="en-US" sz="3600" dirty="0">
              <a:solidFill>
                <a:schemeClr val="accent5">
                  <a:lumMod val="50000"/>
                </a:schemeClr>
              </a:solidFill>
            </a:endParaRPr>
          </a:p>
        </p:txBody>
      </p:sp>
    </p:spTree>
    <p:extLst>
      <p:ext uri="{BB962C8B-B14F-4D97-AF65-F5344CB8AC3E}">
        <p14:creationId xmlns:p14="http://schemas.microsoft.com/office/powerpoint/2010/main" val="4082241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FDFDFB-3FD8-4E85-CACD-6ABD07F9B833}"/>
              </a:ext>
            </a:extLst>
          </p:cNvPr>
          <p:cNvSpPr txBox="1"/>
          <p:nvPr/>
        </p:nvSpPr>
        <p:spPr>
          <a:xfrm>
            <a:off x="66676" y="0"/>
            <a:ext cx="12125324" cy="7478970"/>
          </a:xfrm>
          <a:prstGeom prst="rect">
            <a:avLst/>
          </a:prstGeom>
          <a:solidFill>
            <a:schemeClr val="accent5">
              <a:lumMod val="20000"/>
              <a:lumOff val="80000"/>
            </a:schemeClr>
          </a:solidFill>
        </p:spPr>
        <p:txBody>
          <a:bodyPr wrap="square">
            <a:spAutoFit/>
          </a:bodyPr>
          <a:lstStyle/>
          <a:p>
            <a:pPr algn="ctr"/>
            <a:r>
              <a:rPr lang="ar-JO" sz="6000" dirty="0">
                <a:effectLst/>
                <a:latin typeface="Calibri" panose="020F0502020204030204" pitchFamily="34" charset="0"/>
                <a:ea typeface="Calibri" panose="020F0502020204030204" pitchFamily="34" charset="0"/>
                <a:cs typeface="Arial" panose="020B0604020202020204" pitchFamily="34" charset="0"/>
              </a:rPr>
              <a:t>((الله تعالى خالق ما نراه في عالمنا من سياقات. الله خالق الزمان وخالق المكان وخالق ما نراه من سببية ظاهرية.. الله لا يجري عليه الزمان ... الله يتنزه عن المكان .. الله هو السبب الحقيقي لكل الموجودات وما نراه من أسباب في العالم هي أسباب ظاهرية تصح في عالمنا بعُرفنا ولكنها ليست السبب الحقيقي الذي أدى إلى خروج الموجودات من العدم)).</a:t>
            </a:r>
            <a:r>
              <a:rPr lang="en-US" sz="6000" dirty="0">
                <a:effectLst/>
              </a:rPr>
              <a:t> </a:t>
            </a:r>
            <a:endParaRPr lang="en-US" sz="6000" dirty="0"/>
          </a:p>
        </p:txBody>
      </p:sp>
    </p:spTree>
    <p:extLst>
      <p:ext uri="{BB962C8B-B14F-4D97-AF65-F5344CB8AC3E}">
        <p14:creationId xmlns:p14="http://schemas.microsoft.com/office/powerpoint/2010/main" val="2609247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C9B684-A5EA-A120-A8D1-792B4AD8CFD7}"/>
              </a:ext>
            </a:extLst>
          </p:cNvPr>
          <p:cNvSpPr txBox="1"/>
          <p:nvPr/>
        </p:nvSpPr>
        <p:spPr>
          <a:xfrm>
            <a:off x="35476" y="304800"/>
            <a:ext cx="12156524" cy="8863965"/>
          </a:xfrm>
          <a:prstGeom prst="rect">
            <a:avLst/>
          </a:prstGeom>
          <a:noFill/>
        </p:spPr>
        <p:txBody>
          <a:bodyPr wrap="square" rtlCol="0">
            <a:spAutoFit/>
          </a:bodyPr>
          <a:lstStyle/>
          <a:p>
            <a:pPr algn="r" rtl="1"/>
            <a:r>
              <a:rPr lang="ar-JO" sz="3200" dirty="0">
                <a:highlight>
                  <a:srgbClr val="FFFF00"/>
                </a:highlight>
              </a:rPr>
              <a:t>أقوى وجه اعتراض</a:t>
            </a:r>
            <a:r>
              <a:rPr lang="ar-JO" sz="3200" dirty="0"/>
              <a:t>: </a:t>
            </a:r>
            <a:r>
              <a:rPr lang="ar-JO" sz="2800" dirty="0"/>
              <a:t>سلمنا بتفوق المخرج السينمائي في درجة الكمال في كل السياقات إلا في سياق واحد هو </a:t>
            </a:r>
            <a:r>
              <a:rPr lang="ar-JO" sz="3200" dirty="0">
                <a:effectLst/>
                <a:latin typeface="Calibri" panose="020F0502020204030204" pitchFamily="34" charset="0"/>
                <a:ea typeface="Calibri" panose="020F0502020204030204" pitchFamily="34" charset="0"/>
                <a:cs typeface="Arial" panose="020B0604020202020204" pitchFamily="34" charset="0"/>
              </a:rPr>
              <a:t>حرية الإرادة. </a:t>
            </a:r>
            <a:r>
              <a:rPr lang="ar-JO" sz="2800" dirty="0">
                <a:effectLst/>
                <a:latin typeface="Calibri" panose="020F0502020204030204" pitchFamily="34" charset="0"/>
                <a:ea typeface="Calibri" panose="020F0502020204030204" pitchFamily="34" charset="0"/>
                <a:cs typeface="Arial" panose="020B0604020202020204" pitchFamily="34" charset="0"/>
              </a:rPr>
              <a:t>حرية الإرادة عند المخرج السينمائي هي تماما مثل حرية طرزان في داخل رواية "طرزان". مؤلف الرواية قرّر أن بطل روايته طرزان إنسان حر الإرادة. فهل طرزان حر الإرادة؟</a:t>
            </a:r>
            <a:br>
              <a:rPr lang="ar-JO" dirty="0">
                <a:effectLst/>
                <a:latin typeface="Calibri" panose="020F0502020204030204" pitchFamily="34" charset="0"/>
                <a:ea typeface="Calibri" panose="020F0502020204030204" pitchFamily="34" charset="0"/>
                <a:cs typeface="Arial" panose="020B0604020202020204" pitchFamily="34" charset="0"/>
              </a:rPr>
            </a:br>
            <a:br>
              <a:rPr lang="ar-JO" dirty="0">
                <a:effectLst/>
                <a:latin typeface="Calibri" panose="020F0502020204030204" pitchFamily="34" charset="0"/>
                <a:ea typeface="Calibri" panose="020F0502020204030204" pitchFamily="34" charset="0"/>
                <a:cs typeface="Arial" panose="020B0604020202020204" pitchFamily="34" charset="0"/>
              </a:rPr>
            </a:br>
            <a:r>
              <a:rPr lang="ar-JO" sz="3200" dirty="0">
                <a:effectLst/>
                <a:highlight>
                  <a:srgbClr val="FFFF00"/>
                </a:highlight>
                <a:latin typeface="Calibri" panose="020F0502020204030204" pitchFamily="34" charset="0"/>
                <a:ea typeface="Calibri" panose="020F0502020204030204" pitchFamily="34" charset="0"/>
                <a:cs typeface="Arial" panose="020B0604020202020204" pitchFamily="34" charset="0"/>
              </a:rPr>
              <a:t>الرد السريع</a:t>
            </a:r>
            <a:r>
              <a:rPr lang="ar-JO" sz="3200" dirty="0">
                <a:effectLst/>
                <a:latin typeface="Calibri" panose="020F0502020204030204" pitchFamily="34" charset="0"/>
                <a:ea typeface="Calibri" panose="020F0502020204030204" pitchFamily="34" charset="0"/>
                <a:cs typeface="Arial" panose="020B0604020202020204" pitchFamily="34" charset="0"/>
              </a:rPr>
              <a:t>: نعم، نحن نزعم أن عبارة: "طرزان في عالم طرزان حر الإرادة". ليست خاطئة والخالق تعالى ليس أي مؤلف </a:t>
            </a:r>
            <a:br>
              <a:rPr lang="ar-JO" sz="3200" dirty="0">
                <a:effectLst/>
                <a:latin typeface="Calibri" panose="020F0502020204030204" pitchFamily="34" charset="0"/>
                <a:ea typeface="Calibri" panose="020F0502020204030204" pitchFamily="34" charset="0"/>
                <a:cs typeface="Arial" panose="020B0604020202020204" pitchFamily="34" charset="0"/>
              </a:rPr>
            </a:br>
            <a:r>
              <a:rPr lang="ar-JO" sz="3200" dirty="0">
                <a:effectLst/>
                <a:highlight>
                  <a:srgbClr val="FFFF00"/>
                </a:highlight>
                <a:latin typeface="Calibri" panose="020F0502020204030204" pitchFamily="34" charset="0"/>
                <a:ea typeface="Calibri" panose="020F0502020204030204" pitchFamily="34" charset="0"/>
                <a:cs typeface="Arial" panose="020B0604020202020204" pitchFamily="34" charset="0"/>
              </a:rPr>
              <a:t>الرد الأساسي: </a:t>
            </a:r>
            <a:r>
              <a:rPr lang="ar-JO" sz="3200" dirty="0">
                <a:effectLst/>
                <a:latin typeface="Calibri" panose="020F0502020204030204" pitchFamily="34" charset="0"/>
                <a:ea typeface="Calibri" panose="020F0502020204030204" pitchFamily="34" charset="0"/>
                <a:cs typeface="Arial" panose="020B0604020202020204" pitchFamily="34" charset="0"/>
              </a:rPr>
              <a:t>إذا سحبنا هذه المقارنة على صفات الله تعالى فهل من المنطق أن </a:t>
            </a:r>
            <a:r>
              <a:rPr lang="ar-JO" sz="3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نت</a:t>
            </a:r>
            <a:r>
              <a:rPr lang="ar-SA" sz="3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نازل عن صفات الخالق من أجل المخلوق </a:t>
            </a:r>
            <a:r>
              <a:rPr lang="ar-JO" sz="3200" dirty="0">
                <a:effectLst/>
                <a:latin typeface="Calibri" panose="020F0502020204030204" pitchFamily="34" charset="0"/>
                <a:ea typeface="Calibri" panose="020F0502020204030204" pitchFamily="34" charset="0"/>
                <a:cs typeface="Arial" panose="020B0604020202020204" pitchFamily="34" charset="0"/>
              </a:rPr>
              <a:t>؟</a:t>
            </a:r>
            <a:br>
              <a:rPr lang="ar-JO" sz="1400" dirty="0">
                <a:effectLst/>
                <a:latin typeface="Calibri" panose="020F0502020204030204" pitchFamily="34" charset="0"/>
                <a:ea typeface="Calibri" panose="020F0502020204030204" pitchFamily="34" charset="0"/>
                <a:cs typeface="Arial" panose="020B0604020202020204" pitchFamily="34" charset="0"/>
              </a:rPr>
            </a:br>
            <a:r>
              <a:rPr lang="ar-JO" sz="1400" dirty="0">
                <a:effectLst/>
                <a:latin typeface="Calibri" panose="020F0502020204030204" pitchFamily="34" charset="0"/>
                <a:ea typeface="Calibri" panose="020F0502020204030204" pitchFamily="34" charset="0"/>
                <a:cs typeface="Arial" panose="020B0604020202020204" pitchFamily="34" charset="0"/>
              </a:rPr>
              <a:t> </a:t>
            </a:r>
            <a:br>
              <a:rPr lang="ar-JO" sz="3200" dirty="0">
                <a:effectLst/>
                <a:latin typeface="Calibri" panose="020F0502020204030204" pitchFamily="34" charset="0"/>
                <a:ea typeface="Calibri" panose="020F0502020204030204" pitchFamily="34" charset="0"/>
                <a:cs typeface="Arial" panose="020B0604020202020204" pitchFamily="34" charset="0"/>
              </a:rPr>
            </a:br>
            <a:r>
              <a:rPr lang="ar-SA" sz="3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ومن المؤكد أن صفة غير مضبوطة المفاهيم (مثل صفة العدل) تتعلق بصفات دقيقة للمخلوقات (المخلوقات المختارة المكلفة) وبأفعال تمثل ظواهر مركبة (إذا كان كذا وكذا ثم فعل المكلف كذا وكذا فإن هذا شر) من المؤكد أن مثل هذه الصفة لا يجوز أن تقدم في الاعتبار على صفات الألوهية التعريفية التي تفرق بين الخالق والمخلوق (ولا دخل لها بالمخلوق البتة)</a:t>
            </a:r>
            <a:r>
              <a:rPr lang="ar-JO" sz="3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ar-JO" sz="3200" dirty="0">
                <a:effectLst/>
                <a:latin typeface="Calibri" panose="020F0502020204030204" pitchFamily="34" charset="0"/>
                <a:ea typeface="Calibri" panose="020F0502020204030204" pitchFamily="34" charset="0"/>
                <a:cs typeface="Arial" panose="020B0604020202020204" pitchFamily="34" charset="0"/>
              </a:rPr>
              <a:t>مثل الإرادة والعلم</a:t>
            </a:r>
            <a:br>
              <a:rPr lang="ar-JO" sz="3200" dirty="0">
                <a:effectLst/>
                <a:latin typeface="Calibri" panose="020F0502020204030204" pitchFamily="34" charset="0"/>
                <a:ea typeface="Calibri" panose="020F0502020204030204" pitchFamily="34" charset="0"/>
                <a:cs typeface="Arial" panose="020B0604020202020204" pitchFamily="34" charset="0"/>
              </a:rPr>
            </a:br>
            <a:br>
              <a:rPr lang="ar-JO" sz="3200" dirty="0">
                <a:effectLst/>
                <a:latin typeface="Calibri" panose="020F0502020204030204" pitchFamily="34" charset="0"/>
                <a:ea typeface="Calibri" panose="020F0502020204030204" pitchFamily="34" charset="0"/>
                <a:cs typeface="Arial" panose="020B0604020202020204" pitchFamily="34" charset="0"/>
              </a:rPr>
            </a:br>
            <a:br>
              <a:rPr lang="ar-JO" sz="3200" dirty="0">
                <a:effectLst/>
                <a:latin typeface="Calibri" panose="020F0502020204030204" pitchFamily="34" charset="0"/>
                <a:ea typeface="Calibri" panose="020F0502020204030204" pitchFamily="34" charset="0"/>
                <a:cs typeface="Arial" panose="020B0604020202020204" pitchFamily="34" charset="0"/>
              </a:rPr>
            </a:br>
            <a:r>
              <a:rPr lang="ar-JO" sz="3200" dirty="0">
                <a:effectLst/>
                <a:latin typeface="Calibri" panose="020F0502020204030204" pitchFamily="34" charset="0"/>
                <a:ea typeface="Calibri" panose="020F0502020204030204" pitchFamily="34" charset="0"/>
                <a:cs typeface="Arial" panose="020B0604020202020204" pitchFamily="34" charset="0"/>
              </a:rPr>
              <a:t>هل: </a:t>
            </a:r>
            <a:r>
              <a:rPr lang="ar-JO" sz="4000" dirty="0">
                <a:effectLst/>
                <a:highlight>
                  <a:srgbClr val="00FFFF"/>
                </a:highlight>
                <a:latin typeface="Calibri" panose="020F0502020204030204" pitchFamily="34" charset="0"/>
                <a:ea typeface="Calibri" panose="020F0502020204030204" pitchFamily="34" charset="0"/>
                <a:cs typeface="Arial" panose="020B0604020202020204" pitchFamily="34" charset="0"/>
              </a:rPr>
              <a:t>"الذي يمكن أن يشاء ألا يشاء" </a:t>
            </a:r>
            <a:r>
              <a:rPr lang="ar-JO" sz="3200" dirty="0">
                <a:effectLst/>
                <a:latin typeface="Calibri" panose="020F0502020204030204" pitchFamily="34" charset="0"/>
                <a:ea typeface="Calibri" panose="020F0502020204030204" pitchFamily="34" charset="0"/>
                <a:cs typeface="Arial" panose="020B0604020202020204" pitchFamily="34" charset="0"/>
              </a:rPr>
              <a:t>أكمل من </a:t>
            </a:r>
            <a:r>
              <a:rPr lang="ar-JO" sz="4000" dirty="0">
                <a:effectLst/>
                <a:highlight>
                  <a:srgbClr val="FFFF00"/>
                </a:highlight>
                <a:latin typeface="Calibri" panose="020F0502020204030204" pitchFamily="34" charset="0"/>
                <a:ea typeface="Calibri" panose="020F0502020204030204" pitchFamily="34" charset="0"/>
                <a:cs typeface="Arial" panose="020B0604020202020204" pitchFamily="34" charset="0"/>
              </a:rPr>
              <a:t>"الذي لا يكون إلا ما يشاء" </a:t>
            </a:r>
            <a:r>
              <a:rPr lang="ar-JO" sz="3200" dirty="0">
                <a:effectLst/>
                <a:latin typeface="Calibri" panose="020F0502020204030204" pitchFamily="34" charset="0"/>
                <a:ea typeface="Calibri" panose="020F0502020204030204" pitchFamily="34" charset="0"/>
                <a:cs typeface="Arial" panose="020B0604020202020204" pitchFamily="34" charset="0"/>
              </a:rPr>
              <a:t>؟؟؟... </a:t>
            </a:r>
            <a:br>
              <a:rPr lang="ar-JO" sz="3200" dirty="0">
                <a:effectLst/>
                <a:latin typeface="Calibri" panose="020F0502020204030204" pitchFamily="34" charset="0"/>
                <a:ea typeface="Calibri" panose="020F0502020204030204" pitchFamily="34" charset="0"/>
                <a:cs typeface="Arial" panose="020B0604020202020204" pitchFamily="34" charset="0"/>
              </a:rPr>
            </a:br>
            <a:r>
              <a:rPr lang="ar-JO" sz="3200" dirty="0">
                <a:effectLst/>
                <a:latin typeface="Calibri" panose="020F0502020204030204" pitchFamily="34" charset="0"/>
                <a:ea typeface="Calibri" panose="020F0502020204030204" pitchFamily="34" charset="0"/>
                <a:cs typeface="Arial" panose="020B0604020202020204" pitchFamily="34" charset="0"/>
              </a:rPr>
              <a:t>أو: </a:t>
            </a:r>
            <a:r>
              <a:rPr lang="ar-JO" sz="4000" dirty="0">
                <a:effectLst/>
                <a:highlight>
                  <a:srgbClr val="00FFFF"/>
                </a:highlight>
                <a:latin typeface="Calibri" panose="020F0502020204030204" pitchFamily="34" charset="0"/>
                <a:ea typeface="Calibri" panose="020F0502020204030204" pitchFamily="34" charset="0"/>
                <a:cs typeface="Arial" panose="020B0604020202020204" pitchFamily="34" charset="0"/>
              </a:rPr>
              <a:t>"الذي يمكن أن يشاء ألا يعلم" </a:t>
            </a:r>
            <a:r>
              <a:rPr lang="ar-JO" sz="3200" dirty="0">
                <a:effectLst/>
                <a:latin typeface="Calibri" panose="020F0502020204030204" pitchFamily="34" charset="0"/>
                <a:ea typeface="Calibri" panose="020F0502020204030204" pitchFamily="34" charset="0"/>
                <a:cs typeface="Arial" panose="020B0604020202020204" pitchFamily="34" charset="0"/>
              </a:rPr>
              <a:t>أكمل من </a:t>
            </a:r>
            <a:r>
              <a:rPr lang="ar-JO" sz="4000" dirty="0">
                <a:effectLst/>
                <a:highlight>
                  <a:srgbClr val="FFFF00"/>
                </a:highlight>
                <a:latin typeface="Calibri" panose="020F0502020204030204" pitchFamily="34" charset="0"/>
                <a:ea typeface="Calibri" panose="020F0502020204030204" pitchFamily="34" charset="0"/>
                <a:cs typeface="Arial" panose="020B0604020202020204" pitchFamily="34" charset="0"/>
              </a:rPr>
              <a:t>"الذي يعلم" ؟؟؟؟؟؟؟؟؟</a:t>
            </a:r>
            <a:endParaRPr lang="en-US" sz="4000" dirty="0">
              <a:highlight>
                <a:srgbClr val="FFFF00"/>
              </a:highlight>
            </a:endParaRPr>
          </a:p>
        </p:txBody>
      </p:sp>
    </p:spTree>
    <p:extLst>
      <p:ext uri="{BB962C8B-B14F-4D97-AF65-F5344CB8AC3E}">
        <p14:creationId xmlns:p14="http://schemas.microsoft.com/office/powerpoint/2010/main" val="2654839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BB436D-D3CF-AC01-6050-118DBD50EF2E}"/>
              </a:ext>
            </a:extLst>
          </p:cNvPr>
          <p:cNvSpPr txBox="1"/>
          <p:nvPr/>
        </p:nvSpPr>
        <p:spPr>
          <a:xfrm>
            <a:off x="0" y="1006718"/>
            <a:ext cx="12192000" cy="5851282"/>
          </a:xfrm>
          <a:prstGeom prst="rect">
            <a:avLst/>
          </a:prstGeom>
          <a:noFill/>
        </p:spPr>
        <p:txBody>
          <a:bodyPr wrap="square" rtlCol="0">
            <a:spAutoFit/>
          </a:bodyPr>
          <a:lstStyle/>
          <a:p>
            <a:pPr marL="342900" marR="0" lvl="0" indent="-342900" algn="r" rtl="1">
              <a:lnSpc>
                <a:spcPct val="115000"/>
              </a:lnSpc>
              <a:spcBef>
                <a:spcPts val="0"/>
              </a:spcBef>
              <a:spcAft>
                <a:spcPts val="1000"/>
              </a:spcAft>
              <a:buFont typeface="+mj-lt"/>
              <a:buAutoNum type="arabicPeriod"/>
            </a:pPr>
            <a:r>
              <a:rPr lang="ar-JO" sz="3200" dirty="0">
                <a:effectLst/>
                <a:latin typeface="Calibri" panose="020F0502020204030204" pitchFamily="34" charset="0"/>
                <a:ea typeface="Calibri" panose="020F0502020204030204" pitchFamily="34" charset="0"/>
                <a:cs typeface="Arial" panose="020B0604020202020204" pitchFamily="34" charset="0"/>
              </a:rPr>
              <a:t>إذا انتقلنا إلى فعل المخلوق المكلف الذي سيحاسب عليه فالسؤال المطروح هو: من الذي رجّح وجوده على عدمه؟ من الذي خلقه؟ السؤال هنا عن العلة النهائية وليس عن علة وسيطة تحتاج هي نفسها إلى علة. العدلية يقولون: الله "العادل"، الذي يحاسب العبد على معصيته، لا يمكن أن يكون هو الذي خلق المعصية ثم نسبها للعبد. إذاً العبد هو الذي خلق فعله الذي يحاسَب عليه: سبب الفعل هو "إرادة" العبد لهذا الفعل وهذه الإرادة علة نهائية. </a:t>
            </a: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eriod"/>
            </a:pPr>
            <a:r>
              <a:rPr lang="ar-JO" sz="3200" dirty="0">
                <a:effectLst/>
                <a:latin typeface="Calibri" panose="020F0502020204030204" pitchFamily="34" charset="0"/>
                <a:ea typeface="Calibri" panose="020F0502020204030204" pitchFamily="34" charset="0"/>
                <a:cs typeface="Arial" panose="020B0604020202020204" pitchFamily="34" charset="0"/>
              </a:rPr>
              <a:t>المشكلة هنا هي أن العدلية يقولون هكذا بجواز خروج شيء إلى الوجود بدون إرادة الله (ولكن ليس بعكس إرادة الله). وكأن الله تعالى بخصوص أفعال المكلفين "شاء أن لا يشاء". في الحقيقة، أكثر صفة من الصفات الإلهية يتم التعدّي عليها باسم العدل هي صفة المشيئة خاصة إذا أضفنا إلى ما سبق القول بوجوب "الصلاح والأصلح" ووجوب "الغرض" (استحالة أن يفعل الله تعالى أي شيء بدون غرض لأن هذا يقتضي قبيحا هو "العبث")</a:t>
            </a:r>
            <a:endParaRPr lang="en-US" sz="3200" dirty="0"/>
          </a:p>
        </p:txBody>
      </p:sp>
      <p:sp>
        <p:nvSpPr>
          <p:cNvPr id="11" name="TextBox 10">
            <a:extLst>
              <a:ext uri="{FF2B5EF4-FFF2-40B4-BE49-F238E27FC236}">
                <a16:creationId xmlns:a16="http://schemas.microsoft.com/office/drawing/2014/main" id="{278A8D80-F0E5-CCAC-47F0-AC7A7DD9ECFD}"/>
              </a:ext>
            </a:extLst>
          </p:cNvPr>
          <p:cNvSpPr txBox="1"/>
          <p:nvPr/>
        </p:nvSpPr>
        <p:spPr>
          <a:xfrm>
            <a:off x="4389120" y="118335"/>
            <a:ext cx="3635932" cy="769441"/>
          </a:xfrm>
          <a:prstGeom prst="rect">
            <a:avLst/>
          </a:prstGeom>
          <a:noFill/>
        </p:spPr>
        <p:txBody>
          <a:bodyPr wrap="none" rtlCol="0">
            <a:spAutoFit/>
          </a:bodyPr>
          <a:lstStyle/>
          <a:p>
            <a:r>
              <a:rPr lang="ar-JO" sz="4400" dirty="0"/>
              <a:t>طريقة تفكير العدلية</a:t>
            </a:r>
            <a:endParaRPr lang="en-US" sz="4400" dirty="0"/>
          </a:p>
        </p:txBody>
      </p:sp>
    </p:spTree>
    <p:extLst>
      <p:ext uri="{BB962C8B-B14F-4D97-AF65-F5344CB8AC3E}">
        <p14:creationId xmlns:p14="http://schemas.microsoft.com/office/powerpoint/2010/main" val="829456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36AA10-EA85-E5EE-C250-11915E637EB2}"/>
              </a:ext>
            </a:extLst>
          </p:cNvPr>
          <p:cNvSpPr txBox="1"/>
          <p:nvPr/>
        </p:nvSpPr>
        <p:spPr>
          <a:xfrm>
            <a:off x="0" y="0"/>
            <a:ext cx="12192000" cy="5632311"/>
          </a:xfrm>
          <a:prstGeom prst="rect">
            <a:avLst/>
          </a:prstGeom>
          <a:noFill/>
        </p:spPr>
        <p:txBody>
          <a:bodyPr wrap="square" rtlCol="0">
            <a:spAutoFit/>
          </a:bodyPr>
          <a:lstStyle/>
          <a:p>
            <a:pPr algn="r" rtl="1"/>
            <a:r>
              <a:rPr lang="ar-JO" sz="3600" dirty="0">
                <a:effectLst/>
                <a:latin typeface="Calibri" panose="020F0502020204030204" pitchFamily="34" charset="0"/>
                <a:ea typeface="Calibri" panose="020F0502020204030204" pitchFamily="34" charset="0"/>
                <a:cs typeface="Arial" panose="020B0604020202020204" pitchFamily="34" charset="0"/>
              </a:rPr>
              <a:t>باختصار، العدلية وقد هدفوا إلى تنزيه الله تعالى عن الظلم وفعل القبيح، انتهوا إلى انتقاص من صفات مختلفة من صفات الكمال</a:t>
            </a:r>
            <a:r>
              <a:rPr lang="en-US" sz="3600" dirty="0">
                <a:effectLst/>
                <a:latin typeface="Calibri" panose="020F0502020204030204" pitchFamily="34" charset="0"/>
                <a:ea typeface="Calibri" panose="020F0502020204030204" pitchFamily="34" charset="0"/>
                <a:cs typeface="Arial" panose="020B0604020202020204" pitchFamily="34" charset="0"/>
              </a:rPr>
              <a:t>:</a:t>
            </a:r>
            <a:br>
              <a:rPr lang="en-US" sz="3600" dirty="0">
                <a:effectLst/>
                <a:latin typeface="Calibri" panose="020F0502020204030204" pitchFamily="34" charset="0"/>
                <a:ea typeface="Calibri" panose="020F0502020204030204" pitchFamily="34" charset="0"/>
                <a:cs typeface="Arial" panose="020B0604020202020204" pitchFamily="34" charset="0"/>
              </a:rPr>
            </a:br>
            <a:r>
              <a:rPr lang="ar-JO" sz="3600" dirty="0">
                <a:effectLst/>
                <a:latin typeface="Calibri" panose="020F0502020204030204" pitchFamily="34" charset="0"/>
                <a:ea typeface="Calibri" panose="020F0502020204030204" pitchFamily="34" charset="0"/>
                <a:cs typeface="Arial" panose="020B0604020202020204" pitchFamily="34" charset="0"/>
              </a:rPr>
              <a:t>- الإله يجري عليه الزمن (</a:t>
            </a:r>
            <a:r>
              <a:rPr lang="ar-JO" sz="3600" dirty="0">
                <a:effectLst/>
                <a:highlight>
                  <a:srgbClr val="FFFF00"/>
                </a:highlight>
                <a:latin typeface="Calibri" panose="020F0502020204030204" pitchFamily="34" charset="0"/>
                <a:ea typeface="Calibri" panose="020F0502020204030204" pitchFamily="34" charset="0"/>
                <a:cs typeface="Arial" panose="020B0604020202020204" pitchFamily="34" charset="0"/>
              </a:rPr>
              <a:t>التشبيه الزماني</a:t>
            </a:r>
            <a:r>
              <a:rPr lang="ar-JO" sz="3600" dirty="0">
                <a:effectLst/>
                <a:latin typeface="Calibri" panose="020F0502020204030204" pitchFamily="34" charset="0"/>
                <a:ea typeface="Calibri" panose="020F0502020204030204" pitchFamily="34" charset="0"/>
                <a:cs typeface="Arial" panose="020B0604020202020204" pitchFamily="34" charset="0"/>
              </a:rPr>
              <a:t>)</a:t>
            </a:r>
            <a:br>
              <a:rPr lang="en-US" sz="3600" dirty="0">
                <a:effectLst/>
                <a:latin typeface="Calibri" panose="020F0502020204030204" pitchFamily="34" charset="0"/>
                <a:ea typeface="Calibri" panose="020F0502020204030204" pitchFamily="34" charset="0"/>
                <a:cs typeface="Arial" panose="020B0604020202020204" pitchFamily="34" charset="0"/>
              </a:rPr>
            </a:br>
            <a:r>
              <a:rPr lang="ar-JO" sz="3600" dirty="0">
                <a:effectLst/>
                <a:latin typeface="Calibri" panose="020F0502020204030204" pitchFamily="34" charset="0"/>
                <a:ea typeface="Calibri" panose="020F0502020204030204" pitchFamily="34" charset="0"/>
                <a:cs typeface="Arial" panose="020B0604020202020204" pitchFamily="34" charset="0"/>
              </a:rPr>
              <a:t>- يخضع لأحكام العقل عن التحسين والتقبيح </a:t>
            </a:r>
            <a:br>
              <a:rPr lang="en-US" sz="3600" dirty="0">
                <a:effectLst/>
                <a:latin typeface="Calibri" panose="020F0502020204030204" pitchFamily="34" charset="0"/>
                <a:ea typeface="Calibri" panose="020F0502020204030204" pitchFamily="34" charset="0"/>
                <a:cs typeface="Arial" panose="020B0604020202020204" pitchFamily="34" charset="0"/>
              </a:rPr>
            </a:br>
            <a:r>
              <a:rPr lang="ar-JO" sz="3600" dirty="0">
                <a:effectLst/>
                <a:latin typeface="Calibri" panose="020F0502020204030204" pitchFamily="34" charset="0"/>
                <a:ea typeface="Calibri" panose="020F0502020204030204" pitchFamily="34" charset="0"/>
                <a:cs typeface="Arial" panose="020B0604020202020204" pitchFamily="34" charset="0"/>
              </a:rPr>
              <a:t>- لا يخلق كل شيء </a:t>
            </a:r>
            <a:br>
              <a:rPr lang="en-US" sz="3600" dirty="0">
                <a:effectLst/>
                <a:latin typeface="Calibri" panose="020F0502020204030204" pitchFamily="34" charset="0"/>
                <a:ea typeface="Calibri" panose="020F0502020204030204" pitchFamily="34" charset="0"/>
                <a:cs typeface="Arial" panose="020B0604020202020204" pitchFamily="34" charset="0"/>
              </a:rPr>
            </a:br>
            <a:r>
              <a:rPr lang="ar-JO" sz="3600" dirty="0">
                <a:effectLst/>
                <a:latin typeface="Calibri" panose="020F0502020204030204" pitchFamily="34" charset="0"/>
                <a:ea typeface="Calibri" panose="020F0502020204030204" pitchFamily="34" charset="0"/>
                <a:cs typeface="Arial" panose="020B0604020202020204" pitchFamily="34" charset="0"/>
              </a:rPr>
              <a:t>- مشيئته ناقصة محكومة بـ"الصلاح والأصلح" و"الغرض" </a:t>
            </a:r>
            <a:br>
              <a:rPr lang="en-US" sz="3600" dirty="0">
                <a:effectLst/>
                <a:latin typeface="Calibri" panose="020F0502020204030204" pitchFamily="34" charset="0"/>
                <a:ea typeface="Calibri" panose="020F0502020204030204" pitchFamily="34" charset="0"/>
                <a:cs typeface="Arial" panose="020B0604020202020204" pitchFamily="34" charset="0"/>
              </a:rPr>
            </a:br>
            <a:br>
              <a:rPr lang="en-US" sz="3600" dirty="0">
                <a:effectLst/>
                <a:latin typeface="Calibri" panose="020F0502020204030204" pitchFamily="34" charset="0"/>
                <a:ea typeface="Calibri" panose="020F0502020204030204" pitchFamily="34" charset="0"/>
                <a:cs typeface="Arial" panose="020B0604020202020204" pitchFamily="34" charset="0"/>
              </a:rPr>
            </a:br>
            <a:r>
              <a:rPr lang="ar-JO" sz="3600" dirty="0">
                <a:effectLst/>
                <a:latin typeface="Calibri" panose="020F0502020204030204" pitchFamily="34" charset="0"/>
                <a:ea typeface="Calibri" panose="020F0502020204030204" pitchFamily="34" charset="0"/>
                <a:cs typeface="Arial" panose="020B0604020202020204" pitchFamily="34" charset="0"/>
              </a:rPr>
              <a:t>... وكل هذا بسبب وجود مخلوق مكلف محاسب!!!!!!!!!! </a:t>
            </a:r>
            <a:br>
              <a:rPr lang="ar-JO" sz="3600" dirty="0">
                <a:effectLst/>
                <a:latin typeface="Calibri" panose="020F0502020204030204" pitchFamily="34" charset="0"/>
                <a:ea typeface="Calibri" panose="020F0502020204030204" pitchFamily="34" charset="0"/>
                <a:cs typeface="Arial" panose="020B0604020202020204" pitchFamily="34" charset="0"/>
              </a:rPr>
            </a:br>
            <a:r>
              <a:rPr lang="ar-JO" sz="3600" dirty="0">
                <a:effectLst/>
                <a:latin typeface="Calibri" panose="020F0502020204030204" pitchFamily="34" charset="0"/>
                <a:ea typeface="Calibri" panose="020F0502020204030204" pitchFamily="34" charset="0"/>
                <a:cs typeface="Arial" panose="020B0604020202020204" pitchFamily="34" charset="0"/>
              </a:rPr>
              <a:t>لا يمكن أن يكون هذا البناء العقلي صحيحا!!</a:t>
            </a:r>
            <a:endParaRPr lang="en-US" sz="36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en-US" sz="3600" dirty="0"/>
          </a:p>
        </p:txBody>
      </p:sp>
    </p:spTree>
    <p:extLst>
      <p:ext uri="{BB962C8B-B14F-4D97-AF65-F5344CB8AC3E}">
        <p14:creationId xmlns:p14="http://schemas.microsoft.com/office/powerpoint/2010/main" val="478406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A3390-6A89-5527-98D6-11D5BF33888C}"/>
              </a:ext>
            </a:extLst>
          </p:cNvPr>
          <p:cNvSpPr txBox="1"/>
          <p:nvPr/>
        </p:nvSpPr>
        <p:spPr>
          <a:xfrm>
            <a:off x="0" y="0"/>
            <a:ext cx="12192000" cy="6724918"/>
          </a:xfrm>
          <a:prstGeom prst="rect">
            <a:avLst/>
          </a:prstGeom>
          <a:noFill/>
        </p:spPr>
        <p:txBody>
          <a:bodyPr wrap="square" rtlCol="0">
            <a:spAutoFit/>
          </a:bodyPr>
          <a:lstStyle/>
          <a:p>
            <a:pPr algn="r" rtl="1"/>
            <a:r>
              <a:rPr lang="ar-JO" sz="6000" dirty="0"/>
              <a:t>نصيحة الأشعري للعدلي</a:t>
            </a:r>
          </a:p>
          <a:p>
            <a:pPr algn="r" rtl="1"/>
            <a:endParaRPr lang="ar-JO" dirty="0"/>
          </a:p>
          <a:p>
            <a:pPr algn="r" rtl="1"/>
            <a:r>
              <a:rPr lang="ar-JO" sz="4000" dirty="0">
                <a:solidFill>
                  <a:schemeClr val="accent5">
                    <a:lumMod val="50000"/>
                  </a:schemeClr>
                </a:solidFill>
              </a:rPr>
              <a:t>ما أحسن حرصك على تنزيه الله تعالى عن الظلم </a:t>
            </a:r>
            <a:br>
              <a:rPr lang="ar-JO" sz="4000" dirty="0"/>
            </a:br>
            <a:r>
              <a:rPr lang="ar-JO" sz="4000" dirty="0">
                <a:highlight>
                  <a:srgbClr val="FFFF00"/>
                </a:highlight>
              </a:rPr>
              <a:t>... ولكن</a:t>
            </a:r>
            <a:br>
              <a:rPr lang="ar-JO" sz="4000" dirty="0"/>
            </a:br>
            <a:r>
              <a:rPr lang="ar-SA"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تغيب المشيئة الإلهية الأزلية </a:t>
            </a:r>
            <a:r>
              <a:rPr lang="ar-SA" sz="39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بداعى</a:t>
            </a:r>
            <a:r>
              <a:rPr lang="ar-SA"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الحرص على العدل</a:t>
            </a:r>
            <a:br>
              <a:rPr lang="ar-JO"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بجريان الزمن على الله تعالى </a:t>
            </a:r>
            <a:br>
              <a:rPr lang="ar-JO"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JO"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ar-SA"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بداعي تنزيه الله تعالى عن خلق الشرور</a:t>
            </a:r>
            <a:r>
              <a:rPr lang="en-US"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الخالق ينتظر المخلوق</a:t>
            </a:r>
            <a:r>
              <a:rPr lang="en-US"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الله تعالى يغير قراراته</a:t>
            </a:r>
            <a:br>
              <a:rPr lang="en-US"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إرادة الإنسان في العالم السفلي تهز إرادة الله في العالم العلوي</a:t>
            </a:r>
            <a:br>
              <a:rPr lang="en-US"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39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إياك أن تقول: إن علم الله تعالى بالمخلوقات لا يمكن أن يكون علما أزليا</a:t>
            </a:r>
            <a:endParaRPr lang="en-US" sz="3900" dirty="0"/>
          </a:p>
        </p:txBody>
      </p:sp>
    </p:spTree>
    <p:extLst>
      <p:ext uri="{BB962C8B-B14F-4D97-AF65-F5344CB8AC3E}">
        <p14:creationId xmlns:p14="http://schemas.microsoft.com/office/powerpoint/2010/main" val="4277727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FDE918-E368-DA84-30C9-D123ED703EE7}"/>
              </a:ext>
            </a:extLst>
          </p:cNvPr>
          <p:cNvSpPr txBox="1"/>
          <p:nvPr/>
        </p:nvSpPr>
        <p:spPr>
          <a:xfrm>
            <a:off x="8302924" y="6457890"/>
            <a:ext cx="3889076" cy="400110"/>
          </a:xfrm>
          <a:prstGeom prst="rect">
            <a:avLst/>
          </a:prstGeom>
          <a:noFill/>
        </p:spPr>
        <p:txBody>
          <a:bodyPr wrap="square" rtlCol="0">
            <a:spAutoFit/>
          </a:bodyPr>
          <a:lstStyle/>
          <a:p>
            <a:r>
              <a:rPr lang="en-US" sz="1000" dirty="0"/>
              <a:t>By </a:t>
            </a:r>
            <a:r>
              <a:rPr lang="en-US" sz="1000" dirty="0" err="1"/>
              <a:t>Irthomasthomas</a:t>
            </a:r>
            <a:r>
              <a:rPr lang="en-US" sz="1000" dirty="0"/>
              <a:t> - Own work, CC BY-SA 4.0, https://commons.wikimedia.org/w/index.php?curid=80371239</a:t>
            </a:r>
          </a:p>
        </p:txBody>
      </p:sp>
      <p:pic>
        <p:nvPicPr>
          <p:cNvPr id="3" name="Picture 2">
            <a:extLst>
              <a:ext uri="{FF2B5EF4-FFF2-40B4-BE49-F238E27FC236}">
                <a16:creationId xmlns:a16="http://schemas.microsoft.com/office/drawing/2014/main" id="{32A10BED-AD56-7493-6326-4161E889F70F}"/>
              </a:ext>
            </a:extLst>
          </p:cNvPr>
          <p:cNvPicPr>
            <a:picLocks noChangeAspect="1"/>
          </p:cNvPicPr>
          <p:nvPr/>
        </p:nvPicPr>
        <p:blipFill>
          <a:blip r:embed="rId3"/>
          <a:stretch>
            <a:fillRect/>
          </a:stretch>
        </p:blipFill>
        <p:spPr>
          <a:xfrm>
            <a:off x="1" y="0"/>
            <a:ext cx="10477948" cy="6362494"/>
          </a:xfrm>
          <a:prstGeom prst="rect">
            <a:avLst/>
          </a:prstGeom>
        </p:spPr>
      </p:pic>
      <mc:AlternateContent xmlns:mc="http://schemas.openxmlformats.org/markup-compatibility/2006" xmlns:p14="http://schemas.microsoft.com/office/powerpoint/2010/main">
        <mc:Choice Requires="p14">
          <p:contentPart p14:bwMode="auto" r:id="rId4">
            <p14:nvContentPartPr>
              <p14:cNvPr id="29" name="Ink 28">
                <a:extLst>
                  <a:ext uri="{FF2B5EF4-FFF2-40B4-BE49-F238E27FC236}">
                    <a16:creationId xmlns:a16="http://schemas.microsoft.com/office/drawing/2014/main" id="{B42A98B6-5D45-C2FB-3540-4360C080A670}"/>
                  </a:ext>
                </a:extLst>
              </p14:cNvPr>
              <p14:cNvContentPartPr/>
              <p14:nvPr/>
            </p14:nvContentPartPr>
            <p14:xfrm>
              <a:off x="10382082" y="1291299"/>
              <a:ext cx="98640" cy="29160"/>
            </p14:xfrm>
          </p:contentPart>
        </mc:Choice>
        <mc:Fallback xmlns="">
          <p:pic>
            <p:nvPicPr>
              <p:cNvPr id="29" name="Ink 28">
                <a:extLst>
                  <a:ext uri="{FF2B5EF4-FFF2-40B4-BE49-F238E27FC236}">
                    <a16:creationId xmlns:a16="http://schemas.microsoft.com/office/drawing/2014/main" id="{B42A98B6-5D45-C2FB-3540-4360C080A670}"/>
                  </a:ext>
                </a:extLst>
              </p:cNvPr>
              <p:cNvPicPr/>
              <p:nvPr/>
            </p:nvPicPr>
            <p:blipFill>
              <a:blip r:embed="rId5"/>
              <a:stretch>
                <a:fillRect/>
              </a:stretch>
            </p:blipFill>
            <p:spPr>
              <a:xfrm>
                <a:off x="10375962" y="1285179"/>
                <a:ext cx="110880" cy="41400"/>
              </a:xfrm>
              <a:prstGeom prst="rect">
                <a:avLst/>
              </a:prstGeom>
            </p:spPr>
          </p:pic>
        </mc:Fallback>
      </mc:AlternateContent>
      <p:grpSp>
        <p:nvGrpSpPr>
          <p:cNvPr id="1035" name="Group 1034">
            <a:extLst>
              <a:ext uri="{FF2B5EF4-FFF2-40B4-BE49-F238E27FC236}">
                <a16:creationId xmlns:a16="http://schemas.microsoft.com/office/drawing/2014/main" id="{8C22F68D-3C67-16CA-594D-C9C6B26C58CF}"/>
              </a:ext>
            </a:extLst>
          </p:cNvPr>
          <p:cNvGrpSpPr/>
          <p:nvPr/>
        </p:nvGrpSpPr>
        <p:grpSpPr>
          <a:xfrm>
            <a:off x="2001282" y="6425259"/>
            <a:ext cx="125280" cy="229680"/>
            <a:chOff x="2001282" y="6425259"/>
            <a:chExt cx="125280" cy="229680"/>
          </a:xfrm>
        </p:grpSpPr>
        <mc:AlternateContent xmlns:mc="http://schemas.openxmlformats.org/markup-compatibility/2006" xmlns:p14="http://schemas.microsoft.com/office/powerpoint/2010/main">
          <mc:Choice Requires="p14">
            <p:contentPart p14:bwMode="auto" r:id="rId6">
              <p14:nvContentPartPr>
                <p14:cNvPr id="1033" name="Ink 1032">
                  <a:extLst>
                    <a:ext uri="{FF2B5EF4-FFF2-40B4-BE49-F238E27FC236}">
                      <a16:creationId xmlns:a16="http://schemas.microsoft.com/office/drawing/2014/main" id="{D33FAE23-B331-92CD-2371-AE2F131DAD79}"/>
                    </a:ext>
                  </a:extLst>
                </p14:cNvPr>
                <p14:cNvContentPartPr/>
                <p14:nvPr/>
              </p14:nvContentPartPr>
              <p14:xfrm>
                <a:off x="2108922" y="6496179"/>
                <a:ext cx="17640" cy="14760"/>
              </p14:xfrm>
            </p:contentPart>
          </mc:Choice>
          <mc:Fallback xmlns="">
            <p:pic>
              <p:nvPicPr>
                <p:cNvPr id="1033" name="Ink 1032">
                  <a:extLst>
                    <a:ext uri="{FF2B5EF4-FFF2-40B4-BE49-F238E27FC236}">
                      <a16:creationId xmlns:a16="http://schemas.microsoft.com/office/drawing/2014/main" id="{D33FAE23-B331-92CD-2371-AE2F131DAD79}"/>
                    </a:ext>
                  </a:extLst>
                </p:cNvPr>
                <p:cNvPicPr/>
                <p:nvPr/>
              </p:nvPicPr>
              <p:blipFill>
                <a:blip r:embed="rId7"/>
                <a:stretch>
                  <a:fillRect/>
                </a:stretch>
              </p:blipFill>
              <p:spPr>
                <a:xfrm>
                  <a:off x="2102802" y="6490059"/>
                  <a:ext cx="2988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34" name="Ink 1033">
                  <a:extLst>
                    <a:ext uri="{FF2B5EF4-FFF2-40B4-BE49-F238E27FC236}">
                      <a16:creationId xmlns:a16="http://schemas.microsoft.com/office/drawing/2014/main" id="{9C9ED550-95E3-BA1B-1E37-10F0487D0341}"/>
                    </a:ext>
                  </a:extLst>
                </p14:cNvPr>
                <p14:cNvContentPartPr/>
                <p14:nvPr/>
              </p14:nvContentPartPr>
              <p14:xfrm>
                <a:off x="2001282" y="6425259"/>
                <a:ext cx="105840" cy="229680"/>
              </p14:xfrm>
            </p:contentPart>
          </mc:Choice>
          <mc:Fallback xmlns="">
            <p:pic>
              <p:nvPicPr>
                <p:cNvPr id="1034" name="Ink 1033">
                  <a:extLst>
                    <a:ext uri="{FF2B5EF4-FFF2-40B4-BE49-F238E27FC236}">
                      <a16:creationId xmlns:a16="http://schemas.microsoft.com/office/drawing/2014/main" id="{9C9ED550-95E3-BA1B-1E37-10F0487D0341}"/>
                    </a:ext>
                  </a:extLst>
                </p:cNvPr>
                <p:cNvPicPr/>
                <p:nvPr/>
              </p:nvPicPr>
              <p:blipFill>
                <a:blip r:embed="rId9"/>
                <a:stretch>
                  <a:fillRect/>
                </a:stretch>
              </p:blipFill>
              <p:spPr>
                <a:xfrm>
                  <a:off x="1995162" y="6419139"/>
                  <a:ext cx="118080" cy="241920"/>
                </a:xfrm>
                <a:prstGeom prst="rect">
                  <a:avLst/>
                </a:prstGeom>
              </p:spPr>
            </p:pic>
          </mc:Fallback>
        </mc:AlternateContent>
      </p:grpSp>
      <p:grpSp>
        <p:nvGrpSpPr>
          <p:cNvPr id="1040" name="Group 1039">
            <a:extLst>
              <a:ext uri="{FF2B5EF4-FFF2-40B4-BE49-F238E27FC236}">
                <a16:creationId xmlns:a16="http://schemas.microsoft.com/office/drawing/2014/main" id="{DFBFFCE7-1430-E7F9-B86F-43ECF6780887}"/>
              </a:ext>
            </a:extLst>
          </p:cNvPr>
          <p:cNvGrpSpPr/>
          <p:nvPr/>
        </p:nvGrpSpPr>
        <p:grpSpPr>
          <a:xfrm>
            <a:off x="2342562" y="6323379"/>
            <a:ext cx="1103760" cy="538560"/>
            <a:chOff x="2342562" y="6323379"/>
            <a:chExt cx="1103760" cy="538560"/>
          </a:xfrm>
        </p:grpSpPr>
        <mc:AlternateContent xmlns:mc="http://schemas.openxmlformats.org/markup-compatibility/2006" xmlns:p14="http://schemas.microsoft.com/office/powerpoint/2010/main">
          <mc:Choice Requires="p14">
            <p:contentPart p14:bwMode="auto" r:id="rId10">
              <p14:nvContentPartPr>
                <p14:cNvPr id="1036" name="Ink 1035">
                  <a:extLst>
                    <a:ext uri="{FF2B5EF4-FFF2-40B4-BE49-F238E27FC236}">
                      <a16:creationId xmlns:a16="http://schemas.microsoft.com/office/drawing/2014/main" id="{36CEB027-294C-7492-8502-9CCCAAA5FE4E}"/>
                    </a:ext>
                  </a:extLst>
                </p14:cNvPr>
                <p14:cNvContentPartPr/>
                <p14:nvPr/>
              </p14:nvContentPartPr>
              <p14:xfrm>
                <a:off x="2342562" y="6379539"/>
                <a:ext cx="174600" cy="322920"/>
              </p14:xfrm>
            </p:contentPart>
          </mc:Choice>
          <mc:Fallback xmlns="">
            <p:pic>
              <p:nvPicPr>
                <p:cNvPr id="1036" name="Ink 1035">
                  <a:extLst>
                    <a:ext uri="{FF2B5EF4-FFF2-40B4-BE49-F238E27FC236}">
                      <a16:creationId xmlns:a16="http://schemas.microsoft.com/office/drawing/2014/main" id="{36CEB027-294C-7492-8502-9CCCAAA5FE4E}"/>
                    </a:ext>
                  </a:extLst>
                </p:cNvPr>
                <p:cNvPicPr/>
                <p:nvPr/>
              </p:nvPicPr>
              <p:blipFill>
                <a:blip r:embed="rId11"/>
                <a:stretch>
                  <a:fillRect/>
                </a:stretch>
              </p:blipFill>
              <p:spPr>
                <a:xfrm>
                  <a:off x="2336442" y="6373419"/>
                  <a:ext cx="18684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37" name="Ink 1036">
                  <a:extLst>
                    <a:ext uri="{FF2B5EF4-FFF2-40B4-BE49-F238E27FC236}">
                      <a16:creationId xmlns:a16="http://schemas.microsoft.com/office/drawing/2014/main" id="{B117237F-835C-C939-370D-B22289096456}"/>
                    </a:ext>
                  </a:extLst>
                </p14:cNvPr>
                <p14:cNvContentPartPr/>
                <p14:nvPr/>
              </p14:nvContentPartPr>
              <p14:xfrm>
                <a:off x="2585922" y="6574299"/>
                <a:ext cx="253080" cy="161280"/>
              </p14:xfrm>
            </p:contentPart>
          </mc:Choice>
          <mc:Fallback xmlns="">
            <p:pic>
              <p:nvPicPr>
                <p:cNvPr id="1037" name="Ink 1036">
                  <a:extLst>
                    <a:ext uri="{FF2B5EF4-FFF2-40B4-BE49-F238E27FC236}">
                      <a16:creationId xmlns:a16="http://schemas.microsoft.com/office/drawing/2014/main" id="{B117237F-835C-C939-370D-B22289096456}"/>
                    </a:ext>
                  </a:extLst>
                </p:cNvPr>
                <p:cNvPicPr/>
                <p:nvPr/>
              </p:nvPicPr>
              <p:blipFill>
                <a:blip r:embed="rId13"/>
                <a:stretch>
                  <a:fillRect/>
                </a:stretch>
              </p:blipFill>
              <p:spPr>
                <a:xfrm>
                  <a:off x="2579802" y="6568179"/>
                  <a:ext cx="26532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38" name="Ink 1037">
                  <a:extLst>
                    <a:ext uri="{FF2B5EF4-FFF2-40B4-BE49-F238E27FC236}">
                      <a16:creationId xmlns:a16="http://schemas.microsoft.com/office/drawing/2014/main" id="{B22E1EB6-B90B-9D62-420B-2CCF205EF579}"/>
                    </a:ext>
                  </a:extLst>
                </p14:cNvPr>
                <p14:cNvContentPartPr/>
                <p14:nvPr/>
              </p14:nvContentPartPr>
              <p14:xfrm>
                <a:off x="2980122" y="6323379"/>
                <a:ext cx="298440" cy="538560"/>
              </p14:xfrm>
            </p:contentPart>
          </mc:Choice>
          <mc:Fallback xmlns="">
            <p:pic>
              <p:nvPicPr>
                <p:cNvPr id="1038" name="Ink 1037">
                  <a:extLst>
                    <a:ext uri="{FF2B5EF4-FFF2-40B4-BE49-F238E27FC236}">
                      <a16:creationId xmlns:a16="http://schemas.microsoft.com/office/drawing/2014/main" id="{B22E1EB6-B90B-9D62-420B-2CCF205EF579}"/>
                    </a:ext>
                  </a:extLst>
                </p:cNvPr>
                <p:cNvPicPr/>
                <p:nvPr/>
              </p:nvPicPr>
              <p:blipFill>
                <a:blip r:embed="rId15"/>
                <a:stretch>
                  <a:fillRect/>
                </a:stretch>
              </p:blipFill>
              <p:spPr>
                <a:xfrm>
                  <a:off x="2974002" y="6317259"/>
                  <a:ext cx="310680" cy="550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39" name="Ink 1038">
                  <a:extLst>
                    <a:ext uri="{FF2B5EF4-FFF2-40B4-BE49-F238E27FC236}">
                      <a16:creationId xmlns:a16="http://schemas.microsoft.com/office/drawing/2014/main" id="{1429BD33-41B4-54E5-729C-A78A06A0E9F0}"/>
                    </a:ext>
                  </a:extLst>
                </p14:cNvPr>
                <p14:cNvContentPartPr/>
                <p14:nvPr/>
              </p14:nvContentPartPr>
              <p14:xfrm>
                <a:off x="3236082" y="6435339"/>
                <a:ext cx="210240" cy="397440"/>
              </p14:xfrm>
            </p:contentPart>
          </mc:Choice>
          <mc:Fallback xmlns="">
            <p:pic>
              <p:nvPicPr>
                <p:cNvPr id="1039" name="Ink 1038">
                  <a:extLst>
                    <a:ext uri="{FF2B5EF4-FFF2-40B4-BE49-F238E27FC236}">
                      <a16:creationId xmlns:a16="http://schemas.microsoft.com/office/drawing/2014/main" id="{1429BD33-41B4-54E5-729C-A78A06A0E9F0}"/>
                    </a:ext>
                  </a:extLst>
                </p:cNvPr>
                <p:cNvPicPr/>
                <p:nvPr/>
              </p:nvPicPr>
              <p:blipFill>
                <a:blip r:embed="rId17"/>
                <a:stretch>
                  <a:fillRect/>
                </a:stretch>
              </p:blipFill>
              <p:spPr>
                <a:xfrm>
                  <a:off x="3229962" y="6429219"/>
                  <a:ext cx="222480" cy="409680"/>
                </a:xfrm>
                <a:prstGeom prst="rect">
                  <a:avLst/>
                </a:prstGeom>
              </p:spPr>
            </p:pic>
          </mc:Fallback>
        </mc:AlternateContent>
      </p:grpSp>
      <p:grpSp>
        <p:nvGrpSpPr>
          <p:cNvPr id="1044" name="Group 1043">
            <a:extLst>
              <a:ext uri="{FF2B5EF4-FFF2-40B4-BE49-F238E27FC236}">
                <a16:creationId xmlns:a16="http://schemas.microsoft.com/office/drawing/2014/main" id="{CC31CBF9-B476-FE85-B108-FDD88FCCA5E6}"/>
              </a:ext>
            </a:extLst>
          </p:cNvPr>
          <p:cNvGrpSpPr/>
          <p:nvPr/>
        </p:nvGrpSpPr>
        <p:grpSpPr>
          <a:xfrm>
            <a:off x="1243842" y="6488259"/>
            <a:ext cx="508680" cy="242280"/>
            <a:chOff x="1243842" y="6488259"/>
            <a:chExt cx="508680" cy="242280"/>
          </a:xfrm>
        </p:grpSpPr>
        <mc:AlternateContent xmlns:mc="http://schemas.openxmlformats.org/markup-compatibility/2006" xmlns:p14="http://schemas.microsoft.com/office/powerpoint/2010/main">
          <mc:Choice Requires="p14">
            <p:contentPart p14:bwMode="auto" r:id="rId18">
              <p14:nvContentPartPr>
                <p14:cNvPr id="1041" name="Ink 1040">
                  <a:extLst>
                    <a:ext uri="{FF2B5EF4-FFF2-40B4-BE49-F238E27FC236}">
                      <a16:creationId xmlns:a16="http://schemas.microsoft.com/office/drawing/2014/main" id="{31D7921E-3781-A708-C8CE-F1546074D518}"/>
                    </a:ext>
                  </a:extLst>
                </p14:cNvPr>
                <p14:cNvContentPartPr/>
                <p14:nvPr/>
              </p14:nvContentPartPr>
              <p14:xfrm>
                <a:off x="1243842" y="6488259"/>
                <a:ext cx="224640" cy="235440"/>
              </p14:xfrm>
            </p:contentPart>
          </mc:Choice>
          <mc:Fallback xmlns="">
            <p:pic>
              <p:nvPicPr>
                <p:cNvPr id="1041" name="Ink 1040">
                  <a:extLst>
                    <a:ext uri="{FF2B5EF4-FFF2-40B4-BE49-F238E27FC236}">
                      <a16:creationId xmlns:a16="http://schemas.microsoft.com/office/drawing/2014/main" id="{31D7921E-3781-A708-C8CE-F1546074D518}"/>
                    </a:ext>
                  </a:extLst>
                </p:cNvPr>
                <p:cNvPicPr/>
                <p:nvPr/>
              </p:nvPicPr>
              <p:blipFill>
                <a:blip r:embed="rId19"/>
                <a:stretch>
                  <a:fillRect/>
                </a:stretch>
              </p:blipFill>
              <p:spPr>
                <a:xfrm>
                  <a:off x="1237722" y="6482139"/>
                  <a:ext cx="23688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42" name="Ink 1041">
                  <a:extLst>
                    <a:ext uri="{FF2B5EF4-FFF2-40B4-BE49-F238E27FC236}">
                      <a16:creationId xmlns:a16="http://schemas.microsoft.com/office/drawing/2014/main" id="{76AD5AAD-1B4A-A12B-1B4D-FFFD4F9552E4}"/>
                    </a:ext>
                  </a:extLst>
                </p14:cNvPr>
                <p14:cNvContentPartPr/>
                <p14:nvPr/>
              </p14:nvContentPartPr>
              <p14:xfrm>
                <a:off x="1540482" y="6614619"/>
                <a:ext cx="212040" cy="20520"/>
              </p14:xfrm>
            </p:contentPart>
          </mc:Choice>
          <mc:Fallback xmlns="">
            <p:pic>
              <p:nvPicPr>
                <p:cNvPr id="1042" name="Ink 1041">
                  <a:extLst>
                    <a:ext uri="{FF2B5EF4-FFF2-40B4-BE49-F238E27FC236}">
                      <a16:creationId xmlns:a16="http://schemas.microsoft.com/office/drawing/2014/main" id="{76AD5AAD-1B4A-A12B-1B4D-FFFD4F9552E4}"/>
                    </a:ext>
                  </a:extLst>
                </p:cNvPr>
                <p:cNvPicPr/>
                <p:nvPr/>
              </p:nvPicPr>
              <p:blipFill>
                <a:blip r:embed="rId21"/>
                <a:stretch>
                  <a:fillRect/>
                </a:stretch>
              </p:blipFill>
              <p:spPr>
                <a:xfrm>
                  <a:off x="1534362" y="6608499"/>
                  <a:ext cx="22428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43" name="Ink 1042">
                  <a:extLst>
                    <a:ext uri="{FF2B5EF4-FFF2-40B4-BE49-F238E27FC236}">
                      <a16:creationId xmlns:a16="http://schemas.microsoft.com/office/drawing/2014/main" id="{2C5C67ED-839F-9904-789B-81ABB8FA18E7}"/>
                    </a:ext>
                  </a:extLst>
                </p14:cNvPr>
                <p14:cNvContentPartPr/>
                <p14:nvPr/>
              </p14:nvContentPartPr>
              <p14:xfrm>
                <a:off x="1547682" y="6716859"/>
                <a:ext cx="202320" cy="13680"/>
              </p14:xfrm>
            </p:contentPart>
          </mc:Choice>
          <mc:Fallback xmlns="">
            <p:pic>
              <p:nvPicPr>
                <p:cNvPr id="1043" name="Ink 1042">
                  <a:extLst>
                    <a:ext uri="{FF2B5EF4-FFF2-40B4-BE49-F238E27FC236}">
                      <a16:creationId xmlns:a16="http://schemas.microsoft.com/office/drawing/2014/main" id="{2C5C67ED-839F-9904-789B-81ABB8FA18E7}"/>
                    </a:ext>
                  </a:extLst>
                </p:cNvPr>
                <p:cNvPicPr/>
                <p:nvPr/>
              </p:nvPicPr>
              <p:blipFill>
                <a:blip r:embed="rId23"/>
                <a:stretch>
                  <a:fillRect/>
                </a:stretch>
              </p:blipFill>
              <p:spPr>
                <a:xfrm>
                  <a:off x="1541562" y="6710739"/>
                  <a:ext cx="214560" cy="25920"/>
                </a:xfrm>
                <a:prstGeom prst="rect">
                  <a:avLst/>
                </a:prstGeom>
              </p:spPr>
            </p:pic>
          </mc:Fallback>
        </mc:AlternateContent>
      </p:grpSp>
      <p:sp>
        <p:nvSpPr>
          <p:cNvPr id="1071" name="TextBox 1070">
            <a:extLst>
              <a:ext uri="{FF2B5EF4-FFF2-40B4-BE49-F238E27FC236}">
                <a16:creationId xmlns:a16="http://schemas.microsoft.com/office/drawing/2014/main" id="{3C363D3E-F6FE-53E5-AE49-FA9A3C27223E}"/>
              </a:ext>
            </a:extLst>
          </p:cNvPr>
          <p:cNvSpPr txBox="1"/>
          <p:nvPr/>
        </p:nvSpPr>
        <p:spPr>
          <a:xfrm>
            <a:off x="10598670" y="0"/>
            <a:ext cx="1593329" cy="6555641"/>
          </a:xfrm>
          <a:prstGeom prst="rect">
            <a:avLst/>
          </a:prstGeom>
          <a:noFill/>
        </p:spPr>
        <p:txBody>
          <a:bodyPr wrap="square" rtlCol="0">
            <a:spAutoFit/>
          </a:bodyPr>
          <a:lstStyle/>
          <a:p>
            <a:pPr algn="r" rtl="1"/>
            <a:r>
              <a:rPr lang="ar-JO" sz="4000" dirty="0"/>
              <a:t>الصفعة العلمية لجريان الزمن  </a:t>
            </a:r>
            <a:endParaRPr lang="ar-JO" sz="6000" dirty="0"/>
          </a:p>
          <a:p>
            <a:pPr algn="r" rtl="1"/>
            <a:endParaRPr lang="ar-JO" sz="6000" dirty="0"/>
          </a:p>
          <a:p>
            <a:pPr algn="r" rtl="1"/>
            <a:r>
              <a:rPr lang="ar-JO" sz="4000" dirty="0"/>
              <a:t>من يقيس الزمن الصحيح؟ الزمن المطلق؟</a:t>
            </a:r>
            <a:endParaRPr lang="en-US" sz="4000" dirty="0"/>
          </a:p>
        </p:txBody>
      </p:sp>
    </p:spTree>
    <p:extLst>
      <p:ext uri="{BB962C8B-B14F-4D97-AF65-F5344CB8AC3E}">
        <p14:creationId xmlns:p14="http://schemas.microsoft.com/office/powerpoint/2010/main" val="1065386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71ACFB-BC50-C847-E2A9-9BA4B609C109}"/>
              </a:ext>
            </a:extLst>
          </p:cNvPr>
          <p:cNvSpPr txBox="1"/>
          <p:nvPr/>
        </p:nvSpPr>
        <p:spPr>
          <a:xfrm>
            <a:off x="5680037" y="0"/>
            <a:ext cx="6511963" cy="6986528"/>
          </a:xfrm>
          <a:prstGeom prst="rect">
            <a:avLst/>
          </a:prstGeom>
          <a:noFill/>
        </p:spPr>
        <p:txBody>
          <a:bodyPr wrap="square" rtlCol="0">
            <a:spAutoFit/>
          </a:bodyPr>
          <a:lstStyle/>
          <a:p>
            <a:pPr algn="r" rtl="1"/>
            <a:r>
              <a:rPr lang="ar-SA" sz="2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السؤال الذي يطرح نفسه هو: هل من الممكن أن أكبر زاوية الدوران الزمانية بحيث يصبح زماني أنا هو أمامك فقط بدون أي خليط من زمانك؟ أو أن أكبر زاوية الدوران بحيث يصير المستقبل في زماني هو الماضي في زمانك؟ هل من الممكن أن تكسر السببية الزمانية؟</a:t>
            </a:r>
            <a:br>
              <a:rPr lang="en-US" sz="2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الجواب هو: لا يمكن ذلك بالنسبة للأجسام المادية (التي لها كتلة موجبة). الأجسام المادية تحتاج إلى ما لا نهاية له من طاقة حتى تصل إلى سرعة الضوء. إذن سرعة الضوء (التي تكافئ زاوية دوران زمانية مقدارها 45 درجة) هي سرعة قصوى لا يمكن تخطيها. ولهذا فإن ترتيب الأحداث على حسب وصفي لها في زماني وعلى حسب وصفك أنت لها في زمانك لا يختلف. إذا كان وصف أ في زمانك يحدث قبل وصف ب في زمانك فإن وصف أ في زماني يحدث قبل وصف ب في زماني أيضا</a:t>
            </a:r>
            <a:r>
              <a:rPr lang="en-US" sz="2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ar-JO" sz="2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algn="r" rtl="1"/>
            <a:endParaRPr lang="ar-JO" sz="28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F531A8D-BDE8-EB05-B425-741F0B7C7008}"/>
              </a:ext>
            </a:extLst>
          </p:cNvPr>
          <p:cNvSpPr txBox="1"/>
          <p:nvPr/>
        </p:nvSpPr>
        <p:spPr>
          <a:xfrm>
            <a:off x="0" y="0"/>
            <a:ext cx="5475642" cy="7786747"/>
          </a:xfrm>
          <a:prstGeom prst="rect">
            <a:avLst/>
          </a:prstGeom>
          <a:noFill/>
        </p:spPr>
        <p:txBody>
          <a:bodyPr wrap="square" rtlCol="0">
            <a:spAutoFit/>
          </a:bodyPr>
          <a:lstStyle/>
          <a:p>
            <a:pPr algn="r" rtl="1"/>
            <a:r>
              <a:rPr lang="ar-SA" sz="2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r>
              <a:rPr lang="ar-SA"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أنا أقر أن هناك نوعا من الترتيب المتفق عليه للحوادث المادية حسب النظرية النسبية. ولكن ... ألا نخطو خطوة بسيطة واضحة ونرفض صحة هذا الترتيب في حق رب العالمين</a:t>
            </a:r>
            <a:r>
              <a:rPr lang="en-US"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لنقل إن العبد يرى بالنسبة لزمانه أحداثا يفسرها على أنها</a:t>
            </a:r>
            <a:r>
              <a:rPr lang="ar-JO" sz="2800" dirty="0">
                <a:solidFill>
                  <a:srgbClr val="00B0F0"/>
                </a:solidFill>
                <a:latin typeface="Verdana" panose="020B0604030504040204" pitchFamily="34" charset="0"/>
                <a:ea typeface="Times New Roman" panose="02020603050405020304" pitchFamily="18" charset="0"/>
                <a:cs typeface="Times New Roman" panose="02020603050405020304" pitchFamily="18" charset="0"/>
              </a:rPr>
              <a:t> </a:t>
            </a:r>
            <a:r>
              <a:rPr lang="ar-SA"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أحداث مرتبة ترتيبا زمنيا محددا يربطه هو بما يفهمه وعيه على أنه السببية</a:t>
            </a:r>
            <a:br>
              <a:rPr lang="en-US"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الله يمتحنه</a:t>
            </a:r>
            <a:br>
              <a:rPr lang="en-US"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ثم يقبل هو على المعصية</a:t>
            </a:r>
            <a:br>
              <a:rPr lang="en-US"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ثم يعاقبه الله</a:t>
            </a:r>
            <a:br>
              <a:rPr lang="en-US"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ثم يتوب هو من المعصية</a:t>
            </a:r>
            <a:r>
              <a:rPr lang="en-US"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ثم يثيبه الله</a:t>
            </a:r>
            <a:br>
              <a:rPr lang="en-US"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ثم يموت هو</a:t>
            </a:r>
            <a:br>
              <a:rPr lang="en-US"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ثم يبعثه الله</a:t>
            </a:r>
            <a:br>
              <a:rPr lang="en-US"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br>
              <a:rPr lang="en-US"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t>هي كلها عند الله تعالى سواء ولا قبل ولا بعد؟؟</a:t>
            </a:r>
            <a:br>
              <a:rPr lang="en-US" sz="2800" dirty="0">
                <a:solidFill>
                  <a:srgbClr val="00B0F0"/>
                </a:solidFill>
                <a:effectLst/>
                <a:latin typeface="Verdana" panose="020B0604030504040204" pitchFamily="34" charset="0"/>
                <a:ea typeface="Times New Roman" panose="02020603050405020304" pitchFamily="18" charset="0"/>
                <a:cs typeface="Times New Roman" panose="02020603050405020304" pitchFamily="18" charset="0"/>
              </a:rPr>
            </a:br>
            <a:endParaRPr lang="en-US" sz="2800" dirty="0"/>
          </a:p>
          <a:p>
            <a:pPr algn="r" rtl="1"/>
            <a:endParaRPr lang="en-US" sz="2400" dirty="0"/>
          </a:p>
        </p:txBody>
      </p:sp>
    </p:spTree>
    <p:extLst>
      <p:ext uri="{BB962C8B-B14F-4D97-AF65-F5344CB8AC3E}">
        <p14:creationId xmlns:p14="http://schemas.microsoft.com/office/powerpoint/2010/main" val="3024907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D30F3E-A47C-E2D6-6B77-6DC00EDC61AD}"/>
              </a:ext>
            </a:extLst>
          </p:cNvPr>
          <p:cNvSpPr txBox="1"/>
          <p:nvPr/>
        </p:nvSpPr>
        <p:spPr>
          <a:xfrm>
            <a:off x="3165550" y="129093"/>
            <a:ext cx="5860900" cy="707886"/>
          </a:xfrm>
          <a:prstGeom prst="rect">
            <a:avLst/>
          </a:prstGeom>
          <a:noFill/>
        </p:spPr>
        <p:txBody>
          <a:bodyPr wrap="none" rtlCol="0">
            <a:spAutoFit/>
          </a:bodyPr>
          <a:lstStyle/>
          <a:p>
            <a:r>
              <a:rPr lang="ar-JO" sz="4000" dirty="0"/>
              <a:t>النظرية أ للزمن والنظرية ب للزمن</a:t>
            </a:r>
            <a:endParaRPr lang="en-US" sz="4000" dirty="0"/>
          </a:p>
        </p:txBody>
      </p:sp>
      <p:sp>
        <p:nvSpPr>
          <p:cNvPr id="3" name="TextBox 2">
            <a:extLst>
              <a:ext uri="{FF2B5EF4-FFF2-40B4-BE49-F238E27FC236}">
                <a16:creationId xmlns:a16="http://schemas.microsoft.com/office/drawing/2014/main" id="{6E8E5A3A-0028-BE29-785D-43975622EDDA}"/>
              </a:ext>
            </a:extLst>
          </p:cNvPr>
          <p:cNvSpPr txBox="1"/>
          <p:nvPr/>
        </p:nvSpPr>
        <p:spPr>
          <a:xfrm>
            <a:off x="5916707" y="989703"/>
            <a:ext cx="6219486" cy="6093976"/>
          </a:xfrm>
          <a:prstGeom prst="rect">
            <a:avLst/>
          </a:prstGeom>
          <a:solidFill>
            <a:schemeClr val="accent4">
              <a:lumMod val="20000"/>
              <a:lumOff val="80000"/>
            </a:schemeClr>
          </a:solidFill>
          <a:ln w="12700">
            <a:solidFill>
              <a:schemeClr val="tx1"/>
            </a:solidFill>
          </a:ln>
        </p:spPr>
        <p:txBody>
          <a:bodyPr wrap="square" rtlCol="0">
            <a:spAutoFit/>
          </a:bodyPr>
          <a:lstStyle/>
          <a:p>
            <a:pPr algn="r" rtl="1"/>
            <a:r>
              <a:rPr lang="ar-SA" sz="3000" b="1" dirty="0"/>
              <a:t>النظرية أ للزمن </a:t>
            </a:r>
            <a:r>
              <a:rPr lang="en-US" sz="3000" b="1" dirty="0"/>
              <a:t>(A-Theory of Time)</a:t>
            </a:r>
          </a:p>
          <a:p>
            <a:pPr algn="r" rtl="1"/>
            <a:r>
              <a:rPr lang="ar-SA" sz="3000" dirty="0"/>
              <a:t>تُعرف النظرية أ للزمن أيضًا بمذهب </a:t>
            </a:r>
            <a:r>
              <a:rPr lang="ar-SA" sz="3000" b="1" dirty="0" err="1"/>
              <a:t>الحاضرية</a:t>
            </a:r>
            <a:r>
              <a:rPr lang="ar-SA" sz="3000" dirty="0"/>
              <a:t> (</a:t>
            </a:r>
            <a:r>
              <a:rPr lang="en-US" sz="3000" dirty="0"/>
              <a:t>(Presentism</a:t>
            </a:r>
            <a:r>
              <a:rPr lang="ar-JO" sz="3000" dirty="0"/>
              <a:t> </a:t>
            </a:r>
            <a:r>
              <a:rPr lang="ar-SA" sz="3000" dirty="0"/>
              <a:t>أو</a:t>
            </a:r>
            <a:r>
              <a:rPr lang="ar-JO" sz="3000" dirty="0"/>
              <a:t> </a:t>
            </a:r>
            <a:r>
              <a:rPr lang="ar-SA" sz="3000" b="1" dirty="0"/>
              <a:t>النظرية الديناميكية للزمن</a:t>
            </a:r>
            <a:r>
              <a:rPr lang="ar-SA" sz="3000" dirty="0"/>
              <a:t>. وفقًا لهذه النظرية، الزمن هو تدفق مستمر حيث يعتبر الماضي قد انتهى ولم يعد موجودًا، والمستقبل لم يحدث بعد وليس موجودًا. فقط الحاضر هو الحقيقي والموجود. هذه النظرية تؤكد على أن الزمن يتغير، وأن هذا التغير حقيقي وموضوعي. تعتمد النظرية أ على تجربة الإنسان في إحساسه بمرور الزمن، حيث يشعر أن الزمن يتقدم وأن المستقبل يصبح حاضرًا، والحاضر يصبح ماضيًا.</a:t>
            </a:r>
          </a:p>
          <a:p>
            <a:pPr algn="r" rtl="1"/>
            <a:endParaRPr lang="en-US" sz="3000" dirty="0"/>
          </a:p>
        </p:txBody>
      </p:sp>
      <p:sp>
        <p:nvSpPr>
          <p:cNvPr id="4" name="TextBox 3">
            <a:extLst>
              <a:ext uri="{FF2B5EF4-FFF2-40B4-BE49-F238E27FC236}">
                <a16:creationId xmlns:a16="http://schemas.microsoft.com/office/drawing/2014/main" id="{1D0514AB-EE7D-AD63-3CDD-54987D78911C}"/>
              </a:ext>
            </a:extLst>
          </p:cNvPr>
          <p:cNvSpPr txBox="1"/>
          <p:nvPr/>
        </p:nvSpPr>
        <p:spPr>
          <a:xfrm>
            <a:off x="55807" y="989703"/>
            <a:ext cx="5860900" cy="6093976"/>
          </a:xfrm>
          <a:prstGeom prst="rect">
            <a:avLst/>
          </a:prstGeom>
          <a:solidFill>
            <a:schemeClr val="accent2">
              <a:lumMod val="20000"/>
              <a:lumOff val="80000"/>
            </a:schemeClr>
          </a:solidFill>
          <a:ln w="3175">
            <a:solidFill>
              <a:schemeClr val="tx1"/>
            </a:solidFill>
          </a:ln>
        </p:spPr>
        <p:txBody>
          <a:bodyPr wrap="square" rtlCol="0">
            <a:spAutoFit/>
          </a:bodyPr>
          <a:lstStyle/>
          <a:p>
            <a:pPr algn="r" rtl="1"/>
            <a:r>
              <a:rPr lang="ar-SA" sz="3000" b="1" dirty="0"/>
              <a:t>النظرية ب للزمن(</a:t>
            </a:r>
            <a:r>
              <a:rPr lang="en-US" sz="3000" b="1" dirty="0"/>
              <a:t>(B-Theory of Time</a:t>
            </a:r>
          </a:p>
          <a:p>
            <a:pPr algn="r" rtl="1"/>
            <a:r>
              <a:rPr lang="ar-SA" sz="3000" dirty="0"/>
              <a:t>في المقابل، تُعرف النظرية ب للزمن أيضًا بمذهب </a:t>
            </a:r>
            <a:r>
              <a:rPr lang="ar-SA" sz="3000" b="1" dirty="0"/>
              <a:t>الأبدية</a:t>
            </a:r>
            <a:r>
              <a:rPr lang="ar-SA" sz="3000" dirty="0"/>
              <a:t> (</a:t>
            </a:r>
            <a:r>
              <a:rPr lang="en-US" sz="3000" dirty="0"/>
              <a:t>(</a:t>
            </a:r>
            <a:r>
              <a:rPr lang="en-US" sz="3000" dirty="0" err="1"/>
              <a:t>Eternalism</a:t>
            </a:r>
            <a:r>
              <a:rPr lang="ar-JO" sz="3000" dirty="0"/>
              <a:t> </a:t>
            </a:r>
            <a:r>
              <a:rPr lang="ar-SA" sz="3000" dirty="0"/>
              <a:t>أو </a:t>
            </a:r>
            <a:r>
              <a:rPr lang="ar-SA" sz="3000" b="1" dirty="0"/>
              <a:t>النظرية الثابتة للزمن</a:t>
            </a:r>
            <a:r>
              <a:rPr lang="ar-SA" sz="3000" dirty="0"/>
              <a:t>. وفقًا لهذه النظرية، الزمن هو بعد رباعي الأبعاد ثابت، حيث الماضي والحاضر والمستقبل جميعها موجودة بشكل متساوٍ. لا يوجد "تدفق" للزمن، بل كل الأحداث الزمنية موجودة في "كتلة زمنية" واحدة، ويمكن النظر إليها كأنها خارطة زمنية. في هذه النظرية، الفروق بين الماضي والحاضر والمستقبل تُعتبر فروقًا غير موضوعية؛ بل هي نتيجة لموقعنا النسبي في "كتلة" الزمن هذه.</a:t>
            </a:r>
          </a:p>
          <a:p>
            <a:pPr algn="r" rtl="1"/>
            <a:r>
              <a:rPr lang="en-US" sz="3000" dirty="0">
                <a:highlight>
                  <a:srgbClr val="FFFF00"/>
                </a:highlight>
              </a:rPr>
              <a:t>Block Universe</a:t>
            </a:r>
            <a:r>
              <a:rPr lang="ar-JO" sz="3000" dirty="0">
                <a:highlight>
                  <a:srgbClr val="FFFF00"/>
                </a:highlight>
              </a:rPr>
              <a:t>=العالم الكتلي</a:t>
            </a:r>
            <a:endParaRPr lang="en-US" sz="3000" dirty="0">
              <a:highlight>
                <a:srgbClr val="FFFF00"/>
              </a:highlight>
            </a:endParaRP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23593CBE-4819-1386-2BCE-75CC101F2697}"/>
                  </a:ext>
                </a:extLst>
              </p14:cNvPr>
              <p14:cNvContentPartPr/>
              <p14:nvPr/>
            </p14:nvContentPartPr>
            <p14:xfrm>
              <a:off x="11981816" y="198994"/>
              <a:ext cx="19440" cy="532080"/>
            </p14:xfrm>
          </p:contentPart>
        </mc:Choice>
        <mc:Fallback xmlns="">
          <p:pic>
            <p:nvPicPr>
              <p:cNvPr id="7" name="Ink 6">
                <a:extLst>
                  <a:ext uri="{FF2B5EF4-FFF2-40B4-BE49-F238E27FC236}">
                    <a16:creationId xmlns:a16="http://schemas.microsoft.com/office/drawing/2014/main" id="{23593CBE-4819-1386-2BCE-75CC101F2697}"/>
                  </a:ext>
                </a:extLst>
              </p:cNvPr>
              <p:cNvPicPr/>
              <p:nvPr/>
            </p:nvPicPr>
            <p:blipFill>
              <a:blip r:embed="rId4"/>
              <a:stretch>
                <a:fillRect/>
              </a:stretch>
            </p:blipFill>
            <p:spPr>
              <a:xfrm>
                <a:off x="11963816" y="162994"/>
                <a:ext cx="55080" cy="603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F52356FF-30C4-96D3-4177-33FF8D37A661}"/>
                  </a:ext>
                </a:extLst>
              </p14:cNvPr>
              <p14:cNvContentPartPr/>
              <p14:nvPr/>
            </p14:nvContentPartPr>
            <p14:xfrm>
              <a:off x="11220776" y="214114"/>
              <a:ext cx="640080" cy="682560"/>
            </p14:xfrm>
          </p:contentPart>
        </mc:Choice>
        <mc:Fallback xmlns="">
          <p:pic>
            <p:nvPicPr>
              <p:cNvPr id="8" name="Ink 7">
                <a:extLst>
                  <a:ext uri="{FF2B5EF4-FFF2-40B4-BE49-F238E27FC236}">
                    <a16:creationId xmlns:a16="http://schemas.microsoft.com/office/drawing/2014/main" id="{F52356FF-30C4-96D3-4177-33FF8D37A661}"/>
                  </a:ext>
                </a:extLst>
              </p:cNvPr>
              <p:cNvPicPr/>
              <p:nvPr/>
            </p:nvPicPr>
            <p:blipFill>
              <a:blip r:embed="rId6"/>
              <a:stretch>
                <a:fillRect/>
              </a:stretch>
            </p:blipFill>
            <p:spPr>
              <a:xfrm>
                <a:off x="11203136" y="178114"/>
                <a:ext cx="675720" cy="754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B6133118-3EB0-D2CF-FA37-E1A2760DE4C8}"/>
                  </a:ext>
                </a:extLst>
              </p14:cNvPr>
              <p14:cNvContentPartPr/>
              <p14:nvPr/>
            </p14:nvContentPartPr>
            <p14:xfrm>
              <a:off x="11453336" y="399874"/>
              <a:ext cx="25560" cy="27360"/>
            </p14:xfrm>
          </p:contentPart>
        </mc:Choice>
        <mc:Fallback xmlns="">
          <p:pic>
            <p:nvPicPr>
              <p:cNvPr id="9" name="Ink 8">
                <a:extLst>
                  <a:ext uri="{FF2B5EF4-FFF2-40B4-BE49-F238E27FC236}">
                    <a16:creationId xmlns:a16="http://schemas.microsoft.com/office/drawing/2014/main" id="{B6133118-3EB0-D2CF-FA37-E1A2760DE4C8}"/>
                  </a:ext>
                </a:extLst>
              </p:cNvPr>
              <p:cNvPicPr/>
              <p:nvPr/>
            </p:nvPicPr>
            <p:blipFill>
              <a:blip r:embed="rId8"/>
              <a:stretch>
                <a:fillRect/>
              </a:stretch>
            </p:blipFill>
            <p:spPr>
              <a:xfrm>
                <a:off x="11435696" y="363874"/>
                <a:ext cx="612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A67E485D-5248-61D4-0D9D-5C8A000A2D55}"/>
                  </a:ext>
                </a:extLst>
              </p14:cNvPr>
              <p14:cNvContentPartPr/>
              <p14:nvPr/>
            </p14:nvContentPartPr>
            <p14:xfrm>
              <a:off x="10477376" y="398074"/>
              <a:ext cx="753840" cy="408960"/>
            </p14:xfrm>
          </p:contentPart>
        </mc:Choice>
        <mc:Fallback xmlns="">
          <p:pic>
            <p:nvPicPr>
              <p:cNvPr id="10" name="Ink 9">
                <a:extLst>
                  <a:ext uri="{FF2B5EF4-FFF2-40B4-BE49-F238E27FC236}">
                    <a16:creationId xmlns:a16="http://schemas.microsoft.com/office/drawing/2014/main" id="{A67E485D-5248-61D4-0D9D-5C8A000A2D55}"/>
                  </a:ext>
                </a:extLst>
              </p:cNvPr>
              <p:cNvPicPr/>
              <p:nvPr/>
            </p:nvPicPr>
            <p:blipFill>
              <a:blip r:embed="rId10"/>
              <a:stretch>
                <a:fillRect/>
              </a:stretch>
            </p:blipFill>
            <p:spPr>
              <a:xfrm>
                <a:off x="10459376" y="362434"/>
                <a:ext cx="789480" cy="480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FF8B756C-8572-73D6-02AA-4BDBE6AAD849}"/>
                  </a:ext>
                </a:extLst>
              </p14:cNvPr>
              <p14:cNvContentPartPr/>
              <p14:nvPr/>
            </p14:nvContentPartPr>
            <p14:xfrm>
              <a:off x="10647656" y="305914"/>
              <a:ext cx="54720" cy="32040"/>
            </p14:xfrm>
          </p:contentPart>
        </mc:Choice>
        <mc:Fallback xmlns="">
          <p:pic>
            <p:nvPicPr>
              <p:cNvPr id="11" name="Ink 10">
                <a:extLst>
                  <a:ext uri="{FF2B5EF4-FFF2-40B4-BE49-F238E27FC236}">
                    <a16:creationId xmlns:a16="http://schemas.microsoft.com/office/drawing/2014/main" id="{FF8B756C-8572-73D6-02AA-4BDBE6AAD849}"/>
                  </a:ext>
                </a:extLst>
              </p:cNvPr>
              <p:cNvPicPr/>
              <p:nvPr/>
            </p:nvPicPr>
            <p:blipFill>
              <a:blip r:embed="rId12"/>
              <a:stretch>
                <a:fillRect/>
              </a:stretch>
            </p:blipFill>
            <p:spPr>
              <a:xfrm>
                <a:off x="10629656" y="270274"/>
                <a:ext cx="903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C624704D-60E8-C92C-64A7-854E81D8AA8E}"/>
                  </a:ext>
                </a:extLst>
              </p14:cNvPr>
              <p14:cNvContentPartPr/>
              <p14:nvPr/>
            </p14:nvContentPartPr>
            <p14:xfrm>
              <a:off x="10061936" y="227074"/>
              <a:ext cx="232920" cy="570600"/>
            </p14:xfrm>
          </p:contentPart>
        </mc:Choice>
        <mc:Fallback xmlns="">
          <p:pic>
            <p:nvPicPr>
              <p:cNvPr id="12" name="Ink 11">
                <a:extLst>
                  <a:ext uri="{FF2B5EF4-FFF2-40B4-BE49-F238E27FC236}">
                    <a16:creationId xmlns:a16="http://schemas.microsoft.com/office/drawing/2014/main" id="{C624704D-60E8-C92C-64A7-854E81D8AA8E}"/>
                  </a:ext>
                </a:extLst>
              </p:cNvPr>
              <p:cNvPicPr/>
              <p:nvPr/>
            </p:nvPicPr>
            <p:blipFill>
              <a:blip r:embed="rId14"/>
              <a:stretch>
                <a:fillRect/>
              </a:stretch>
            </p:blipFill>
            <p:spPr>
              <a:xfrm>
                <a:off x="10043936" y="191074"/>
                <a:ext cx="268560" cy="642240"/>
              </a:xfrm>
              <a:prstGeom prst="rect">
                <a:avLst/>
              </a:prstGeom>
            </p:spPr>
          </p:pic>
        </mc:Fallback>
      </mc:AlternateContent>
      <p:grpSp>
        <p:nvGrpSpPr>
          <p:cNvPr id="28" name="Group 27">
            <a:extLst>
              <a:ext uri="{FF2B5EF4-FFF2-40B4-BE49-F238E27FC236}">
                <a16:creationId xmlns:a16="http://schemas.microsoft.com/office/drawing/2014/main" id="{4A4A074B-3991-17C7-743B-F092DB939CCE}"/>
              </a:ext>
            </a:extLst>
          </p:cNvPr>
          <p:cNvGrpSpPr/>
          <p:nvPr/>
        </p:nvGrpSpPr>
        <p:grpSpPr>
          <a:xfrm>
            <a:off x="10359135" y="6697380"/>
            <a:ext cx="1645200" cy="405000"/>
            <a:chOff x="10359135" y="6697380"/>
            <a:chExt cx="1645200" cy="405000"/>
          </a:xfrm>
        </p:grpSpPr>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E3FB118C-6BE9-B9D3-823D-ADED889EC694}"/>
                    </a:ext>
                  </a:extLst>
                </p14:cNvPr>
                <p14:cNvContentPartPr/>
                <p14:nvPr/>
              </p14:nvContentPartPr>
              <p14:xfrm>
                <a:off x="11827215" y="6763260"/>
                <a:ext cx="177120" cy="156960"/>
              </p14:xfrm>
            </p:contentPart>
          </mc:Choice>
          <mc:Fallback xmlns="">
            <p:pic>
              <p:nvPicPr>
                <p:cNvPr id="13" name="Ink 12">
                  <a:extLst>
                    <a:ext uri="{FF2B5EF4-FFF2-40B4-BE49-F238E27FC236}">
                      <a16:creationId xmlns:a16="http://schemas.microsoft.com/office/drawing/2014/main" id="{E3FB118C-6BE9-B9D3-823D-ADED889EC694}"/>
                    </a:ext>
                  </a:extLst>
                </p:cNvPr>
                <p:cNvPicPr/>
                <p:nvPr/>
              </p:nvPicPr>
              <p:blipFill>
                <a:blip r:embed="rId16"/>
                <a:stretch>
                  <a:fillRect/>
                </a:stretch>
              </p:blipFill>
              <p:spPr>
                <a:xfrm>
                  <a:off x="11821095" y="6757140"/>
                  <a:ext cx="18936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66EE8C51-65D4-353B-DE69-576864CB1FD2}"/>
                    </a:ext>
                  </a:extLst>
                </p14:cNvPr>
                <p14:cNvContentPartPr/>
                <p14:nvPr/>
              </p14:nvContentPartPr>
              <p14:xfrm>
                <a:off x="11692935" y="6792780"/>
                <a:ext cx="47520" cy="174240"/>
              </p14:xfrm>
            </p:contentPart>
          </mc:Choice>
          <mc:Fallback xmlns="">
            <p:pic>
              <p:nvPicPr>
                <p:cNvPr id="14" name="Ink 13">
                  <a:extLst>
                    <a:ext uri="{FF2B5EF4-FFF2-40B4-BE49-F238E27FC236}">
                      <a16:creationId xmlns:a16="http://schemas.microsoft.com/office/drawing/2014/main" id="{66EE8C51-65D4-353B-DE69-576864CB1FD2}"/>
                    </a:ext>
                  </a:extLst>
                </p:cNvPr>
                <p:cNvPicPr/>
                <p:nvPr/>
              </p:nvPicPr>
              <p:blipFill>
                <a:blip r:embed="rId18"/>
                <a:stretch>
                  <a:fillRect/>
                </a:stretch>
              </p:blipFill>
              <p:spPr>
                <a:xfrm>
                  <a:off x="11686815" y="6786660"/>
                  <a:ext cx="5976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722C3187-EF93-BFC5-8C1F-C990C5DA159D}"/>
                    </a:ext>
                  </a:extLst>
                </p14:cNvPr>
                <p14:cNvContentPartPr/>
                <p14:nvPr/>
              </p14:nvContentPartPr>
              <p14:xfrm>
                <a:off x="11479095" y="6786660"/>
                <a:ext cx="223920" cy="250200"/>
              </p14:xfrm>
            </p:contentPart>
          </mc:Choice>
          <mc:Fallback xmlns="">
            <p:pic>
              <p:nvPicPr>
                <p:cNvPr id="15" name="Ink 14">
                  <a:extLst>
                    <a:ext uri="{FF2B5EF4-FFF2-40B4-BE49-F238E27FC236}">
                      <a16:creationId xmlns:a16="http://schemas.microsoft.com/office/drawing/2014/main" id="{722C3187-EF93-BFC5-8C1F-C990C5DA159D}"/>
                    </a:ext>
                  </a:extLst>
                </p:cNvPr>
                <p:cNvPicPr/>
                <p:nvPr/>
              </p:nvPicPr>
              <p:blipFill>
                <a:blip r:embed="rId20"/>
                <a:stretch>
                  <a:fillRect/>
                </a:stretch>
              </p:blipFill>
              <p:spPr>
                <a:xfrm>
                  <a:off x="11472975" y="6780540"/>
                  <a:ext cx="23616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F0CCC983-72E1-32ED-EA40-24526C384824}"/>
                    </a:ext>
                  </a:extLst>
                </p14:cNvPr>
                <p14:cNvContentPartPr/>
                <p14:nvPr/>
              </p14:nvContentPartPr>
              <p14:xfrm>
                <a:off x="11191095" y="6840300"/>
                <a:ext cx="347760" cy="95760"/>
              </p14:xfrm>
            </p:contentPart>
          </mc:Choice>
          <mc:Fallback xmlns="">
            <p:pic>
              <p:nvPicPr>
                <p:cNvPr id="16" name="Ink 15">
                  <a:extLst>
                    <a:ext uri="{FF2B5EF4-FFF2-40B4-BE49-F238E27FC236}">
                      <a16:creationId xmlns:a16="http://schemas.microsoft.com/office/drawing/2014/main" id="{F0CCC983-72E1-32ED-EA40-24526C384824}"/>
                    </a:ext>
                  </a:extLst>
                </p:cNvPr>
                <p:cNvPicPr/>
                <p:nvPr/>
              </p:nvPicPr>
              <p:blipFill>
                <a:blip r:embed="rId22"/>
                <a:stretch>
                  <a:fillRect/>
                </a:stretch>
              </p:blipFill>
              <p:spPr>
                <a:xfrm>
                  <a:off x="11184975" y="6834180"/>
                  <a:ext cx="36000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635FCC22-2F35-FCC3-A456-C7F26DCF1791}"/>
                    </a:ext>
                  </a:extLst>
                </p14:cNvPr>
                <p14:cNvContentPartPr/>
                <p14:nvPr/>
              </p14:nvContentPartPr>
              <p14:xfrm>
                <a:off x="11268855" y="6745260"/>
                <a:ext cx="75240" cy="6480"/>
              </p14:xfrm>
            </p:contentPart>
          </mc:Choice>
          <mc:Fallback xmlns="">
            <p:pic>
              <p:nvPicPr>
                <p:cNvPr id="17" name="Ink 16">
                  <a:extLst>
                    <a:ext uri="{FF2B5EF4-FFF2-40B4-BE49-F238E27FC236}">
                      <a16:creationId xmlns:a16="http://schemas.microsoft.com/office/drawing/2014/main" id="{635FCC22-2F35-FCC3-A456-C7F26DCF1791}"/>
                    </a:ext>
                  </a:extLst>
                </p:cNvPr>
                <p:cNvPicPr/>
                <p:nvPr/>
              </p:nvPicPr>
              <p:blipFill>
                <a:blip r:embed="rId24"/>
                <a:stretch>
                  <a:fillRect/>
                </a:stretch>
              </p:blipFill>
              <p:spPr>
                <a:xfrm>
                  <a:off x="11262735" y="6739140"/>
                  <a:ext cx="874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545CA289-87E0-294C-6DCF-1F7FB2920007}"/>
                    </a:ext>
                  </a:extLst>
                </p14:cNvPr>
                <p14:cNvContentPartPr/>
                <p14:nvPr/>
              </p14:nvContentPartPr>
              <p14:xfrm>
                <a:off x="11471535" y="6709980"/>
                <a:ext cx="75960" cy="6120"/>
              </p14:xfrm>
            </p:contentPart>
          </mc:Choice>
          <mc:Fallback xmlns="">
            <p:pic>
              <p:nvPicPr>
                <p:cNvPr id="18" name="Ink 17">
                  <a:extLst>
                    <a:ext uri="{FF2B5EF4-FFF2-40B4-BE49-F238E27FC236}">
                      <a16:creationId xmlns:a16="http://schemas.microsoft.com/office/drawing/2014/main" id="{545CA289-87E0-294C-6DCF-1F7FB2920007}"/>
                    </a:ext>
                  </a:extLst>
                </p:cNvPr>
                <p:cNvPicPr/>
                <p:nvPr/>
              </p:nvPicPr>
              <p:blipFill>
                <a:blip r:embed="rId26"/>
                <a:stretch>
                  <a:fillRect/>
                </a:stretch>
              </p:blipFill>
              <p:spPr>
                <a:xfrm>
                  <a:off x="11465415" y="6703860"/>
                  <a:ext cx="8820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54BF9F79-B401-11F2-59A7-59810A4E6DFE}"/>
                    </a:ext>
                  </a:extLst>
                </p14:cNvPr>
                <p14:cNvContentPartPr/>
                <p14:nvPr/>
              </p14:nvContentPartPr>
              <p14:xfrm>
                <a:off x="11138175" y="6823380"/>
                <a:ext cx="24120" cy="157680"/>
              </p14:xfrm>
            </p:contentPart>
          </mc:Choice>
          <mc:Fallback xmlns="">
            <p:pic>
              <p:nvPicPr>
                <p:cNvPr id="20" name="Ink 19">
                  <a:extLst>
                    <a:ext uri="{FF2B5EF4-FFF2-40B4-BE49-F238E27FC236}">
                      <a16:creationId xmlns:a16="http://schemas.microsoft.com/office/drawing/2014/main" id="{54BF9F79-B401-11F2-59A7-59810A4E6DFE}"/>
                    </a:ext>
                  </a:extLst>
                </p:cNvPr>
                <p:cNvPicPr/>
                <p:nvPr/>
              </p:nvPicPr>
              <p:blipFill>
                <a:blip r:embed="rId28"/>
                <a:stretch>
                  <a:fillRect/>
                </a:stretch>
              </p:blipFill>
              <p:spPr>
                <a:xfrm>
                  <a:off x="11132055" y="6817260"/>
                  <a:ext cx="3636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1" name="Ink 20">
                  <a:extLst>
                    <a:ext uri="{FF2B5EF4-FFF2-40B4-BE49-F238E27FC236}">
                      <a16:creationId xmlns:a16="http://schemas.microsoft.com/office/drawing/2014/main" id="{95BDA173-F862-5745-F54A-F307926D1803}"/>
                    </a:ext>
                  </a:extLst>
                </p14:cNvPr>
                <p14:cNvContentPartPr/>
                <p14:nvPr/>
              </p14:nvContentPartPr>
              <p14:xfrm>
                <a:off x="10880055" y="6819780"/>
                <a:ext cx="243000" cy="220320"/>
              </p14:xfrm>
            </p:contentPart>
          </mc:Choice>
          <mc:Fallback xmlns="">
            <p:pic>
              <p:nvPicPr>
                <p:cNvPr id="21" name="Ink 20">
                  <a:extLst>
                    <a:ext uri="{FF2B5EF4-FFF2-40B4-BE49-F238E27FC236}">
                      <a16:creationId xmlns:a16="http://schemas.microsoft.com/office/drawing/2014/main" id="{95BDA173-F862-5745-F54A-F307926D1803}"/>
                    </a:ext>
                  </a:extLst>
                </p:cNvPr>
                <p:cNvPicPr/>
                <p:nvPr/>
              </p:nvPicPr>
              <p:blipFill>
                <a:blip r:embed="rId30"/>
                <a:stretch>
                  <a:fillRect/>
                </a:stretch>
              </p:blipFill>
              <p:spPr>
                <a:xfrm>
                  <a:off x="10873935" y="6813660"/>
                  <a:ext cx="25524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2" name="Ink 21">
                  <a:extLst>
                    <a:ext uri="{FF2B5EF4-FFF2-40B4-BE49-F238E27FC236}">
                      <a16:creationId xmlns:a16="http://schemas.microsoft.com/office/drawing/2014/main" id="{95ED1C4F-7983-EE45-EC8D-9D27D7C0D9BF}"/>
                    </a:ext>
                  </a:extLst>
                </p14:cNvPr>
                <p14:cNvContentPartPr/>
                <p14:nvPr/>
              </p14:nvContentPartPr>
              <p14:xfrm>
                <a:off x="10956735" y="6860100"/>
                <a:ext cx="43200" cy="93960"/>
              </p14:xfrm>
            </p:contentPart>
          </mc:Choice>
          <mc:Fallback xmlns="">
            <p:pic>
              <p:nvPicPr>
                <p:cNvPr id="22" name="Ink 21">
                  <a:extLst>
                    <a:ext uri="{FF2B5EF4-FFF2-40B4-BE49-F238E27FC236}">
                      <a16:creationId xmlns:a16="http://schemas.microsoft.com/office/drawing/2014/main" id="{95ED1C4F-7983-EE45-EC8D-9D27D7C0D9BF}"/>
                    </a:ext>
                  </a:extLst>
                </p:cNvPr>
                <p:cNvPicPr/>
                <p:nvPr/>
              </p:nvPicPr>
              <p:blipFill>
                <a:blip r:embed="rId32"/>
                <a:stretch>
                  <a:fillRect/>
                </a:stretch>
              </p:blipFill>
              <p:spPr>
                <a:xfrm>
                  <a:off x="10950615" y="6853980"/>
                  <a:ext cx="5544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 name="Ink 22">
                  <a:extLst>
                    <a:ext uri="{FF2B5EF4-FFF2-40B4-BE49-F238E27FC236}">
                      <a16:creationId xmlns:a16="http://schemas.microsoft.com/office/drawing/2014/main" id="{E74433F7-A948-5DE4-AAF8-BACB0A41159C}"/>
                    </a:ext>
                  </a:extLst>
                </p14:cNvPr>
                <p14:cNvContentPartPr/>
                <p14:nvPr/>
              </p14:nvContentPartPr>
              <p14:xfrm>
                <a:off x="10860255" y="6697380"/>
                <a:ext cx="213480" cy="110160"/>
              </p14:xfrm>
            </p:contentPart>
          </mc:Choice>
          <mc:Fallback xmlns="">
            <p:pic>
              <p:nvPicPr>
                <p:cNvPr id="23" name="Ink 22">
                  <a:extLst>
                    <a:ext uri="{FF2B5EF4-FFF2-40B4-BE49-F238E27FC236}">
                      <a16:creationId xmlns:a16="http://schemas.microsoft.com/office/drawing/2014/main" id="{E74433F7-A948-5DE4-AAF8-BACB0A41159C}"/>
                    </a:ext>
                  </a:extLst>
                </p:cNvPr>
                <p:cNvPicPr/>
                <p:nvPr/>
              </p:nvPicPr>
              <p:blipFill>
                <a:blip r:embed="rId34"/>
                <a:stretch>
                  <a:fillRect/>
                </a:stretch>
              </p:blipFill>
              <p:spPr>
                <a:xfrm>
                  <a:off x="10854135" y="6691260"/>
                  <a:ext cx="2257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4" name="Ink 23">
                  <a:extLst>
                    <a:ext uri="{FF2B5EF4-FFF2-40B4-BE49-F238E27FC236}">
                      <a16:creationId xmlns:a16="http://schemas.microsoft.com/office/drawing/2014/main" id="{59DC74A5-8928-F48F-56D7-46B03D900654}"/>
                    </a:ext>
                  </a:extLst>
                </p14:cNvPr>
                <p14:cNvContentPartPr/>
                <p14:nvPr/>
              </p14:nvContentPartPr>
              <p14:xfrm>
                <a:off x="10586295" y="6813660"/>
                <a:ext cx="132120" cy="180720"/>
              </p14:xfrm>
            </p:contentPart>
          </mc:Choice>
          <mc:Fallback xmlns="">
            <p:pic>
              <p:nvPicPr>
                <p:cNvPr id="24" name="Ink 23">
                  <a:extLst>
                    <a:ext uri="{FF2B5EF4-FFF2-40B4-BE49-F238E27FC236}">
                      <a16:creationId xmlns:a16="http://schemas.microsoft.com/office/drawing/2014/main" id="{59DC74A5-8928-F48F-56D7-46B03D900654}"/>
                    </a:ext>
                  </a:extLst>
                </p:cNvPr>
                <p:cNvPicPr/>
                <p:nvPr/>
              </p:nvPicPr>
              <p:blipFill>
                <a:blip r:embed="rId36"/>
                <a:stretch>
                  <a:fillRect/>
                </a:stretch>
              </p:blipFill>
              <p:spPr>
                <a:xfrm>
                  <a:off x="10580175" y="6807540"/>
                  <a:ext cx="14436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5" name="Ink 24">
                  <a:extLst>
                    <a:ext uri="{FF2B5EF4-FFF2-40B4-BE49-F238E27FC236}">
                      <a16:creationId xmlns:a16="http://schemas.microsoft.com/office/drawing/2014/main" id="{ADBD93D5-C32F-3522-7437-471ADAC82A0E}"/>
                    </a:ext>
                  </a:extLst>
                </p14:cNvPr>
                <p14:cNvContentPartPr/>
                <p14:nvPr/>
              </p14:nvContentPartPr>
              <p14:xfrm>
                <a:off x="10616175" y="6728700"/>
                <a:ext cx="20880" cy="25920"/>
              </p14:xfrm>
            </p:contentPart>
          </mc:Choice>
          <mc:Fallback xmlns="">
            <p:pic>
              <p:nvPicPr>
                <p:cNvPr id="25" name="Ink 24">
                  <a:extLst>
                    <a:ext uri="{FF2B5EF4-FFF2-40B4-BE49-F238E27FC236}">
                      <a16:creationId xmlns:a16="http://schemas.microsoft.com/office/drawing/2014/main" id="{ADBD93D5-C32F-3522-7437-471ADAC82A0E}"/>
                    </a:ext>
                  </a:extLst>
                </p:cNvPr>
                <p:cNvPicPr/>
                <p:nvPr/>
              </p:nvPicPr>
              <p:blipFill>
                <a:blip r:embed="rId38"/>
                <a:stretch>
                  <a:fillRect/>
                </a:stretch>
              </p:blipFill>
              <p:spPr>
                <a:xfrm>
                  <a:off x="10610055" y="6722580"/>
                  <a:ext cx="331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FBCE7F5E-FF6D-FFA8-3C2B-CEAFF6202E9F}"/>
                    </a:ext>
                  </a:extLst>
                </p14:cNvPr>
                <p14:cNvContentPartPr/>
                <p14:nvPr/>
              </p14:nvContentPartPr>
              <p14:xfrm>
                <a:off x="10359135" y="6787380"/>
                <a:ext cx="191880" cy="206640"/>
              </p14:xfrm>
            </p:contentPart>
          </mc:Choice>
          <mc:Fallback xmlns="">
            <p:pic>
              <p:nvPicPr>
                <p:cNvPr id="26" name="Ink 25">
                  <a:extLst>
                    <a:ext uri="{FF2B5EF4-FFF2-40B4-BE49-F238E27FC236}">
                      <a16:creationId xmlns:a16="http://schemas.microsoft.com/office/drawing/2014/main" id="{FBCE7F5E-FF6D-FFA8-3C2B-CEAFF6202E9F}"/>
                    </a:ext>
                  </a:extLst>
                </p:cNvPr>
                <p:cNvPicPr/>
                <p:nvPr/>
              </p:nvPicPr>
              <p:blipFill>
                <a:blip r:embed="rId40"/>
                <a:stretch>
                  <a:fillRect/>
                </a:stretch>
              </p:blipFill>
              <p:spPr>
                <a:xfrm>
                  <a:off x="10353015" y="6781260"/>
                  <a:ext cx="20412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7" name="Ink 26">
                  <a:extLst>
                    <a:ext uri="{FF2B5EF4-FFF2-40B4-BE49-F238E27FC236}">
                      <a16:creationId xmlns:a16="http://schemas.microsoft.com/office/drawing/2014/main" id="{29989725-1078-79E8-DB56-14E1B6A011A8}"/>
                    </a:ext>
                  </a:extLst>
                </p14:cNvPr>
                <p14:cNvContentPartPr/>
                <p14:nvPr/>
              </p14:nvContentPartPr>
              <p14:xfrm>
                <a:off x="10423215" y="7062060"/>
                <a:ext cx="43920" cy="40320"/>
              </p14:xfrm>
            </p:contentPart>
          </mc:Choice>
          <mc:Fallback xmlns="">
            <p:pic>
              <p:nvPicPr>
                <p:cNvPr id="27" name="Ink 26">
                  <a:extLst>
                    <a:ext uri="{FF2B5EF4-FFF2-40B4-BE49-F238E27FC236}">
                      <a16:creationId xmlns:a16="http://schemas.microsoft.com/office/drawing/2014/main" id="{29989725-1078-79E8-DB56-14E1B6A011A8}"/>
                    </a:ext>
                  </a:extLst>
                </p:cNvPr>
                <p:cNvPicPr/>
                <p:nvPr/>
              </p:nvPicPr>
              <p:blipFill>
                <a:blip r:embed="rId42"/>
                <a:stretch>
                  <a:fillRect/>
                </a:stretch>
              </p:blipFill>
              <p:spPr>
                <a:xfrm>
                  <a:off x="10417095" y="7055940"/>
                  <a:ext cx="56160" cy="52560"/>
                </a:xfrm>
                <a:prstGeom prst="rect">
                  <a:avLst/>
                </a:prstGeom>
              </p:spPr>
            </p:pic>
          </mc:Fallback>
        </mc:AlternateContent>
      </p:grpSp>
      <p:grpSp>
        <p:nvGrpSpPr>
          <p:cNvPr id="34" name="Group 33">
            <a:extLst>
              <a:ext uri="{FF2B5EF4-FFF2-40B4-BE49-F238E27FC236}">
                <a16:creationId xmlns:a16="http://schemas.microsoft.com/office/drawing/2014/main" id="{ED1F14D7-6A13-66F6-646B-E3AC83D82B3A}"/>
              </a:ext>
            </a:extLst>
          </p:cNvPr>
          <p:cNvGrpSpPr/>
          <p:nvPr/>
        </p:nvGrpSpPr>
        <p:grpSpPr>
          <a:xfrm>
            <a:off x="12057975" y="6621420"/>
            <a:ext cx="77040" cy="70200"/>
            <a:chOff x="12057975" y="6621420"/>
            <a:chExt cx="77040" cy="70200"/>
          </a:xfrm>
        </p:grpSpPr>
        <mc:AlternateContent xmlns:mc="http://schemas.openxmlformats.org/markup-compatibility/2006" xmlns:p14="http://schemas.microsoft.com/office/powerpoint/2010/main">
          <mc:Choice Requires="p14">
            <p:contentPart p14:bwMode="auto" r:id="rId43">
              <p14:nvContentPartPr>
                <p14:cNvPr id="32" name="Ink 31">
                  <a:extLst>
                    <a:ext uri="{FF2B5EF4-FFF2-40B4-BE49-F238E27FC236}">
                      <a16:creationId xmlns:a16="http://schemas.microsoft.com/office/drawing/2014/main" id="{3C58CDD1-8B54-B6F9-D35A-EF6D4BB5B619}"/>
                    </a:ext>
                  </a:extLst>
                </p14:cNvPr>
                <p14:cNvContentPartPr/>
                <p14:nvPr/>
              </p14:nvContentPartPr>
              <p14:xfrm>
                <a:off x="12057975" y="6645540"/>
                <a:ext cx="36360" cy="46080"/>
              </p14:xfrm>
            </p:contentPart>
          </mc:Choice>
          <mc:Fallback xmlns="">
            <p:pic>
              <p:nvPicPr>
                <p:cNvPr id="32" name="Ink 31">
                  <a:extLst>
                    <a:ext uri="{FF2B5EF4-FFF2-40B4-BE49-F238E27FC236}">
                      <a16:creationId xmlns:a16="http://schemas.microsoft.com/office/drawing/2014/main" id="{3C58CDD1-8B54-B6F9-D35A-EF6D4BB5B619}"/>
                    </a:ext>
                  </a:extLst>
                </p:cNvPr>
                <p:cNvPicPr/>
                <p:nvPr/>
              </p:nvPicPr>
              <p:blipFill>
                <a:blip r:embed="rId44"/>
                <a:stretch>
                  <a:fillRect/>
                </a:stretch>
              </p:blipFill>
              <p:spPr>
                <a:xfrm>
                  <a:off x="12051855" y="6639420"/>
                  <a:ext cx="4860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3" name="Ink 32">
                  <a:extLst>
                    <a:ext uri="{FF2B5EF4-FFF2-40B4-BE49-F238E27FC236}">
                      <a16:creationId xmlns:a16="http://schemas.microsoft.com/office/drawing/2014/main" id="{DBE99A6C-62F4-21B2-8505-194A0267932C}"/>
                    </a:ext>
                  </a:extLst>
                </p14:cNvPr>
                <p14:cNvContentPartPr/>
                <p14:nvPr/>
              </p14:nvContentPartPr>
              <p14:xfrm>
                <a:off x="12108735" y="6621420"/>
                <a:ext cx="26280" cy="57600"/>
              </p14:xfrm>
            </p:contentPart>
          </mc:Choice>
          <mc:Fallback xmlns="">
            <p:pic>
              <p:nvPicPr>
                <p:cNvPr id="33" name="Ink 32">
                  <a:extLst>
                    <a:ext uri="{FF2B5EF4-FFF2-40B4-BE49-F238E27FC236}">
                      <a16:creationId xmlns:a16="http://schemas.microsoft.com/office/drawing/2014/main" id="{DBE99A6C-62F4-21B2-8505-194A0267932C}"/>
                    </a:ext>
                  </a:extLst>
                </p:cNvPr>
                <p:cNvPicPr/>
                <p:nvPr/>
              </p:nvPicPr>
              <p:blipFill>
                <a:blip r:embed="rId46"/>
                <a:stretch>
                  <a:fillRect/>
                </a:stretch>
              </p:blipFill>
              <p:spPr>
                <a:xfrm>
                  <a:off x="12102615" y="6615300"/>
                  <a:ext cx="38520" cy="69840"/>
                </a:xfrm>
                <a:prstGeom prst="rect">
                  <a:avLst/>
                </a:prstGeom>
              </p:spPr>
            </p:pic>
          </mc:Fallback>
        </mc:AlternateContent>
      </p:grpSp>
      <p:grpSp>
        <p:nvGrpSpPr>
          <p:cNvPr id="36" name="Group 35">
            <a:extLst>
              <a:ext uri="{FF2B5EF4-FFF2-40B4-BE49-F238E27FC236}">
                <a16:creationId xmlns:a16="http://schemas.microsoft.com/office/drawing/2014/main" id="{7A9D22CE-CA74-00FD-A4F1-248FCA620C9F}"/>
              </a:ext>
            </a:extLst>
          </p:cNvPr>
          <p:cNvGrpSpPr/>
          <p:nvPr/>
        </p:nvGrpSpPr>
        <p:grpSpPr>
          <a:xfrm>
            <a:off x="9655335" y="6721140"/>
            <a:ext cx="513720" cy="266400"/>
            <a:chOff x="9655335" y="6721140"/>
            <a:chExt cx="513720" cy="266400"/>
          </a:xfrm>
        </p:grpSpPr>
        <mc:AlternateContent xmlns:mc="http://schemas.openxmlformats.org/markup-compatibility/2006" xmlns:p14="http://schemas.microsoft.com/office/powerpoint/2010/main">
          <mc:Choice Requires="p14">
            <p:contentPart p14:bwMode="auto" r:id="rId47">
              <p14:nvContentPartPr>
                <p14:cNvPr id="29" name="Ink 28">
                  <a:extLst>
                    <a:ext uri="{FF2B5EF4-FFF2-40B4-BE49-F238E27FC236}">
                      <a16:creationId xmlns:a16="http://schemas.microsoft.com/office/drawing/2014/main" id="{0297FCEF-9E2D-6AEB-F99B-3849C37D7CD0}"/>
                    </a:ext>
                  </a:extLst>
                </p14:cNvPr>
                <p14:cNvContentPartPr/>
                <p14:nvPr/>
              </p14:nvContentPartPr>
              <p14:xfrm>
                <a:off x="10115775" y="6755340"/>
                <a:ext cx="53280" cy="34200"/>
              </p14:xfrm>
            </p:contentPart>
          </mc:Choice>
          <mc:Fallback xmlns="">
            <p:pic>
              <p:nvPicPr>
                <p:cNvPr id="29" name="Ink 28">
                  <a:extLst>
                    <a:ext uri="{FF2B5EF4-FFF2-40B4-BE49-F238E27FC236}">
                      <a16:creationId xmlns:a16="http://schemas.microsoft.com/office/drawing/2014/main" id="{0297FCEF-9E2D-6AEB-F99B-3849C37D7CD0}"/>
                    </a:ext>
                  </a:extLst>
                </p:cNvPr>
                <p:cNvPicPr/>
                <p:nvPr/>
              </p:nvPicPr>
              <p:blipFill>
                <a:blip r:embed="rId48"/>
                <a:stretch>
                  <a:fillRect/>
                </a:stretch>
              </p:blipFill>
              <p:spPr>
                <a:xfrm>
                  <a:off x="10109655" y="6749220"/>
                  <a:ext cx="655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 name="Ink 29">
                  <a:extLst>
                    <a:ext uri="{FF2B5EF4-FFF2-40B4-BE49-F238E27FC236}">
                      <a16:creationId xmlns:a16="http://schemas.microsoft.com/office/drawing/2014/main" id="{60C0D369-90FA-7A6E-ABAE-F0B93D88374D}"/>
                    </a:ext>
                  </a:extLst>
                </p14:cNvPr>
                <p14:cNvContentPartPr/>
                <p14:nvPr/>
              </p14:nvContentPartPr>
              <p14:xfrm>
                <a:off x="10094175" y="6721140"/>
                <a:ext cx="45360" cy="27360"/>
              </p14:xfrm>
            </p:contentPart>
          </mc:Choice>
          <mc:Fallback xmlns="">
            <p:pic>
              <p:nvPicPr>
                <p:cNvPr id="30" name="Ink 29">
                  <a:extLst>
                    <a:ext uri="{FF2B5EF4-FFF2-40B4-BE49-F238E27FC236}">
                      <a16:creationId xmlns:a16="http://schemas.microsoft.com/office/drawing/2014/main" id="{60C0D369-90FA-7A6E-ABAE-F0B93D88374D}"/>
                    </a:ext>
                  </a:extLst>
                </p:cNvPr>
                <p:cNvPicPr/>
                <p:nvPr/>
              </p:nvPicPr>
              <p:blipFill>
                <a:blip r:embed="rId50"/>
                <a:stretch>
                  <a:fillRect/>
                </a:stretch>
              </p:blipFill>
              <p:spPr>
                <a:xfrm>
                  <a:off x="10088055" y="6715020"/>
                  <a:ext cx="5760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5" name="Ink 34">
                  <a:extLst>
                    <a:ext uri="{FF2B5EF4-FFF2-40B4-BE49-F238E27FC236}">
                      <a16:creationId xmlns:a16="http://schemas.microsoft.com/office/drawing/2014/main" id="{64FA50D7-6067-88FB-6401-A3BF06F3CD1C}"/>
                    </a:ext>
                  </a:extLst>
                </p14:cNvPr>
                <p14:cNvContentPartPr/>
                <p14:nvPr/>
              </p14:nvContentPartPr>
              <p14:xfrm>
                <a:off x="9655335" y="6817620"/>
                <a:ext cx="391680" cy="169920"/>
              </p14:xfrm>
            </p:contentPart>
          </mc:Choice>
          <mc:Fallback xmlns="">
            <p:pic>
              <p:nvPicPr>
                <p:cNvPr id="35" name="Ink 34">
                  <a:extLst>
                    <a:ext uri="{FF2B5EF4-FFF2-40B4-BE49-F238E27FC236}">
                      <a16:creationId xmlns:a16="http://schemas.microsoft.com/office/drawing/2014/main" id="{64FA50D7-6067-88FB-6401-A3BF06F3CD1C}"/>
                    </a:ext>
                  </a:extLst>
                </p:cNvPr>
                <p:cNvPicPr/>
                <p:nvPr/>
              </p:nvPicPr>
              <p:blipFill>
                <a:blip r:embed="rId52"/>
                <a:stretch>
                  <a:fillRect/>
                </a:stretch>
              </p:blipFill>
              <p:spPr>
                <a:xfrm>
                  <a:off x="9649215" y="6811500"/>
                  <a:ext cx="403920" cy="182160"/>
                </a:xfrm>
                <a:prstGeom prst="rect">
                  <a:avLst/>
                </a:prstGeom>
              </p:spPr>
            </p:pic>
          </mc:Fallback>
        </mc:AlternateContent>
      </p:grpSp>
      <p:grpSp>
        <p:nvGrpSpPr>
          <p:cNvPr id="49" name="Group 48">
            <a:extLst>
              <a:ext uri="{FF2B5EF4-FFF2-40B4-BE49-F238E27FC236}">
                <a16:creationId xmlns:a16="http://schemas.microsoft.com/office/drawing/2014/main" id="{7666443B-9CE4-A2D6-52E1-C7150993B928}"/>
              </a:ext>
            </a:extLst>
          </p:cNvPr>
          <p:cNvGrpSpPr/>
          <p:nvPr/>
        </p:nvGrpSpPr>
        <p:grpSpPr>
          <a:xfrm>
            <a:off x="7758855" y="6502620"/>
            <a:ext cx="1771200" cy="455400"/>
            <a:chOff x="7758855" y="6502620"/>
            <a:chExt cx="1771200" cy="455400"/>
          </a:xfrm>
        </p:grpSpPr>
        <mc:AlternateContent xmlns:mc="http://schemas.openxmlformats.org/markup-compatibility/2006" xmlns:p14="http://schemas.microsoft.com/office/powerpoint/2010/main">
          <mc:Choice Requires="p14">
            <p:contentPart p14:bwMode="auto" r:id="rId53">
              <p14:nvContentPartPr>
                <p14:cNvPr id="37" name="Ink 36">
                  <a:extLst>
                    <a:ext uri="{FF2B5EF4-FFF2-40B4-BE49-F238E27FC236}">
                      <a16:creationId xmlns:a16="http://schemas.microsoft.com/office/drawing/2014/main" id="{4172C8E6-0193-EA76-F193-17E6C5A3E275}"/>
                    </a:ext>
                  </a:extLst>
                </p14:cNvPr>
                <p14:cNvContentPartPr/>
                <p14:nvPr/>
              </p14:nvContentPartPr>
              <p14:xfrm>
                <a:off x="9067455" y="6628980"/>
                <a:ext cx="462600" cy="304200"/>
              </p14:xfrm>
            </p:contentPart>
          </mc:Choice>
          <mc:Fallback xmlns="">
            <p:pic>
              <p:nvPicPr>
                <p:cNvPr id="37" name="Ink 36">
                  <a:extLst>
                    <a:ext uri="{FF2B5EF4-FFF2-40B4-BE49-F238E27FC236}">
                      <a16:creationId xmlns:a16="http://schemas.microsoft.com/office/drawing/2014/main" id="{4172C8E6-0193-EA76-F193-17E6C5A3E275}"/>
                    </a:ext>
                  </a:extLst>
                </p:cNvPr>
                <p:cNvPicPr/>
                <p:nvPr/>
              </p:nvPicPr>
              <p:blipFill>
                <a:blip r:embed="rId54"/>
                <a:stretch>
                  <a:fillRect/>
                </a:stretch>
              </p:blipFill>
              <p:spPr>
                <a:xfrm>
                  <a:off x="9061335" y="6622860"/>
                  <a:ext cx="47484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8" name="Ink 37">
                  <a:extLst>
                    <a:ext uri="{FF2B5EF4-FFF2-40B4-BE49-F238E27FC236}">
                      <a16:creationId xmlns:a16="http://schemas.microsoft.com/office/drawing/2014/main" id="{E27A7BAF-3219-E1E1-D4AA-304D569F3249}"/>
                    </a:ext>
                  </a:extLst>
                </p14:cNvPr>
                <p14:cNvContentPartPr/>
                <p14:nvPr/>
              </p14:nvContentPartPr>
              <p14:xfrm>
                <a:off x="8968455" y="6659940"/>
                <a:ext cx="61920" cy="215640"/>
              </p14:xfrm>
            </p:contentPart>
          </mc:Choice>
          <mc:Fallback xmlns="">
            <p:pic>
              <p:nvPicPr>
                <p:cNvPr id="38" name="Ink 37">
                  <a:extLst>
                    <a:ext uri="{FF2B5EF4-FFF2-40B4-BE49-F238E27FC236}">
                      <a16:creationId xmlns:a16="http://schemas.microsoft.com/office/drawing/2014/main" id="{E27A7BAF-3219-E1E1-D4AA-304D569F3249}"/>
                    </a:ext>
                  </a:extLst>
                </p:cNvPr>
                <p:cNvPicPr/>
                <p:nvPr/>
              </p:nvPicPr>
              <p:blipFill>
                <a:blip r:embed="rId56"/>
                <a:stretch>
                  <a:fillRect/>
                </a:stretch>
              </p:blipFill>
              <p:spPr>
                <a:xfrm>
                  <a:off x="8962335" y="6653820"/>
                  <a:ext cx="7416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9" name="Ink 38">
                  <a:extLst>
                    <a:ext uri="{FF2B5EF4-FFF2-40B4-BE49-F238E27FC236}">
                      <a16:creationId xmlns:a16="http://schemas.microsoft.com/office/drawing/2014/main" id="{A32866D5-A7F6-A1E1-D30C-C84CF28ACEB1}"/>
                    </a:ext>
                  </a:extLst>
                </p14:cNvPr>
                <p14:cNvContentPartPr/>
                <p14:nvPr/>
              </p14:nvContentPartPr>
              <p14:xfrm>
                <a:off x="8562735" y="6641940"/>
                <a:ext cx="400320" cy="267480"/>
              </p14:xfrm>
            </p:contentPart>
          </mc:Choice>
          <mc:Fallback xmlns="">
            <p:pic>
              <p:nvPicPr>
                <p:cNvPr id="39" name="Ink 38">
                  <a:extLst>
                    <a:ext uri="{FF2B5EF4-FFF2-40B4-BE49-F238E27FC236}">
                      <a16:creationId xmlns:a16="http://schemas.microsoft.com/office/drawing/2014/main" id="{A32866D5-A7F6-A1E1-D30C-C84CF28ACEB1}"/>
                    </a:ext>
                  </a:extLst>
                </p:cNvPr>
                <p:cNvPicPr/>
                <p:nvPr/>
              </p:nvPicPr>
              <p:blipFill>
                <a:blip r:embed="rId58"/>
                <a:stretch>
                  <a:fillRect/>
                </a:stretch>
              </p:blipFill>
              <p:spPr>
                <a:xfrm>
                  <a:off x="8556615" y="6635820"/>
                  <a:ext cx="41256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1" name="Ink 40">
                  <a:extLst>
                    <a:ext uri="{FF2B5EF4-FFF2-40B4-BE49-F238E27FC236}">
                      <a16:creationId xmlns:a16="http://schemas.microsoft.com/office/drawing/2014/main" id="{6573B4BE-24CE-30E1-081D-9275F016775C}"/>
                    </a:ext>
                  </a:extLst>
                </p14:cNvPr>
                <p14:cNvContentPartPr/>
                <p14:nvPr/>
              </p14:nvContentPartPr>
              <p14:xfrm>
                <a:off x="7758855" y="6713580"/>
                <a:ext cx="714960" cy="183600"/>
              </p14:xfrm>
            </p:contentPart>
          </mc:Choice>
          <mc:Fallback xmlns="">
            <p:pic>
              <p:nvPicPr>
                <p:cNvPr id="41" name="Ink 40">
                  <a:extLst>
                    <a:ext uri="{FF2B5EF4-FFF2-40B4-BE49-F238E27FC236}">
                      <a16:creationId xmlns:a16="http://schemas.microsoft.com/office/drawing/2014/main" id="{6573B4BE-24CE-30E1-081D-9275F016775C}"/>
                    </a:ext>
                  </a:extLst>
                </p:cNvPr>
                <p:cNvPicPr/>
                <p:nvPr/>
              </p:nvPicPr>
              <p:blipFill>
                <a:blip r:embed="rId60"/>
                <a:stretch>
                  <a:fillRect/>
                </a:stretch>
              </p:blipFill>
              <p:spPr>
                <a:xfrm>
                  <a:off x="7752735" y="6707460"/>
                  <a:ext cx="72720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2" name="Ink 41">
                  <a:extLst>
                    <a:ext uri="{FF2B5EF4-FFF2-40B4-BE49-F238E27FC236}">
                      <a16:creationId xmlns:a16="http://schemas.microsoft.com/office/drawing/2014/main" id="{409D9483-5F95-2766-B58A-28DC68BAB62A}"/>
                    </a:ext>
                  </a:extLst>
                </p14:cNvPr>
                <p14:cNvContentPartPr/>
                <p14:nvPr/>
              </p14:nvContentPartPr>
              <p14:xfrm>
                <a:off x="7931655" y="6945780"/>
                <a:ext cx="110880" cy="12240"/>
              </p14:xfrm>
            </p:contentPart>
          </mc:Choice>
          <mc:Fallback xmlns="">
            <p:pic>
              <p:nvPicPr>
                <p:cNvPr id="42" name="Ink 41">
                  <a:extLst>
                    <a:ext uri="{FF2B5EF4-FFF2-40B4-BE49-F238E27FC236}">
                      <a16:creationId xmlns:a16="http://schemas.microsoft.com/office/drawing/2014/main" id="{409D9483-5F95-2766-B58A-28DC68BAB62A}"/>
                    </a:ext>
                  </a:extLst>
                </p:cNvPr>
                <p:cNvPicPr/>
                <p:nvPr/>
              </p:nvPicPr>
              <p:blipFill>
                <a:blip r:embed="rId62"/>
                <a:stretch>
                  <a:fillRect/>
                </a:stretch>
              </p:blipFill>
              <p:spPr>
                <a:xfrm>
                  <a:off x="7925535" y="6939660"/>
                  <a:ext cx="1231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3" name="Ink 42">
                  <a:extLst>
                    <a:ext uri="{FF2B5EF4-FFF2-40B4-BE49-F238E27FC236}">
                      <a16:creationId xmlns:a16="http://schemas.microsoft.com/office/drawing/2014/main" id="{4D8F9B6F-164D-5316-4793-A5AB990C1AC2}"/>
                    </a:ext>
                  </a:extLst>
                </p14:cNvPr>
                <p14:cNvContentPartPr/>
                <p14:nvPr/>
              </p14:nvContentPartPr>
              <p14:xfrm>
                <a:off x="7959735" y="6502620"/>
                <a:ext cx="142920" cy="93600"/>
              </p14:xfrm>
            </p:contentPart>
          </mc:Choice>
          <mc:Fallback xmlns="">
            <p:pic>
              <p:nvPicPr>
                <p:cNvPr id="43" name="Ink 42">
                  <a:extLst>
                    <a:ext uri="{FF2B5EF4-FFF2-40B4-BE49-F238E27FC236}">
                      <a16:creationId xmlns:a16="http://schemas.microsoft.com/office/drawing/2014/main" id="{4D8F9B6F-164D-5316-4793-A5AB990C1AC2}"/>
                    </a:ext>
                  </a:extLst>
                </p:cNvPr>
                <p:cNvPicPr/>
                <p:nvPr/>
              </p:nvPicPr>
              <p:blipFill>
                <a:blip r:embed="rId64"/>
                <a:stretch>
                  <a:fillRect/>
                </a:stretch>
              </p:blipFill>
              <p:spPr>
                <a:xfrm>
                  <a:off x="7953615" y="6496500"/>
                  <a:ext cx="15516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4" name="Ink 43">
                  <a:extLst>
                    <a:ext uri="{FF2B5EF4-FFF2-40B4-BE49-F238E27FC236}">
                      <a16:creationId xmlns:a16="http://schemas.microsoft.com/office/drawing/2014/main" id="{3ED276D0-4AD0-615C-74B4-998CF947C4D1}"/>
                    </a:ext>
                  </a:extLst>
                </p14:cNvPr>
                <p14:cNvContentPartPr/>
                <p14:nvPr/>
              </p14:nvContentPartPr>
              <p14:xfrm>
                <a:off x="8198055" y="6609540"/>
                <a:ext cx="4320" cy="13680"/>
              </p14:xfrm>
            </p:contentPart>
          </mc:Choice>
          <mc:Fallback xmlns="">
            <p:pic>
              <p:nvPicPr>
                <p:cNvPr id="44" name="Ink 43">
                  <a:extLst>
                    <a:ext uri="{FF2B5EF4-FFF2-40B4-BE49-F238E27FC236}">
                      <a16:creationId xmlns:a16="http://schemas.microsoft.com/office/drawing/2014/main" id="{3ED276D0-4AD0-615C-74B4-998CF947C4D1}"/>
                    </a:ext>
                  </a:extLst>
                </p:cNvPr>
                <p:cNvPicPr/>
                <p:nvPr/>
              </p:nvPicPr>
              <p:blipFill>
                <a:blip r:embed="rId66"/>
                <a:stretch>
                  <a:fillRect/>
                </a:stretch>
              </p:blipFill>
              <p:spPr>
                <a:xfrm>
                  <a:off x="8191935" y="6603420"/>
                  <a:ext cx="165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7" name="Ink 46">
                  <a:extLst>
                    <a:ext uri="{FF2B5EF4-FFF2-40B4-BE49-F238E27FC236}">
                      <a16:creationId xmlns:a16="http://schemas.microsoft.com/office/drawing/2014/main" id="{1C64A901-A283-71FE-23C6-83E0F3431F6A}"/>
                    </a:ext>
                  </a:extLst>
                </p14:cNvPr>
                <p14:cNvContentPartPr/>
                <p14:nvPr/>
              </p14:nvContentPartPr>
              <p14:xfrm>
                <a:off x="8358255" y="6623940"/>
                <a:ext cx="24840" cy="11160"/>
              </p14:xfrm>
            </p:contentPart>
          </mc:Choice>
          <mc:Fallback xmlns="">
            <p:pic>
              <p:nvPicPr>
                <p:cNvPr id="47" name="Ink 46">
                  <a:extLst>
                    <a:ext uri="{FF2B5EF4-FFF2-40B4-BE49-F238E27FC236}">
                      <a16:creationId xmlns:a16="http://schemas.microsoft.com/office/drawing/2014/main" id="{1C64A901-A283-71FE-23C6-83E0F3431F6A}"/>
                    </a:ext>
                  </a:extLst>
                </p:cNvPr>
                <p:cNvPicPr/>
                <p:nvPr/>
              </p:nvPicPr>
              <p:blipFill>
                <a:blip r:embed="rId68"/>
                <a:stretch>
                  <a:fillRect/>
                </a:stretch>
              </p:blipFill>
              <p:spPr>
                <a:xfrm>
                  <a:off x="8352135" y="6617820"/>
                  <a:ext cx="3708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8" name="Ink 47">
                  <a:extLst>
                    <a:ext uri="{FF2B5EF4-FFF2-40B4-BE49-F238E27FC236}">
                      <a16:creationId xmlns:a16="http://schemas.microsoft.com/office/drawing/2014/main" id="{8BCACC24-0007-C5E0-0FA5-D77437F3511E}"/>
                    </a:ext>
                  </a:extLst>
                </p14:cNvPr>
                <p14:cNvContentPartPr/>
                <p14:nvPr/>
              </p14:nvContentPartPr>
              <p14:xfrm>
                <a:off x="8409015" y="6634020"/>
                <a:ext cx="18000" cy="14760"/>
              </p14:xfrm>
            </p:contentPart>
          </mc:Choice>
          <mc:Fallback xmlns="">
            <p:pic>
              <p:nvPicPr>
                <p:cNvPr id="48" name="Ink 47">
                  <a:extLst>
                    <a:ext uri="{FF2B5EF4-FFF2-40B4-BE49-F238E27FC236}">
                      <a16:creationId xmlns:a16="http://schemas.microsoft.com/office/drawing/2014/main" id="{8BCACC24-0007-C5E0-0FA5-D77437F3511E}"/>
                    </a:ext>
                  </a:extLst>
                </p:cNvPr>
                <p:cNvPicPr/>
                <p:nvPr/>
              </p:nvPicPr>
              <p:blipFill>
                <a:blip r:embed="rId70"/>
                <a:stretch>
                  <a:fillRect/>
                </a:stretch>
              </p:blipFill>
              <p:spPr>
                <a:xfrm>
                  <a:off x="8402895" y="6627900"/>
                  <a:ext cx="30240" cy="27000"/>
                </a:xfrm>
                <a:prstGeom prst="rect">
                  <a:avLst/>
                </a:prstGeom>
              </p:spPr>
            </p:pic>
          </mc:Fallback>
        </mc:AlternateContent>
      </p:grpSp>
      <p:grpSp>
        <p:nvGrpSpPr>
          <p:cNvPr id="54" name="Group 53">
            <a:extLst>
              <a:ext uri="{FF2B5EF4-FFF2-40B4-BE49-F238E27FC236}">
                <a16:creationId xmlns:a16="http://schemas.microsoft.com/office/drawing/2014/main" id="{A34D4891-E18B-292F-D29B-AE67DBDB95E6}"/>
              </a:ext>
            </a:extLst>
          </p:cNvPr>
          <p:cNvGrpSpPr/>
          <p:nvPr/>
        </p:nvGrpSpPr>
        <p:grpSpPr>
          <a:xfrm>
            <a:off x="7151535" y="6594780"/>
            <a:ext cx="377640" cy="395640"/>
            <a:chOff x="7151535" y="6594780"/>
            <a:chExt cx="377640" cy="395640"/>
          </a:xfrm>
        </p:grpSpPr>
        <mc:AlternateContent xmlns:mc="http://schemas.openxmlformats.org/markup-compatibility/2006" xmlns:p14="http://schemas.microsoft.com/office/powerpoint/2010/main">
          <mc:Choice Requires="p14">
            <p:contentPart p14:bwMode="auto" r:id="rId71">
              <p14:nvContentPartPr>
                <p14:cNvPr id="50" name="Ink 49">
                  <a:extLst>
                    <a:ext uri="{FF2B5EF4-FFF2-40B4-BE49-F238E27FC236}">
                      <a16:creationId xmlns:a16="http://schemas.microsoft.com/office/drawing/2014/main" id="{5093696A-A351-E0CD-1AC6-43C5E5505700}"/>
                    </a:ext>
                  </a:extLst>
                </p14:cNvPr>
                <p14:cNvContentPartPr/>
                <p14:nvPr/>
              </p14:nvContentPartPr>
              <p14:xfrm>
                <a:off x="7394535" y="6594780"/>
                <a:ext cx="134640" cy="247320"/>
              </p14:xfrm>
            </p:contentPart>
          </mc:Choice>
          <mc:Fallback xmlns="">
            <p:pic>
              <p:nvPicPr>
                <p:cNvPr id="50" name="Ink 49">
                  <a:extLst>
                    <a:ext uri="{FF2B5EF4-FFF2-40B4-BE49-F238E27FC236}">
                      <a16:creationId xmlns:a16="http://schemas.microsoft.com/office/drawing/2014/main" id="{5093696A-A351-E0CD-1AC6-43C5E5505700}"/>
                    </a:ext>
                  </a:extLst>
                </p:cNvPr>
                <p:cNvPicPr/>
                <p:nvPr/>
              </p:nvPicPr>
              <p:blipFill>
                <a:blip r:embed="rId72"/>
                <a:stretch>
                  <a:fillRect/>
                </a:stretch>
              </p:blipFill>
              <p:spPr>
                <a:xfrm>
                  <a:off x="7388415" y="6588660"/>
                  <a:ext cx="14688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1" name="Ink 50">
                  <a:extLst>
                    <a:ext uri="{FF2B5EF4-FFF2-40B4-BE49-F238E27FC236}">
                      <a16:creationId xmlns:a16="http://schemas.microsoft.com/office/drawing/2014/main" id="{421ECB3C-8A06-F924-5552-111E87CFBE89}"/>
                    </a:ext>
                  </a:extLst>
                </p14:cNvPr>
                <p14:cNvContentPartPr/>
                <p14:nvPr/>
              </p14:nvContentPartPr>
              <p14:xfrm>
                <a:off x="7465455" y="6903300"/>
                <a:ext cx="45360" cy="44280"/>
              </p14:xfrm>
            </p:contentPart>
          </mc:Choice>
          <mc:Fallback xmlns="">
            <p:pic>
              <p:nvPicPr>
                <p:cNvPr id="51" name="Ink 50">
                  <a:extLst>
                    <a:ext uri="{FF2B5EF4-FFF2-40B4-BE49-F238E27FC236}">
                      <a16:creationId xmlns:a16="http://schemas.microsoft.com/office/drawing/2014/main" id="{421ECB3C-8A06-F924-5552-111E87CFBE89}"/>
                    </a:ext>
                  </a:extLst>
                </p:cNvPr>
                <p:cNvPicPr/>
                <p:nvPr/>
              </p:nvPicPr>
              <p:blipFill>
                <a:blip r:embed="rId74"/>
                <a:stretch>
                  <a:fillRect/>
                </a:stretch>
              </p:blipFill>
              <p:spPr>
                <a:xfrm>
                  <a:off x="7459335" y="6897180"/>
                  <a:ext cx="5760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2" name="Ink 51">
                  <a:extLst>
                    <a:ext uri="{FF2B5EF4-FFF2-40B4-BE49-F238E27FC236}">
                      <a16:creationId xmlns:a16="http://schemas.microsoft.com/office/drawing/2014/main" id="{36908DC1-306E-86AD-C03E-8BFC0224AC3E}"/>
                    </a:ext>
                  </a:extLst>
                </p14:cNvPr>
                <p14:cNvContentPartPr/>
                <p14:nvPr/>
              </p14:nvContentPartPr>
              <p14:xfrm>
                <a:off x="7151535" y="6651300"/>
                <a:ext cx="151920" cy="232920"/>
              </p14:xfrm>
            </p:contentPart>
          </mc:Choice>
          <mc:Fallback xmlns="">
            <p:pic>
              <p:nvPicPr>
                <p:cNvPr id="52" name="Ink 51">
                  <a:extLst>
                    <a:ext uri="{FF2B5EF4-FFF2-40B4-BE49-F238E27FC236}">
                      <a16:creationId xmlns:a16="http://schemas.microsoft.com/office/drawing/2014/main" id="{36908DC1-306E-86AD-C03E-8BFC0224AC3E}"/>
                    </a:ext>
                  </a:extLst>
                </p:cNvPr>
                <p:cNvPicPr/>
                <p:nvPr/>
              </p:nvPicPr>
              <p:blipFill>
                <a:blip r:embed="rId76"/>
                <a:stretch>
                  <a:fillRect/>
                </a:stretch>
              </p:blipFill>
              <p:spPr>
                <a:xfrm>
                  <a:off x="7145415" y="6645180"/>
                  <a:ext cx="16416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3" name="Ink 52">
                  <a:extLst>
                    <a:ext uri="{FF2B5EF4-FFF2-40B4-BE49-F238E27FC236}">
                      <a16:creationId xmlns:a16="http://schemas.microsoft.com/office/drawing/2014/main" id="{E4900E1B-EEA2-F93D-5EC7-DA6EDA4FF441}"/>
                    </a:ext>
                  </a:extLst>
                </p14:cNvPr>
                <p14:cNvContentPartPr/>
                <p14:nvPr/>
              </p14:nvContentPartPr>
              <p14:xfrm>
                <a:off x="7249455" y="6957660"/>
                <a:ext cx="42480" cy="32760"/>
              </p14:xfrm>
            </p:contentPart>
          </mc:Choice>
          <mc:Fallback xmlns="">
            <p:pic>
              <p:nvPicPr>
                <p:cNvPr id="53" name="Ink 52">
                  <a:extLst>
                    <a:ext uri="{FF2B5EF4-FFF2-40B4-BE49-F238E27FC236}">
                      <a16:creationId xmlns:a16="http://schemas.microsoft.com/office/drawing/2014/main" id="{E4900E1B-EEA2-F93D-5EC7-DA6EDA4FF441}"/>
                    </a:ext>
                  </a:extLst>
                </p:cNvPr>
                <p:cNvPicPr/>
                <p:nvPr/>
              </p:nvPicPr>
              <p:blipFill>
                <a:blip r:embed="rId78"/>
                <a:stretch>
                  <a:fillRect/>
                </a:stretch>
              </p:blipFill>
              <p:spPr>
                <a:xfrm>
                  <a:off x="7243335" y="6951540"/>
                  <a:ext cx="54720" cy="45000"/>
                </a:xfrm>
                <a:prstGeom prst="rect">
                  <a:avLst/>
                </a:prstGeom>
              </p:spPr>
            </p:pic>
          </mc:Fallback>
        </mc:AlternateContent>
      </p:grpSp>
    </p:spTree>
    <p:extLst>
      <p:ext uri="{BB962C8B-B14F-4D97-AF65-F5344CB8AC3E}">
        <p14:creationId xmlns:p14="http://schemas.microsoft.com/office/powerpoint/2010/main" val="3646759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B306BA-F4EE-60DB-F442-7AD5BDA816D5}"/>
              </a:ext>
            </a:extLst>
          </p:cNvPr>
          <p:cNvSpPr txBox="1"/>
          <p:nvPr/>
        </p:nvSpPr>
        <p:spPr>
          <a:xfrm>
            <a:off x="0" y="0"/>
            <a:ext cx="12192000" cy="7340471"/>
          </a:xfrm>
          <a:prstGeom prst="rect">
            <a:avLst/>
          </a:prstGeom>
          <a:noFill/>
        </p:spPr>
        <p:txBody>
          <a:bodyPr wrap="square" rtlCol="0">
            <a:spAutoFit/>
          </a:bodyPr>
          <a:lstStyle/>
          <a:p>
            <a:pPr algn="r" rtl="1"/>
            <a:r>
              <a:rPr lang="ar-JO" sz="2700" dirty="0">
                <a:solidFill>
                  <a:srgbClr val="000000"/>
                </a:solidFill>
                <a:effectLst/>
                <a:highlight>
                  <a:srgbClr val="FFFF00"/>
                </a:highlight>
                <a:latin typeface="Verdana" panose="020B0604030504040204" pitchFamily="34" charset="0"/>
                <a:ea typeface="Times New Roman" panose="02020603050405020304" pitchFamily="18" charset="0"/>
                <a:cs typeface="Times New Roman" panose="02020603050405020304" pitchFamily="18" charset="0"/>
              </a:rPr>
              <a:t>جوهر </a:t>
            </a:r>
            <a:r>
              <a:rPr lang="ar-SA" sz="2700" dirty="0">
                <a:solidFill>
                  <a:srgbClr val="000000"/>
                </a:solidFill>
                <a:effectLst/>
                <a:highlight>
                  <a:srgbClr val="FFFF00"/>
                </a:highlight>
                <a:latin typeface="Verdana" panose="020B0604030504040204" pitchFamily="34" charset="0"/>
                <a:ea typeface="Times New Roman" panose="02020603050405020304" pitchFamily="18" charset="0"/>
                <a:cs typeface="Times New Roman" panose="02020603050405020304" pitchFamily="18" charset="0"/>
              </a:rPr>
              <a:t>الزمن هو ترتيب للحوادث معين يلتزم بالسببية</a:t>
            </a:r>
            <a:r>
              <a:rPr lang="ar-SA"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أبعاد المكان ترتيبات معينة كذلك (أمام-خلف أو فوق-تحت أو يمين-شمال) ولكنها تفتقد للسببية. ولو أننا تصورنا مثالا يكون فيه البعد المكاني مرتبا بشكل سببي لما كان هناك فرق بين هذا المكان والزمان. مثال: ندرس حالة باطن الكرة الأرضية بناء على ما نعلمه من السطح (العمق صفر) ونكتشف قوانين تفسر حالة الأعمق بالأقل عمقا. ينتج من هذا المثال أن الحالة في العمق 100 تعتمد على الحالة في العمق 99 وهذه تعتمد على 98 وهكذا حتى نصل الى حالة العمق 1 التي تعتمد على حالة العمق صفر (السطح) وهي الحالة المعطاة</a:t>
            </a:r>
            <a:r>
              <a:rPr lang="en-US"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br>
              <a:rPr lang="en-US"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العمق في هذا المثال زمن</a:t>
            </a:r>
            <a:r>
              <a:rPr lang="en-US"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a:t>
            </a:r>
            <a:br>
              <a:rPr lang="en-US"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العمق في هذا المثال زمن إذا اعتبرنا السببية حقيقية لا ظاهرية</a:t>
            </a:r>
            <a:r>
              <a:rPr lang="en-US"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العمق في هذا المثال زمن إذا اعتبرنا القوانين حقيقية تنتج من حالة العمق الأقل حالة العمق الأكبر</a:t>
            </a:r>
            <a:r>
              <a:rPr lang="en-US"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br>
              <a:rPr lang="en-US"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br>
              <a:rPr lang="en-US"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ولكنك لا تصدق أن العمق زمن في حقيقة الحال</a:t>
            </a:r>
            <a:br>
              <a:rPr lang="en-US"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لماذا؟ .... سل نفسك؟</a:t>
            </a:r>
            <a:br>
              <a:rPr lang="en-US"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ar-SA"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لأنك تعتقد في وعيك الباطن أن الأسباب الحقيقية هي أسباب زمانية فقط تتعلق بما تشعر به من مرور عمرك وتغير الليل والنهار. أما هذه القوانين التي استخدمت في مسألة باطن الأرض فهي قوانين ظاهرية. والسببية فيها سببية ظاهرية. فليس صحيحا أن حالة السطح هي التي تولد حالة العمق. وليس صحيحا أن الحالة في العمق 100 سببها الحالة في العمق 99. وإنما الأمر كله ظاهري. (ولعلي إذا كنت أعلم الحالة في العمق 100 استطعت منها استنتاج الحالة في العمق 99 وقلبت اتجاه السببية)</a:t>
            </a:r>
            <a:br>
              <a:rPr lang="en-US" sz="27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endParaRPr lang="en-US" sz="2700" dirty="0"/>
          </a:p>
        </p:txBody>
      </p:sp>
      <p:grpSp>
        <p:nvGrpSpPr>
          <p:cNvPr id="27" name="Group 26">
            <a:extLst>
              <a:ext uri="{FF2B5EF4-FFF2-40B4-BE49-F238E27FC236}">
                <a16:creationId xmlns:a16="http://schemas.microsoft.com/office/drawing/2014/main" id="{8D8DF179-F451-5A7D-9556-4F4C0E46DEF8}"/>
              </a:ext>
            </a:extLst>
          </p:cNvPr>
          <p:cNvGrpSpPr/>
          <p:nvPr/>
        </p:nvGrpSpPr>
        <p:grpSpPr>
          <a:xfrm>
            <a:off x="1519335" y="6438510"/>
            <a:ext cx="4912920" cy="399240"/>
            <a:chOff x="1519335" y="6438510"/>
            <a:chExt cx="4912920" cy="39924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D0F1A20B-3545-6B2B-BDF8-E651EF9D1831}"/>
                    </a:ext>
                  </a:extLst>
                </p14:cNvPr>
                <p14:cNvContentPartPr/>
                <p14:nvPr/>
              </p14:nvContentPartPr>
              <p14:xfrm>
                <a:off x="6038055" y="6562710"/>
                <a:ext cx="394200" cy="174240"/>
              </p14:xfrm>
            </p:contentPart>
          </mc:Choice>
          <mc:Fallback xmlns="">
            <p:pic>
              <p:nvPicPr>
                <p:cNvPr id="3" name="Ink 2">
                  <a:extLst>
                    <a:ext uri="{FF2B5EF4-FFF2-40B4-BE49-F238E27FC236}">
                      <a16:creationId xmlns:a16="http://schemas.microsoft.com/office/drawing/2014/main" id="{D0F1A20B-3545-6B2B-BDF8-E651EF9D1831}"/>
                    </a:ext>
                  </a:extLst>
                </p:cNvPr>
                <p:cNvPicPr/>
                <p:nvPr/>
              </p:nvPicPr>
              <p:blipFill>
                <a:blip r:embed="rId3"/>
                <a:stretch>
                  <a:fillRect/>
                </a:stretch>
              </p:blipFill>
              <p:spPr>
                <a:xfrm>
                  <a:off x="6031935" y="6556590"/>
                  <a:ext cx="40644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E47BFFE2-2513-3C8F-7CB6-ECB3A412ACA7}"/>
                    </a:ext>
                  </a:extLst>
                </p14:cNvPr>
                <p14:cNvContentPartPr/>
                <p14:nvPr/>
              </p14:nvContentPartPr>
              <p14:xfrm>
                <a:off x="6160815" y="6565590"/>
                <a:ext cx="14040" cy="108360"/>
              </p14:xfrm>
            </p:contentPart>
          </mc:Choice>
          <mc:Fallback xmlns="">
            <p:pic>
              <p:nvPicPr>
                <p:cNvPr id="4" name="Ink 3">
                  <a:extLst>
                    <a:ext uri="{FF2B5EF4-FFF2-40B4-BE49-F238E27FC236}">
                      <a16:creationId xmlns:a16="http://schemas.microsoft.com/office/drawing/2014/main" id="{E47BFFE2-2513-3C8F-7CB6-ECB3A412ACA7}"/>
                    </a:ext>
                  </a:extLst>
                </p:cNvPr>
                <p:cNvPicPr/>
                <p:nvPr/>
              </p:nvPicPr>
              <p:blipFill>
                <a:blip r:embed="rId5"/>
                <a:stretch>
                  <a:fillRect/>
                </a:stretch>
              </p:blipFill>
              <p:spPr>
                <a:xfrm>
                  <a:off x="6154695" y="6559470"/>
                  <a:ext cx="2628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BB5D424-6FF0-21AB-E45D-A1340D53B1AB}"/>
                    </a:ext>
                  </a:extLst>
                </p14:cNvPr>
                <p14:cNvContentPartPr/>
                <p14:nvPr/>
              </p14:nvContentPartPr>
              <p14:xfrm>
                <a:off x="5819175" y="6551910"/>
                <a:ext cx="156960" cy="219600"/>
              </p14:xfrm>
            </p:contentPart>
          </mc:Choice>
          <mc:Fallback xmlns="">
            <p:pic>
              <p:nvPicPr>
                <p:cNvPr id="5" name="Ink 4">
                  <a:extLst>
                    <a:ext uri="{FF2B5EF4-FFF2-40B4-BE49-F238E27FC236}">
                      <a16:creationId xmlns:a16="http://schemas.microsoft.com/office/drawing/2014/main" id="{4BB5D424-6FF0-21AB-E45D-A1340D53B1AB}"/>
                    </a:ext>
                  </a:extLst>
                </p:cNvPr>
                <p:cNvPicPr/>
                <p:nvPr/>
              </p:nvPicPr>
              <p:blipFill>
                <a:blip r:embed="rId7"/>
                <a:stretch>
                  <a:fillRect/>
                </a:stretch>
              </p:blipFill>
              <p:spPr>
                <a:xfrm>
                  <a:off x="5813055" y="6545790"/>
                  <a:ext cx="16920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00827D5E-E868-D996-CF31-CB04B5CCAA37}"/>
                    </a:ext>
                  </a:extLst>
                </p14:cNvPr>
                <p14:cNvContentPartPr/>
                <p14:nvPr/>
              </p14:nvContentPartPr>
              <p14:xfrm>
                <a:off x="5969655" y="6468030"/>
                <a:ext cx="99720" cy="14400"/>
              </p14:xfrm>
            </p:contentPart>
          </mc:Choice>
          <mc:Fallback xmlns="">
            <p:pic>
              <p:nvPicPr>
                <p:cNvPr id="6" name="Ink 5">
                  <a:extLst>
                    <a:ext uri="{FF2B5EF4-FFF2-40B4-BE49-F238E27FC236}">
                      <a16:creationId xmlns:a16="http://schemas.microsoft.com/office/drawing/2014/main" id="{00827D5E-E868-D996-CF31-CB04B5CCAA37}"/>
                    </a:ext>
                  </a:extLst>
                </p:cNvPr>
                <p:cNvPicPr/>
                <p:nvPr/>
              </p:nvPicPr>
              <p:blipFill>
                <a:blip r:embed="rId9"/>
                <a:stretch>
                  <a:fillRect/>
                </a:stretch>
              </p:blipFill>
              <p:spPr>
                <a:xfrm>
                  <a:off x="5963535" y="6461910"/>
                  <a:ext cx="1119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6B648CAD-E0C0-9BC9-3F59-BDED0E639242}"/>
                    </a:ext>
                  </a:extLst>
                </p14:cNvPr>
                <p14:cNvContentPartPr/>
                <p14:nvPr/>
              </p14:nvContentPartPr>
              <p14:xfrm>
                <a:off x="5500935" y="6619230"/>
                <a:ext cx="254880" cy="125280"/>
              </p14:xfrm>
            </p:contentPart>
          </mc:Choice>
          <mc:Fallback xmlns="">
            <p:pic>
              <p:nvPicPr>
                <p:cNvPr id="7" name="Ink 6">
                  <a:extLst>
                    <a:ext uri="{FF2B5EF4-FFF2-40B4-BE49-F238E27FC236}">
                      <a16:creationId xmlns:a16="http://schemas.microsoft.com/office/drawing/2014/main" id="{6B648CAD-E0C0-9BC9-3F59-BDED0E639242}"/>
                    </a:ext>
                  </a:extLst>
                </p:cNvPr>
                <p:cNvPicPr/>
                <p:nvPr/>
              </p:nvPicPr>
              <p:blipFill>
                <a:blip r:embed="rId11"/>
                <a:stretch>
                  <a:fillRect/>
                </a:stretch>
              </p:blipFill>
              <p:spPr>
                <a:xfrm>
                  <a:off x="5494815" y="6613110"/>
                  <a:ext cx="26712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A8214858-EB63-9FD5-6C29-CDBA88C997A6}"/>
                    </a:ext>
                  </a:extLst>
                </p14:cNvPr>
                <p14:cNvContentPartPr/>
                <p14:nvPr/>
              </p14:nvContentPartPr>
              <p14:xfrm>
                <a:off x="5642055" y="6519150"/>
                <a:ext cx="122760" cy="9720"/>
              </p14:xfrm>
            </p:contentPart>
          </mc:Choice>
          <mc:Fallback xmlns="">
            <p:pic>
              <p:nvPicPr>
                <p:cNvPr id="8" name="Ink 7">
                  <a:extLst>
                    <a:ext uri="{FF2B5EF4-FFF2-40B4-BE49-F238E27FC236}">
                      <a16:creationId xmlns:a16="http://schemas.microsoft.com/office/drawing/2014/main" id="{A8214858-EB63-9FD5-6C29-CDBA88C997A6}"/>
                    </a:ext>
                  </a:extLst>
                </p:cNvPr>
                <p:cNvPicPr/>
                <p:nvPr/>
              </p:nvPicPr>
              <p:blipFill>
                <a:blip r:embed="rId13"/>
                <a:stretch>
                  <a:fillRect/>
                </a:stretch>
              </p:blipFill>
              <p:spPr>
                <a:xfrm>
                  <a:off x="5635935" y="6513030"/>
                  <a:ext cx="1350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9CB4D88C-B6F0-698F-8AAB-1D70237FE9E6}"/>
                    </a:ext>
                  </a:extLst>
                </p14:cNvPr>
                <p14:cNvContentPartPr/>
                <p14:nvPr/>
              </p14:nvContentPartPr>
              <p14:xfrm>
                <a:off x="5005935" y="6551910"/>
                <a:ext cx="390240" cy="204840"/>
              </p14:xfrm>
            </p:contentPart>
          </mc:Choice>
          <mc:Fallback xmlns="">
            <p:pic>
              <p:nvPicPr>
                <p:cNvPr id="9" name="Ink 8">
                  <a:extLst>
                    <a:ext uri="{FF2B5EF4-FFF2-40B4-BE49-F238E27FC236}">
                      <a16:creationId xmlns:a16="http://schemas.microsoft.com/office/drawing/2014/main" id="{9CB4D88C-B6F0-698F-8AAB-1D70237FE9E6}"/>
                    </a:ext>
                  </a:extLst>
                </p:cNvPr>
                <p:cNvPicPr/>
                <p:nvPr/>
              </p:nvPicPr>
              <p:blipFill>
                <a:blip r:embed="rId15"/>
                <a:stretch>
                  <a:fillRect/>
                </a:stretch>
              </p:blipFill>
              <p:spPr>
                <a:xfrm>
                  <a:off x="4999815" y="6545790"/>
                  <a:ext cx="40248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581DB009-2CBC-8247-6217-58327BD794A5}"/>
                    </a:ext>
                  </a:extLst>
                </p14:cNvPr>
                <p14:cNvContentPartPr/>
                <p14:nvPr/>
              </p14:nvContentPartPr>
              <p14:xfrm>
                <a:off x="4994415" y="6486030"/>
                <a:ext cx="27720" cy="178920"/>
              </p14:xfrm>
            </p:contentPart>
          </mc:Choice>
          <mc:Fallback xmlns="">
            <p:pic>
              <p:nvPicPr>
                <p:cNvPr id="10" name="Ink 9">
                  <a:extLst>
                    <a:ext uri="{FF2B5EF4-FFF2-40B4-BE49-F238E27FC236}">
                      <a16:creationId xmlns:a16="http://schemas.microsoft.com/office/drawing/2014/main" id="{581DB009-2CBC-8247-6217-58327BD794A5}"/>
                    </a:ext>
                  </a:extLst>
                </p:cNvPr>
                <p:cNvPicPr/>
                <p:nvPr/>
              </p:nvPicPr>
              <p:blipFill>
                <a:blip r:embed="rId17"/>
                <a:stretch>
                  <a:fillRect/>
                </a:stretch>
              </p:blipFill>
              <p:spPr>
                <a:xfrm>
                  <a:off x="4988295" y="6479910"/>
                  <a:ext cx="3996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B4F7F322-3685-D703-BFE2-EF606314F179}"/>
                    </a:ext>
                  </a:extLst>
                </p14:cNvPr>
                <p14:cNvContentPartPr/>
                <p14:nvPr/>
              </p14:nvContentPartPr>
              <p14:xfrm>
                <a:off x="4755375" y="6669270"/>
                <a:ext cx="178560" cy="115560"/>
              </p14:xfrm>
            </p:contentPart>
          </mc:Choice>
          <mc:Fallback xmlns="">
            <p:pic>
              <p:nvPicPr>
                <p:cNvPr id="11" name="Ink 10">
                  <a:extLst>
                    <a:ext uri="{FF2B5EF4-FFF2-40B4-BE49-F238E27FC236}">
                      <a16:creationId xmlns:a16="http://schemas.microsoft.com/office/drawing/2014/main" id="{B4F7F322-3685-D703-BFE2-EF606314F179}"/>
                    </a:ext>
                  </a:extLst>
                </p:cNvPr>
                <p:cNvPicPr/>
                <p:nvPr/>
              </p:nvPicPr>
              <p:blipFill>
                <a:blip r:embed="rId19"/>
                <a:stretch>
                  <a:fillRect/>
                </a:stretch>
              </p:blipFill>
              <p:spPr>
                <a:xfrm>
                  <a:off x="4749255" y="6663150"/>
                  <a:ext cx="1908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E5B50F08-5F72-6893-4BB4-898A562CFBFA}"/>
                    </a:ext>
                  </a:extLst>
                </p14:cNvPr>
                <p14:cNvContentPartPr/>
                <p14:nvPr/>
              </p14:nvContentPartPr>
              <p14:xfrm>
                <a:off x="5350815" y="6822630"/>
                <a:ext cx="17640" cy="15120"/>
              </p14:xfrm>
            </p:contentPart>
          </mc:Choice>
          <mc:Fallback xmlns="">
            <p:pic>
              <p:nvPicPr>
                <p:cNvPr id="12" name="Ink 11">
                  <a:extLst>
                    <a:ext uri="{FF2B5EF4-FFF2-40B4-BE49-F238E27FC236}">
                      <a16:creationId xmlns:a16="http://schemas.microsoft.com/office/drawing/2014/main" id="{E5B50F08-5F72-6893-4BB4-898A562CFBFA}"/>
                    </a:ext>
                  </a:extLst>
                </p:cNvPr>
                <p:cNvPicPr/>
                <p:nvPr/>
              </p:nvPicPr>
              <p:blipFill>
                <a:blip r:embed="rId21"/>
                <a:stretch>
                  <a:fillRect/>
                </a:stretch>
              </p:blipFill>
              <p:spPr>
                <a:xfrm>
                  <a:off x="5344695" y="6816510"/>
                  <a:ext cx="2988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A500EFEB-057E-6CE7-D223-B5065A966308}"/>
                    </a:ext>
                  </a:extLst>
                </p14:cNvPr>
                <p14:cNvContentPartPr/>
                <p14:nvPr/>
              </p14:nvContentPartPr>
              <p14:xfrm>
                <a:off x="4393575" y="6722910"/>
                <a:ext cx="164520" cy="92880"/>
              </p14:xfrm>
            </p:contentPart>
          </mc:Choice>
          <mc:Fallback xmlns="">
            <p:pic>
              <p:nvPicPr>
                <p:cNvPr id="14" name="Ink 13">
                  <a:extLst>
                    <a:ext uri="{FF2B5EF4-FFF2-40B4-BE49-F238E27FC236}">
                      <a16:creationId xmlns:a16="http://schemas.microsoft.com/office/drawing/2014/main" id="{A500EFEB-057E-6CE7-D223-B5065A966308}"/>
                    </a:ext>
                  </a:extLst>
                </p:cNvPr>
                <p:cNvPicPr/>
                <p:nvPr/>
              </p:nvPicPr>
              <p:blipFill>
                <a:blip r:embed="rId23"/>
                <a:stretch>
                  <a:fillRect/>
                </a:stretch>
              </p:blipFill>
              <p:spPr>
                <a:xfrm>
                  <a:off x="4387455" y="6716790"/>
                  <a:ext cx="17676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20691449-80C1-7F28-0F20-A8C9EE3A9D73}"/>
                    </a:ext>
                  </a:extLst>
                </p14:cNvPr>
                <p14:cNvContentPartPr/>
                <p14:nvPr/>
              </p14:nvContentPartPr>
              <p14:xfrm>
                <a:off x="3803175" y="6517710"/>
                <a:ext cx="631080" cy="205200"/>
              </p14:xfrm>
            </p:contentPart>
          </mc:Choice>
          <mc:Fallback xmlns="">
            <p:pic>
              <p:nvPicPr>
                <p:cNvPr id="15" name="Ink 14">
                  <a:extLst>
                    <a:ext uri="{FF2B5EF4-FFF2-40B4-BE49-F238E27FC236}">
                      <a16:creationId xmlns:a16="http://schemas.microsoft.com/office/drawing/2014/main" id="{20691449-80C1-7F28-0F20-A8C9EE3A9D73}"/>
                    </a:ext>
                  </a:extLst>
                </p:cNvPr>
                <p:cNvPicPr/>
                <p:nvPr/>
              </p:nvPicPr>
              <p:blipFill>
                <a:blip r:embed="rId25"/>
                <a:stretch>
                  <a:fillRect/>
                </a:stretch>
              </p:blipFill>
              <p:spPr>
                <a:xfrm>
                  <a:off x="3797055" y="6511590"/>
                  <a:ext cx="64332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F619165E-A844-4617-720A-D41970620905}"/>
                    </a:ext>
                  </a:extLst>
                </p14:cNvPr>
                <p14:cNvContentPartPr/>
                <p14:nvPr/>
              </p14:nvContentPartPr>
              <p14:xfrm>
                <a:off x="3903615" y="6471270"/>
                <a:ext cx="64440" cy="4320"/>
              </p14:xfrm>
            </p:contentPart>
          </mc:Choice>
          <mc:Fallback xmlns="">
            <p:pic>
              <p:nvPicPr>
                <p:cNvPr id="16" name="Ink 15">
                  <a:extLst>
                    <a:ext uri="{FF2B5EF4-FFF2-40B4-BE49-F238E27FC236}">
                      <a16:creationId xmlns:a16="http://schemas.microsoft.com/office/drawing/2014/main" id="{F619165E-A844-4617-720A-D41970620905}"/>
                    </a:ext>
                  </a:extLst>
                </p:cNvPr>
                <p:cNvPicPr/>
                <p:nvPr/>
              </p:nvPicPr>
              <p:blipFill>
                <a:blip r:embed="rId27"/>
                <a:stretch>
                  <a:fillRect/>
                </a:stretch>
              </p:blipFill>
              <p:spPr>
                <a:xfrm>
                  <a:off x="3897495" y="6465150"/>
                  <a:ext cx="7668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AC65D943-504B-3E35-4A85-ACE4743FB17E}"/>
                    </a:ext>
                  </a:extLst>
                </p14:cNvPr>
                <p14:cNvContentPartPr/>
                <p14:nvPr/>
              </p14:nvContentPartPr>
              <p14:xfrm>
                <a:off x="4258935" y="6790230"/>
                <a:ext cx="65160" cy="8640"/>
              </p14:xfrm>
            </p:contentPart>
          </mc:Choice>
          <mc:Fallback xmlns="">
            <p:pic>
              <p:nvPicPr>
                <p:cNvPr id="17" name="Ink 16">
                  <a:extLst>
                    <a:ext uri="{FF2B5EF4-FFF2-40B4-BE49-F238E27FC236}">
                      <a16:creationId xmlns:a16="http://schemas.microsoft.com/office/drawing/2014/main" id="{AC65D943-504B-3E35-4A85-ACE4743FB17E}"/>
                    </a:ext>
                  </a:extLst>
                </p:cNvPr>
                <p:cNvPicPr/>
                <p:nvPr/>
              </p:nvPicPr>
              <p:blipFill>
                <a:blip r:embed="rId29"/>
                <a:stretch>
                  <a:fillRect/>
                </a:stretch>
              </p:blipFill>
              <p:spPr>
                <a:xfrm>
                  <a:off x="4252815" y="6784110"/>
                  <a:ext cx="774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2C91CA9E-3DDA-C591-5EAA-C106DCCE5941}"/>
                    </a:ext>
                  </a:extLst>
                </p14:cNvPr>
                <p14:cNvContentPartPr/>
                <p14:nvPr/>
              </p14:nvContentPartPr>
              <p14:xfrm>
                <a:off x="3360375" y="6547590"/>
                <a:ext cx="363600" cy="201960"/>
              </p14:xfrm>
            </p:contentPart>
          </mc:Choice>
          <mc:Fallback xmlns="">
            <p:pic>
              <p:nvPicPr>
                <p:cNvPr id="19" name="Ink 18">
                  <a:extLst>
                    <a:ext uri="{FF2B5EF4-FFF2-40B4-BE49-F238E27FC236}">
                      <a16:creationId xmlns:a16="http://schemas.microsoft.com/office/drawing/2014/main" id="{2C91CA9E-3DDA-C591-5EAA-C106DCCE5941}"/>
                    </a:ext>
                  </a:extLst>
                </p:cNvPr>
                <p:cNvPicPr/>
                <p:nvPr/>
              </p:nvPicPr>
              <p:blipFill>
                <a:blip r:embed="rId31"/>
                <a:stretch>
                  <a:fillRect/>
                </a:stretch>
              </p:blipFill>
              <p:spPr>
                <a:xfrm>
                  <a:off x="3354255" y="6541470"/>
                  <a:ext cx="37584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22E9C658-E683-B793-9063-698F7CC85A79}"/>
                    </a:ext>
                  </a:extLst>
                </p14:cNvPr>
                <p14:cNvContentPartPr/>
                <p14:nvPr/>
              </p14:nvContentPartPr>
              <p14:xfrm>
                <a:off x="3471975" y="6544710"/>
                <a:ext cx="13680" cy="146880"/>
              </p14:xfrm>
            </p:contentPart>
          </mc:Choice>
          <mc:Fallback xmlns="">
            <p:pic>
              <p:nvPicPr>
                <p:cNvPr id="20" name="Ink 19">
                  <a:extLst>
                    <a:ext uri="{FF2B5EF4-FFF2-40B4-BE49-F238E27FC236}">
                      <a16:creationId xmlns:a16="http://schemas.microsoft.com/office/drawing/2014/main" id="{22E9C658-E683-B793-9063-698F7CC85A79}"/>
                    </a:ext>
                  </a:extLst>
                </p:cNvPr>
                <p:cNvPicPr/>
                <p:nvPr/>
              </p:nvPicPr>
              <p:blipFill>
                <a:blip r:embed="rId33"/>
                <a:stretch>
                  <a:fillRect/>
                </a:stretch>
              </p:blipFill>
              <p:spPr>
                <a:xfrm>
                  <a:off x="3465855" y="6538590"/>
                  <a:ext cx="2592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150ABE1B-60E0-D638-1DD8-0C6D98077EEF}"/>
                    </a:ext>
                  </a:extLst>
                </p14:cNvPr>
                <p14:cNvContentPartPr/>
                <p14:nvPr/>
              </p14:nvContentPartPr>
              <p14:xfrm>
                <a:off x="3087855" y="6505470"/>
                <a:ext cx="155520" cy="245880"/>
              </p14:xfrm>
            </p:contentPart>
          </mc:Choice>
          <mc:Fallback xmlns="">
            <p:pic>
              <p:nvPicPr>
                <p:cNvPr id="21" name="Ink 20">
                  <a:extLst>
                    <a:ext uri="{FF2B5EF4-FFF2-40B4-BE49-F238E27FC236}">
                      <a16:creationId xmlns:a16="http://schemas.microsoft.com/office/drawing/2014/main" id="{150ABE1B-60E0-D638-1DD8-0C6D98077EEF}"/>
                    </a:ext>
                  </a:extLst>
                </p:cNvPr>
                <p:cNvPicPr/>
                <p:nvPr/>
              </p:nvPicPr>
              <p:blipFill>
                <a:blip r:embed="rId35"/>
                <a:stretch>
                  <a:fillRect/>
                </a:stretch>
              </p:blipFill>
              <p:spPr>
                <a:xfrm>
                  <a:off x="3081735" y="6499350"/>
                  <a:ext cx="16776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944D5CA0-D2E2-57F5-A12F-C2BC7885CEF4}"/>
                    </a:ext>
                  </a:extLst>
                </p14:cNvPr>
                <p14:cNvContentPartPr/>
                <p14:nvPr/>
              </p14:nvContentPartPr>
              <p14:xfrm>
                <a:off x="3202695" y="6438510"/>
                <a:ext cx="97560" cy="15120"/>
              </p14:xfrm>
            </p:contentPart>
          </mc:Choice>
          <mc:Fallback xmlns="">
            <p:pic>
              <p:nvPicPr>
                <p:cNvPr id="22" name="Ink 21">
                  <a:extLst>
                    <a:ext uri="{FF2B5EF4-FFF2-40B4-BE49-F238E27FC236}">
                      <a16:creationId xmlns:a16="http://schemas.microsoft.com/office/drawing/2014/main" id="{944D5CA0-D2E2-57F5-A12F-C2BC7885CEF4}"/>
                    </a:ext>
                  </a:extLst>
                </p:cNvPr>
                <p:cNvPicPr/>
                <p:nvPr/>
              </p:nvPicPr>
              <p:blipFill>
                <a:blip r:embed="rId37"/>
                <a:stretch>
                  <a:fillRect/>
                </a:stretch>
              </p:blipFill>
              <p:spPr>
                <a:xfrm>
                  <a:off x="3196575" y="6432390"/>
                  <a:ext cx="10980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634F05C6-37B5-3B33-1D75-04E89D4F974E}"/>
                    </a:ext>
                  </a:extLst>
                </p14:cNvPr>
                <p14:cNvContentPartPr/>
                <p14:nvPr/>
              </p14:nvContentPartPr>
              <p14:xfrm>
                <a:off x="2791935" y="6566310"/>
                <a:ext cx="200520" cy="139680"/>
              </p14:xfrm>
            </p:contentPart>
          </mc:Choice>
          <mc:Fallback xmlns="">
            <p:pic>
              <p:nvPicPr>
                <p:cNvPr id="23" name="Ink 22">
                  <a:extLst>
                    <a:ext uri="{FF2B5EF4-FFF2-40B4-BE49-F238E27FC236}">
                      <a16:creationId xmlns:a16="http://schemas.microsoft.com/office/drawing/2014/main" id="{634F05C6-37B5-3B33-1D75-04E89D4F974E}"/>
                    </a:ext>
                  </a:extLst>
                </p:cNvPr>
                <p:cNvPicPr/>
                <p:nvPr/>
              </p:nvPicPr>
              <p:blipFill>
                <a:blip r:embed="rId39"/>
                <a:stretch>
                  <a:fillRect/>
                </a:stretch>
              </p:blipFill>
              <p:spPr>
                <a:xfrm>
                  <a:off x="2785815" y="6560190"/>
                  <a:ext cx="21276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44391904-EBB0-56A5-8C64-FC0C62AD2B5D}"/>
                    </a:ext>
                  </a:extLst>
                </p14:cNvPr>
                <p14:cNvContentPartPr/>
                <p14:nvPr/>
              </p14:nvContentPartPr>
              <p14:xfrm>
                <a:off x="2879775" y="6465870"/>
                <a:ext cx="106560" cy="14040"/>
              </p14:xfrm>
            </p:contentPart>
          </mc:Choice>
          <mc:Fallback xmlns="">
            <p:pic>
              <p:nvPicPr>
                <p:cNvPr id="24" name="Ink 23">
                  <a:extLst>
                    <a:ext uri="{FF2B5EF4-FFF2-40B4-BE49-F238E27FC236}">
                      <a16:creationId xmlns:a16="http://schemas.microsoft.com/office/drawing/2014/main" id="{44391904-EBB0-56A5-8C64-FC0C62AD2B5D}"/>
                    </a:ext>
                  </a:extLst>
                </p:cNvPr>
                <p:cNvPicPr/>
                <p:nvPr/>
              </p:nvPicPr>
              <p:blipFill>
                <a:blip r:embed="rId41"/>
                <a:stretch>
                  <a:fillRect/>
                </a:stretch>
              </p:blipFill>
              <p:spPr>
                <a:xfrm>
                  <a:off x="2873655" y="6459750"/>
                  <a:ext cx="11880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BB9F9C73-05FA-19A3-CEDF-0DCA657B892E}"/>
                    </a:ext>
                  </a:extLst>
                </p14:cNvPr>
                <p14:cNvContentPartPr/>
                <p14:nvPr/>
              </p14:nvContentPartPr>
              <p14:xfrm>
                <a:off x="1519335" y="6553350"/>
                <a:ext cx="1089720" cy="171360"/>
              </p14:xfrm>
            </p:contentPart>
          </mc:Choice>
          <mc:Fallback xmlns="">
            <p:pic>
              <p:nvPicPr>
                <p:cNvPr id="25" name="Ink 24">
                  <a:extLst>
                    <a:ext uri="{FF2B5EF4-FFF2-40B4-BE49-F238E27FC236}">
                      <a16:creationId xmlns:a16="http://schemas.microsoft.com/office/drawing/2014/main" id="{BB9F9C73-05FA-19A3-CEDF-0DCA657B892E}"/>
                    </a:ext>
                  </a:extLst>
                </p:cNvPr>
                <p:cNvPicPr/>
                <p:nvPr/>
              </p:nvPicPr>
              <p:blipFill>
                <a:blip r:embed="rId43"/>
                <a:stretch>
                  <a:fillRect/>
                </a:stretch>
              </p:blipFill>
              <p:spPr>
                <a:xfrm>
                  <a:off x="1513215" y="6547230"/>
                  <a:ext cx="110196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113CA646-3BDB-7F35-FFB3-7955BB84C518}"/>
                    </a:ext>
                  </a:extLst>
                </p14:cNvPr>
                <p14:cNvContentPartPr/>
                <p14:nvPr/>
              </p14:nvContentPartPr>
              <p14:xfrm>
                <a:off x="1524375" y="6469470"/>
                <a:ext cx="66960" cy="11880"/>
              </p14:xfrm>
            </p:contentPart>
          </mc:Choice>
          <mc:Fallback xmlns="">
            <p:pic>
              <p:nvPicPr>
                <p:cNvPr id="26" name="Ink 25">
                  <a:extLst>
                    <a:ext uri="{FF2B5EF4-FFF2-40B4-BE49-F238E27FC236}">
                      <a16:creationId xmlns:a16="http://schemas.microsoft.com/office/drawing/2014/main" id="{113CA646-3BDB-7F35-FFB3-7955BB84C518}"/>
                    </a:ext>
                  </a:extLst>
                </p:cNvPr>
                <p:cNvPicPr/>
                <p:nvPr/>
              </p:nvPicPr>
              <p:blipFill>
                <a:blip r:embed="rId45"/>
                <a:stretch>
                  <a:fillRect/>
                </a:stretch>
              </p:blipFill>
              <p:spPr>
                <a:xfrm>
                  <a:off x="1518255" y="6463350"/>
                  <a:ext cx="79200" cy="24120"/>
                </a:xfrm>
                <a:prstGeom prst="rect">
                  <a:avLst/>
                </a:prstGeom>
              </p:spPr>
            </p:pic>
          </mc:Fallback>
        </mc:AlternateContent>
      </p:grpSp>
      <p:grpSp>
        <p:nvGrpSpPr>
          <p:cNvPr id="31" name="Group 30">
            <a:extLst>
              <a:ext uri="{FF2B5EF4-FFF2-40B4-BE49-F238E27FC236}">
                <a16:creationId xmlns:a16="http://schemas.microsoft.com/office/drawing/2014/main" id="{C8DDCE76-3C0E-7F44-E5FB-9DDE6AE4A8C1}"/>
              </a:ext>
            </a:extLst>
          </p:cNvPr>
          <p:cNvGrpSpPr/>
          <p:nvPr/>
        </p:nvGrpSpPr>
        <p:grpSpPr>
          <a:xfrm>
            <a:off x="1699335" y="6812550"/>
            <a:ext cx="337320" cy="21240"/>
            <a:chOff x="1699335" y="6812550"/>
            <a:chExt cx="337320" cy="21240"/>
          </a:xfrm>
        </p:grpSpPr>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BF989C35-153A-20B5-E4CB-4F121B1A4AA6}"/>
                    </a:ext>
                  </a:extLst>
                </p14:cNvPr>
                <p14:cNvContentPartPr/>
                <p14:nvPr/>
              </p14:nvContentPartPr>
              <p14:xfrm>
                <a:off x="1699335" y="6812550"/>
                <a:ext cx="74520" cy="7200"/>
              </p14:xfrm>
            </p:contentPart>
          </mc:Choice>
          <mc:Fallback xmlns="">
            <p:pic>
              <p:nvPicPr>
                <p:cNvPr id="28" name="Ink 27">
                  <a:extLst>
                    <a:ext uri="{FF2B5EF4-FFF2-40B4-BE49-F238E27FC236}">
                      <a16:creationId xmlns:a16="http://schemas.microsoft.com/office/drawing/2014/main" id="{BF989C35-153A-20B5-E4CB-4F121B1A4AA6}"/>
                    </a:ext>
                  </a:extLst>
                </p:cNvPr>
                <p:cNvPicPr/>
                <p:nvPr/>
              </p:nvPicPr>
              <p:blipFill>
                <a:blip r:embed="rId47"/>
                <a:stretch>
                  <a:fillRect/>
                </a:stretch>
              </p:blipFill>
              <p:spPr>
                <a:xfrm>
                  <a:off x="1693215" y="6806430"/>
                  <a:ext cx="8676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1A205AAC-C7C5-EC12-9734-8DF3FBEE2706}"/>
                    </a:ext>
                  </a:extLst>
                </p14:cNvPr>
                <p14:cNvContentPartPr/>
                <p14:nvPr/>
              </p14:nvContentPartPr>
              <p14:xfrm>
                <a:off x="1893015" y="6817230"/>
                <a:ext cx="12600" cy="4680"/>
              </p14:xfrm>
            </p:contentPart>
          </mc:Choice>
          <mc:Fallback xmlns="">
            <p:pic>
              <p:nvPicPr>
                <p:cNvPr id="29" name="Ink 28">
                  <a:extLst>
                    <a:ext uri="{FF2B5EF4-FFF2-40B4-BE49-F238E27FC236}">
                      <a16:creationId xmlns:a16="http://schemas.microsoft.com/office/drawing/2014/main" id="{1A205AAC-C7C5-EC12-9734-8DF3FBEE2706}"/>
                    </a:ext>
                  </a:extLst>
                </p:cNvPr>
                <p:cNvPicPr/>
                <p:nvPr/>
              </p:nvPicPr>
              <p:blipFill>
                <a:blip r:embed="rId49"/>
                <a:stretch>
                  <a:fillRect/>
                </a:stretch>
              </p:blipFill>
              <p:spPr>
                <a:xfrm>
                  <a:off x="1886895" y="6811110"/>
                  <a:ext cx="2484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650A2400-8DB9-905B-3DA3-EEAE0CC03D6A}"/>
                    </a:ext>
                  </a:extLst>
                </p14:cNvPr>
                <p14:cNvContentPartPr/>
                <p14:nvPr/>
              </p14:nvContentPartPr>
              <p14:xfrm>
                <a:off x="2031615" y="6821190"/>
                <a:ext cx="5040" cy="12600"/>
              </p14:xfrm>
            </p:contentPart>
          </mc:Choice>
          <mc:Fallback xmlns="">
            <p:pic>
              <p:nvPicPr>
                <p:cNvPr id="30" name="Ink 29">
                  <a:extLst>
                    <a:ext uri="{FF2B5EF4-FFF2-40B4-BE49-F238E27FC236}">
                      <a16:creationId xmlns:a16="http://schemas.microsoft.com/office/drawing/2014/main" id="{650A2400-8DB9-905B-3DA3-EEAE0CC03D6A}"/>
                    </a:ext>
                  </a:extLst>
                </p:cNvPr>
                <p:cNvPicPr/>
                <p:nvPr/>
              </p:nvPicPr>
              <p:blipFill>
                <a:blip r:embed="rId51"/>
                <a:stretch>
                  <a:fillRect/>
                </a:stretch>
              </p:blipFill>
              <p:spPr>
                <a:xfrm>
                  <a:off x="2025495" y="6815070"/>
                  <a:ext cx="17280" cy="24840"/>
                </a:xfrm>
                <a:prstGeom prst="rect">
                  <a:avLst/>
                </a:prstGeom>
              </p:spPr>
            </p:pic>
          </mc:Fallback>
        </mc:AlternateContent>
      </p:grpSp>
    </p:spTree>
    <p:extLst>
      <p:ext uri="{BB962C8B-B14F-4D97-AF65-F5344CB8AC3E}">
        <p14:creationId xmlns:p14="http://schemas.microsoft.com/office/powerpoint/2010/main" val="415866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1DD336-2231-B026-1D99-884CAD1A4127}"/>
              </a:ext>
            </a:extLst>
          </p:cNvPr>
          <p:cNvSpPr txBox="1"/>
          <p:nvPr/>
        </p:nvSpPr>
        <p:spPr>
          <a:xfrm>
            <a:off x="0" y="804705"/>
            <a:ext cx="12192000" cy="6494085"/>
          </a:xfrm>
          <a:prstGeom prst="rect">
            <a:avLst/>
          </a:prstGeom>
          <a:noFill/>
        </p:spPr>
        <p:txBody>
          <a:bodyPr wrap="square" rtlCol="0">
            <a:spAutoFit/>
          </a:bodyPr>
          <a:lstStyle/>
          <a:p>
            <a:pPr marL="514350" indent="-514350" algn="r" rtl="1">
              <a:buFont typeface="+mj-lt"/>
              <a:buAutoNum type="arabicPeriod"/>
            </a:pPr>
            <a:r>
              <a:rPr lang="ar-JO" sz="3200" dirty="0">
                <a:effectLst/>
                <a:latin typeface="Calibri" panose="020F0502020204030204" pitchFamily="34" charset="0"/>
                <a:ea typeface="Calibri" panose="020F0502020204030204" pitchFamily="34" charset="0"/>
                <a:cs typeface="Arial" panose="020B0604020202020204" pitchFamily="34" charset="0"/>
              </a:rPr>
              <a:t>لا تختلف في قضايا تأسيس العلم عن السببية الحقيقية. </a:t>
            </a:r>
          </a:p>
          <a:p>
            <a:pPr marL="514350" indent="-514350" algn="r" rtl="1">
              <a:buFont typeface="+mj-lt"/>
              <a:buAutoNum type="arabicPeriod"/>
            </a:pPr>
            <a:r>
              <a:rPr lang="ar-JO" sz="3200" dirty="0">
                <a:effectLst/>
                <a:latin typeface="Calibri" panose="020F0502020204030204" pitchFamily="34" charset="0"/>
                <a:ea typeface="Calibri" panose="020F0502020204030204" pitchFamily="34" charset="0"/>
                <a:cs typeface="Arial" panose="020B0604020202020204" pitchFamily="34" charset="0"/>
              </a:rPr>
              <a:t>يمكنها تفسير المعجزات وخرق العادة بينما لا تستطيع السببية الحقيقية ذلك لإن فيها عنصر الضرورة. </a:t>
            </a:r>
          </a:p>
          <a:p>
            <a:pPr marL="514350" indent="-514350" algn="r" rtl="1">
              <a:buFont typeface="+mj-lt"/>
              <a:buAutoNum type="arabicPeriod"/>
            </a:pPr>
            <a:r>
              <a:rPr lang="ar-JO" sz="3200" dirty="0">
                <a:effectLst/>
                <a:latin typeface="Calibri" panose="020F0502020204030204" pitchFamily="34" charset="0"/>
                <a:ea typeface="Calibri" panose="020F0502020204030204" pitchFamily="34" charset="0"/>
                <a:cs typeface="Arial" panose="020B0604020202020204" pitchFamily="34" charset="0"/>
              </a:rPr>
              <a:t>السببية الأشعرية التي تخلو من عنصر الضرورة هي الأفضل فلسفيا بلا ريب لأن القفز من مشاهدات معدودة إلى تأسيس سببية ضرورية فيه ما فيه!! </a:t>
            </a:r>
          </a:p>
          <a:p>
            <a:pPr marL="514350" indent="-514350" algn="r" rtl="1">
              <a:buFont typeface="+mj-lt"/>
              <a:buAutoNum type="arabicPeriod"/>
            </a:pPr>
            <a:r>
              <a:rPr lang="ar-JO" sz="3200" dirty="0">
                <a:effectLst/>
                <a:latin typeface="Calibri" panose="020F0502020204030204" pitchFamily="34" charset="0"/>
                <a:ea typeface="Calibri" panose="020F0502020204030204" pitchFamily="34" charset="0"/>
                <a:cs typeface="Arial" panose="020B0604020202020204" pitchFamily="34" charset="0"/>
              </a:rPr>
              <a:t>السببية الظاهرية تضم أسبابا قد يصعب أن تضمها السببية الضرورية مثل الدعاء والعمل الصالح وحسن الظن بالله تعالى. </a:t>
            </a:r>
          </a:p>
          <a:p>
            <a:pPr marL="514350" indent="-514350" algn="r" rtl="1">
              <a:buFont typeface="+mj-lt"/>
              <a:buAutoNum type="arabicPeriod"/>
            </a:pPr>
            <a:r>
              <a:rPr lang="ar-JO" sz="3200" dirty="0">
                <a:effectLst/>
                <a:latin typeface="Calibri" panose="020F0502020204030204" pitchFamily="34" charset="0"/>
                <a:ea typeface="Calibri" panose="020F0502020204030204" pitchFamily="34" charset="0"/>
                <a:cs typeface="Arial" panose="020B0604020202020204" pitchFamily="34" charset="0"/>
              </a:rPr>
              <a:t>السببية الظاهرية يمكن أن تتحرر من الترتيب الزماني (كأن أدعو أنا اليوم دعاء خالصا لنجاح ابني في امتحانه الذي انتهى أمس بدون علمي) </a:t>
            </a:r>
          </a:p>
          <a:p>
            <a:pPr marL="514350" indent="-514350" algn="r" rtl="1">
              <a:buFont typeface="+mj-lt"/>
              <a:buAutoNum type="arabicPeriod"/>
            </a:pPr>
            <a:r>
              <a:rPr lang="ar-JO" sz="3200" dirty="0">
                <a:effectLst/>
                <a:latin typeface="Calibri" panose="020F0502020204030204" pitchFamily="34" charset="0"/>
                <a:ea typeface="Calibri" panose="020F0502020204030204" pitchFamily="34" charset="0"/>
                <a:cs typeface="Arial" panose="020B0604020202020204" pitchFamily="34" charset="0"/>
              </a:rPr>
              <a:t>هناك أبحاث فيزيولوجية عصبية تشير إلى إمكانية تأخر إدراك الإنسان باختياره عملا ما عن استعداد الجسم لهذا العمل</a:t>
            </a:r>
            <a:r>
              <a:rPr lang="en-US" sz="3200" dirty="0">
                <a:latin typeface="Calibri" panose="020F0502020204030204" pitchFamily="34" charset="0"/>
                <a:ea typeface="Calibri" panose="020F0502020204030204" pitchFamily="34" charset="0"/>
                <a:cs typeface="Arial" panose="020B0604020202020204" pitchFamily="34" charset="0"/>
              </a:rPr>
              <a:t>(</a:t>
            </a:r>
            <a:r>
              <a:rPr lang="en-US" sz="3200" dirty="0" err="1">
                <a:latin typeface="Calibri" panose="020F0502020204030204" pitchFamily="34" charset="0"/>
                <a:ea typeface="Calibri" panose="020F0502020204030204" pitchFamily="34" charset="0"/>
                <a:cs typeface="Arial" panose="020B0604020202020204" pitchFamily="34" charset="0"/>
              </a:rPr>
              <a:t>Libet</a:t>
            </a:r>
            <a:r>
              <a:rPr lang="en-US" sz="3200" dirty="0">
                <a:latin typeface="Calibri" panose="020F0502020204030204" pitchFamily="34" charset="0"/>
                <a:ea typeface="Calibri" panose="020F0502020204030204" pitchFamily="34" charset="0"/>
                <a:cs typeface="Arial" panose="020B0604020202020204" pitchFamily="34" charset="0"/>
              </a:rPr>
              <a:t> Experiments)</a:t>
            </a:r>
            <a:r>
              <a:rPr lang="ar-JO" sz="3200" dirty="0">
                <a:effectLst/>
                <a:latin typeface="Calibri" panose="020F0502020204030204" pitchFamily="34" charset="0"/>
                <a:ea typeface="Calibri" panose="020F0502020204030204" pitchFamily="34" charset="0"/>
                <a:cs typeface="Arial" panose="020B0604020202020204" pitchFamily="34" charset="0"/>
              </a:rPr>
              <a:t>. إذا صحت هذه الإشارات فقد تكون حرية الإرادة وهما على السببية الحقيقية ولكنها لا تزال ممكنة بناء على السببية الظاهرية!!</a:t>
            </a: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457200" indent="-457200" algn="r" rtl="1">
              <a:buFont typeface="Arial" panose="020B0604020202020204" pitchFamily="34" charset="0"/>
              <a:buChar char="•"/>
            </a:pPr>
            <a:endParaRPr lang="en-US" sz="3200" dirty="0"/>
          </a:p>
        </p:txBody>
      </p:sp>
      <p:sp>
        <p:nvSpPr>
          <p:cNvPr id="3" name="TextBox 2">
            <a:extLst>
              <a:ext uri="{FF2B5EF4-FFF2-40B4-BE49-F238E27FC236}">
                <a16:creationId xmlns:a16="http://schemas.microsoft.com/office/drawing/2014/main" id="{0A21374E-B596-E11E-31C1-217F6AC340DD}"/>
              </a:ext>
            </a:extLst>
          </p:cNvPr>
          <p:cNvSpPr txBox="1"/>
          <p:nvPr/>
        </p:nvSpPr>
        <p:spPr>
          <a:xfrm>
            <a:off x="3281082" y="96819"/>
            <a:ext cx="5671745" cy="707886"/>
          </a:xfrm>
          <a:prstGeom prst="rect">
            <a:avLst/>
          </a:prstGeom>
          <a:noFill/>
        </p:spPr>
        <p:txBody>
          <a:bodyPr wrap="none" rtlCol="0">
            <a:spAutoFit/>
          </a:bodyPr>
          <a:lstStyle/>
          <a:p>
            <a:r>
              <a:rPr lang="ar-JO" sz="4000" dirty="0"/>
              <a:t>هل تعارض السببية الظاهرية العلم</a:t>
            </a:r>
            <a:endParaRPr lang="en-US" sz="4000" dirty="0"/>
          </a:p>
        </p:txBody>
      </p:sp>
    </p:spTree>
    <p:extLst>
      <p:ext uri="{BB962C8B-B14F-4D97-AF65-F5344CB8AC3E}">
        <p14:creationId xmlns:p14="http://schemas.microsoft.com/office/powerpoint/2010/main" val="3351896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170CA2-9488-08CE-7866-53EC29EEA02E}"/>
              </a:ext>
            </a:extLst>
          </p:cNvPr>
          <p:cNvSpPr txBox="1"/>
          <p:nvPr/>
        </p:nvSpPr>
        <p:spPr>
          <a:xfrm>
            <a:off x="1014507" y="10120"/>
            <a:ext cx="10334046" cy="1661993"/>
          </a:xfrm>
          <a:prstGeom prst="rect">
            <a:avLst/>
          </a:prstGeom>
          <a:solidFill>
            <a:schemeClr val="accent2">
              <a:lumMod val="20000"/>
              <a:lumOff val="80000"/>
            </a:schemeClr>
          </a:solidFill>
        </p:spPr>
        <p:txBody>
          <a:bodyPr wrap="none" rtlCol="0">
            <a:spAutoFit/>
          </a:bodyPr>
          <a:lstStyle/>
          <a:p>
            <a:pPr algn="ctr" rtl="1"/>
            <a:r>
              <a:rPr lang="ar-JO" sz="5400" dirty="0"/>
              <a:t>الأدلة الوجودية </a:t>
            </a:r>
            <a:r>
              <a:rPr lang="en-US" sz="4800" dirty="0"/>
              <a:t>Cosmological Arguments</a:t>
            </a:r>
            <a:br>
              <a:rPr lang="ar-JO" sz="4800" dirty="0"/>
            </a:br>
            <a:r>
              <a:rPr lang="ar-SA" sz="4800" dirty="0">
                <a:effectLst/>
                <a:highlight>
                  <a:srgbClr val="00FF00"/>
                </a:highlight>
                <a:ea typeface="Times New Roman" panose="02020603050405020304" pitchFamily="18" charset="0"/>
                <a:cs typeface="Times New Roman" panose="02020603050405020304" pitchFamily="18" charset="0"/>
              </a:rPr>
              <a:t>"أم خلقوا من غير شيء أم هم الخالقون"</a:t>
            </a:r>
            <a:endParaRPr lang="en-US" sz="4800" dirty="0">
              <a:highlight>
                <a:srgbClr val="00FF00"/>
              </a:highlight>
            </a:endParaRPr>
          </a:p>
        </p:txBody>
      </p:sp>
      <p:cxnSp>
        <p:nvCxnSpPr>
          <p:cNvPr id="4" name="Straight Connector 3">
            <a:extLst>
              <a:ext uri="{FF2B5EF4-FFF2-40B4-BE49-F238E27FC236}">
                <a16:creationId xmlns:a16="http://schemas.microsoft.com/office/drawing/2014/main" id="{379125B8-FF9D-C0CB-6DEA-930B9719FF87}"/>
              </a:ext>
            </a:extLst>
          </p:cNvPr>
          <p:cNvCxnSpPr>
            <a:cxnSpLocks/>
            <a:stCxn id="2" idx="2"/>
          </p:cNvCxnSpPr>
          <p:nvPr/>
        </p:nvCxnSpPr>
        <p:spPr>
          <a:xfrm>
            <a:off x="6181530" y="1672113"/>
            <a:ext cx="0" cy="5185887"/>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C963644B-70B0-AD24-134A-653596CEB30A}"/>
              </a:ext>
            </a:extLst>
          </p:cNvPr>
          <p:cNvSpPr txBox="1"/>
          <p:nvPr/>
        </p:nvSpPr>
        <p:spPr>
          <a:xfrm>
            <a:off x="6261506" y="1564576"/>
            <a:ext cx="5653214" cy="1077218"/>
          </a:xfrm>
          <a:prstGeom prst="rect">
            <a:avLst/>
          </a:prstGeom>
          <a:noFill/>
        </p:spPr>
        <p:txBody>
          <a:bodyPr wrap="none" rtlCol="0">
            <a:spAutoFit/>
          </a:bodyPr>
          <a:lstStyle/>
          <a:p>
            <a:pPr algn="ctr" rtl="1"/>
            <a:r>
              <a:rPr lang="ar-JO" sz="3200" dirty="0"/>
              <a:t>دليل الحدوث</a:t>
            </a:r>
            <a:br>
              <a:rPr lang="ar-JO" sz="3200" dirty="0"/>
            </a:br>
            <a:r>
              <a:rPr lang="en-US" sz="3200" dirty="0"/>
              <a:t>Kalam Cosmological Argument</a:t>
            </a:r>
          </a:p>
        </p:txBody>
      </p:sp>
      <p:sp>
        <p:nvSpPr>
          <p:cNvPr id="6" name="TextBox 5">
            <a:extLst>
              <a:ext uri="{FF2B5EF4-FFF2-40B4-BE49-F238E27FC236}">
                <a16:creationId xmlns:a16="http://schemas.microsoft.com/office/drawing/2014/main" id="{1C29DFF9-89A2-7CCF-1414-A7130A8F22F1}"/>
              </a:ext>
            </a:extLst>
          </p:cNvPr>
          <p:cNvSpPr txBox="1"/>
          <p:nvPr/>
        </p:nvSpPr>
        <p:spPr>
          <a:xfrm>
            <a:off x="1014507" y="1564576"/>
            <a:ext cx="4224170" cy="1077218"/>
          </a:xfrm>
          <a:prstGeom prst="rect">
            <a:avLst/>
          </a:prstGeom>
          <a:noFill/>
        </p:spPr>
        <p:txBody>
          <a:bodyPr wrap="none" rtlCol="0">
            <a:spAutoFit/>
          </a:bodyPr>
          <a:lstStyle/>
          <a:p>
            <a:pPr algn="ctr" rtl="1"/>
            <a:r>
              <a:rPr lang="ar-JO" sz="3200" dirty="0"/>
              <a:t>دليل الإمكان والوجوب</a:t>
            </a:r>
            <a:br>
              <a:rPr lang="en-US" sz="3200" dirty="0"/>
            </a:br>
            <a:r>
              <a:rPr lang="en-US" sz="3200" dirty="0"/>
              <a:t>Contingency Argument</a:t>
            </a:r>
          </a:p>
        </p:txBody>
      </p:sp>
      <p:sp>
        <p:nvSpPr>
          <p:cNvPr id="7" name="TextBox 6">
            <a:extLst>
              <a:ext uri="{FF2B5EF4-FFF2-40B4-BE49-F238E27FC236}">
                <a16:creationId xmlns:a16="http://schemas.microsoft.com/office/drawing/2014/main" id="{11DD60CA-0F76-7B86-38A2-0CD107CDBF69}"/>
              </a:ext>
            </a:extLst>
          </p:cNvPr>
          <p:cNvSpPr txBox="1"/>
          <p:nvPr/>
        </p:nvSpPr>
        <p:spPr>
          <a:xfrm>
            <a:off x="9172575" y="2514600"/>
            <a:ext cx="184731" cy="369332"/>
          </a:xfrm>
          <a:prstGeom prst="rect">
            <a:avLst/>
          </a:prstGeom>
          <a:noFill/>
        </p:spPr>
        <p:txBody>
          <a:bodyPr wrap="none" rtlCol="0">
            <a:spAutoFit/>
          </a:bodyPr>
          <a:lstStyle/>
          <a:p>
            <a:endParaRPr lang="en-US" dirty="0"/>
          </a:p>
        </p:txBody>
      </p:sp>
      <p:graphicFrame>
        <p:nvGraphicFramePr>
          <p:cNvPr id="8" name="Table 7">
            <a:extLst>
              <a:ext uri="{FF2B5EF4-FFF2-40B4-BE49-F238E27FC236}">
                <a16:creationId xmlns:a16="http://schemas.microsoft.com/office/drawing/2014/main" id="{CA1E71C9-A71F-E75A-9E67-E74CB8F1545C}"/>
              </a:ext>
            </a:extLst>
          </p:cNvPr>
          <p:cNvGraphicFramePr>
            <a:graphicFrameLocks noGrp="1"/>
          </p:cNvGraphicFramePr>
          <p:nvPr>
            <p:extLst>
              <p:ext uri="{D42A27DB-BD31-4B8C-83A1-F6EECF244321}">
                <p14:modId xmlns:p14="http://schemas.microsoft.com/office/powerpoint/2010/main" val="816646614"/>
              </p:ext>
            </p:extLst>
          </p:nvPr>
        </p:nvGraphicFramePr>
        <p:xfrm>
          <a:off x="6414572" y="2641794"/>
          <a:ext cx="5584610" cy="3535236"/>
        </p:xfrm>
        <a:graphic>
          <a:graphicData uri="http://schemas.openxmlformats.org/drawingml/2006/table">
            <a:tbl>
              <a:tblPr>
                <a:tableStyleId>{5C22544A-7EE6-4342-B048-85BDC9FD1C3A}</a:tableStyleId>
              </a:tblPr>
              <a:tblGrid>
                <a:gridCol w="5584610">
                  <a:extLst>
                    <a:ext uri="{9D8B030D-6E8A-4147-A177-3AD203B41FA5}">
                      <a16:colId xmlns:a16="http://schemas.microsoft.com/office/drawing/2014/main" val="3952761890"/>
                    </a:ext>
                  </a:extLst>
                </a:gridCol>
              </a:tblGrid>
              <a:tr h="0">
                <a:tc>
                  <a:txBody>
                    <a:bodyPr/>
                    <a:lstStyle/>
                    <a:p>
                      <a:pPr marL="0" marR="0" algn="r" rtl="1">
                        <a:lnSpc>
                          <a:spcPct val="107000"/>
                        </a:lnSpc>
                        <a:spcBef>
                          <a:spcPts val="0"/>
                        </a:spcBef>
                        <a:spcAft>
                          <a:spcPts val="800"/>
                        </a:spcAft>
                      </a:pPr>
                      <a:r>
                        <a:rPr lang="ar-JO" sz="2800" dirty="0">
                          <a:effectLst/>
                        </a:rPr>
                        <a:t>1- كل حادث (موجود بعد عدم) له مُحدِث (سبب)</a:t>
                      </a:r>
                      <a:br>
                        <a:rPr lang="ar-JO" sz="2800" dirty="0">
                          <a:effectLst/>
                        </a:rPr>
                      </a:br>
                      <a:r>
                        <a:rPr lang="ar-JO" sz="2800" dirty="0">
                          <a:effectLst/>
                        </a:rPr>
                        <a:t>2- </a:t>
                      </a:r>
                      <a:r>
                        <a:rPr lang="ar-JO" sz="2800" u="none" dirty="0">
                          <a:effectLst/>
                        </a:rPr>
                        <a:t>العالم حادث</a:t>
                      </a:r>
                      <a:br>
                        <a:rPr lang="ar-JO" sz="2800" u="sng" dirty="0">
                          <a:effectLst/>
                        </a:rPr>
                      </a:br>
                      <a:r>
                        <a:rPr lang="ar-JO" sz="2800" u="none" dirty="0">
                          <a:effectLst/>
                        </a:rPr>
                        <a:t>3- العالم له محدث</a:t>
                      </a:r>
                      <a:br>
                        <a:rPr lang="ar-JO" sz="2200" u="none" dirty="0">
                          <a:effectLst/>
                        </a:rPr>
                      </a:br>
                      <a:br>
                        <a:rPr lang="ar-JO" sz="2200" u="none" dirty="0">
                          <a:effectLst/>
                        </a:rPr>
                      </a:br>
                      <a:r>
                        <a:rPr lang="ar-JO" sz="2800" u="none" dirty="0">
                          <a:effectLst/>
                        </a:rPr>
                        <a:t>نفي 2 يتضمن عالما أزليا حصلت فيه أحداث عددها غير متناه</a:t>
                      </a:r>
                      <a:br>
                        <a:rPr lang="ar-JO" sz="2800" u="none" dirty="0">
                          <a:effectLst/>
                        </a:rPr>
                      </a:br>
                      <a:r>
                        <a:rPr lang="ar-JO" sz="2800" u="none" dirty="0">
                          <a:effectLst/>
                          <a:highlight>
                            <a:srgbClr val="FFFF00"/>
                          </a:highlight>
                        </a:rPr>
                        <a:t> (لا نهاية فعلية </a:t>
                      </a:r>
                      <a:r>
                        <a:rPr lang="en-US" sz="2800" u="none" dirty="0">
                          <a:effectLst/>
                          <a:highlight>
                            <a:srgbClr val="FFFF00"/>
                          </a:highlight>
                        </a:rPr>
                        <a:t>actual infinity</a:t>
                      </a:r>
                      <a:r>
                        <a:rPr lang="ar-JO" sz="2800" u="none" dirty="0">
                          <a:effectLst/>
                          <a:highlight>
                            <a:srgbClr val="FFFF00"/>
                          </a:highlight>
                        </a:rPr>
                        <a:t>)</a:t>
                      </a:r>
                      <a:endParaRPr lang="en-US" sz="2800" u="none" dirty="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txBody>
                  <a:tcPr marL="114300" marR="114300" marT="0" marB="0"/>
                </a:tc>
                <a:extLst>
                  <a:ext uri="{0D108BD9-81ED-4DB2-BD59-A6C34878D82A}">
                    <a16:rowId xmlns:a16="http://schemas.microsoft.com/office/drawing/2014/main" val="3020689772"/>
                  </a:ext>
                </a:extLst>
              </a:tr>
            </a:tbl>
          </a:graphicData>
        </a:graphic>
      </p:graphicFrame>
      <p:sp>
        <p:nvSpPr>
          <p:cNvPr id="11" name="TextBox 10">
            <a:extLst>
              <a:ext uri="{FF2B5EF4-FFF2-40B4-BE49-F238E27FC236}">
                <a16:creationId xmlns:a16="http://schemas.microsoft.com/office/drawing/2014/main" id="{BB84440D-5015-AF0C-CF43-3AA9D8E4BF90}"/>
              </a:ext>
            </a:extLst>
          </p:cNvPr>
          <p:cNvSpPr txBox="1"/>
          <p:nvPr/>
        </p:nvSpPr>
        <p:spPr>
          <a:xfrm>
            <a:off x="0" y="2645811"/>
            <a:ext cx="5948489" cy="3539430"/>
          </a:xfrm>
          <a:prstGeom prst="rect">
            <a:avLst/>
          </a:prstGeom>
          <a:solidFill>
            <a:schemeClr val="bg2"/>
          </a:solidFill>
        </p:spPr>
        <p:txBody>
          <a:bodyPr wrap="square" rtlCol="0">
            <a:spAutoFit/>
          </a:bodyPr>
          <a:lstStyle/>
          <a:p>
            <a:pPr algn="r" rtl="1"/>
            <a:r>
              <a:rPr lang="ar-JO" sz="2800" dirty="0"/>
              <a:t>1- الموجودات إما ممكنة الوجود أو واجبة الوجود</a:t>
            </a:r>
            <a:br>
              <a:rPr lang="ar-JO" sz="2800" dirty="0"/>
            </a:br>
            <a:r>
              <a:rPr lang="ar-JO" sz="2800" dirty="0"/>
              <a:t>2- الممكن يحتاج إلى سبب موجود (ممكن أو واجب)  يرجح وجوده على عدم وجوده</a:t>
            </a:r>
            <a:br>
              <a:rPr lang="ar-JO" sz="2800" dirty="0"/>
            </a:br>
            <a:r>
              <a:rPr lang="ar-JO" sz="2800" dirty="0"/>
              <a:t>3- الدور في سلسلة الأسباب الممكنة مستحيل</a:t>
            </a:r>
            <a:br>
              <a:rPr lang="ar-JO" sz="2800" dirty="0"/>
            </a:br>
            <a:r>
              <a:rPr lang="ar-JO" sz="2800" dirty="0"/>
              <a:t>4- وجود سلسلة لا نهاية لها من الأسباب الممكنة مستحيل </a:t>
            </a:r>
            <a:r>
              <a:rPr lang="ar-JO" sz="2800" u="none" dirty="0">
                <a:effectLst/>
                <a:highlight>
                  <a:srgbClr val="FFFF00"/>
                </a:highlight>
              </a:rPr>
              <a:t>(لا نهاية فعلية </a:t>
            </a:r>
            <a:r>
              <a:rPr lang="en-US" sz="2800" u="none" dirty="0">
                <a:effectLst/>
                <a:highlight>
                  <a:srgbClr val="FFFF00"/>
                </a:highlight>
              </a:rPr>
              <a:t>actual infinity</a:t>
            </a:r>
            <a:r>
              <a:rPr lang="ar-JO" sz="2800" u="none" dirty="0">
                <a:effectLst/>
                <a:highlight>
                  <a:srgbClr val="FFFF00"/>
                </a:highlight>
              </a:rPr>
              <a:t>)</a:t>
            </a:r>
            <a:br>
              <a:rPr lang="ar-JO" sz="2800" dirty="0"/>
            </a:br>
            <a:r>
              <a:rPr lang="ar-JO" sz="2800" dirty="0"/>
              <a:t>5- سلسلة الأسباب يجب أن تنتهي بسبب واجب الوجود لا سبب له</a:t>
            </a:r>
            <a:endParaRPr lang="en-US" sz="2800" dirty="0"/>
          </a:p>
        </p:txBody>
      </p:sp>
      <p:sp>
        <p:nvSpPr>
          <p:cNvPr id="36" name="TextBox 35">
            <a:extLst>
              <a:ext uri="{FF2B5EF4-FFF2-40B4-BE49-F238E27FC236}">
                <a16:creationId xmlns:a16="http://schemas.microsoft.com/office/drawing/2014/main" id="{55B4DD24-207B-8280-23B7-568496559780}"/>
              </a:ext>
            </a:extLst>
          </p:cNvPr>
          <p:cNvSpPr txBox="1"/>
          <p:nvPr/>
        </p:nvSpPr>
        <p:spPr>
          <a:xfrm>
            <a:off x="4472393" y="6156106"/>
            <a:ext cx="3578224" cy="707886"/>
          </a:xfrm>
          <a:prstGeom prst="rect">
            <a:avLst/>
          </a:prstGeom>
          <a:solidFill>
            <a:schemeClr val="accent2"/>
          </a:solidFill>
        </p:spPr>
        <p:txBody>
          <a:bodyPr wrap="none" rtlCol="0">
            <a:spAutoFit/>
          </a:bodyPr>
          <a:lstStyle/>
          <a:p>
            <a:r>
              <a:rPr lang="ar-JO" sz="4000" dirty="0"/>
              <a:t>ضرورة نفي التسلسل</a:t>
            </a:r>
            <a:endParaRPr lang="en-US" sz="4000" dirty="0"/>
          </a:p>
        </p:txBody>
      </p:sp>
    </p:spTree>
    <p:extLst>
      <p:ext uri="{BB962C8B-B14F-4D97-AF65-F5344CB8AC3E}">
        <p14:creationId xmlns:p14="http://schemas.microsoft.com/office/powerpoint/2010/main" val="42531362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1" name="Picture 1" descr="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Ink Drawings&#10;">
            <a:extLst>
              <a:ext uri="{FF2B5EF4-FFF2-40B4-BE49-F238E27FC236}">
                <a16:creationId xmlns:a16="http://schemas.microsoft.com/office/drawing/2014/main" id="{EEED6CCE-B6FF-DE60-5000-D7A60ED3C8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
            <a:ext cx="11239501" cy="6871207"/>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DEDBCEE5-A9E4-8A46-AEB9-66DCD4873859}"/>
              </a:ext>
            </a:extLst>
          </p:cNvPr>
          <p:cNvGrpSpPr/>
          <p:nvPr/>
        </p:nvGrpSpPr>
        <p:grpSpPr>
          <a:xfrm>
            <a:off x="3520935" y="876225"/>
            <a:ext cx="1073160" cy="538560"/>
            <a:chOff x="3520935" y="876225"/>
            <a:chExt cx="1073160" cy="538560"/>
          </a:xfrm>
        </p:grpSpPr>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143F13A-F139-DB25-BE02-B53BC843FD87}"/>
                    </a:ext>
                  </a:extLst>
                </p14:cNvPr>
                <p14:cNvContentPartPr/>
                <p14:nvPr/>
              </p14:nvContentPartPr>
              <p14:xfrm>
                <a:off x="3534615" y="970185"/>
                <a:ext cx="48960" cy="278640"/>
              </p14:xfrm>
            </p:contentPart>
          </mc:Choice>
          <mc:Fallback xmlns="">
            <p:pic>
              <p:nvPicPr>
                <p:cNvPr id="2" name="Ink 1">
                  <a:extLst>
                    <a:ext uri="{FF2B5EF4-FFF2-40B4-BE49-F238E27FC236}">
                      <a16:creationId xmlns:a16="http://schemas.microsoft.com/office/drawing/2014/main" id="{D143F13A-F139-DB25-BE02-B53BC843FD87}"/>
                    </a:ext>
                  </a:extLst>
                </p:cNvPr>
                <p:cNvPicPr/>
                <p:nvPr/>
              </p:nvPicPr>
              <p:blipFill>
                <a:blip r:embed="rId5"/>
                <a:stretch>
                  <a:fillRect/>
                </a:stretch>
              </p:blipFill>
              <p:spPr>
                <a:xfrm>
                  <a:off x="3528495" y="964065"/>
                  <a:ext cx="6120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FDC60B80-2CCB-69DB-F944-6EABF553356A}"/>
                    </a:ext>
                  </a:extLst>
                </p14:cNvPr>
                <p14:cNvContentPartPr/>
                <p14:nvPr/>
              </p14:nvContentPartPr>
              <p14:xfrm>
                <a:off x="3520935" y="876225"/>
                <a:ext cx="32760" cy="33840"/>
              </p14:xfrm>
            </p:contentPart>
          </mc:Choice>
          <mc:Fallback xmlns="">
            <p:pic>
              <p:nvPicPr>
                <p:cNvPr id="3" name="Ink 2">
                  <a:extLst>
                    <a:ext uri="{FF2B5EF4-FFF2-40B4-BE49-F238E27FC236}">
                      <a16:creationId xmlns:a16="http://schemas.microsoft.com/office/drawing/2014/main" id="{FDC60B80-2CCB-69DB-F944-6EABF553356A}"/>
                    </a:ext>
                  </a:extLst>
                </p:cNvPr>
                <p:cNvPicPr/>
                <p:nvPr/>
              </p:nvPicPr>
              <p:blipFill>
                <a:blip r:embed="rId7"/>
                <a:stretch>
                  <a:fillRect/>
                </a:stretch>
              </p:blipFill>
              <p:spPr>
                <a:xfrm>
                  <a:off x="3514815" y="870105"/>
                  <a:ext cx="450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C2A9DD56-A402-0F3A-BF03-275FD7479186}"/>
                    </a:ext>
                  </a:extLst>
                </p14:cNvPr>
                <p14:cNvContentPartPr/>
                <p14:nvPr/>
              </p14:nvContentPartPr>
              <p14:xfrm>
                <a:off x="3608775" y="1118145"/>
                <a:ext cx="113400" cy="133560"/>
              </p14:xfrm>
            </p:contentPart>
          </mc:Choice>
          <mc:Fallback xmlns="">
            <p:pic>
              <p:nvPicPr>
                <p:cNvPr id="4" name="Ink 3">
                  <a:extLst>
                    <a:ext uri="{FF2B5EF4-FFF2-40B4-BE49-F238E27FC236}">
                      <a16:creationId xmlns:a16="http://schemas.microsoft.com/office/drawing/2014/main" id="{C2A9DD56-A402-0F3A-BF03-275FD7479186}"/>
                    </a:ext>
                  </a:extLst>
                </p:cNvPr>
                <p:cNvPicPr/>
                <p:nvPr/>
              </p:nvPicPr>
              <p:blipFill>
                <a:blip r:embed="rId9"/>
                <a:stretch>
                  <a:fillRect/>
                </a:stretch>
              </p:blipFill>
              <p:spPr>
                <a:xfrm>
                  <a:off x="3602655" y="1112025"/>
                  <a:ext cx="12564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0B0DA58F-E749-3D09-1349-0422279ECAC5}"/>
                    </a:ext>
                  </a:extLst>
                </p14:cNvPr>
                <p14:cNvContentPartPr/>
                <p14:nvPr/>
              </p14:nvContentPartPr>
              <p14:xfrm>
                <a:off x="3813255" y="961185"/>
                <a:ext cx="143640" cy="424440"/>
              </p14:xfrm>
            </p:contentPart>
          </mc:Choice>
          <mc:Fallback xmlns="">
            <p:pic>
              <p:nvPicPr>
                <p:cNvPr id="5" name="Ink 4">
                  <a:extLst>
                    <a:ext uri="{FF2B5EF4-FFF2-40B4-BE49-F238E27FC236}">
                      <a16:creationId xmlns:a16="http://schemas.microsoft.com/office/drawing/2014/main" id="{0B0DA58F-E749-3D09-1349-0422279ECAC5}"/>
                    </a:ext>
                  </a:extLst>
                </p:cNvPr>
                <p:cNvPicPr/>
                <p:nvPr/>
              </p:nvPicPr>
              <p:blipFill>
                <a:blip r:embed="rId11"/>
                <a:stretch>
                  <a:fillRect/>
                </a:stretch>
              </p:blipFill>
              <p:spPr>
                <a:xfrm>
                  <a:off x="3807135" y="955065"/>
                  <a:ext cx="155880" cy="436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 name="Ink 5">
                  <a:extLst>
                    <a:ext uri="{FF2B5EF4-FFF2-40B4-BE49-F238E27FC236}">
                      <a16:creationId xmlns:a16="http://schemas.microsoft.com/office/drawing/2014/main" id="{103A0398-69B1-8A28-760E-6B5EDC8A486C}"/>
                    </a:ext>
                  </a:extLst>
                </p14:cNvPr>
                <p14:cNvContentPartPr/>
                <p14:nvPr/>
              </p14:nvContentPartPr>
              <p14:xfrm>
                <a:off x="3756015" y="1171785"/>
                <a:ext cx="187200" cy="24120"/>
              </p14:xfrm>
            </p:contentPart>
          </mc:Choice>
          <mc:Fallback xmlns="">
            <p:pic>
              <p:nvPicPr>
                <p:cNvPr id="6" name="Ink 5">
                  <a:extLst>
                    <a:ext uri="{FF2B5EF4-FFF2-40B4-BE49-F238E27FC236}">
                      <a16:creationId xmlns:a16="http://schemas.microsoft.com/office/drawing/2014/main" id="{103A0398-69B1-8A28-760E-6B5EDC8A486C}"/>
                    </a:ext>
                  </a:extLst>
                </p:cNvPr>
                <p:cNvPicPr/>
                <p:nvPr/>
              </p:nvPicPr>
              <p:blipFill>
                <a:blip r:embed="rId13"/>
                <a:stretch>
                  <a:fillRect/>
                </a:stretch>
              </p:blipFill>
              <p:spPr>
                <a:xfrm>
                  <a:off x="3749895" y="1165665"/>
                  <a:ext cx="19944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 name="Ink 6">
                  <a:extLst>
                    <a:ext uri="{FF2B5EF4-FFF2-40B4-BE49-F238E27FC236}">
                      <a16:creationId xmlns:a16="http://schemas.microsoft.com/office/drawing/2014/main" id="{F957DF8E-5E2E-22A7-AC3C-2034636651F0}"/>
                    </a:ext>
                  </a:extLst>
                </p14:cNvPr>
                <p14:cNvContentPartPr/>
                <p14:nvPr/>
              </p14:nvContentPartPr>
              <p14:xfrm>
                <a:off x="3978495" y="1046505"/>
                <a:ext cx="97200" cy="210240"/>
              </p14:xfrm>
            </p:contentPart>
          </mc:Choice>
          <mc:Fallback xmlns="">
            <p:pic>
              <p:nvPicPr>
                <p:cNvPr id="7" name="Ink 6">
                  <a:extLst>
                    <a:ext uri="{FF2B5EF4-FFF2-40B4-BE49-F238E27FC236}">
                      <a16:creationId xmlns:a16="http://schemas.microsoft.com/office/drawing/2014/main" id="{F957DF8E-5E2E-22A7-AC3C-2034636651F0}"/>
                    </a:ext>
                  </a:extLst>
                </p:cNvPr>
                <p:cNvPicPr/>
                <p:nvPr/>
              </p:nvPicPr>
              <p:blipFill>
                <a:blip r:embed="rId15"/>
                <a:stretch>
                  <a:fillRect/>
                </a:stretch>
              </p:blipFill>
              <p:spPr>
                <a:xfrm>
                  <a:off x="3972375" y="1040385"/>
                  <a:ext cx="10944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 name="Ink 7">
                  <a:extLst>
                    <a:ext uri="{FF2B5EF4-FFF2-40B4-BE49-F238E27FC236}">
                      <a16:creationId xmlns:a16="http://schemas.microsoft.com/office/drawing/2014/main" id="{DBA6BC20-B55F-E5CF-C5C7-0CE35F1DF7BB}"/>
                    </a:ext>
                  </a:extLst>
                </p14:cNvPr>
                <p14:cNvContentPartPr/>
                <p14:nvPr/>
              </p14:nvContentPartPr>
              <p14:xfrm>
                <a:off x="4052295" y="1151985"/>
                <a:ext cx="129600" cy="120240"/>
              </p14:xfrm>
            </p:contentPart>
          </mc:Choice>
          <mc:Fallback xmlns="">
            <p:pic>
              <p:nvPicPr>
                <p:cNvPr id="8" name="Ink 7">
                  <a:extLst>
                    <a:ext uri="{FF2B5EF4-FFF2-40B4-BE49-F238E27FC236}">
                      <a16:creationId xmlns:a16="http://schemas.microsoft.com/office/drawing/2014/main" id="{DBA6BC20-B55F-E5CF-C5C7-0CE35F1DF7BB}"/>
                    </a:ext>
                  </a:extLst>
                </p:cNvPr>
                <p:cNvPicPr/>
                <p:nvPr/>
              </p:nvPicPr>
              <p:blipFill>
                <a:blip r:embed="rId17"/>
                <a:stretch>
                  <a:fillRect/>
                </a:stretch>
              </p:blipFill>
              <p:spPr>
                <a:xfrm>
                  <a:off x="4046175" y="1145865"/>
                  <a:ext cx="14184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 name="Ink 8">
                  <a:extLst>
                    <a:ext uri="{FF2B5EF4-FFF2-40B4-BE49-F238E27FC236}">
                      <a16:creationId xmlns:a16="http://schemas.microsoft.com/office/drawing/2014/main" id="{19E270A3-216A-A8B6-B537-10CF2C3BF3C4}"/>
                    </a:ext>
                  </a:extLst>
                </p14:cNvPr>
                <p14:cNvContentPartPr/>
                <p14:nvPr/>
              </p14:nvContentPartPr>
              <p14:xfrm>
                <a:off x="4234815" y="1149105"/>
                <a:ext cx="82800" cy="134640"/>
              </p14:xfrm>
            </p:contentPart>
          </mc:Choice>
          <mc:Fallback xmlns="">
            <p:pic>
              <p:nvPicPr>
                <p:cNvPr id="9" name="Ink 8">
                  <a:extLst>
                    <a:ext uri="{FF2B5EF4-FFF2-40B4-BE49-F238E27FC236}">
                      <a16:creationId xmlns:a16="http://schemas.microsoft.com/office/drawing/2014/main" id="{19E270A3-216A-A8B6-B537-10CF2C3BF3C4}"/>
                    </a:ext>
                  </a:extLst>
                </p:cNvPr>
                <p:cNvPicPr/>
                <p:nvPr/>
              </p:nvPicPr>
              <p:blipFill>
                <a:blip r:embed="rId19"/>
                <a:stretch>
                  <a:fillRect/>
                </a:stretch>
              </p:blipFill>
              <p:spPr>
                <a:xfrm>
                  <a:off x="4228695" y="1142985"/>
                  <a:ext cx="9504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Ink 9">
                  <a:extLst>
                    <a:ext uri="{FF2B5EF4-FFF2-40B4-BE49-F238E27FC236}">
                      <a16:creationId xmlns:a16="http://schemas.microsoft.com/office/drawing/2014/main" id="{1DFC4280-90A3-B5CA-DEDB-2752895908C5}"/>
                    </a:ext>
                  </a:extLst>
                </p14:cNvPr>
                <p14:cNvContentPartPr/>
                <p14:nvPr/>
              </p14:nvContentPartPr>
              <p14:xfrm>
                <a:off x="4337415" y="985305"/>
                <a:ext cx="9720" cy="26640"/>
              </p14:xfrm>
            </p:contentPart>
          </mc:Choice>
          <mc:Fallback xmlns="">
            <p:pic>
              <p:nvPicPr>
                <p:cNvPr id="10" name="Ink 9">
                  <a:extLst>
                    <a:ext uri="{FF2B5EF4-FFF2-40B4-BE49-F238E27FC236}">
                      <a16:creationId xmlns:a16="http://schemas.microsoft.com/office/drawing/2014/main" id="{1DFC4280-90A3-B5CA-DEDB-2752895908C5}"/>
                    </a:ext>
                  </a:extLst>
                </p:cNvPr>
                <p:cNvPicPr/>
                <p:nvPr/>
              </p:nvPicPr>
              <p:blipFill>
                <a:blip r:embed="rId21"/>
                <a:stretch>
                  <a:fillRect/>
                </a:stretch>
              </p:blipFill>
              <p:spPr>
                <a:xfrm>
                  <a:off x="4331295" y="979185"/>
                  <a:ext cx="2196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 name="Ink 10">
                  <a:extLst>
                    <a:ext uri="{FF2B5EF4-FFF2-40B4-BE49-F238E27FC236}">
                      <a16:creationId xmlns:a16="http://schemas.microsoft.com/office/drawing/2014/main" id="{35F041E2-AD38-75BE-27E6-864EF9247414}"/>
                    </a:ext>
                  </a:extLst>
                </p14:cNvPr>
                <p14:cNvContentPartPr/>
                <p14:nvPr/>
              </p14:nvContentPartPr>
              <p14:xfrm>
                <a:off x="4372695" y="1080345"/>
                <a:ext cx="65160" cy="163440"/>
              </p14:xfrm>
            </p:contentPart>
          </mc:Choice>
          <mc:Fallback xmlns="">
            <p:pic>
              <p:nvPicPr>
                <p:cNvPr id="11" name="Ink 10">
                  <a:extLst>
                    <a:ext uri="{FF2B5EF4-FFF2-40B4-BE49-F238E27FC236}">
                      <a16:creationId xmlns:a16="http://schemas.microsoft.com/office/drawing/2014/main" id="{35F041E2-AD38-75BE-27E6-864EF9247414}"/>
                    </a:ext>
                  </a:extLst>
                </p:cNvPr>
                <p:cNvPicPr/>
                <p:nvPr/>
              </p:nvPicPr>
              <p:blipFill>
                <a:blip r:embed="rId23"/>
                <a:stretch>
                  <a:fillRect/>
                </a:stretch>
              </p:blipFill>
              <p:spPr>
                <a:xfrm>
                  <a:off x="4366575" y="1074225"/>
                  <a:ext cx="7740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 name="Ink 11">
                  <a:extLst>
                    <a:ext uri="{FF2B5EF4-FFF2-40B4-BE49-F238E27FC236}">
                      <a16:creationId xmlns:a16="http://schemas.microsoft.com/office/drawing/2014/main" id="{73164BD3-C5E2-3668-FE42-C2B53CCDDA41}"/>
                    </a:ext>
                  </a:extLst>
                </p14:cNvPr>
                <p14:cNvContentPartPr/>
                <p14:nvPr/>
              </p14:nvContentPartPr>
              <p14:xfrm>
                <a:off x="4361535" y="1168185"/>
                <a:ext cx="232560" cy="246600"/>
              </p14:xfrm>
            </p:contentPart>
          </mc:Choice>
          <mc:Fallback xmlns="">
            <p:pic>
              <p:nvPicPr>
                <p:cNvPr id="12" name="Ink 11">
                  <a:extLst>
                    <a:ext uri="{FF2B5EF4-FFF2-40B4-BE49-F238E27FC236}">
                      <a16:creationId xmlns:a16="http://schemas.microsoft.com/office/drawing/2014/main" id="{73164BD3-C5E2-3668-FE42-C2B53CCDDA41}"/>
                    </a:ext>
                  </a:extLst>
                </p:cNvPr>
                <p:cNvPicPr/>
                <p:nvPr/>
              </p:nvPicPr>
              <p:blipFill>
                <a:blip r:embed="rId25"/>
                <a:stretch>
                  <a:fillRect/>
                </a:stretch>
              </p:blipFill>
              <p:spPr>
                <a:xfrm>
                  <a:off x="4355415" y="1162065"/>
                  <a:ext cx="244800" cy="258840"/>
                </a:xfrm>
                <a:prstGeom prst="rect">
                  <a:avLst/>
                </a:prstGeom>
              </p:spPr>
            </p:pic>
          </mc:Fallback>
        </mc:AlternateContent>
      </p:grpSp>
      <p:grpSp>
        <p:nvGrpSpPr>
          <p:cNvPr id="24" name="Group 23">
            <a:extLst>
              <a:ext uri="{FF2B5EF4-FFF2-40B4-BE49-F238E27FC236}">
                <a16:creationId xmlns:a16="http://schemas.microsoft.com/office/drawing/2014/main" id="{124FFCD5-1FF5-49D0-8BB6-9B705893EE6F}"/>
              </a:ext>
            </a:extLst>
          </p:cNvPr>
          <p:cNvGrpSpPr/>
          <p:nvPr/>
        </p:nvGrpSpPr>
        <p:grpSpPr>
          <a:xfrm>
            <a:off x="337095" y="2183385"/>
            <a:ext cx="1485360" cy="465480"/>
            <a:chOff x="337095" y="2183385"/>
            <a:chExt cx="1485360" cy="465480"/>
          </a:xfrm>
        </p:grpSpPr>
        <mc:AlternateContent xmlns:mc="http://schemas.openxmlformats.org/markup-compatibility/2006" xmlns:p14="http://schemas.microsoft.com/office/powerpoint/2010/main">
          <mc:Choice Requires="p14">
            <p:contentPart p14:bwMode="auto" r:id="rId26">
              <p14:nvContentPartPr>
                <p14:cNvPr id="14" name="Ink 13">
                  <a:extLst>
                    <a:ext uri="{FF2B5EF4-FFF2-40B4-BE49-F238E27FC236}">
                      <a16:creationId xmlns:a16="http://schemas.microsoft.com/office/drawing/2014/main" id="{D29D665E-D2A9-76C1-9DDE-F95DDB0D0EE7}"/>
                    </a:ext>
                  </a:extLst>
                </p14:cNvPr>
                <p14:cNvContentPartPr/>
                <p14:nvPr/>
              </p14:nvContentPartPr>
              <p14:xfrm>
                <a:off x="337095" y="2322705"/>
                <a:ext cx="162000" cy="326160"/>
              </p14:xfrm>
            </p:contentPart>
          </mc:Choice>
          <mc:Fallback xmlns="">
            <p:pic>
              <p:nvPicPr>
                <p:cNvPr id="14" name="Ink 13">
                  <a:extLst>
                    <a:ext uri="{FF2B5EF4-FFF2-40B4-BE49-F238E27FC236}">
                      <a16:creationId xmlns:a16="http://schemas.microsoft.com/office/drawing/2014/main" id="{D29D665E-D2A9-76C1-9DDE-F95DDB0D0EE7}"/>
                    </a:ext>
                  </a:extLst>
                </p:cNvPr>
                <p:cNvPicPr/>
                <p:nvPr/>
              </p:nvPicPr>
              <p:blipFill>
                <a:blip r:embed="rId27"/>
                <a:stretch>
                  <a:fillRect/>
                </a:stretch>
              </p:blipFill>
              <p:spPr>
                <a:xfrm>
                  <a:off x="330975" y="2316585"/>
                  <a:ext cx="17424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 name="Ink 14">
                  <a:extLst>
                    <a:ext uri="{FF2B5EF4-FFF2-40B4-BE49-F238E27FC236}">
                      <a16:creationId xmlns:a16="http://schemas.microsoft.com/office/drawing/2014/main" id="{31EFDA04-25B0-9DAF-D1D6-C62D5F30C157}"/>
                    </a:ext>
                  </a:extLst>
                </p14:cNvPr>
                <p14:cNvContentPartPr/>
                <p14:nvPr/>
              </p14:nvContentPartPr>
              <p14:xfrm>
                <a:off x="514575" y="2343945"/>
                <a:ext cx="136800" cy="165960"/>
              </p14:xfrm>
            </p:contentPart>
          </mc:Choice>
          <mc:Fallback xmlns="">
            <p:pic>
              <p:nvPicPr>
                <p:cNvPr id="15" name="Ink 14">
                  <a:extLst>
                    <a:ext uri="{FF2B5EF4-FFF2-40B4-BE49-F238E27FC236}">
                      <a16:creationId xmlns:a16="http://schemas.microsoft.com/office/drawing/2014/main" id="{31EFDA04-25B0-9DAF-D1D6-C62D5F30C157}"/>
                    </a:ext>
                  </a:extLst>
                </p:cNvPr>
                <p:cNvPicPr/>
                <p:nvPr/>
              </p:nvPicPr>
              <p:blipFill>
                <a:blip r:embed="rId29"/>
                <a:stretch>
                  <a:fillRect/>
                </a:stretch>
              </p:blipFill>
              <p:spPr>
                <a:xfrm>
                  <a:off x="508455" y="2337825"/>
                  <a:ext cx="14904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 name="Ink 15">
                  <a:extLst>
                    <a:ext uri="{FF2B5EF4-FFF2-40B4-BE49-F238E27FC236}">
                      <a16:creationId xmlns:a16="http://schemas.microsoft.com/office/drawing/2014/main" id="{1856FB84-8EE3-77C4-44D0-F6714E8AA3CB}"/>
                    </a:ext>
                  </a:extLst>
                </p14:cNvPr>
                <p14:cNvContentPartPr/>
                <p14:nvPr/>
              </p14:nvContentPartPr>
              <p14:xfrm>
                <a:off x="770895" y="2183385"/>
                <a:ext cx="7920" cy="290160"/>
              </p14:xfrm>
            </p:contentPart>
          </mc:Choice>
          <mc:Fallback xmlns="">
            <p:pic>
              <p:nvPicPr>
                <p:cNvPr id="16" name="Ink 15">
                  <a:extLst>
                    <a:ext uri="{FF2B5EF4-FFF2-40B4-BE49-F238E27FC236}">
                      <a16:creationId xmlns:a16="http://schemas.microsoft.com/office/drawing/2014/main" id="{1856FB84-8EE3-77C4-44D0-F6714E8AA3CB}"/>
                    </a:ext>
                  </a:extLst>
                </p:cNvPr>
                <p:cNvPicPr/>
                <p:nvPr/>
              </p:nvPicPr>
              <p:blipFill>
                <a:blip r:embed="rId31"/>
                <a:stretch>
                  <a:fillRect/>
                </a:stretch>
              </p:blipFill>
              <p:spPr>
                <a:xfrm>
                  <a:off x="764775" y="2177265"/>
                  <a:ext cx="2016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7" name="Ink 16">
                  <a:extLst>
                    <a:ext uri="{FF2B5EF4-FFF2-40B4-BE49-F238E27FC236}">
                      <a16:creationId xmlns:a16="http://schemas.microsoft.com/office/drawing/2014/main" id="{7EB0767F-08AA-F467-1C35-EF9A7506414C}"/>
                    </a:ext>
                  </a:extLst>
                </p14:cNvPr>
                <p14:cNvContentPartPr/>
                <p14:nvPr/>
              </p14:nvContentPartPr>
              <p14:xfrm>
                <a:off x="657135" y="2363025"/>
                <a:ext cx="182880" cy="7920"/>
              </p14:xfrm>
            </p:contentPart>
          </mc:Choice>
          <mc:Fallback xmlns="">
            <p:pic>
              <p:nvPicPr>
                <p:cNvPr id="17" name="Ink 16">
                  <a:extLst>
                    <a:ext uri="{FF2B5EF4-FFF2-40B4-BE49-F238E27FC236}">
                      <a16:creationId xmlns:a16="http://schemas.microsoft.com/office/drawing/2014/main" id="{7EB0767F-08AA-F467-1C35-EF9A7506414C}"/>
                    </a:ext>
                  </a:extLst>
                </p:cNvPr>
                <p:cNvPicPr/>
                <p:nvPr/>
              </p:nvPicPr>
              <p:blipFill>
                <a:blip r:embed="rId33"/>
                <a:stretch>
                  <a:fillRect/>
                </a:stretch>
              </p:blipFill>
              <p:spPr>
                <a:xfrm>
                  <a:off x="651015" y="2356905"/>
                  <a:ext cx="19512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 name="Ink 17">
                  <a:extLst>
                    <a:ext uri="{FF2B5EF4-FFF2-40B4-BE49-F238E27FC236}">
                      <a16:creationId xmlns:a16="http://schemas.microsoft.com/office/drawing/2014/main" id="{F29C053D-98DD-827E-ECB1-D94EAEA2E010}"/>
                    </a:ext>
                  </a:extLst>
                </p14:cNvPr>
                <p14:cNvContentPartPr/>
                <p14:nvPr/>
              </p14:nvContentPartPr>
              <p14:xfrm>
                <a:off x="856935" y="2349705"/>
                <a:ext cx="151200" cy="132840"/>
              </p14:xfrm>
            </p:contentPart>
          </mc:Choice>
          <mc:Fallback xmlns="">
            <p:pic>
              <p:nvPicPr>
                <p:cNvPr id="18" name="Ink 17">
                  <a:extLst>
                    <a:ext uri="{FF2B5EF4-FFF2-40B4-BE49-F238E27FC236}">
                      <a16:creationId xmlns:a16="http://schemas.microsoft.com/office/drawing/2014/main" id="{F29C053D-98DD-827E-ECB1-D94EAEA2E010}"/>
                    </a:ext>
                  </a:extLst>
                </p:cNvPr>
                <p:cNvPicPr/>
                <p:nvPr/>
              </p:nvPicPr>
              <p:blipFill>
                <a:blip r:embed="rId35"/>
                <a:stretch>
                  <a:fillRect/>
                </a:stretch>
              </p:blipFill>
              <p:spPr>
                <a:xfrm>
                  <a:off x="850815" y="2343585"/>
                  <a:ext cx="1634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9" name="Ink 18">
                  <a:extLst>
                    <a:ext uri="{FF2B5EF4-FFF2-40B4-BE49-F238E27FC236}">
                      <a16:creationId xmlns:a16="http://schemas.microsoft.com/office/drawing/2014/main" id="{7B0721F4-B41D-F0DE-1696-D86CD885016F}"/>
                    </a:ext>
                  </a:extLst>
                </p14:cNvPr>
                <p14:cNvContentPartPr/>
                <p14:nvPr/>
              </p14:nvContentPartPr>
              <p14:xfrm>
                <a:off x="1002735" y="2354025"/>
                <a:ext cx="109440" cy="142200"/>
              </p14:xfrm>
            </p:contentPart>
          </mc:Choice>
          <mc:Fallback xmlns="">
            <p:pic>
              <p:nvPicPr>
                <p:cNvPr id="19" name="Ink 18">
                  <a:extLst>
                    <a:ext uri="{FF2B5EF4-FFF2-40B4-BE49-F238E27FC236}">
                      <a16:creationId xmlns:a16="http://schemas.microsoft.com/office/drawing/2014/main" id="{7B0721F4-B41D-F0DE-1696-D86CD885016F}"/>
                    </a:ext>
                  </a:extLst>
                </p:cNvPr>
                <p:cNvPicPr/>
                <p:nvPr/>
              </p:nvPicPr>
              <p:blipFill>
                <a:blip r:embed="rId37"/>
                <a:stretch>
                  <a:fillRect/>
                </a:stretch>
              </p:blipFill>
              <p:spPr>
                <a:xfrm>
                  <a:off x="996615" y="2347905"/>
                  <a:ext cx="12168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0" name="Ink 19">
                  <a:extLst>
                    <a:ext uri="{FF2B5EF4-FFF2-40B4-BE49-F238E27FC236}">
                      <a16:creationId xmlns:a16="http://schemas.microsoft.com/office/drawing/2014/main" id="{90351484-567B-20A1-3B1B-F5BEE8B8AF3C}"/>
                    </a:ext>
                  </a:extLst>
                </p14:cNvPr>
                <p14:cNvContentPartPr/>
                <p14:nvPr/>
              </p14:nvContentPartPr>
              <p14:xfrm>
                <a:off x="1220535" y="2206785"/>
                <a:ext cx="86400" cy="280440"/>
              </p14:xfrm>
            </p:contentPart>
          </mc:Choice>
          <mc:Fallback xmlns="">
            <p:pic>
              <p:nvPicPr>
                <p:cNvPr id="20" name="Ink 19">
                  <a:extLst>
                    <a:ext uri="{FF2B5EF4-FFF2-40B4-BE49-F238E27FC236}">
                      <a16:creationId xmlns:a16="http://schemas.microsoft.com/office/drawing/2014/main" id="{90351484-567B-20A1-3B1B-F5BEE8B8AF3C}"/>
                    </a:ext>
                  </a:extLst>
                </p:cNvPr>
                <p:cNvPicPr/>
                <p:nvPr/>
              </p:nvPicPr>
              <p:blipFill>
                <a:blip r:embed="rId39"/>
                <a:stretch>
                  <a:fillRect/>
                </a:stretch>
              </p:blipFill>
              <p:spPr>
                <a:xfrm>
                  <a:off x="1214415" y="2200665"/>
                  <a:ext cx="9864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1" name="Ink 20">
                  <a:extLst>
                    <a:ext uri="{FF2B5EF4-FFF2-40B4-BE49-F238E27FC236}">
                      <a16:creationId xmlns:a16="http://schemas.microsoft.com/office/drawing/2014/main" id="{8A292397-7F4B-1EC5-E76E-8233C24ACF13}"/>
                    </a:ext>
                  </a:extLst>
                </p14:cNvPr>
                <p14:cNvContentPartPr/>
                <p14:nvPr/>
              </p14:nvContentPartPr>
              <p14:xfrm>
                <a:off x="1175175" y="2333145"/>
                <a:ext cx="155520" cy="31680"/>
              </p14:xfrm>
            </p:contentPart>
          </mc:Choice>
          <mc:Fallback xmlns="">
            <p:pic>
              <p:nvPicPr>
                <p:cNvPr id="21" name="Ink 20">
                  <a:extLst>
                    <a:ext uri="{FF2B5EF4-FFF2-40B4-BE49-F238E27FC236}">
                      <a16:creationId xmlns:a16="http://schemas.microsoft.com/office/drawing/2014/main" id="{8A292397-7F4B-1EC5-E76E-8233C24ACF13}"/>
                    </a:ext>
                  </a:extLst>
                </p:cNvPr>
                <p:cNvPicPr/>
                <p:nvPr/>
              </p:nvPicPr>
              <p:blipFill>
                <a:blip r:embed="rId41"/>
                <a:stretch>
                  <a:fillRect/>
                </a:stretch>
              </p:blipFill>
              <p:spPr>
                <a:xfrm>
                  <a:off x="1169055" y="2327025"/>
                  <a:ext cx="16776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2" name="Ink 21">
                  <a:extLst>
                    <a:ext uri="{FF2B5EF4-FFF2-40B4-BE49-F238E27FC236}">
                      <a16:creationId xmlns:a16="http://schemas.microsoft.com/office/drawing/2014/main" id="{0E0D8ABE-089D-2073-D3C5-39F0B8F4AB1C}"/>
                    </a:ext>
                  </a:extLst>
                </p14:cNvPr>
                <p14:cNvContentPartPr/>
                <p14:nvPr/>
              </p14:nvContentPartPr>
              <p14:xfrm>
                <a:off x="1405935" y="2270865"/>
                <a:ext cx="66240" cy="203400"/>
              </p14:xfrm>
            </p:contentPart>
          </mc:Choice>
          <mc:Fallback xmlns="">
            <p:pic>
              <p:nvPicPr>
                <p:cNvPr id="22" name="Ink 21">
                  <a:extLst>
                    <a:ext uri="{FF2B5EF4-FFF2-40B4-BE49-F238E27FC236}">
                      <a16:creationId xmlns:a16="http://schemas.microsoft.com/office/drawing/2014/main" id="{0E0D8ABE-089D-2073-D3C5-39F0B8F4AB1C}"/>
                    </a:ext>
                  </a:extLst>
                </p:cNvPr>
                <p:cNvPicPr/>
                <p:nvPr/>
              </p:nvPicPr>
              <p:blipFill>
                <a:blip r:embed="rId43"/>
                <a:stretch>
                  <a:fillRect/>
                </a:stretch>
              </p:blipFill>
              <p:spPr>
                <a:xfrm>
                  <a:off x="1399815" y="2264745"/>
                  <a:ext cx="7848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3" name="Ink 22">
                  <a:extLst>
                    <a:ext uri="{FF2B5EF4-FFF2-40B4-BE49-F238E27FC236}">
                      <a16:creationId xmlns:a16="http://schemas.microsoft.com/office/drawing/2014/main" id="{50F5E862-0980-D3D2-2034-938486730926}"/>
                    </a:ext>
                  </a:extLst>
                </p14:cNvPr>
                <p14:cNvContentPartPr/>
                <p14:nvPr/>
              </p14:nvContentPartPr>
              <p14:xfrm>
                <a:off x="1461735" y="2197425"/>
                <a:ext cx="360720" cy="294480"/>
              </p14:xfrm>
            </p:contentPart>
          </mc:Choice>
          <mc:Fallback xmlns="">
            <p:pic>
              <p:nvPicPr>
                <p:cNvPr id="23" name="Ink 22">
                  <a:extLst>
                    <a:ext uri="{FF2B5EF4-FFF2-40B4-BE49-F238E27FC236}">
                      <a16:creationId xmlns:a16="http://schemas.microsoft.com/office/drawing/2014/main" id="{50F5E862-0980-D3D2-2034-938486730926}"/>
                    </a:ext>
                  </a:extLst>
                </p:cNvPr>
                <p:cNvPicPr/>
                <p:nvPr/>
              </p:nvPicPr>
              <p:blipFill>
                <a:blip r:embed="rId45"/>
                <a:stretch>
                  <a:fillRect/>
                </a:stretch>
              </p:blipFill>
              <p:spPr>
                <a:xfrm>
                  <a:off x="1455615" y="2191305"/>
                  <a:ext cx="372960" cy="306720"/>
                </a:xfrm>
                <a:prstGeom prst="rect">
                  <a:avLst/>
                </a:prstGeom>
              </p:spPr>
            </p:pic>
          </mc:Fallback>
        </mc:AlternateContent>
      </p:grpSp>
      <p:grpSp>
        <p:nvGrpSpPr>
          <p:cNvPr id="32" name="Group 31">
            <a:extLst>
              <a:ext uri="{FF2B5EF4-FFF2-40B4-BE49-F238E27FC236}">
                <a16:creationId xmlns:a16="http://schemas.microsoft.com/office/drawing/2014/main" id="{78DBA972-3B78-5901-B73D-05722AD52693}"/>
              </a:ext>
            </a:extLst>
          </p:cNvPr>
          <p:cNvGrpSpPr/>
          <p:nvPr/>
        </p:nvGrpSpPr>
        <p:grpSpPr>
          <a:xfrm>
            <a:off x="6769575" y="1026345"/>
            <a:ext cx="1171800" cy="306720"/>
            <a:chOff x="6769575" y="1026345"/>
            <a:chExt cx="1171800" cy="306720"/>
          </a:xfrm>
        </p:grpSpPr>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440D8D10-5B0B-4D61-497A-978EE61660FF}"/>
                    </a:ext>
                  </a:extLst>
                </p14:cNvPr>
                <p14:cNvContentPartPr/>
                <p14:nvPr/>
              </p14:nvContentPartPr>
              <p14:xfrm>
                <a:off x="6769575" y="1135785"/>
                <a:ext cx="187200" cy="124560"/>
              </p14:xfrm>
            </p:contentPart>
          </mc:Choice>
          <mc:Fallback xmlns="">
            <p:pic>
              <p:nvPicPr>
                <p:cNvPr id="25" name="Ink 24">
                  <a:extLst>
                    <a:ext uri="{FF2B5EF4-FFF2-40B4-BE49-F238E27FC236}">
                      <a16:creationId xmlns:a16="http://schemas.microsoft.com/office/drawing/2014/main" id="{440D8D10-5B0B-4D61-497A-978EE61660FF}"/>
                    </a:ext>
                  </a:extLst>
                </p:cNvPr>
                <p:cNvPicPr/>
                <p:nvPr/>
              </p:nvPicPr>
              <p:blipFill>
                <a:blip r:embed="rId47"/>
                <a:stretch>
                  <a:fillRect/>
                </a:stretch>
              </p:blipFill>
              <p:spPr>
                <a:xfrm>
                  <a:off x="6763455" y="1129665"/>
                  <a:ext cx="19944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1AFFD642-B40D-1C0E-B359-C0D31183D058}"/>
                    </a:ext>
                  </a:extLst>
                </p14:cNvPr>
                <p14:cNvContentPartPr/>
                <p14:nvPr/>
              </p14:nvContentPartPr>
              <p14:xfrm>
                <a:off x="7021935" y="1131825"/>
                <a:ext cx="113760" cy="135720"/>
              </p14:xfrm>
            </p:contentPart>
          </mc:Choice>
          <mc:Fallback xmlns="">
            <p:pic>
              <p:nvPicPr>
                <p:cNvPr id="26" name="Ink 25">
                  <a:extLst>
                    <a:ext uri="{FF2B5EF4-FFF2-40B4-BE49-F238E27FC236}">
                      <a16:creationId xmlns:a16="http://schemas.microsoft.com/office/drawing/2014/main" id="{1AFFD642-B40D-1C0E-B359-C0D31183D058}"/>
                    </a:ext>
                  </a:extLst>
                </p:cNvPr>
                <p:cNvPicPr/>
                <p:nvPr/>
              </p:nvPicPr>
              <p:blipFill>
                <a:blip r:embed="rId49"/>
                <a:stretch>
                  <a:fillRect/>
                </a:stretch>
              </p:blipFill>
              <p:spPr>
                <a:xfrm>
                  <a:off x="7015815" y="1125705"/>
                  <a:ext cx="12600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C50410CF-3248-57DC-482C-FB1C65AECAD2}"/>
                    </a:ext>
                  </a:extLst>
                </p14:cNvPr>
                <p14:cNvContentPartPr/>
                <p14:nvPr/>
              </p14:nvContentPartPr>
              <p14:xfrm>
                <a:off x="7239375" y="1026345"/>
                <a:ext cx="32400" cy="225360"/>
              </p14:xfrm>
            </p:contentPart>
          </mc:Choice>
          <mc:Fallback xmlns="">
            <p:pic>
              <p:nvPicPr>
                <p:cNvPr id="27" name="Ink 26">
                  <a:extLst>
                    <a:ext uri="{FF2B5EF4-FFF2-40B4-BE49-F238E27FC236}">
                      <a16:creationId xmlns:a16="http://schemas.microsoft.com/office/drawing/2014/main" id="{C50410CF-3248-57DC-482C-FB1C65AECAD2}"/>
                    </a:ext>
                  </a:extLst>
                </p:cNvPr>
                <p:cNvPicPr/>
                <p:nvPr/>
              </p:nvPicPr>
              <p:blipFill>
                <a:blip r:embed="rId51"/>
                <a:stretch>
                  <a:fillRect/>
                </a:stretch>
              </p:blipFill>
              <p:spPr>
                <a:xfrm>
                  <a:off x="7233255" y="1020225"/>
                  <a:ext cx="4464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075A6D88-36BB-8E63-E13E-D09F62E41FF2}"/>
                    </a:ext>
                  </a:extLst>
                </p14:cNvPr>
                <p14:cNvContentPartPr/>
                <p14:nvPr/>
              </p14:nvContentPartPr>
              <p14:xfrm>
                <a:off x="7146495" y="1136865"/>
                <a:ext cx="175320" cy="11880"/>
              </p14:xfrm>
            </p:contentPart>
          </mc:Choice>
          <mc:Fallback xmlns="">
            <p:pic>
              <p:nvPicPr>
                <p:cNvPr id="28" name="Ink 27">
                  <a:extLst>
                    <a:ext uri="{FF2B5EF4-FFF2-40B4-BE49-F238E27FC236}">
                      <a16:creationId xmlns:a16="http://schemas.microsoft.com/office/drawing/2014/main" id="{075A6D88-36BB-8E63-E13E-D09F62E41FF2}"/>
                    </a:ext>
                  </a:extLst>
                </p:cNvPr>
                <p:cNvPicPr/>
                <p:nvPr/>
              </p:nvPicPr>
              <p:blipFill>
                <a:blip r:embed="rId53"/>
                <a:stretch>
                  <a:fillRect/>
                </a:stretch>
              </p:blipFill>
              <p:spPr>
                <a:xfrm>
                  <a:off x="7140375" y="1130745"/>
                  <a:ext cx="1875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A20614FF-EB3D-ADBD-91C1-6B6689A26EF1}"/>
                    </a:ext>
                  </a:extLst>
                </p14:cNvPr>
                <p14:cNvContentPartPr/>
                <p14:nvPr/>
              </p14:nvContentPartPr>
              <p14:xfrm>
                <a:off x="7406775" y="1155945"/>
                <a:ext cx="154440" cy="132480"/>
              </p14:xfrm>
            </p:contentPart>
          </mc:Choice>
          <mc:Fallback xmlns="">
            <p:pic>
              <p:nvPicPr>
                <p:cNvPr id="29" name="Ink 28">
                  <a:extLst>
                    <a:ext uri="{FF2B5EF4-FFF2-40B4-BE49-F238E27FC236}">
                      <a16:creationId xmlns:a16="http://schemas.microsoft.com/office/drawing/2014/main" id="{A20614FF-EB3D-ADBD-91C1-6B6689A26EF1}"/>
                    </a:ext>
                  </a:extLst>
                </p:cNvPr>
                <p:cNvPicPr/>
                <p:nvPr/>
              </p:nvPicPr>
              <p:blipFill>
                <a:blip r:embed="rId55"/>
                <a:stretch>
                  <a:fillRect/>
                </a:stretch>
              </p:blipFill>
              <p:spPr>
                <a:xfrm>
                  <a:off x="7400655" y="1149825"/>
                  <a:ext cx="1666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F78A6C58-9660-5A9B-975C-ED7F6601D471}"/>
                    </a:ext>
                  </a:extLst>
                </p14:cNvPr>
                <p14:cNvContentPartPr/>
                <p14:nvPr/>
              </p14:nvContentPartPr>
              <p14:xfrm>
                <a:off x="7639695" y="1172505"/>
                <a:ext cx="170640" cy="117720"/>
              </p14:xfrm>
            </p:contentPart>
          </mc:Choice>
          <mc:Fallback xmlns="">
            <p:pic>
              <p:nvPicPr>
                <p:cNvPr id="30" name="Ink 29">
                  <a:extLst>
                    <a:ext uri="{FF2B5EF4-FFF2-40B4-BE49-F238E27FC236}">
                      <a16:creationId xmlns:a16="http://schemas.microsoft.com/office/drawing/2014/main" id="{F78A6C58-9660-5A9B-975C-ED7F6601D471}"/>
                    </a:ext>
                  </a:extLst>
                </p:cNvPr>
                <p:cNvPicPr/>
                <p:nvPr/>
              </p:nvPicPr>
              <p:blipFill>
                <a:blip r:embed="rId57"/>
                <a:stretch>
                  <a:fillRect/>
                </a:stretch>
              </p:blipFill>
              <p:spPr>
                <a:xfrm>
                  <a:off x="7633575" y="1166385"/>
                  <a:ext cx="1828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73D76B06-E41A-C5E0-C4BB-E534A74C4818}"/>
                    </a:ext>
                  </a:extLst>
                </p14:cNvPr>
                <p14:cNvContentPartPr/>
                <p14:nvPr/>
              </p14:nvContentPartPr>
              <p14:xfrm>
                <a:off x="7880175" y="1033905"/>
                <a:ext cx="61200" cy="299160"/>
              </p14:xfrm>
            </p:contentPart>
          </mc:Choice>
          <mc:Fallback xmlns="">
            <p:pic>
              <p:nvPicPr>
                <p:cNvPr id="31" name="Ink 30">
                  <a:extLst>
                    <a:ext uri="{FF2B5EF4-FFF2-40B4-BE49-F238E27FC236}">
                      <a16:creationId xmlns:a16="http://schemas.microsoft.com/office/drawing/2014/main" id="{73D76B06-E41A-C5E0-C4BB-E534A74C4818}"/>
                    </a:ext>
                  </a:extLst>
                </p:cNvPr>
                <p:cNvPicPr/>
                <p:nvPr/>
              </p:nvPicPr>
              <p:blipFill>
                <a:blip r:embed="rId59"/>
                <a:stretch>
                  <a:fillRect/>
                </a:stretch>
              </p:blipFill>
              <p:spPr>
                <a:xfrm>
                  <a:off x="7874055" y="1027785"/>
                  <a:ext cx="73440" cy="311400"/>
                </a:xfrm>
                <a:prstGeom prst="rect">
                  <a:avLst/>
                </a:prstGeom>
              </p:spPr>
            </p:pic>
          </mc:Fallback>
        </mc:AlternateContent>
      </p:grpSp>
      <p:grpSp>
        <p:nvGrpSpPr>
          <p:cNvPr id="43" name="Group 42">
            <a:extLst>
              <a:ext uri="{FF2B5EF4-FFF2-40B4-BE49-F238E27FC236}">
                <a16:creationId xmlns:a16="http://schemas.microsoft.com/office/drawing/2014/main" id="{2128EE0E-9D8C-6110-886A-4AE77A4CC417}"/>
              </a:ext>
            </a:extLst>
          </p:cNvPr>
          <p:cNvGrpSpPr/>
          <p:nvPr/>
        </p:nvGrpSpPr>
        <p:grpSpPr>
          <a:xfrm>
            <a:off x="4849335" y="2328825"/>
            <a:ext cx="1156680" cy="370440"/>
            <a:chOff x="4849335" y="2328825"/>
            <a:chExt cx="1156680" cy="370440"/>
          </a:xfrm>
        </p:grpSpPr>
        <mc:AlternateContent xmlns:mc="http://schemas.openxmlformats.org/markup-compatibility/2006" xmlns:p14="http://schemas.microsoft.com/office/powerpoint/2010/main">
          <mc:Choice Requires="p14">
            <p:contentPart p14:bwMode="auto" r:id="rId60">
              <p14:nvContentPartPr>
                <p14:cNvPr id="33" name="Ink 32">
                  <a:extLst>
                    <a:ext uri="{FF2B5EF4-FFF2-40B4-BE49-F238E27FC236}">
                      <a16:creationId xmlns:a16="http://schemas.microsoft.com/office/drawing/2014/main" id="{FC2066F3-2D67-F8B2-2E9A-6AD662BF1BA9}"/>
                    </a:ext>
                  </a:extLst>
                </p14:cNvPr>
                <p14:cNvContentPartPr/>
                <p14:nvPr/>
              </p14:nvContentPartPr>
              <p14:xfrm>
                <a:off x="4918095" y="2465265"/>
                <a:ext cx="24480" cy="234000"/>
              </p14:xfrm>
            </p:contentPart>
          </mc:Choice>
          <mc:Fallback xmlns="">
            <p:pic>
              <p:nvPicPr>
                <p:cNvPr id="33" name="Ink 32">
                  <a:extLst>
                    <a:ext uri="{FF2B5EF4-FFF2-40B4-BE49-F238E27FC236}">
                      <a16:creationId xmlns:a16="http://schemas.microsoft.com/office/drawing/2014/main" id="{FC2066F3-2D67-F8B2-2E9A-6AD662BF1BA9}"/>
                    </a:ext>
                  </a:extLst>
                </p:cNvPr>
                <p:cNvPicPr/>
                <p:nvPr/>
              </p:nvPicPr>
              <p:blipFill>
                <a:blip r:embed="rId61"/>
                <a:stretch>
                  <a:fillRect/>
                </a:stretch>
              </p:blipFill>
              <p:spPr>
                <a:xfrm>
                  <a:off x="4911975" y="2459145"/>
                  <a:ext cx="3672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4" name="Ink 33">
                  <a:extLst>
                    <a:ext uri="{FF2B5EF4-FFF2-40B4-BE49-F238E27FC236}">
                      <a16:creationId xmlns:a16="http://schemas.microsoft.com/office/drawing/2014/main" id="{F443D261-49A9-EBFA-AE77-C5B4615005ED}"/>
                    </a:ext>
                  </a:extLst>
                </p14:cNvPr>
                <p14:cNvContentPartPr/>
                <p14:nvPr/>
              </p14:nvContentPartPr>
              <p14:xfrm>
                <a:off x="4849335" y="2456625"/>
                <a:ext cx="158400" cy="128520"/>
              </p14:xfrm>
            </p:contentPart>
          </mc:Choice>
          <mc:Fallback xmlns="">
            <p:pic>
              <p:nvPicPr>
                <p:cNvPr id="34" name="Ink 33">
                  <a:extLst>
                    <a:ext uri="{FF2B5EF4-FFF2-40B4-BE49-F238E27FC236}">
                      <a16:creationId xmlns:a16="http://schemas.microsoft.com/office/drawing/2014/main" id="{F443D261-49A9-EBFA-AE77-C5B4615005ED}"/>
                    </a:ext>
                  </a:extLst>
                </p:cNvPr>
                <p:cNvPicPr/>
                <p:nvPr/>
              </p:nvPicPr>
              <p:blipFill>
                <a:blip r:embed="rId63"/>
                <a:stretch>
                  <a:fillRect/>
                </a:stretch>
              </p:blipFill>
              <p:spPr>
                <a:xfrm>
                  <a:off x="4843215" y="2450505"/>
                  <a:ext cx="1706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5" name="Ink 34">
                  <a:extLst>
                    <a:ext uri="{FF2B5EF4-FFF2-40B4-BE49-F238E27FC236}">
                      <a16:creationId xmlns:a16="http://schemas.microsoft.com/office/drawing/2014/main" id="{26784119-9598-5E8D-9A15-A9FBF3C7C410}"/>
                    </a:ext>
                  </a:extLst>
                </p14:cNvPr>
                <p14:cNvContentPartPr/>
                <p14:nvPr/>
              </p14:nvContentPartPr>
              <p14:xfrm>
                <a:off x="5023935" y="2361585"/>
                <a:ext cx="143640" cy="213120"/>
              </p14:xfrm>
            </p:contentPart>
          </mc:Choice>
          <mc:Fallback xmlns="">
            <p:pic>
              <p:nvPicPr>
                <p:cNvPr id="35" name="Ink 34">
                  <a:extLst>
                    <a:ext uri="{FF2B5EF4-FFF2-40B4-BE49-F238E27FC236}">
                      <a16:creationId xmlns:a16="http://schemas.microsoft.com/office/drawing/2014/main" id="{26784119-9598-5E8D-9A15-A9FBF3C7C410}"/>
                    </a:ext>
                  </a:extLst>
                </p:cNvPr>
                <p:cNvPicPr/>
                <p:nvPr/>
              </p:nvPicPr>
              <p:blipFill>
                <a:blip r:embed="rId65"/>
                <a:stretch>
                  <a:fillRect/>
                </a:stretch>
              </p:blipFill>
              <p:spPr>
                <a:xfrm>
                  <a:off x="5017815" y="2355465"/>
                  <a:ext cx="15588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6" name="Ink 35">
                  <a:extLst>
                    <a:ext uri="{FF2B5EF4-FFF2-40B4-BE49-F238E27FC236}">
                      <a16:creationId xmlns:a16="http://schemas.microsoft.com/office/drawing/2014/main" id="{A9D9C497-DB18-3246-C7E1-A86305B4FE98}"/>
                    </a:ext>
                  </a:extLst>
                </p14:cNvPr>
                <p14:cNvContentPartPr/>
                <p14:nvPr/>
              </p14:nvContentPartPr>
              <p14:xfrm>
                <a:off x="5203935" y="2464185"/>
                <a:ext cx="115920" cy="213840"/>
              </p14:xfrm>
            </p:contentPart>
          </mc:Choice>
          <mc:Fallback xmlns="">
            <p:pic>
              <p:nvPicPr>
                <p:cNvPr id="36" name="Ink 35">
                  <a:extLst>
                    <a:ext uri="{FF2B5EF4-FFF2-40B4-BE49-F238E27FC236}">
                      <a16:creationId xmlns:a16="http://schemas.microsoft.com/office/drawing/2014/main" id="{A9D9C497-DB18-3246-C7E1-A86305B4FE98}"/>
                    </a:ext>
                  </a:extLst>
                </p:cNvPr>
                <p:cNvPicPr/>
                <p:nvPr/>
              </p:nvPicPr>
              <p:blipFill>
                <a:blip r:embed="rId67"/>
                <a:stretch>
                  <a:fillRect/>
                </a:stretch>
              </p:blipFill>
              <p:spPr>
                <a:xfrm>
                  <a:off x="5197815" y="2458065"/>
                  <a:ext cx="12816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7" name="Ink 36">
                  <a:extLst>
                    <a:ext uri="{FF2B5EF4-FFF2-40B4-BE49-F238E27FC236}">
                      <a16:creationId xmlns:a16="http://schemas.microsoft.com/office/drawing/2014/main" id="{AEE7710F-71B2-21A5-BB89-E180D44E981D}"/>
                    </a:ext>
                  </a:extLst>
                </p14:cNvPr>
                <p14:cNvContentPartPr/>
                <p14:nvPr/>
              </p14:nvContentPartPr>
              <p14:xfrm>
                <a:off x="5357655" y="2441145"/>
                <a:ext cx="99000" cy="129600"/>
              </p14:xfrm>
            </p:contentPart>
          </mc:Choice>
          <mc:Fallback xmlns="">
            <p:pic>
              <p:nvPicPr>
                <p:cNvPr id="37" name="Ink 36">
                  <a:extLst>
                    <a:ext uri="{FF2B5EF4-FFF2-40B4-BE49-F238E27FC236}">
                      <a16:creationId xmlns:a16="http://schemas.microsoft.com/office/drawing/2014/main" id="{AEE7710F-71B2-21A5-BB89-E180D44E981D}"/>
                    </a:ext>
                  </a:extLst>
                </p:cNvPr>
                <p:cNvPicPr/>
                <p:nvPr/>
              </p:nvPicPr>
              <p:blipFill>
                <a:blip r:embed="rId69"/>
                <a:stretch>
                  <a:fillRect/>
                </a:stretch>
              </p:blipFill>
              <p:spPr>
                <a:xfrm>
                  <a:off x="5351535" y="2435025"/>
                  <a:ext cx="11124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8" name="Ink 37">
                  <a:extLst>
                    <a:ext uri="{FF2B5EF4-FFF2-40B4-BE49-F238E27FC236}">
                      <a16:creationId xmlns:a16="http://schemas.microsoft.com/office/drawing/2014/main" id="{A6961D6A-DEE3-1BE9-85E3-FFB9594780A4}"/>
                    </a:ext>
                  </a:extLst>
                </p14:cNvPr>
                <p14:cNvContentPartPr/>
                <p14:nvPr/>
              </p14:nvContentPartPr>
              <p14:xfrm>
                <a:off x="5499855" y="2427825"/>
                <a:ext cx="12600" cy="105840"/>
              </p14:xfrm>
            </p:contentPart>
          </mc:Choice>
          <mc:Fallback xmlns="">
            <p:pic>
              <p:nvPicPr>
                <p:cNvPr id="38" name="Ink 37">
                  <a:extLst>
                    <a:ext uri="{FF2B5EF4-FFF2-40B4-BE49-F238E27FC236}">
                      <a16:creationId xmlns:a16="http://schemas.microsoft.com/office/drawing/2014/main" id="{A6961D6A-DEE3-1BE9-85E3-FFB9594780A4}"/>
                    </a:ext>
                  </a:extLst>
                </p:cNvPr>
                <p:cNvPicPr/>
                <p:nvPr/>
              </p:nvPicPr>
              <p:blipFill>
                <a:blip r:embed="rId71"/>
                <a:stretch>
                  <a:fillRect/>
                </a:stretch>
              </p:blipFill>
              <p:spPr>
                <a:xfrm>
                  <a:off x="5493735" y="2421705"/>
                  <a:ext cx="2484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9" name="Ink 38">
                  <a:extLst>
                    <a:ext uri="{FF2B5EF4-FFF2-40B4-BE49-F238E27FC236}">
                      <a16:creationId xmlns:a16="http://schemas.microsoft.com/office/drawing/2014/main" id="{E27908D8-5E6E-307C-4126-AA5FC8A0F9EE}"/>
                    </a:ext>
                  </a:extLst>
                </p14:cNvPr>
                <p14:cNvContentPartPr/>
                <p14:nvPr/>
              </p14:nvContentPartPr>
              <p14:xfrm>
                <a:off x="5568615" y="2366625"/>
                <a:ext cx="17280" cy="11880"/>
              </p14:xfrm>
            </p:contentPart>
          </mc:Choice>
          <mc:Fallback xmlns="">
            <p:pic>
              <p:nvPicPr>
                <p:cNvPr id="39" name="Ink 38">
                  <a:extLst>
                    <a:ext uri="{FF2B5EF4-FFF2-40B4-BE49-F238E27FC236}">
                      <a16:creationId xmlns:a16="http://schemas.microsoft.com/office/drawing/2014/main" id="{E27908D8-5E6E-307C-4126-AA5FC8A0F9EE}"/>
                    </a:ext>
                  </a:extLst>
                </p:cNvPr>
                <p:cNvPicPr/>
                <p:nvPr/>
              </p:nvPicPr>
              <p:blipFill>
                <a:blip r:embed="rId73"/>
                <a:stretch>
                  <a:fillRect/>
                </a:stretch>
              </p:blipFill>
              <p:spPr>
                <a:xfrm>
                  <a:off x="5562495" y="2360505"/>
                  <a:ext cx="295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0" name="Ink 39">
                  <a:extLst>
                    <a:ext uri="{FF2B5EF4-FFF2-40B4-BE49-F238E27FC236}">
                      <a16:creationId xmlns:a16="http://schemas.microsoft.com/office/drawing/2014/main" id="{572EC7A4-89EC-D112-AF4C-FE20B4BE93F4}"/>
                    </a:ext>
                  </a:extLst>
                </p14:cNvPr>
                <p14:cNvContentPartPr/>
                <p14:nvPr/>
              </p14:nvContentPartPr>
              <p14:xfrm>
                <a:off x="5592735" y="2437905"/>
                <a:ext cx="130680" cy="111600"/>
              </p14:xfrm>
            </p:contentPart>
          </mc:Choice>
          <mc:Fallback xmlns="">
            <p:pic>
              <p:nvPicPr>
                <p:cNvPr id="40" name="Ink 39">
                  <a:extLst>
                    <a:ext uri="{FF2B5EF4-FFF2-40B4-BE49-F238E27FC236}">
                      <a16:creationId xmlns:a16="http://schemas.microsoft.com/office/drawing/2014/main" id="{572EC7A4-89EC-D112-AF4C-FE20B4BE93F4}"/>
                    </a:ext>
                  </a:extLst>
                </p:cNvPr>
                <p:cNvPicPr/>
                <p:nvPr/>
              </p:nvPicPr>
              <p:blipFill>
                <a:blip r:embed="rId75"/>
                <a:stretch>
                  <a:fillRect/>
                </a:stretch>
              </p:blipFill>
              <p:spPr>
                <a:xfrm>
                  <a:off x="5586615" y="2431785"/>
                  <a:ext cx="14292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1" name="Ink 40">
                  <a:extLst>
                    <a:ext uri="{FF2B5EF4-FFF2-40B4-BE49-F238E27FC236}">
                      <a16:creationId xmlns:a16="http://schemas.microsoft.com/office/drawing/2014/main" id="{B98943D9-D573-8CFC-FF3F-DE9380AF9001}"/>
                    </a:ext>
                  </a:extLst>
                </p14:cNvPr>
                <p14:cNvContentPartPr/>
                <p14:nvPr/>
              </p14:nvContentPartPr>
              <p14:xfrm>
                <a:off x="5730975" y="2468145"/>
                <a:ext cx="123480" cy="102600"/>
              </p14:xfrm>
            </p:contentPart>
          </mc:Choice>
          <mc:Fallback xmlns="">
            <p:pic>
              <p:nvPicPr>
                <p:cNvPr id="41" name="Ink 40">
                  <a:extLst>
                    <a:ext uri="{FF2B5EF4-FFF2-40B4-BE49-F238E27FC236}">
                      <a16:creationId xmlns:a16="http://schemas.microsoft.com/office/drawing/2014/main" id="{B98943D9-D573-8CFC-FF3F-DE9380AF9001}"/>
                    </a:ext>
                  </a:extLst>
                </p:cNvPr>
                <p:cNvPicPr/>
                <p:nvPr/>
              </p:nvPicPr>
              <p:blipFill>
                <a:blip r:embed="rId77"/>
                <a:stretch>
                  <a:fillRect/>
                </a:stretch>
              </p:blipFill>
              <p:spPr>
                <a:xfrm>
                  <a:off x="5724855" y="2462025"/>
                  <a:ext cx="13572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2" name="Ink 41">
                  <a:extLst>
                    <a:ext uri="{FF2B5EF4-FFF2-40B4-BE49-F238E27FC236}">
                      <a16:creationId xmlns:a16="http://schemas.microsoft.com/office/drawing/2014/main" id="{33861334-9662-6F9D-337F-7413B7AA2EF5}"/>
                    </a:ext>
                  </a:extLst>
                </p14:cNvPr>
                <p14:cNvContentPartPr/>
                <p14:nvPr/>
              </p14:nvContentPartPr>
              <p14:xfrm>
                <a:off x="5945895" y="2328825"/>
                <a:ext cx="60120" cy="207360"/>
              </p14:xfrm>
            </p:contentPart>
          </mc:Choice>
          <mc:Fallback xmlns="">
            <p:pic>
              <p:nvPicPr>
                <p:cNvPr id="42" name="Ink 41">
                  <a:extLst>
                    <a:ext uri="{FF2B5EF4-FFF2-40B4-BE49-F238E27FC236}">
                      <a16:creationId xmlns:a16="http://schemas.microsoft.com/office/drawing/2014/main" id="{33861334-9662-6F9D-337F-7413B7AA2EF5}"/>
                    </a:ext>
                  </a:extLst>
                </p:cNvPr>
                <p:cNvPicPr/>
                <p:nvPr/>
              </p:nvPicPr>
              <p:blipFill>
                <a:blip r:embed="rId79"/>
                <a:stretch>
                  <a:fillRect/>
                </a:stretch>
              </p:blipFill>
              <p:spPr>
                <a:xfrm>
                  <a:off x="5939775" y="2322705"/>
                  <a:ext cx="72360" cy="219600"/>
                </a:xfrm>
                <a:prstGeom prst="rect">
                  <a:avLst/>
                </a:prstGeom>
              </p:spPr>
            </p:pic>
          </mc:Fallback>
        </mc:AlternateContent>
      </p:grpSp>
      <p:grpSp>
        <p:nvGrpSpPr>
          <p:cNvPr id="57" name="Group 56">
            <a:extLst>
              <a:ext uri="{FF2B5EF4-FFF2-40B4-BE49-F238E27FC236}">
                <a16:creationId xmlns:a16="http://schemas.microsoft.com/office/drawing/2014/main" id="{587A07DF-29F6-6557-F0EF-70431BB57363}"/>
              </a:ext>
            </a:extLst>
          </p:cNvPr>
          <p:cNvGrpSpPr/>
          <p:nvPr/>
        </p:nvGrpSpPr>
        <p:grpSpPr>
          <a:xfrm>
            <a:off x="7500375" y="3017865"/>
            <a:ext cx="2056680" cy="253440"/>
            <a:chOff x="7500375" y="3017865"/>
            <a:chExt cx="2056680" cy="253440"/>
          </a:xfrm>
        </p:grpSpPr>
        <mc:AlternateContent xmlns:mc="http://schemas.openxmlformats.org/markup-compatibility/2006" xmlns:p14="http://schemas.microsoft.com/office/powerpoint/2010/main">
          <mc:Choice Requires="p14">
            <p:contentPart p14:bwMode="auto" r:id="rId80">
              <p14:nvContentPartPr>
                <p14:cNvPr id="44" name="Ink 43">
                  <a:extLst>
                    <a:ext uri="{FF2B5EF4-FFF2-40B4-BE49-F238E27FC236}">
                      <a16:creationId xmlns:a16="http://schemas.microsoft.com/office/drawing/2014/main" id="{7CE35731-CD46-D45F-A342-B63E4BAFE98F}"/>
                    </a:ext>
                  </a:extLst>
                </p14:cNvPr>
                <p14:cNvContentPartPr/>
                <p14:nvPr/>
              </p14:nvContentPartPr>
              <p14:xfrm>
                <a:off x="7500375" y="3070425"/>
                <a:ext cx="191880" cy="136080"/>
              </p14:xfrm>
            </p:contentPart>
          </mc:Choice>
          <mc:Fallback xmlns="">
            <p:pic>
              <p:nvPicPr>
                <p:cNvPr id="44" name="Ink 43">
                  <a:extLst>
                    <a:ext uri="{FF2B5EF4-FFF2-40B4-BE49-F238E27FC236}">
                      <a16:creationId xmlns:a16="http://schemas.microsoft.com/office/drawing/2014/main" id="{7CE35731-CD46-D45F-A342-B63E4BAFE98F}"/>
                    </a:ext>
                  </a:extLst>
                </p:cNvPr>
                <p:cNvPicPr/>
                <p:nvPr/>
              </p:nvPicPr>
              <p:blipFill>
                <a:blip r:embed="rId81"/>
                <a:stretch>
                  <a:fillRect/>
                </a:stretch>
              </p:blipFill>
              <p:spPr>
                <a:xfrm>
                  <a:off x="7494255" y="3064305"/>
                  <a:ext cx="20412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5" name="Ink 44">
                  <a:extLst>
                    <a:ext uri="{FF2B5EF4-FFF2-40B4-BE49-F238E27FC236}">
                      <a16:creationId xmlns:a16="http://schemas.microsoft.com/office/drawing/2014/main" id="{0794324F-7277-54B3-1959-A1EB01DCDEE9}"/>
                    </a:ext>
                  </a:extLst>
                </p14:cNvPr>
                <p14:cNvContentPartPr/>
                <p14:nvPr/>
              </p14:nvContentPartPr>
              <p14:xfrm>
                <a:off x="7794495" y="3126225"/>
                <a:ext cx="112680" cy="96480"/>
              </p14:xfrm>
            </p:contentPart>
          </mc:Choice>
          <mc:Fallback xmlns="">
            <p:pic>
              <p:nvPicPr>
                <p:cNvPr id="45" name="Ink 44">
                  <a:extLst>
                    <a:ext uri="{FF2B5EF4-FFF2-40B4-BE49-F238E27FC236}">
                      <a16:creationId xmlns:a16="http://schemas.microsoft.com/office/drawing/2014/main" id="{0794324F-7277-54B3-1959-A1EB01DCDEE9}"/>
                    </a:ext>
                  </a:extLst>
                </p:cNvPr>
                <p:cNvPicPr/>
                <p:nvPr/>
              </p:nvPicPr>
              <p:blipFill>
                <a:blip r:embed="rId83"/>
                <a:stretch>
                  <a:fillRect/>
                </a:stretch>
              </p:blipFill>
              <p:spPr>
                <a:xfrm>
                  <a:off x="7788375" y="3120105"/>
                  <a:ext cx="12492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6" name="Ink 45">
                  <a:extLst>
                    <a:ext uri="{FF2B5EF4-FFF2-40B4-BE49-F238E27FC236}">
                      <a16:creationId xmlns:a16="http://schemas.microsoft.com/office/drawing/2014/main" id="{6F6533BB-8E43-C8DA-86D7-538AE828CD13}"/>
                    </a:ext>
                  </a:extLst>
                </p14:cNvPr>
                <p14:cNvContentPartPr/>
                <p14:nvPr/>
              </p14:nvContentPartPr>
              <p14:xfrm>
                <a:off x="8034975" y="3017865"/>
                <a:ext cx="14400" cy="186840"/>
              </p14:xfrm>
            </p:contentPart>
          </mc:Choice>
          <mc:Fallback xmlns="">
            <p:pic>
              <p:nvPicPr>
                <p:cNvPr id="46" name="Ink 45">
                  <a:extLst>
                    <a:ext uri="{FF2B5EF4-FFF2-40B4-BE49-F238E27FC236}">
                      <a16:creationId xmlns:a16="http://schemas.microsoft.com/office/drawing/2014/main" id="{6F6533BB-8E43-C8DA-86D7-538AE828CD13}"/>
                    </a:ext>
                  </a:extLst>
                </p:cNvPr>
                <p:cNvPicPr/>
                <p:nvPr/>
              </p:nvPicPr>
              <p:blipFill>
                <a:blip r:embed="rId85"/>
                <a:stretch>
                  <a:fillRect/>
                </a:stretch>
              </p:blipFill>
              <p:spPr>
                <a:xfrm>
                  <a:off x="8028855" y="3011745"/>
                  <a:ext cx="2664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7" name="Ink 46">
                  <a:extLst>
                    <a:ext uri="{FF2B5EF4-FFF2-40B4-BE49-F238E27FC236}">
                      <a16:creationId xmlns:a16="http://schemas.microsoft.com/office/drawing/2014/main" id="{DE3645D5-0AC5-A2E3-DBC6-DB4EF173F3FD}"/>
                    </a:ext>
                  </a:extLst>
                </p14:cNvPr>
                <p14:cNvContentPartPr/>
                <p14:nvPr/>
              </p14:nvContentPartPr>
              <p14:xfrm>
                <a:off x="7921935" y="3072225"/>
                <a:ext cx="208800" cy="55080"/>
              </p14:xfrm>
            </p:contentPart>
          </mc:Choice>
          <mc:Fallback xmlns="">
            <p:pic>
              <p:nvPicPr>
                <p:cNvPr id="47" name="Ink 46">
                  <a:extLst>
                    <a:ext uri="{FF2B5EF4-FFF2-40B4-BE49-F238E27FC236}">
                      <a16:creationId xmlns:a16="http://schemas.microsoft.com/office/drawing/2014/main" id="{DE3645D5-0AC5-A2E3-DBC6-DB4EF173F3FD}"/>
                    </a:ext>
                  </a:extLst>
                </p:cNvPr>
                <p:cNvPicPr/>
                <p:nvPr/>
              </p:nvPicPr>
              <p:blipFill>
                <a:blip r:embed="rId87"/>
                <a:stretch>
                  <a:fillRect/>
                </a:stretch>
              </p:blipFill>
              <p:spPr>
                <a:xfrm>
                  <a:off x="7915815" y="3066105"/>
                  <a:ext cx="22104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8" name="Ink 47">
                  <a:extLst>
                    <a:ext uri="{FF2B5EF4-FFF2-40B4-BE49-F238E27FC236}">
                      <a16:creationId xmlns:a16="http://schemas.microsoft.com/office/drawing/2014/main" id="{A0ABAB7D-1CD9-17C2-B10B-9B681E6C4A2E}"/>
                    </a:ext>
                  </a:extLst>
                </p14:cNvPr>
                <p14:cNvContentPartPr/>
                <p14:nvPr/>
              </p14:nvContentPartPr>
              <p14:xfrm>
                <a:off x="8142255" y="3044145"/>
                <a:ext cx="119880" cy="160920"/>
              </p14:xfrm>
            </p:contentPart>
          </mc:Choice>
          <mc:Fallback xmlns="">
            <p:pic>
              <p:nvPicPr>
                <p:cNvPr id="48" name="Ink 47">
                  <a:extLst>
                    <a:ext uri="{FF2B5EF4-FFF2-40B4-BE49-F238E27FC236}">
                      <a16:creationId xmlns:a16="http://schemas.microsoft.com/office/drawing/2014/main" id="{A0ABAB7D-1CD9-17C2-B10B-9B681E6C4A2E}"/>
                    </a:ext>
                  </a:extLst>
                </p:cNvPr>
                <p:cNvPicPr/>
                <p:nvPr/>
              </p:nvPicPr>
              <p:blipFill>
                <a:blip r:embed="rId89"/>
                <a:stretch>
                  <a:fillRect/>
                </a:stretch>
              </p:blipFill>
              <p:spPr>
                <a:xfrm>
                  <a:off x="8136135" y="3038025"/>
                  <a:ext cx="13212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9" name="Ink 48">
                  <a:extLst>
                    <a:ext uri="{FF2B5EF4-FFF2-40B4-BE49-F238E27FC236}">
                      <a16:creationId xmlns:a16="http://schemas.microsoft.com/office/drawing/2014/main" id="{3F6C7450-EC9E-3EE3-43F5-A0644651B1C1}"/>
                    </a:ext>
                  </a:extLst>
                </p14:cNvPr>
                <p14:cNvContentPartPr/>
                <p14:nvPr/>
              </p14:nvContentPartPr>
              <p14:xfrm>
                <a:off x="8340615" y="3146745"/>
                <a:ext cx="99000" cy="80280"/>
              </p14:xfrm>
            </p:contentPart>
          </mc:Choice>
          <mc:Fallback xmlns="">
            <p:pic>
              <p:nvPicPr>
                <p:cNvPr id="49" name="Ink 48">
                  <a:extLst>
                    <a:ext uri="{FF2B5EF4-FFF2-40B4-BE49-F238E27FC236}">
                      <a16:creationId xmlns:a16="http://schemas.microsoft.com/office/drawing/2014/main" id="{3F6C7450-EC9E-3EE3-43F5-A0644651B1C1}"/>
                    </a:ext>
                  </a:extLst>
                </p:cNvPr>
                <p:cNvPicPr/>
                <p:nvPr/>
              </p:nvPicPr>
              <p:blipFill>
                <a:blip r:embed="rId91"/>
                <a:stretch>
                  <a:fillRect/>
                </a:stretch>
              </p:blipFill>
              <p:spPr>
                <a:xfrm>
                  <a:off x="8334495" y="3140625"/>
                  <a:ext cx="11124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0" name="Ink 49">
                  <a:extLst>
                    <a:ext uri="{FF2B5EF4-FFF2-40B4-BE49-F238E27FC236}">
                      <a16:creationId xmlns:a16="http://schemas.microsoft.com/office/drawing/2014/main" id="{AB58D2D2-8807-09F8-1B5E-E52C2BA96240}"/>
                    </a:ext>
                  </a:extLst>
                </p14:cNvPr>
                <p14:cNvContentPartPr/>
                <p14:nvPr/>
              </p14:nvContentPartPr>
              <p14:xfrm>
                <a:off x="8495055" y="3125865"/>
                <a:ext cx="235080" cy="96840"/>
              </p14:xfrm>
            </p:contentPart>
          </mc:Choice>
          <mc:Fallback xmlns="">
            <p:pic>
              <p:nvPicPr>
                <p:cNvPr id="50" name="Ink 49">
                  <a:extLst>
                    <a:ext uri="{FF2B5EF4-FFF2-40B4-BE49-F238E27FC236}">
                      <a16:creationId xmlns:a16="http://schemas.microsoft.com/office/drawing/2014/main" id="{AB58D2D2-8807-09F8-1B5E-E52C2BA96240}"/>
                    </a:ext>
                  </a:extLst>
                </p:cNvPr>
                <p:cNvPicPr/>
                <p:nvPr/>
              </p:nvPicPr>
              <p:blipFill>
                <a:blip r:embed="rId93"/>
                <a:stretch>
                  <a:fillRect/>
                </a:stretch>
              </p:blipFill>
              <p:spPr>
                <a:xfrm>
                  <a:off x="8488935" y="3119745"/>
                  <a:ext cx="24732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1" name="Ink 50">
                  <a:extLst>
                    <a:ext uri="{FF2B5EF4-FFF2-40B4-BE49-F238E27FC236}">
                      <a16:creationId xmlns:a16="http://schemas.microsoft.com/office/drawing/2014/main" id="{830863A7-8220-2837-76E9-0B74ED20EE31}"/>
                    </a:ext>
                  </a:extLst>
                </p14:cNvPr>
                <p14:cNvContentPartPr/>
                <p14:nvPr/>
              </p14:nvContentPartPr>
              <p14:xfrm>
                <a:off x="8791335" y="3142065"/>
                <a:ext cx="169200" cy="93600"/>
              </p14:xfrm>
            </p:contentPart>
          </mc:Choice>
          <mc:Fallback xmlns="">
            <p:pic>
              <p:nvPicPr>
                <p:cNvPr id="51" name="Ink 50">
                  <a:extLst>
                    <a:ext uri="{FF2B5EF4-FFF2-40B4-BE49-F238E27FC236}">
                      <a16:creationId xmlns:a16="http://schemas.microsoft.com/office/drawing/2014/main" id="{830863A7-8220-2837-76E9-0B74ED20EE31}"/>
                    </a:ext>
                  </a:extLst>
                </p:cNvPr>
                <p:cNvPicPr/>
                <p:nvPr/>
              </p:nvPicPr>
              <p:blipFill>
                <a:blip r:embed="rId95"/>
                <a:stretch>
                  <a:fillRect/>
                </a:stretch>
              </p:blipFill>
              <p:spPr>
                <a:xfrm>
                  <a:off x="8785215" y="3135945"/>
                  <a:ext cx="1814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2" name="Ink 51">
                  <a:extLst>
                    <a:ext uri="{FF2B5EF4-FFF2-40B4-BE49-F238E27FC236}">
                      <a16:creationId xmlns:a16="http://schemas.microsoft.com/office/drawing/2014/main" id="{5496D425-ADE7-145B-CA77-7046F1059124}"/>
                    </a:ext>
                  </a:extLst>
                </p14:cNvPr>
                <p14:cNvContentPartPr/>
                <p14:nvPr/>
              </p14:nvContentPartPr>
              <p14:xfrm>
                <a:off x="9009495" y="3079065"/>
                <a:ext cx="19800" cy="141480"/>
              </p14:xfrm>
            </p:contentPart>
          </mc:Choice>
          <mc:Fallback xmlns="">
            <p:pic>
              <p:nvPicPr>
                <p:cNvPr id="52" name="Ink 51">
                  <a:extLst>
                    <a:ext uri="{FF2B5EF4-FFF2-40B4-BE49-F238E27FC236}">
                      <a16:creationId xmlns:a16="http://schemas.microsoft.com/office/drawing/2014/main" id="{5496D425-ADE7-145B-CA77-7046F1059124}"/>
                    </a:ext>
                  </a:extLst>
                </p:cNvPr>
                <p:cNvPicPr/>
                <p:nvPr/>
              </p:nvPicPr>
              <p:blipFill>
                <a:blip r:embed="rId97"/>
                <a:stretch>
                  <a:fillRect/>
                </a:stretch>
              </p:blipFill>
              <p:spPr>
                <a:xfrm>
                  <a:off x="9003375" y="3072945"/>
                  <a:ext cx="3204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3" name="Ink 52">
                  <a:extLst>
                    <a:ext uri="{FF2B5EF4-FFF2-40B4-BE49-F238E27FC236}">
                      <a16:creationId xmlns:a16="http://schemas.microsoft.com/office/drawing/2014/main" id="{41541F72-20F2-C29F-3E8F-DD6778177626}"/>
                    </a:ext>
                  </a:extLst>
                </p14:cNvPr>
                <p14:cNvContentPartPr/>
                <p14:nvPr/>
              </p14:nvContentPartPr>
              <p14:xfrm>
                <a:off x="8925255" y="3115785"/>
                <a:ext cx="195120" cy="136440"/>
              </p14:xfrm>
            </p:contentPart>
          </mc:Choice>
          <mc:Fallback xmlns="">
            <p:pic>
              <p:nvPicPr>
                <p:cNvPr id="53" name="Ink 52">
                  <a:extLst>
                    <a:ext uri="{FF2B5EF4-FFF2-40B4-BE49-F238E27FC236}">
                      <a16:creationId xmlns:a16="http://schemas.microsoft.com/office/drawing/2014/main" id="{41541F72-20F2-C29F-3E8F-DD6778177626}"/>
                    </a:ext>
                  </a:extLst>
                </p:cNvPr>
                <p:cNvPicPr/>
                <p:nvPr/>
              </p:nvPicPr>
              <p:blipFill>
                <a:blip r:embed="rId99"/>
                <a:stretch>
                  <a:fillRect/>
                </a:stretch>
              </p:blipFill>
              <p:spPr>
                <a:xfrm>
                  <a:off x="8919135" y="3109665"/>
                  <a:ext cx="20736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4" name="Ink 53">
                  <a:extLst>
                    <a:ext uri="{FF2B5EF4-FFF2-40B4-BE49-F238E27FC236}">
                      <a16:creationId xmlns:a16="http://schemas.microsoft.com/office/drawing/2014/main" id="{9F31A942-4DD9-352B-6100-6D5F650F7A40}"/>
                    </a:ext>
                  </a:extLst>
                </p14:cNvPr>
                <p14:cNvContentPartPr/>
                <p14:nvPr/>
              </p14:nvContentPartPr>
              <p14:xfrm>
                <a:off x="9140895" y="3054945"/>
                <a:ext cx="10080" cy="9360"/>
              </p14:xfrm>
            </p:contentPart>
          </mc:Choice>
          <mc:Fallback xmlns="">
            <p:pic>
              <p:nvPicPr>
                <p:cNvPr id="54" name="Ink 53">
                  <a:extLst>
                    <a:ext uri="{FF2B5EF4-FFF2-40B4-BE49-F238E27FC236}">
                      <a16:creationId xmlns:a16="http://schemas.microsoft.com/office/drawing/2014/main" id="{9F31A942-4DD9-352B-6100-6D5F650F7A40}"/>
                    </a:ext>
                  </a:extLst>
                </p:cNvPr>
                <p:cNvPicPr/>
                <p:nvPr/>
              </p:nvPicPr>
              <p:blipFill>
                <a:blip r:embed="rId101"/>
                <a:stretch>
                  <a:fillRect/>
                </a:stretch>
              </p:blipFill>
              <p:spPr>
                <a:xfrm>
                  <a:off x="9134775" y="3048825"/>
                  <a:ext cx="2232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5" name="Ink 54">
                  <a:extLst>
                    <a:ext uri="{FF2B5EF4-FFF2-40B4-BE49-F238E27FC236}">
                      <a16:creationId xmlns:a16="http://schemas.microsoft.com/office/drawing/2014/main" id="{0112EEEE-1D1F-F409-EE83-87A4BC3C3444}"/>
                    </a:ext>
                  </a:extLst>
                </p14:cNvPr>
                <p14:cNvContentPartPr/>
                <p14:nvPr/>
              </p14:nvContentPartPr>
              <p14:xfrm>
                <a:off x="9131175" y="3137025"/>
                <a:ext cx="105480" cy="111960"/>
              </p14:xfrm>
            </p:contentPart>
          </mc:Choice>
          <mc:Fallback xmlns="">
            <p:pic>
              <p:nvPicPr>
                <p:cNvPr id="55" name="Ink 54">
                  <a:extLst>
                    <a:ext uri="{FF2B5EF4-FFF2-40B4-BE49-F238E27FC236}">
                      <a16:creationId xmlns:a16="http://schemas.microsoft.com/office/drawing/2014/main" id="{0112EEEE-1D1F-F409-EE83-87A4BC3C3444}"/>
                    </a:ext>
                  </a:extLst>
                </p:cNvPr>
                <p:cNvPicPr/>
                <p:nvPr/>
              </p:nvPicPr>
              <p:blipFill>
                <a:blip r:embed="rId103"/>
                <a:stretch>
                  <a:fillRect/>
                </a:stretch>
              </p:blipFill>
              <p:spPr>
                <a:xfrm>
                  <a:off x="9125055" y="3130905"/>
                  <a:ext cx="11772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6" name="Ink 55">
                  <a:extLst>
                    <a:ext uri="{FF2B5EF4-FFF2-40B4-BE49-F238E27FC236}">
                      <a16:creationId xmlns:a16="http://schemas.microsoft.com/office/drawing/2014/main" id="{5D25D3D6-2944-6D92-C53E-80E795C9DE9C}"/>
                    </a:ext>
                  </a:extLst>
                </p14:cNvPr>
                <p14:cNvContentPartPr/>
                <p14:nvPr/>
              </p14:nvContentPartPr>
              <p14:xfrm>
                <a:off x="9280215" y="3023265"/>
                <a:ext cx="276840" cy="248040"/>
              </p14:xfrm>
            </p:contentPart>
          </mc:Choice>
          <mc:Fallback xmlns="">
            <p:pic>
              <p:nvPicPr>
                <p:cNvPr id="56" name="Ink 55">
                  <a:extLst>
                    <a:ext uri="{FF2B5EF4-FFF2-40B4-BE49-F238E27FC236}">
                      <a16:creationId xmlns:a16="http://schemas.microsoft.com/office/drawing/2014/main" id="{5D25D3D6-2944-6D92-C53E-80E795C9DE9C}"/>
                    </a:ext>
                  </a:extLst>
                </p:cNvPr>
                <p:cNvPicPr/>
                <p:nvPr/>
              </p:nvPicPr>
              <p:blipFill>
                <a:blip r:embed="rId105"/>
                <a:stretch>
                  <a:fillRect/>
                </a:stretch>
              </p:blipFill>
              <p:spPr>
                <a:xfrm>
                  <a:off x="9274095" y="3017145"/>
                  <a:ext cx="289080" cy="260280"/>
                </a:xfrm>
                <a:prstGeom prst="rect">
                  <a:avLst/>
                </a:prstGeom>
              </p:spPr>
            </p:pic>
          </mc:Fallback>
        </mc:AlternateContent>
      </p:grpSp>
      <p:grpSp>
        <p:nvGrpSpPr>
          <p:cNvPr id="5129" name="Group 5128">
            <a:extLst>
              <a:ext uri="{FF2B5EF4-FFF2-40B4-BE49-F238E27FC236}">
                <a16:creationId xmlns:a16="http://schemas.microsoft.com/office/drawing/2014/main" id="{4A6D59F8-0C20-7641-59EE-6784C43DAC91}"/>
              </a:ext>
            </a:extLst>
          </p:cNvPr>
          <p:cNvGrpSpPr/>
          <p:nvPr/>
        </p:nvGrpSpPr>
        <p:grpSpPr>
          <a:xfrm>
            <a:off x="3930975" y="4518705"/>
            <a:ext cx="1709280" cy="287280"/>
            <a:chOff x="3930975" y="4518705"/>
            <a:chExt cx="1709280" cy="287280"/>
          </a:xfrm>
        </p:grpSpPr>
        <mc:AlternateContent xmlns:mc="http://schemas.openxmlformats.org/markup-compatibility/2006" xmlns:p14="http://schemas.microsoft.com/office/powerpoint/2010/main">
          <mc:Choice Requires="p14">
            <p:contentPart p14:bwMode="auto" r:id="rId106">
              <p14:nvContentPartPr>
                <p14:cNvPr id="58" name="Ink 57">
                  <a:extLst>
                    <a:ext uri="{FF2B5EF4-FFF2-40B4-BE49-F238E27FC236}">
                      <a16:creationId xmlns:a16="http://schemas.microsoft.com/office/drawing/2014/main" id="{1D8A64F3-CF13-9BA3-94AB-1C148166060E}"/>
                    </a:ext>
                  </a:extLst>
                </p14:cNvPr>
                <p14:cNvContentPartPr/>
                <p14:nvPr/>
              </p14:nvContentPartPr>
              <p14:xfrm>
                <a:off x="3930975" y="4575945"/>
                <a:ext cx="152640" cy="228600"/>
              </p14:xfrm>
            </p:contentPart>
          </mc:Choice>
          <mc:Fallback xmlns="">
            <p:pic>
              <p:nvPicPr>
                <p:cNvPr id="58" name="Ink 57">
                  <a:extLst>
                    <a:ext uri="{FF2B5EF4-FFF2-40B4-BE49-F238E27FC236}">
                      <a16:creationId xmlns:a16="http://schemas.microsoft.com/office/drawing/2014/main" id="{1D8A64F3-CF13-9BA3-94AB-1C148166060E}"/>
                    </a:ext>
                  </a:extLst>
                </p:cNvPr>
                <p:cNvPicPr/>
                <p:nvPr/>
              </p:nvPicPr>
              <p:blipFill>
                <a:blip r:embed="rId107"/>
                <a:stretch>
                  <a:fillRect/>
                </a:stretch>
              </p:blipFill>
              <p:spPr>
                <a:xfrm>
                  <a:off x="3924855" y="4569825"/>
                  <a:ext cx="16488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9" name="Ink 58">
                  <a:extLst>
                    <a:ext uri="{FF2B5EF4-FFF2-40B4-BE49-F238E27FC236}">
                      <a16:creationId xmlns:a16="http://schemas.microsoft.com/office/drawing/2014/main" id="{38E57F47-8373-689A-E9F5-D6D8E3EEFB84}"/>
                    </a:ext>
                  </a:extLst>
                </p14:cNvPr>
                <p14:cNvContentPartPr/>
                <p14:nvPr/>
              </p14:nvContentPartPr>
              <p14:xfrm>
                <a:off x="3987135" y="4714185"/>
                <a:ext cx="104400" cy="54720"/>
              </p14:xfrm>
            </p:contentPart>
          </mc:Choice>
          <mc:Fallback xmlns="">
            <p:pic>
              <p:nvPicPr>
                <p:cNvPr id="59" name="Ink 58">
                  <a:extLst>
                    <a:ext uri="{FF2B5EF4-FFF2-40B4-BE49-F238E27FC236}">
                      <a16:creationId xmlns:a16="http://schemas.microsoft.com/office/drawing/2014/main" id="{38E57F47-8373-689A-E9F5-D6D8E3EEFB84}"/>
                    </a:ext>
                  </a:extLst>
                </p:cNvPr>
                <p:cNvPicPr/>
                <p:nvPr/>
              </p:nvPicPr>
              <p:blipFill>
                <a:blip r:embed="rId109"/>
                <a:stretch>
                  <a:fillRect/>
                </a:stretch>
              </p:blipFill>
              <p:spPr>
                <a:xfrm>
                  <a:off x="3981015" y="4708065"/>
                  <a:ext cx="11664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0" name="Ink 59">
                  <a:extLst>
                    <a:ext uri="{FF2B5EF4-FFF2-40B4-BE49-F238E27FC236}">
                      <a16:creationId xmlns:a16="http://schemas.microsoft.com/office/drawing/2014/main" id="{7136E206-E351-3CDC-70D4-1B3CCC1B0A0B}"/>
                    </a:ext>
                  </a:extLst>
                </p14:cNvPr>
                <p14:cNvContentPartPr/>
                <p14:nvPr/>
              </p14:nvContentPartPr>
              <p14:xfrm>
                <a:off x="4147695" y="4681785"/>
                <a:ext cx="138240" cy="101520"/>
              </p14:xfrm>
            </p:contentPart>
          </mc:Choice>
          <mc:Fallback xmlns="">
            <p:pic>
              <p:nvPicPr>
                <p:cNvPr id="60" name="Ink 59">
                  <a:extLst>
                    <a:ext uri="{FF2B5EF4-FFF2-40B4-BE49-F238E27FC236}">
                      <a16:creationId xmlns:a16="http://schemas.microsoft.com/office/drawing/2014/main" id="{7136E206-E351-3CDC-70D4-1B3CCC1B0A0B}"/>
                    </a:ext>
                  </a:extLst>
                </p:cNvPr>
                <p:cNvPicPr/>
                <p:nvPr/>
              </p:nvPicPr>
              <p:blipFill>
                <a:blip r:embed="rId111"/>
                <a:stretch>
                  <a:fillRect/>
                </a:stretch>
              </p:blipFill>
              <p:spPr>
                <a:xfrm>
                  <a:off x="4141575" y="4675665"/>
                  <a:ext cx="15048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1" name="Ink 60">
                  <a:extLst>
                    <a:ext uri="{FF2B5EF4-FFF2-40B4-BE49-F238E27FC236}">
                      <a16:creationId xmlns:a16="http://schemas.microsoft.com/office/drawing/2014/main" id="{BC4BA7D0-AE91-E007-B84C-84914F87C62F}"/>
                    </a:ext>
                  </a:extLst>
                </p14:cNvPr>
                <p14:cNvContentPartPr/>
                <p14:nvPr/>
              </p14:nvContentPartPr>
              <p14:xfrm>
                <a:off x="4329495" y="4678545"/>
                <a:ext cx="158760" cy="109800"/>
              </p14:xfrm>
            </p:contentPart>
          </mc:Choice>
          <mc:Fallback xmlns="">
            <p:pic>
              <p:nvPicPr>
                <p:cNvPr id="61" name="Ink 60">
                  <a:extLst>
                    <a:ext uri="{FF2B5EF4-FFF2-40B4-BE49-F238E27FC236}">
                      <a16:creationId xmlns:a16="http://schemas.microsoft.com/office/drawing/2014/main" id="{BC4BA7D0-AE91-E007-B84C-84914F87C62F}"/>
                    </a:ext>
                  </a:extLst>
                </p:cNvPr>
                <p:cNvPicPr/>
                <p:nvPr/>
              </p:nvPicPr>
              <p:blipFill>
                <a:blip r:embed="rId113"/>
                <a:stretch>
                  <a:fillRect/>
                </a:stretch>
              </p:blipFill>
              <p:spPr>
                <a:xfrm>
                  <a:off x="4323375" y="4672425"/>
                  <a:ext cx="17100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2" name="Ink 61">
                  <a:extLst>
                    <a:ext uri="{FF2B5EF4-FFF2-40B4-BE49-F238E27FC236}">
                      <a16:creationId xmlns:a16="http://schemas.microsoft.com/office/drawing/2014/main" id="{CC84D615-3FEF-A845-CBB6-3730CAFA9F8F}"/>
                    </a:ext>
                  </a:extLst>
                </p14:cNvPr>
                <p14:cNvContentPartPr/>
                <p14:nvPr/>
              </p14:nvContentPartPr>
              <p14:xfrm>
                <a:off x="4488615" y="4680345"/>
                <a:ext cx="84960" cy="105120"/>
              </p14:xfrm>
            </p:contentPart>
          </mc:Choice>
          <mc:Fallback xmlns="">
            <p:pic>
              <p:nvPicPr>
                <p:cNvPr id="62" name="Ink 61">
                  <a:extLst>
                    <a:ext uri="{FF2B5EF4-FFF2-40B4-BE49-F238E27FC236}">
                      <a16:creationId xmlns:a16="http://schemas.microsoft.com/office/drawing/2014/main" id="{CC84D615-3FEF-A845-CBB6-3730CAFA9F8F}"/>
                    </a:ext>
                  </a:extLst>
                </p:cNvPr>
                <p:cNvPicPr/>
                <p:nvPr/>
              </p:nvPicPr>
              <p:blipFill>
                <a:blip r:embed="rId115"/>
                <a:stretch>
                  <a:fillRect/>
                </a:stretch>
              </p:blipFill>
              <p:spPr>
                <a:xfrm>
                  <a:off x="4482495" y="4674225"/>
                  <a:ext cx="9720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3" name="Ink 62">
                  <a:extLst>
                    <a:ext uri="{FF2B5EF4-FFF2-40B4-BE49-F238E27FC236}">
                      <a16:creationId xmlns:a16="http://schemas.microsoft.com/office/drawing/2014/main" id="{932D4E76-2BB2-B3B3-C3D8-405A91A8E555}"/>
                    </a:ext>
                  </a:extLst>
                </p14:cNvPr>
                <p14:cNvContentPartPr/>
                <p14:nvPr/>
              </p14:nvContentPartPr>
              <p14:xfrm>
                <a:off x="4710015" y="4518705"/>
                <a:ext cx="70920" cy="220320"/>
              </p14:xfrm>
            </p:contentPart>
          </mc:Choice>
          <mc:Fallback xmlns="">
            <p:pic>
              <p:nvPicPr>
                <p:cNvPr id="63" name="Ink 62">
                  <a:extLst>
                    <a:ext uri="{FF2B5EF4-FFF2-40B4-BE49-F238E27FC236}">
                      <a16:creationId xmlns:a16="http://schemas.microsoft.com/office/drawing/2014/main" id="{932D4E76-2BB2-B3B3-C3D8-405A91A8E555}"/>
                    </a:ext>
                  </a:extLst>
                </p:cNvPr>
                <p:cNvPicPr/>
                <p:nvPr/>
              </p:nvPicPr>
              <p:blipFill>
                <a:blip r:embed="rId117"/>
                <a:stretch>
                  <a:fillRect/>
                </a:stretch>
              </p:blipFill>
              <p:spPr>
                <a:xfrm>
                  <a:off x="4703895" y="4512585"/>
                  <a:ext cx="8316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5120" name="Ink 5119">
                  <a:extLst>
                    <a:ext uri="{FF2B5EF4-FFF2-40B4-BE49-F238E27FC236}">
                      <a16:creationId xmlns:a16="http://schemas.microsoft.com/office/drawing/2014/main" id="{B097369D-44D4-8C31-56F9-BA085D273FA1}"/>
                    </a:ext>
                  </a:extLst>
                </p14:cNvPr>
                <p14:cNvContentPartPr/>
                <p14:nvPr/>
              </p14:nvContentPartPr>
              <p14:xfrm>
                <a:off x="4622895" y="4651545"/>
                <a:ext cx="75960" cy="13320"/>
              </p14:xfrm>
            </p:contentPart>
          </mc:Choice>
          <mc:Fallback xmlns="">
            <p:pic>
              <p:nvPicPr>
                <p:cNvPr id="5120" name="Ink 5119">
                  <a:extLst>
                    <a:ext uri="{FF2B5EF4-FFF2-40B4-BE49-F238E27FC236}">
                      <a16:creationId xmlns:a16="http://schemas.microsoft.com/office/drawing/2014/main" id="{B097369D-44D4-8C31-56F9-BA085D273FA1}"/>
                    </a:ext>
                  </a:extLst>
                </p:cNvPr>
                <p:cNvPicPr/>
                <p:nvPr/>
              </p:nvPicPr>
              <p:blipFill>
                <a:blip r:embed="rId119"/>
                <a:stretch>
                  <a:fillRect/>
                </a:stretch>
              </p:blipFill>
              <p:spPr>
                <a:xfrm>
                  <a:off x="4616775" y="4645425"/>
                  <a:ext cx="8820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5122" name="Ink 5121">
                  <a:extLst>
                    <a:ext uri="{FF2B5EF4-FFF2-40B4-BE49-F238E27FC236}">
                      <a16:creationId xmlns:a16="http://schemas.microsoft.com/office/drawing/2014/main" id="{42959174-214F-B17C-E8F5-8854D3BCA324}"/>
                    </a:ext>
                  </a:extLst>
                </p14:cNvPr>
                <p14:cNvContentPartPr/>
                <p14:nvPr/>
              </p14:nvContentPartPr>
              <p14:xfrm>
                <a:off x="4792815" y="4581705"/>
                <a:ext cx="95040" cy="191160"/>
              </p14:xfrm>
            </p:contentPart>
          </mc:Choice>
          <mc:Fallback xmlns="">
            <p:pic>
              <p:nvPicPr>
                <p:cNvPr id="5122" name="Ink 5121">
                  <a:extLst>
                    <a:ext uri="{FF2B5EF4-FFF2-40B4-BE49-F238E27FC236}">
                      <a16:creationId xmlns:a16="http://schemas.microsoft.com/office/drawing/2014/main" id="{42959174-214F-B17C-E8F5-8854D3BCA324}"/>
                    </a:ext>
                  </a:extLst>
                </p:cNvPr>
                <p:cNvPicPr/>
                <p:nvPr/>
              </p:nvPicPr>
              <p:blipFill>
                <a:blip r:embed="rId121"/>
                <a:stretch>
                  <a:fillRect/>
                </a:stretch>
              </p:blipFill>
              <p:spPr>
                <a:xfrm>
                  <a:off x="4786695" y="4575585"/>
                  <a:ext cx="10728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5123" name="Ink 5122">
                  <a:extLst>
                    <a:ext uri="{FF2B5EF4-FFF2-40B4-BE49-F238E27FC236}">
                      <a16:creationId xmlns:a16="http://schemas.microsoft.com/office/drawing/2014/main" id="{0EB660FE-BECF-5461-D4E4-C663BF95DDDD}"/>
                    </a:ext>
                  </a:extLst>
                </p14:cNvPr>
                <p14:cNvContentPartPr/>
                <p14:nvPr/>
              </p14:nvContentPartPr>
              <p14:xfrm>
                <a:off x="4967415" y="4591425"/>
                <a:ext cx="20520" cy="200160"/>
              </p14:xfrm>
            </p:contentPart>
          </mc:Choice>
          <mc:Fallback xmlns="">
            <p:pic>
              <p:nvPicPr>
                <p:cNvPr id="5123" name="Ink 5122">
                  <a:extLst>
                    <a:ext uri="{FF2B5EF4-FFF2-40B4-BE49-F238E27FC236}">
                      <a16:creationId xmlns:a16="http://schemas.microsoft.com/office/drawing/2014/main" id="{0EB660FE-BECF-5461-D4E4-C663BF95DDDD}"/>
                    </a:ext>
                  </a:extLst>
                </p:cNvPr>
                <p:cNvPicPr/>
                <p:nvPr/>
              </p:nvPicPr>
              <p:blipFill>
                <a:blip r:embed="rId123"/>
                <a:stretch>
                  <a:fillRect/>
                </a:stretch>
              </p:blipFill>
              <p:spPr>
                <a:xfrm>
                  <a:off x="4961295" y="4585305"/>
                  <a:ext cx="3276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5124" name="Ink 5123">
                  <a:extLst>
                    <a:ext uri="{FF2B5EF4-FFF2-40B4-BE49-F238E27FC236}">
                      <a16:creationId xmlns:a16="http://schemas.microsoft.com/office/drawing/2014/main" id="{2A6C221D-3CF9-47AE-1AC8-271468D1D2A0}"/>
                    </a:ext>
                  </a:extLst>
                </p14:cNvPr>
                <p14:cNvContentPartPr/>
                <p14:nvPr/>
              </p14:nvContentPartPr>
              <p14:xfrm>
                <a:off x="4897935" y="4676745"/>
                <a:ext cx="90360" cy="2160"/>
              </p14:xfrm>
            </p:contentPart>
          </mc:Choice>
          <mc:Fallback xmlns="">
            <p:pic>
              <p:nvPicPr>
                <p:cNvPr id="5124" name="Ink 5123">
                  <a:extLst>
                    <a:ext uri="{FF2B5EF4-FFF2-40B4-BE49-F238E27FC236}">
                      <a16:creationId xmlns:a16="http://schemas.microsoft.com/office/drawing/2014/main" id="{2A6C221D-3CF9-47AE-1AC8-271468D1D2A0}"/>
                    </a:ext>
                  </a:extLst>
                </p:cNvPr>
                <p:cNvPicPr/>
                <p:nvPr/>
              </p:nvPicPr>
              <p:blipFill>
                <a:blip r:embed="rId125"/>
                <a:stretch>
                  <a:fillRect/>
                </a:stretch>
              </p:blipFill>
              <p:spPr>
                <a:xfrm>
                  <a:off x="4891815" y="4670625"/>
                  <a:ext cx="102600" cy="144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5125" name="Ink 5124">
                  <a:extLst>
                    <a:ext uri="{FF2B5EF4-FFF2-40B4-BE49-F238E27FC236}">
                      <a16:creationId xmlns:a16="http://schemas.microsoft.com/office/drawing/2014/main" id="{3B4DD85F-D10F-C722-9F80-D2DC56086412}"/>
                    </a:ext>
                  </a:extLst>
                </p14:cNvPr>
                <p14:cNvContentPartPr/>
                <p14:nvPr/>
              </p14:nvContentPartPr>
              <p14:xfrm>
                <a:off x="5059575" y="4574865"/>
                <a:ext cx="274320" cy="219240"/>
              </p14:xfrm>
            </p:contentPart>
          </mc:Choice>
          <mc:Fallback xmlns="">
            <p:pic>
              <p:nvPicPr>
                <p:cNvPr id="5125" name="Ink 5124">
                  <a:extLst>
                    <a:ext uri="{FF2B5EF4-FFF2-40B4-BE49-F238E27FC236}">
                      <a16:creationId xmlns:a16="http://schemas.microsoft.com/office/drawing/2014/main" id="{3B4DD85F-D10F-C722-9F80-D2DC56086412}"/>
                    </a:ext>
                  </a:extLst>
                </p:cNvPr>
                <p:cNvPicPr/>
                <p:nvPr/>
              </p:nvPicPr>
              <p:blipFill>
                <a:blip r:embed="rId127"/>
                <a:stretch>
                  <a:fillRect/>
                </a:stretch>
              </p:blipFill>
              <p:spPr>
                <a:xfrm>
                  <a:off x="5053455" y="4568745"/>
                  <a:ext cx="28656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5126" name="Ink 5125">
                  <a:extLst>
                    <a:ext uri="{FF2B5EF4-FFF2-40B4-BE49-F238E27FC236}">
                      <a16:creationId xmlns:a16="http://schemas.microsoft.com/office/drawing/2014/main" id="{62DE8FC6-353D-024C-8C76-7BBFC657FC1E}"/>
                    </a:ext>
                  </a:extLst>
                </p14:cNvPr>
                <p14:cNvContentPartPr/>
                <p14:nvPr/>
              </p14:nvContentPartPr>
              <p14:xfrm>
                <a:off x="5186295" y="4642905"/>
                <a:ext cx="179280" cy="132480"/>
              </p14:xfrm>
            </p:contentPart>
          </mc:Choice>
          <mc:Fallback xmlns="">
            <p:pic>
              <p:nvPicPr>
                <p:cNvPr id="5126" name="Ink 5125">
                  <a:extLst>
                    <a:ext uri="{FF2B5EF4-FFF2-40B4-BE49-F238E27FC236}">
                      <a16:creationId xmlns:a16="http://schemas.microsoft.com/office/drawing/2014/main" id="{62DE8FC6-353D-024C-8C76-7BBFC657FC1E}"/>
                    </a:ext>
                  </a:extLst>
                </p:cNvPr>
                <p:cNvPicPr/>
                <p:nvPr/>
              </p:nvPicPr>
              <p:blipFill>
                <a:blip r:embed="rId129"/>
                <a:stretch>
                  <a:fillRect/>
                </a:stretch>
              </p:blipFill>
              <p:spPr>
                <a:xfrm>
                  <a:off x="5180175" y="4636785"/>
                  <a:ext cx="19152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5127" name="Ink 5126">
                  <a:extLst>
                    <a:ext uri="{FF2B5EF4-FFF2-40B4-BE49-F238E27FC236}">
                      <a16:creationId xmlns:a16="http://schemas.microsoft.com/office/drawing/2014/main" id="{A6AD25D4-4D4A-F2DF-9816-55D7D547A2D2}"/>
                    </a:ext>
                  </a:extLst>
                </p14:cNvPr>
                <p14:cNvContentPartPr/>
                <p14:nvPr/>
              </p14:nvContentPartPr>
              <p14:xfrm>
                <a:off x="5416695" y="4602225"/>
                <a:ext cx="20160" cy="24840"/>
              </p14:xfrm>
            </p:contentPart>
          </mc:Choice>
          <mc:Fallback xmlns="">
            <p:pic>
              <p:nvPicPr>
                <p:cNvPr id="5127" name="Ink 5126">
                  <a:extLst>
                    <a:ext uri="{FF2B5EF4-FFF2-40B4-BE49-F238E27FC236}">
                      <a16:creationId xmlns:a16="http://schemas.microsoft.com/office/drawing/2014/main" id="{A6AD25D4-4D4A-F2DF-9816-55D7D547A2D2}"/>
                    </a:ext>
                  </a:extLst>
                </p:cNvPr>
                <p:cNvPicPr/>
                <p:nvPr/>
              </p:nvPicPr>
              <p:blipFill>
                <a:blip r:embed="rId131"/>
                <a:stretch>
                  <a:fillRect/>
                </a:stretch>
              </p:blipFill>
              <p:spPr>
                <a:xfrm>
                  <a:off x="5410575" y="4596105"/>
                  <a:ext cx="324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5128" name="Ink 5127">
                  <a:extLst>
                    <a:ext uri="{FF2B5EF4-FFF2-40B4-BE49-F238E27FC236}">
                      <a16:creationId xmlns:a16="http://schemas.microsoft.com/office/drawing/2014/main" id="{BEA476B8-C8F3-9869-2E8F-1197C17D56A6}"/>
                    </a:ext>
                  </a:extLst>
                </p14:cNvPr>
                <p14:cNvContentPartPr/>
                <p14:nvPr/>
              </p14:nvContentPartPr>
              <p14:xfrm>
                <a:off x="5423535" y="4674225"/>
                <a:ext cx="216720" cy="131760"/>
              </p14:xfrm>
            </p:contentPart>
          </mc:Choice>
          <mc:Fallback xmlns="">
            <p:pic>
              <p:nvPicPr>
                <p:cNvPr id="5128" name="Ink 5127">
                  <a:extLst>
                    <a:ext uri="{FF2B5EF4-FFF2-40B4-BE49-F238E27FC236}">
                      <a16:creationId xmlns:a16="http://schemas.microsoft.com/office/drawing/2014/main" id="{BEA476B8-C8F3-9869-2E8F-1197C17D56A6}"/>
                    </a:ext>
                  </a:extLst>
                </p:cNvPr>
                <p:cNvPicPr/>
                <p:nvPr/>
              </p:nvPicPr>
              <p:blipFill>
                <a:blip r:embed="rId133"/>
                <a:stretch>
                  <a:fillRect/>
                </a:stretch>
              </p:blipFill>
              <p:spPr>
                <a:xfrm>
                  <a:off x="5417415" y="4668105"/>
                  <a:ext cx="228960" cy="144000"/>
                </a:xfrm>
                <a:prstGeom prst="rect">
                  <a:avLst/>
                </a:prstGeom>
              </p:spPr>
            </p:pic>
          </mc:Fallback>
        </mc:AlternateContent>
      </p:grpSp>
      <p:grpSp>
        <p:nvGrpSpPr>
          <p:cNvPr id="5143" name="Group 5142">
            <a:extLst>
              <a:ext uri="{FF2B5EF4-FFF2-40B4-BE49-F238E27FC236}">
                <a16:creationId xmlns:a16="http://schemas.microsoft.com/office/drawing/2014/main" id="{B30ACD47-3F10-9322-45B8-0CF1EBAB3BBA}"/>
              </a:ext>
            </a:extLst>
          </p:cNvPr>
          <p:cNvGrpSpPr/>
          <p:nvPr/>
        </p:nvGrpSpPr>
        <p:grpSpPr>
          <a:xfrm>
            <a:off x="6313815" y="4303785"/>
            <a:ext cx="1375560" cy="379800"/>
            <a:chOff x="6313815" y="4303785"/>
            <a:chExt cx="1375560" cy="379800"/>
          </a:xfrm>
        </p:grpSpPr>
        <mc:AlternateContent xmlns:mc="http://schemas.openxmlformats.org/markup-compatibility/2006" xmlns:p14="http://schemas.microsoft.com/office/powerpoint/2010/main">
          <mc:Choice Requires="p14">
            <p:contentPart p14:bwMode="auto" r:id="rId134">
              <p14:nvContentPartPr>
                <p14:cNvPr id="5130" name="Ink 5129">
                  <a:extLst>
                    <a:ext uri="{FF2B5EF4-FFF2-40B4-BE49-F238E27FC236}">
                      <a16:creationId xmlns:a16="http://schemas.microsoft.com/office/drawing/2014/main" id="{683FAFD8-9B92-9888-8993-367669C1A6D1}"/>
                    </a:ext>
                  </a:extLst>
                </p14:cNvPr>
                <p14:cNvContentPartPr/>
                <p14:nvPr/>
              </p14:nvContentPartPr>
              <p14:xfrm>
                <a:off x="6313815" y="4485225"/>
                <a:ext cx="126000" cy="189000"/>
              </p14:xfrm>
            </p:contentPart>
          </mc:Choice>
          <mc:Fallback xmlns="">
            <p:pic>
              <p:nvPicPr>
                <p:cNvPr id="5130" name="Ink 5129">
                  <a:extLst>
                    <a:ext uri="{FF2B5EF4-FFF2-40B4-BE49-F238E27FC236}">
                      <a16:creationId xmlns:a16="http://schemas.microsoft.com/office/drawing/2014/main" id="{683FAFD8-9B92-9888-8993-367669C1A6D1}"/>
                    </a:ext>
                  </a:extLst>
                </p:cNvPr>
                <p:cNvPicPr/>
                <p:nvPr/>
              </p:nvPicPr>
              <p:blipFill>
                <a:blip r:embed="rId135"/>
                <a:stretch>
                  <a:fillRect/>
                </a:stretch>
              </p:blipFill>
              <p:spPr>
                <a:xfrm>
                  <a:off x="6307695" y="4479105"/>
                  <a:ext cx="13824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5131" name="Ink 5130">
                  <a:extLst>
                    <a:ext uri="{FF2B5EF4-FFF2-40B4-BE49-F238E27FC236}">
                      <a16:creationId xmlns:a16="http://schemas.microsoft.com/office/drawing/2014/main" id="{13F03F8F-A2F4-92AB-1A07-D2937BAEC423}"/>
                    </a:ext>
                  </a:extLst>
                </p14:cNvPr>
                <p14:cNvContentPartPr/>
                <p14:nvPr/>
              </p14:nvContentPartPr>
              <p14:xfrm>
                <a:off x="6356295" y="4628145"/>
                <a:ext cx="114480" cy="55440"/>
              </p14:xfrm>
            </p:contentPart>
          </mc:Choice>
          <mc:Fallback xmlns="">
            <p:pic>
              <p:nvPicPr>
                <p:cNvPr id="5131" name="Ink 5130">
                  <a:extLst>
                    <a:ext uri="{FF2B5EF4-FFF2-40B4-BE49-F238E27FC236}">
                      <a16:creationId xmlns:a16="http://schemas.microsoft.com/office/drawing/2014/main" id="{13F03F8F-A2F4-92AB-1A07-D2937BAEC423}"/>
                    </a:ext>
                  </a:extLst>
                </p:cNvPr>
                <p:cNvPicPr/>
                <p:nvPr/>
              </p:nvPicPr>
              <p:blipFill>
                <a:blip r:embed="rId137"/>
                <a:stretch>
                  <a:fillRect/>
                </a:stretch>
              </p:blipFill>
              <p:spPr>
                <a:xfrm>
                  <a:off x="6350175" y="4622025"/>
                  <a:ext cx="12672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5132" name="Ink 5131">
                  <a:extLst>
                    <a:ext uri="{FF2B5EF4-FFF2-40B4-BE49-F238E27FC236}">
                      <a16:creationId xmlns:a16="http://schemas.microsoft.com/office/drawing/2014/main" id="{23724EF1-F624-6380-E160-CF4724FE0BAA}"/>
                    </a:ext>
                  </a:extLst>
                </p14:cNvPr>
                <p14:cNvContentPartPr/>
                <p14:nvPr/>
              </p14:nvContentPartPr>
              <p14:xfrm>
                <a:off x="6499215" y="4477665"/>
                <a:ext cx="123480" cy="105840"/>
              </p14:xfrm>
            </p:contentPart>
          </mc:Choice>
          <mc:Fallback xmlns="">
            <p:pic>
              <p:nvPicPr>
                <p:cNvPr id="5132" name="Ink 5131">
                  <a:extLst>
                    <a:ext uri="{FF2B5EF4-FFF2-40B4-BE49-F238E27FC236}">
                      <a16:creationId xmlns:a16="http://schemas.microsoft.com/office/drawing/2014/main" id="{23724EF1-F624-6380-E160-CF4724FE0BAA}"/>
                    </a:ext>
                  </a:extLst>
                </p:cNvPr>
                <p:cNvPicPr/>
                <p:nvPr/>
              </p:nvPicPr>
              <p:blipFill>
                <a:blip r:embed="rId139"/>
                <a:stretch>
                  <a:fillRect/>
                </a:stretch>
              </p:blipFill>
              <p:spPr>
                <a:xfrm>
                  <a:off x="6493095" y="4471545"/>
                  <a:ext cx="13572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5133" name="Ink 5132">
                  <a:extLst>
                    <a:ext uri="{FF2B5EF4-FFF2-40B4-BE49-F238E27FC236}">
                      <a16:creationId xmlns:a16="http://schemas.microsoft.com/office/drawing/2014/main" id="{D9D2E51B-510D-4CD8-C251-A080D81850C4}"/>
                    </a:ext>
                  </a:extLst>
                </p14:cNvPr>
                <p14:cNvContentPartPr/>
                <p14:nvPr/>
              </p14:nvContentPartPr>
              <p14:xfrm>
                <a:off x="6665535" y="4507185"/>
                <a:ext cx="108720" cy="92880"/>
              </p14:xfrm>
            </p:contentPart>
          </mc:Choice>
          <mc:Fallback xmlns="">
            <p:pic>
              <p:nvPicPr>
                <p:cNvPr id="5133" name="Ink 5132">
                  <a:extLst>
                    <a:ext uri="{FF2B5EF4-FFF2-40B4-BE49-F238E27FC236}">
                      <a16:creationId xmlns:a16="http://schemas.microsoft.com/office/drawing/2014/main" id="{D9D2E51B-510D-4CD8-C251-A080D81850C4}"/>
                    </a:ext>
                  </a:extLst>
                </p:cNvPr>
                <p:cNvPicPr/>
                <p:nvPr/>
              </p:nvPicPr>
              <p:blipFill>
                <a:blip r:embed="rId141"/>
                <a:stretch>
                  <a:fillRect/>
                </a:stretch>
              </p:blipFill>
              <p:spPr>
                <a:xfrm>
                  <a:off x="6659415" y="4501065"/>
                  <a:ext cx="12096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5134" name="Ink 5133">
                  <a:extLst>
                    <a:ext uri="{FF2B5EF4-FFF2-40B4-BE49-F238E27FC236}">
                      <a16:creationId xmlns:a16="http://schemas.microsoft.com/office/drawing/2014/main" id="{41D60FB4-DAB5-26E5-C412-86DCD78D9204}"/>
                    </a:ext>
                  </a:extLst>
                </p14:cNvPr>
                <p14:cNvContentPartPr/>
                <p14:nvPr/>
              </p14:nvContentPartPr>
              <p14:xfrm>
                <a:off x="6852015" y="4395945"/>
                <a:ext cx="41760" cy="187920"/>
              </p14:xfrm>
            </p:contentPart>
          </mc:Choice>
          <mc:Fallback xmlns="">
            <p:pic>
              <p:nvPicPr>
                <p:cNvPr id="5134" name="Ink 5133">
                  <a:extLst>
                    <a:ext uri="{FF2B5EF4-FFF2-40B4-BE49-F238E27FC236}">
                      <a16:creationId xmlns:a16="http://schemas.microsoft.com/office/drawing/2014/main" id="{41D60FB4-DAB5-26E5-C412-86DCD78D9204}"/>
                    </a:ext>
                  </a:extLst>
                </p:cNvPr>
                <p:cNvPicPr/>
                <p:nvPr/>
              </p:nvPicPr>
              <p:blipFill>
                <a:blip r:embed="rId143"/>
                <a:stretch>
                  <a:fillRect/>
                </a:stretch>
              </p:blipFill>
              <p:spPr>
                <a:xfrm>
                  <a:off x="6845895" y="4389825"/>
                  <a:ext cx="5400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5135" name="Ink 5134">
                  <a:extLst>
                    <a:ext uri="{FF2B5EF4-FFF2-40B4-BE49-F238E27FC236}">
                      <a16:creationId xmlns:a16="http://schemas.microsoft.com/office/drawing/2014/main" id="{16F54697-8AC7-8917-6BDB-7EAF20D7FD0A}"/>
                    </a:ext>
                  </a:extLst>
                </p14:cNvPr>
                <p14:cNvContentPartPr/>
                <p14:nvPr/>
              </p14:nvContentPartPr>
              <p14:xfrm>
                <a:off x="6933735" y="4475145"/>
                <a:ext cx="34200" cy="96840"/>
              </p14:xfrm>
            </p:contentPart>
          </mc:Choice>
          <mc:Fallback xmlns="">
            <p:pic>
              <p:nvPicPr>
                <p:cNvPr id="5135" name="Ink 5134">
                  <a:extLst>
                    <a:ext uri="{FF2B5EF4-FFF2-40B4-BE49-F238E27FC236}">
                      <a16:creationId xmlns:a16="http://schemas.microsoft.com/office/drawing/2014/main" id="{16F54697-8AC7-8917-6BDB-7EAF20D7FD0A}"/>
                    </a:ext>
                  </a:extLst>
                </p:cNvPr>
                <p:cNvPicPr/>
                <p:nvPr/>
              </p:nvPicPr>
              <p:blipFill>
                <a:blip r:embed="rId145"/>
                <a:stretch>
                  <a:fillRect/>
                </a:stretch>
              </p:blipFill>
              <p:spPr>
                <a:xfrm>
                  <a:off x="6927615" y="4469025"/>
                  <a:ext cx="4644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5136" name="Ink 5135">
                  <a:extLst>
                    <a:ext uri="{FF2B5EF4-FFF2-40B4-BE49-F238E27FC236}">
                      <a16:creationId xmlns:a16="http://schemas.microsoft.com/office/drawing/2014/main" id="{6D4D9A3D-57D2-7751-6F4C-F69D464BF3CE}"/>
                    </a:ext>
                  </a:extLst>
                </p14:cNvPr>
                <p14:cNvContentPartPr/>
                <p14:nvPr/>
              </p14:nvContentPartPr>
              <p14:xfrm>
                <a:off x="6995655" y="4349865"/>
                <a:ext cx="16560" cy="17640"/>
              </p14:xfrm>
            </p:contentPart>
          </mc:Choice>
          <mc:Fallback xmlns="">
            <p:pic>
              <p:nvPicPr>
                <p:cNvPr id="5136" name="Ink 5135">
                  <a:extLst>
                    <a:ext uri="{FF2B5EF4-FFF2-40B4-BE49-F238E27FC236}">
                      <a16:creationId xmlns:a16="http://schemas.microsoft.com/office/drawing/2014/main" id="{6D4D9A3D-57D2-7751-6F4C-F69D464BF3CE}"/>
                    </a:ext>
                  </a:extLst>
                </p:cNvPr>
                <p:cNvPicPr/>
                <p:nvPr/>
              </p:nvPicPr>
              <p:blipFill>
                <a:blip r:embed="rId147"/>
                <a:stretch>
                  <a:fillRect/>
                </a:stretch>
              </p:blipFill>
              <p:spPr>
                <a:xfrm>
                  <a:off x="6989535" y="4343745"/>
                  <a:ext cx="288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5137" name="Ink 5136">
                  <a:extLst>
                    <a:ext uri="{FF2B5EF4-FFF2-40B4-BE49-F238E27FC236}">
                      <a16:creationId xmlns:a16="http://schemas.microsoft.com/office/drawing/2014/main" id="{F91AFB71-2A49-6270-7005-4F3437C867D7}"/>
                    </a:ext>
                  </a:extLst>
                </p14:cNvPr>
                <p14:cNvContentPartPr/>
                <p14:nvPr/>
              </p14:nvContentPartPr>
              <p14:xfrm>
                <a:off x="6999615" y="4372545"/>
                <a:ext cx="101520" cy="198720"/>
              </p14:xfrm>
            </p:contentPart>
          </mc:Choice>
          <mc:Fallback xmlns="">
            <p:pic>
              <p:nvPicPr>
                <p:cNvPr id="5137" name="Ink 5136">
                  <a:extLst>
                    <a:ext uri="{FF2B5EF4-FFF2-40B4-BE49-F238E27FC236}">
                      <a16:creationId xmlns:a16="http://schemas.microsoft.com/office/drawing/2014/main" id="{F91AFB71-2A49-6270-7005-4F3437C867D7}"/>
                    </a:ext>
                  </a:extLst>
                </p:cNvPr>
                <p:cNvPicPr/>
                <p:nvPr/>
              </p:nvPicPr>
              <p:blipFill>
                <a:blip r:embed="rId149"/>
                <a:stretch>
                  <a:fillRect/>
                </a:stretch>
              </p:blipFill>
              <p:spPr>
                <a:xfrm>
                  <a:off x="6993495" y="4366425"/>
                  <a:ext cx="1137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5138" name="Ink 5137">
                  <a:extLst>
                    <a:ext uri="{FF2B5EF4-FFF2-40B4-BE49-F238E27FC236}">
                      <a16:creationId xmlns:a16="http://schemas.microsoft.com/office/drawing/2014/main" id="{B77EDD30-B0C8-2E7B-F8FE-9D01CB03DF13}"/>
                    </a:ext>
                  </a:extLst>
                </p14:cNvPr>
                <p14:cNvContentPartPr/>
                <p14:nvPr/>
              </p14:nvContentPartPr>
              <p14:xfrm>
                <a:off x="7147935" y="4454265"/>
                <a:ext cx="213840" cy="125640"/>
              </p14:xfrm>
            </p:contentPart>
          </mc:Choice>
          <mc:Fallback xmlns="">
            <p:pic>
              <p:nvPicPr>
                <p:cNvPr id="5138" name="Ink 5137">
                  <a:extLst>
                    <a:ext uri="{FF2B5EF4-FFF2-40B4-BE49-F238E27FC236}">
                      <a16:creationId xmlns:a16="http://schemas.microsoft.com/office/drawing/2014/main" id="{B77EDD30-B0C8-2E7B-F8FE-9D01CB03DF13}"/>
                    </a:ext>
                  </a:extLst>
                </p:cNvPr>
                <p:cNvPicPr/>
                <p:nvPr/>
              </p:nvPicPr>
              <p:blipFill>
                <a:blip r:embed="rId151"/>
                <a:stretch>
                  <a:fillRect/>
                </a:stretch>
              </p:blipFill>
              <p:spPr>
                <a:xfrm>
                  <a:off x="7141815" y="4448145"/>
                  <a:ext cx="22608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5139" name="Ink 5138">
                  <a:extLst>
                    <a:ext uri="{FF2B5EF4-FFF2-40B4-BE49-F238E27FC236}">
                      <a16:creationId xmlns:a16="http://schemas.microsoft.com/office/drawing/2014/main" id="{922894B0-B8C8-B64E-0CF0-5947D64DD541}"/>
                    </a:ext>
                  </a:extLst>
                </p14:cNvPr>
                <p14:cNvContentPartPr/>
                <p14:nvPr/>
              </p14:nvContentPartPr>
              <p14:xfrm>
                <a:off x="7336575" y="4303785"/>
                <a:ext cx="95040" cy="234000"/>
              </p14:xfrm>
            </p:contentPart>
          </mc:Choice>
          <mc:Fallback xmlns="">
            <p:pic>
              <p:nvPicPr>
                <p:cNvPr id="5139" name="Ink 5138">
                  <a:extLst>
                    <a:ext uri="{FF2B5EF4-FFF2-40B4-BE49-F238E27FC236}">
                      <a16:creationId xmlns:a16="http://schemas.microsoft.com/office/drawing/2014/main" id="{922894B0-B8C8-B64E-0CF0-5947D64DD541}"/>
                    </a:ext>
                  </a:extLst>
                </p:cNvPr>
                <p:cNvPicPr/>
                <p:nvPr/>
              </p:nvPicPr>
              <p:blipFill>
                <a:blip r:embed="rId153"/>
                <a:stretch>
                  <a:fillRect/>
                </a:stretch>
              </p:blipFill>
              <p:spPr>
                <a:xfrm>
                  <a:off x="7330455" y="4297665"/>
                  <a:ext cx="10728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5140" name="Ink 5139">
                  <a:extLst>
                    <a:ext uri="{FF2B5EF4-FFF2-40B4-BE49-F238E27FC236}">
                      <a16:creationId xmlns:a16="http://schemas.microsoft.com/office/drawing/2014/main" id="{1DCA950A-F594-2CCC-06ED-40B0F3A30777}"/>
                    </a:ext>
                  </a:extLst>
                </p14:cNvPr>
                <p14:cNvContentPartPr/>
                <p14:nvPr/>
              </p14:nvContentPartPr>
              <p14:xfrm>
                <a:off x="7316055" y="4473705"/>
                <a:ext cx="124200" cy="103680"/>
              </p14:xfrm>
            </p:contentPart>
          </mc:Choice>
          <mc:Fallback xmlns="">
            <p:pic>
              <p:nvPicPr>
                <p:cNvPr id="5140" name="Ink 5139">
                  <a:extLst>
                    <a:ext uri="{FF2B5EF4-FFF2-40B4-BE49-F238E27FC236}">
                      <a16:creationId xmlns:a16="http://schemas.microsoft.com/office/drawing/2014/main" id="{1DCA950A-F594-2CCC-06ED-40B0F3A30777}"/>
                    </a:ext>
                  </a:extLst>
                </p:cNvPr>
                <p:cNvPicPr/>
                <p:nvPr/>
              </p:nvPicPr>
              <p:blipFill>
                <a:blip r:embed="rId155"/>
                <a:stretch>
                  <a:fillRect/>
                </a:stretch>
              </p:blipFill>
              <p:spPr>
                <a:xfrm>
                  <a:off x="7309935" y="4467585"/>
                  <a:ext cx="1364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5141" name="Ink 5140">
                  <a:extLst>
                    <a:ext uri="{FF2B5EF4-FFF2-40B4-BE49-F238E27FC236}">
                      <a16:creationId xmlns:a16="http://schemas.microsoft.com/office/drawing/2014/main" id="{C63F5328-BD2A-DCDC-B296-62EB5F8942DC}"/>
                    </a:ext>
                  </a:extLst>
                </p14:cNvPr>
                <p14:cNvContentPartPr/>
                <p14:nvPr/>
              </p14:nvContentPartPr>
              <p14:xfrm>
                <a:off x="7465455" y="4382625"/>
                <a:ext cx="21600" cy="12960"/>
              </p14:xfrm>
            </p:contentPart>
          </mc:Choice>
          <mc:Fallback xmlns="">
            <p:pic>
              <p:nvPicPr>
                <p:cNvPr id="5141" name="Ink 5140">
                  <a:extLst>
                    <a:ext uri="{FF2B5EF4-FFF2-40B4-BE49-F238E27FC236}">
                      <a16:creationId xmlns:a16="http://schemas.microsoft.com/office/drawing/2014/main" id="{C63F5328-BD2A-DCDC-B296-62EB5F8942DC}"/>
                    </a:ext>
                  </a:extLst>
                </p:cNvPr>
                <p:cNvPicPr/>
                <p:nvPr/>
              </p:nvPicPr>
              <p:blipFill>
                <a:blip r:embed="rId157"/>
                <a:stretch>
                  <a:fillRect/>
                </a:stretch>
              </p:blipFill>
              <p:spPr>
                <a:xfrm>
                  <a:off x="7459335" y="4376505"/>
                  <a:ext cx="338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5142" name="Ink 5141">
                  <a:extLst>
                    <a:ext uri="{FF2B5EF4-FFF2-40B4-BE49-F238E27FC236}">
                      <a16:creationId xmlns:a16="http://schemas.microsoft.com/office/drawing/2014/main" id="{8DD1F21D-6D2C-BF48-95CD-B5A9BF7FEEEF}"/>
                    </a:ext>
                  </a:extLst>
                </p14:cNvPr>
                <p14:cNvContentPartPr/>
                <p14:nvPr/>
              </p14:nvContentPartPr>
              <p14:xfrm>
                <a:off x="7469055" y="4459305"/>
                <a:ext cx="220320" cy="108000"/>
              </p14:xfrm>
            </p:contentPart>
          </mc:Choice>
          <mc:Fallback xmlns="">
            <p:pic>
              <p:nvPicPr>
                <p:cNvPr id="5142" name="Ink 5141">
                  <a:extLst>
                    <a:ext uri="{FF2B5EF4-FFF2-40B4-BE49-F238E27FC236}">
                      <a16:creationId xmlns:a16="http://schemas.microsoft.com/office/drawing/2014/main" id="{8DD1F21D-6D2C-BF48-95CD-B5A9BF7FEEEF}"/>
                    </a:ext>
                  </a:extLst>
                </p:cNvPr>
                <p:cNvPicPr/>
                <p:nvPr/>
              </p:nvPicPr>
              <p:blipFill>
                <a:blip r:embed="rId159"/>
                <a:stretch>
                  <a:fillRect/>
                </a:stretch>
              </p:blipFill>
              <p:spPr>
                <a:xfrm>
                  <a:off x="7462935" y="4453185"/>
                  <a:ext cx="232560" cy="120240"/>
                </a:xfrm>
                <a:prstGeom prst="rect">
                  <a:avLst/>
                </a:prstGeom>
              </p:spPr>
            </p:pic>
          </mc:Fallback>
        </mc:AlternateContent>
      </p:grpSp>
      <p:grpSp>
        <p:nvGrpSpPr>
          <p:cNvPr id="5153" name="Group 5152">
            <a:extLst>
              <a:ext uri="{FF2B5EF4-FFF2-40B4-BE49-F238E27FC236}">
                <a16:creationId xmlns:a16="http://schemas.microsoft.com/office/drawing/2014/main" id="{7587212F-476A-2C1E-B5B4-AF41E1D2BB72}"/>
              </a:ext>
            </a:extLst>
          </p:cNvPr>
          <p:cNvGrpSpPr/>
          <p:nvPr/>
        </p:nvGrpSpPr>
        <p:grpSpPr>
          <a:xfrm>
            <a:off x="5796855" y="3730665"/>
            <a:ext cx="601920" cy="272520"/>
            <a:chOff x="5796855" y="3730665"/>
            <a:chExt cx="601920" cy="272520"/>
          </a:xfrm>
        </p:grpSpPr>
        <mc:AlternateContent xmlns:mc="http://schemas.openxmlformats.org/markup-compatibility/2006" xmlns:p14="http://schemas.microsoft.com/office/powerpoint/2010/main">
          <mc:Choice Requires="p14">
            <p:contentPart p14:bwMode="auto" r:id="rId160">
              <p14:nvContentPartPr>
                <p14:cNvPr id="5144" name="Ink 5143">
                  <a:extLst>
                    <a:ext uri="{FF2B5EF4-FFF2-40B4-BE49-F238E27FC236}">
                      <a16:creationId xmlns:a16="http://schemas.microsoft.com/office/drawing/2014/main" id="{29A5B2CF-43B6-B961-7A94-2BE2863A7F2B}"/>
                    </a:ext>
                  </a:extLst>
                </p14:cNvPr>
                <p14:cNvContentPartPr/>
                <p14:nvPr/>
              </p14:nvContentPartPr>
              <p14:xfrm>
                <a:off x="6092775" y="3805185"/>
                <a:ext cx="200880" cy="168480"/>
              </p14:xfrm>
            </p:contentPart>
          </mc:Choice>
          <mc:Fallback xmlns="">
            <p:pic>
              <p:nvPicPr>
                <p:cNvPr id="5144" name="Ink 5143">
                  <a:extLst>
                    <a:ext uri="{FF2B5EF4-FFF2-40B4-BE49-F238E27FC236}">
                      <a16:creationId xmlns:a16="http://schemas.microsoft.com/office/drawing/2014/main" id="{29A5B2CF-43B6-B961-7A94-2BE2863A7F2B}"/>
                    </a:ext>
                  </a:extLst>
                </p:cNvPr>
                <p:cNvPicPr/>
                <p:nvPr/>
              </p:nvPicPr>
              <p:blipFill>
                <a:blip r:embed="rId161"/>
                <a:stretch>
                  <a:fillRect/>
                </a:stretch>
              </p:blipFill>
              <p:spPr>
                <a:xfrm>
                  <a:off x="6086655" y="3799065"/>
                  <a:ext cx="21312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5145" name="Ink 5144">
                  <a:extLst>
                    <a:ext uri="{FF2B5EF4-FFF2-40B4-BE49-F238E27FC236}">
                      <a16:creationId xmlns:a16="http://schemas.microsoft.com/office/drawing/2014/main" id="{7544A4C3-0750-EBFB-4DE8-D7F7EFA631BC}"/>
                    </a:ext>
                  </a:extLst>
                </p14:cNvPr>
                <p14:cNvContentPartPr/>
                <p14:nvPr/>
              </p14:nvContentPartPr>
              <p14:xfrm>
                <a:off x="6157575" y="3811305"/>
                <a:ext cx="13320" cy="5760"/>
              </p14:xfrm>
            </p:contentPart>
          </mc:Choice>
          <mc:Fallback xmlns="">
            <p:pic>
              <p:nvPicPr>
                <p:cNvPr id="5145" name="Ink 5144">
                  <a:extLst>
                    <a:ext uri="{FF2B5EF4-FFF2-40B4-BE49-F238E27FC236}">
                      <a16:creationId xmlns:a16="http://schemas.microsoft.com/office/drawing/2014/main" id="{7544A4C3-0750-EBFB-4DE8-D7F7EFA631BC}"/>
                    </a:ext>
                  </a:extLst>
                </p:cNvPr>
                <p:cNvPicPr/>
                <p:nvPr/>
              </p:nvPicPr>
              <p:blipFill>
                <a:blip r:embed="rId163"/>
                <a:stretch>
                  <a:fillRect/>
                </a:stretch>
              </p:blipFill>
              <p:spPr>
                <a:xfrm>
                  <a:off x="6151455" y="3805185"/>
                  <a:ext cx="255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5146" name="Ink 5145">
                  <a:extLst>
                    <a:ext uri="{FF2B5EF4-FFF2-40B4-BE49-F238E27FC236}">
                      <a16:creationId xmlns:a16="http://schemas.microsoft.com/office/drawing/2014/main" id="{BAFF05BE-71DD-59CB-6255-1204907F691E}"/>
                    </a:ext>
                  </a:extLst>
                </p14:cNvPr>
                <p14:cNvContentPartPr/>
                <p14:nvPr/>
              </p14:nvContentPartPr>
              <p14:xfrm>
                <a:off x="6204735" y="3799785"/>
                <a:ext cx="360" cy="4680"/>
              </p14:xfrm>
            </p:contentPart>
          </mc:Choice>
          <mc:Fallback xmlns="">
            <p:pic>
              <p:nvPicPr>
                <p:cNvPr id="5146" name="Ink 5145">
                  <a:extLst>
                    <a:ext uri="{FF2B5EF4-FFF2-40B4-BE49-F238E27FC236}">
                      <a16:creationId xmlns:a16="http://schemas.microsoft.com/office/drawing/2014/main" id="{BAFF05BE-71DD-59CB-6255-1204907F691E}"/>
                    </a:ext>
                  </a:extLst>
                </p:cNvPr>
                <p:cNvPicPr/>
                <p:nvPr/>
              </p:nvPicPr>
              <p:blipFill>
                <a:blip r:embed="rId165"/>
                <a:stretch>
                  <a:fillRect/>
                </a:stretch>
              </p:blipFill>
              <p:spPr>
                <a:xfrm>
                  <a:off x="6198615" y="3793665"/>
                  <a:ext cx="126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5147" name="Ink 5146">
                  <a:extLst>
                    <a:ext uri="{FF2B5EF4-FFF2-40B4-BE49-F238E27FC236}">
                      <a16:creationId xmlns:a16="http://schemas.microsoft.com/office/drawing/2014/main" id="{C4C50E91-EED6-E927-4F4A-454F5BAF89DF}"/>
                    </a:ext>
                  </a:extLst>
                </p14:cNvPr>
                <p14:cNvContentPartPr/>
                <p14:nvPr/>
              </p14:nvContentPartPr>
              <p14:xfrm>
                <a:off x="6179175" y="3730665"/>
                <a:ext cx="6840" cy="12240"/>
              </p14:xfrm>
            </p:contentPart>
          </mc:Choice>
          <mc:Fallback xmlns="">
            <p:pic>
              <p:nvPicPr>
                <p:cNvPr id="5147" name="Ink 5146">
                  <a:extLst>
                    <a:ext uri="{FF2B5EF4-FFF2-40B4-BE49-F238E27FC236}">
                      <a16:creationId xmlns:a16="http://schemas.microsoft.com/office/drawing/2014/main" id="{C4C50E91-EED6-E927-4F4A-454F5BAF89DF}"/>
                    </a:ext>
                  </a:extLst>
                </p:cNvPr>
                <p:cNvPicPr/>
                <p:nvPr/>
              </p:nvPicPr>
              <p:blipFill>
                <a:blip r:embed="rId167"/>
                <a:stretch>
                  <a:fillRect/>
                </a:stretch>
              </p:blipFill>
              <p:spPr>
                <a:xfrm>
                  <a:off x="6173055" y="3724545"/>
                  <a:ext cx="1908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5148" name="Ink 5147">
                  <a:extLst>
                    <a:ext uri="{FF2B5EF4-FFF2-40B4-BE49-F238E27FC236}">
                      <a16:creationId xmlns:a16="http://schemas.microsoft.com/office/drawing/2014/main" id="{F7554F91-8240-44C8-770A-80BCF9FD45BD}"/>
                    </a:ext>
                  </a:extLst>
                </p14:cNvPr>
                <p14:cNvContentPartPr/>
                <p14:nvPr/>
              </p14:nvContentPartPr>
              <p14:xfrm>
                <a:off x="6252975" y="3756225"/>
                <a:ext cx="145800" cy="99000"/>
              </p14:xfrm>
            </p:contentPart>
          </mc:Choice>
          <mc:Fallback xmlns="">
            <p:pic>
              <p:nvPicPr>
                <p:cNvPr id="5148" name="Ink 5147">
                  <a:extLst>
                    <a:ext uri="{FF2B5EF4-FFF2-40B4-BE49-F238E27FC236}">
                      <a16:creationId xmlns:a16="http://schemas.microsoft.com/office/drawing/2014/main" id="{F7554F91-8240-44C8-770A-80BCF9FD45BD}"/>
                    </a:ext>
                  </a:extLst>
                </p:cNvPr>
                <p:cNvPicPr/>
                <p:nvPr/>
              </p:nvPicPr>
              <p:blipFill>
                <a:blip r:embed="rId169"/>
                <a:stretch>
                  <a:fillRect/>
                </a:stretch>
              </p:blipFill>
              <p:spPr>
                <a:xfrm>
                  <a:off x="6246855" y="3750105"/>
                  <a:ext cx="15804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5150" name="Ink 5149">
                  <a:extLst>
                    <a:ext uri="{FF2B5EF4-FFF2-40B4-BE49-F238E27FC236}">
                      <a16:creationId xmlns:a16="http://schemas.microsoft.com/office/drawing/2014/main" id="{6F078571-006D-5C33-FED9-9407D4594B34}"/>
                    </a:ext>
                  </a:extLst>
                </p14:cNvPr>
                <p14:cNvContentPartPr/>
                <p14:nvPr/>
              </p14:nvContentPartPr>
              <p14:xfrm>
                <a:off x="5796855" y="3916065"/>
                <a:ext cx="233640" cy="87120"/>
              </p14:xfrm>
            </p:contentPart>
          </mc:Choice>
          <mc:Fallback xmlns="">
            <p:pic>
              <p:nvPicPr>
                <p:cNvPr id="5150" name="Ink 5149">
                  <a:extLst>
                    <a:ext uri="{FF2B5EF4-FFF2-40B4-BE49-F238E27FC236}">
                      <a16:creationId xmlns:a16="http://schemas.microsoft.com/office/drawing/2014/main" id="{6F078571-006D-5C33-FED9-9407D4594B34}"/>
                    </a:ext>
                  </a:extLst>
                </p:cNvPr>
                <p:cNvPicPr/>
                <p:nvPr/>
              </p:nvPicPr>
              <p:blipFill>
                <a:blip r:embed="rId171"/>
                <a:stretch>
                  <a:fillRect/>
                </a:stretch>
              </p:blipFill>
              <p:spPr>
                <a:xfrm>
                  <a:off x="5790735" y="3909945"/>
                  <a:ext cx="24588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5151" name="Ink 5150">
                  <a:extLst>
                    <a:ext uri="{FF2B5EF4-FFF2-40B4-BE49-F238E27FC236}">
                      <a16:creationId xmlns:a16="http://schemas.microsoft.com/office/drawing/2014/main" id="{3740D345-5DD1-D8B9-06B8-5CA11F8B90CA}"/>
                    </a:ext>
                  </a:extLst>
                </p14:cNvPr>
                <p14:cNvContentPartPr/>
                <p14:nvPr/>
              </p14:nvContentPartPr>
              <p14:xfrm>
                <a:off x="5826375" y="3839385"/>
                <a:ext cx="99720" cy="20520"/>
              </p14:xfrm>
            </p:contentPart>
          </mc:Choice>
          <mc:Fallback xmlns="">
            <p:pic>
              <p:nvPicPr>
                <p:cNvPr id="5151" name="Ink 5150">
                  <a:extLst>
                    <a:ext uri="{FF2B5EF4-FFF2-40B4-BE49-F238E27FC236}">
                      <a16:creationId xmlns:a16="http://schemas.microsoft.com/office/drawing/2014/main" id="{3740D345-5DD1-D8B9-06B8-5CA11F8B90CA}"/>
                    </a:ext>
                  </a:extLst>
                </p:cNvPr>
                <p:cNvPicPr/>
                <p:nvPr/>
              </p:nvPicPr>
              <p:blipFill>
                <a:blip r:embed="rId173"/>
                <a:stretch>
                  <a:fillRect/>
                </a:stretch>
              </p:blipFill>
              <p:spPr>
                <a:xfrm>
                  <a:off x="5820255" y="3833265"/>
                  <a:ext cx="1119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5152" name="Ink 5151">
                  <a:extLst>
                    <a:ext uri="{FF2B5EF4-FFF2-40B4-BE49-F238E27FC236}">
                      <a16:creationId xmlns:a16="http://schemas.microsoft.com/office/drawing/2014/main" id="{5F7EACE0-615B-606D-3C6A-5ADEE9D9E72A}"/>
                    </a:ext>
                  </a:extLst>
                </p14:cNvPr>
                <p14:cNvContentPartPr/>
                <p14:nvPr/>
              </p14:nvContentPartPr>
              <p14:xfrm>
                <a:off x="5964255" y="3759465"/>
                <a:ext cx="28800" cy="11880"/>
              </p14:xfrm>
            </p:contentPart>
          </mc:Choice>
          <mc:Fallback xmlns="">
            <p:pic>
              <p:nvPicPr>
                <p:cNvPr id="5152" name="Ink 5151">
                  <a:extLst>
                    <a:ext uri="{FF2B5EF4-FFF2-40B4-BE49-F238E27FC236}">
                      <a16:creationId xmlns:a16="http://schemas.microsoft.com/office/drawing/2014/main" id="{5F7EACE0-615B-606D-3C6A-5ADEE9D9E72A}"/>
                    </a:ext>
                  </a:extLst>
                </p:cNvPr>
                <p:cNvPicPr/>
                <p:nvPr/>
              </p:nvPicPr>
              <p:blipFill>
                <a:blip r:embed="rId175"/>
                <a:stretch>
                  <a:fillRect/>
                </a:stretch>
              </p:blipFill>
              <p:spPr>
                <a:xfrm>
                  <a:off x="5958135" y="3753345"/>
                  <a:ext cx="41040" cy="24120"/>
                </a:xfrm>
                <a:prstGeom prst="rect">
                  <a:avLst/>
                </a:prstGeom>
              </p:spPr>
            </p:pic>
          </mc:Fallback>
        </mc:AlternateContent>
      </p:grpSp>
      <p:grpSp>
        <p:nvGrpSpPr>
          <p:cNvPr id="5163" name="Group 5162">
            <a:extLst>
              <a:ext uri="{FF2B5EF4-FFF2-40B4-BE49-F238E27FC236}">
                <a16:creationId xmlns:a16="http://schemas.microsoft.com/office/drawing/2014/main" id="{E33C47DB-2FA8-C412-7399-DF35E9474C53}"/>
              </a:ext>
            </a:extLst>
          </p:cNvPr>
          <p:cNvGrpSpPr/>
          <p:nvPr/>
        </p:nvGrpSpPr>
        <p:grpSpPr>
          <a:xfrm>
            <a:off x="3375495" y="3749025"/>
            <a:ext cx="792720" cy="343080"/>
            <a:chOff x="3375495" y="3749025"/>
            <a:chExt cx="792720" cy="343080"/>
          </a:xfrm>
        </p:grpSpPr>
        <mc:AlternateContent xmlns:mc="http://schemas.openxmlformats.org/markup-compatibility/2006" xmlns:p14="http://schemas.microsoft.com/office/powerpoint/2010/main">
          <mc:Choice Requires="p14">
            <p:contentPart p14:bwMode="auto" r:id="rId176">
              <p14:nvContentPartPr>
                <p14:cNvPr id="5154" name="Ink 5153">
                  <a:extLst>
                    <a:ext uri="{FF2B5EF4-FFF2-40B4-BE49-F238E27FC236}">
                      <a16:creationId xmlns:a16="http://schemas.microsoft.com/office/drawing/2014/main" id="{FA102F33-D0D5-CC4B-253E-F8A9DDF7F259}"/>
                    </a:ext>
                  </a:extLst>
                </p14:cNvPr>
                <p14:cNvContentPartPr/>
                <p14:nvPr/>
              </p14:nvContentPartPr>
              <p14:xfrm>
                <a:off x="3953295" y="3839745"/>
                <a:ext cx="214920" cy="197280"/>
              </p14:xfrm>
            </p:contentPart>
          </mc:Choice>
          <mc:Fallback xmlns="">
            <p:pic>
              <p:nvPicPr>
                <p:cNvPr id="5154" name="Ink 5153">
                  <a:extLst>
                    <a:ext uri="{FF2B5EF4-FFF2-40B4-BE49-F238E27FC236}">
                      <a16:creationId xmlns:a16="http://schemas.microsoft.com/office/drawing/2014/main" id="{FA102F33-D0D5-CC4B-253E-F8A9DDF7F259}"/>
                    </a:ext>
                  </a:extLst>
                </p:cNvPr>
                <p:cNvPicPr/>
                <p:nvPr/>
              </p:nvPicPr>
              <p:blipFill>
                <a:blip r:embed="rId177"/>
                <a:stretch>
                  <a:fillRect/>
                </a:stretch>
              </p:blipFill>
              <p:spPr>
                <a:xfrm>
                  <a:off x="3947175" y="3833625"/>
                  <a:ext cx="22716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5155" name="Ink 5154">
                  <a:extLst>
                    <a:ext uri="{FF2B5EF4-FFF2-40B4-BE49-F238E27FC236}">
                      <a16:creationId xmlns:a16="http://schemas.microsoft.com/office/drawing/2014/main" id="{E086B731-B7B6-F8CA-1F8E-1FB99BD3175D}"/>
                    </a:ext>
                  </a:extLst>
                </p14:cNvPr>
                <p14:cNvContentPartPr/>
                <p14:nvPr/>
              </p14:nvContentPartPr>
              <p14:xfrm>
                <a:off x="3890295" y="3933705"/>
                <a:ext cx="54720" cy="104760"/>
              </p14:xfrm>
            </p:contentPart>
          </mc:Choice>
          <mc:Fallback xmlns="">
            <p:pic>
              <p:nvPicPr>
                <p:cNvPr id="5155" name="Ink 5154">
                  <a:extLst>
                    <a:ext uri="{FF2B5EF4-FFF2-40B4-BE49-F238E27FC236}">
                      <a16:creationId xmlns:a16="http://schemas.microsoft.com/office/drawing/2014/main" id="{E086B731-B7B6-F8CA-1F8E-1FB99BD3175D}"/>
                    </a:ext>
                  </a:extLst>
                </p:cNvPr>
                <p:cNvPicPr/>
                <p:nvPr/>
              </p:nvPicPr>
              <p:blipFill>
                <a:blip r:embed="rId179"/>
                <a:stretch>
                  <a:fillRect/>
                </a:stretch>
              </p:blipFill>
              <p:spPr>
                <a:xfrm>
                  <a:off x="3884175" y="3927585"/>
                  <a:ext cx="6696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5157" name="Ink 5156">
                  <a:extLst>
                    <a:ext uri="{FF2B5EF4-FFF2-40B4-BE49-F238E27FC236}">
                      <a16:creationId xmlns:a16="http://schemas.microsoft.com/office/drawing/2014/main" id="{E294D17A-D893-2D99-E5D3-5AD5620A83A8}"/>
                    </a:ext>
                  </a:extLst>
                </p14:cNvPr>
                <p14:cNvContentPartPr/>
                <p14:nvPr/>
              </p14:nvContentPartPr>
              <p14:xfrm>
                <a:off x="3806415" y="3845865"/>
                <a:ext cx="12960" cy="166680"/>
              </p14:xfrm>
            </p:contentPart>
          </mc:Choice>
          <mc:Fallback xmlns="">
            <p:pic>
              <p:nvPicPr>
                <p:cNvPr id="5157" name="Ink 5156">
                  <a:extLst>
                    <a:ext uri="{FF2B5EF4-FFF2-40B4-BE49-F238E27FC236}">
                      <a16:creationId xmlns:a16="http://schemas.microsoft.com/office/drawing/2014/main" id="{E294D17A-D893-2D99-E5D3-5AD5620A83A8}"/>
                    </a:ext>
                  </a:extLst>
                </p:cNvPr>
                <p:cNvPicPr/>
                <p:nvPr/>
              </p:nvPicPr>
              <p:blipFill>
                <a:blip r:embed="rId181"/>
                <a:stretch>
                  <a:fillRect/>
                </a:stretch>
              </p:blipFill>
              <p:spPr>
                <a:xfrm>
                  <a:off x="3800295" y="3839745"/>
                  <a:ext cx="2520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5158" name="Ink 5157">
                  <a:extLst>
                    <a:ext uri="{FF2B5EF4-FFF2-40B4-BE49-F238E27FC236}">
                      <a16:creationId xmlns:a16="http://schemas.microsoft.com/office/drawing/2014/main" id="{655383A9-A155-0EEA-29DE-FC1BFCF344E0}"/>
                    </a:ext>
                  </a:extLst>
                </p14:cNvPr>
                <p14:cNvContentPartPr/>
                <p14:nvPr/>
              </p14:nvContentPartPr>
              <p14:xfrm>
                <a:off x="3519495" y="3849465"/>
                <a:ext cx="264960" cy="223200"/>
              </p14:xfrm>
            </p:contentPart>
          </mc:Choice>
          <mc:Fallback xmlns="">
            <p:pic>
              <p:nvPicPr>
                <p:cNvPr id="5158" name="Ink 5157">
                  <a:extLst>
                    <a:ext uri="{FF2B5EF4-FFF2-40B4-BE49-F238E27FC236}">
                      <a16:creationId xmlns:a16="http://schemas.microsoft.com/office/drawing/2014/main" id="{655383A9-A155-0EEA-29DE-FC1BFCF344E0}"/>
                    </a:ext>
                  </a:extLst>
                </p:cNvPr>
                <p:cNvPicPr/>
                <p:nvPr/>
              </p:nvPicPr>
              <p:blipFill>
                <a:blip r:embed="rId183"/>
                <a:stretch>
                  <a:fillRect/>
                </a:stretch>
              </p:blipFill>
              <p:spPr>
                <a:xfrm>
                  <a:off x="3513375" y="3843345"/>
                  <a:ext cx="27720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5159" name="Ink 5158">
                  <a:extLst>
                    <a:ext uri="{FF2B5EF4-FFF2-40B4-BE49-F238E27FC236}">
                      <a16:creationId xmlns:a16="http://schemas.microsoft.com/office/drawing/2014/main" id="{B2A64575-0175-13BE-3868-4E2B7794CF6E}"/>
                    </a:ext>
                  </a:extLst>
                </p14:cNvPr>
                <p14:cNvContentPartPr/>
                <p14:nvPr/>
              </p14:nvContentPartPr>
              <p14:xfrm>
                <a:off x="3582495" y="3806985"/>
                <a:ext cx="52200" cy="11520"/>
              </p14:xfrm>
            </p:contentPart>
          </mc:Choice>
          <mc:Fallback xmlns="">
            <p:pic>
              <p:nvPicPr>
                <p:cNvPr id="5159" name="Ink 5158">
                  <a:extLst>
                    <a:ext uri="{FF2B5EF4-FFF2-40B4-BE49-F238E27FC236}">
                      <a16:creationId xmlns:a16="http://schemas.microsoft.com/office/drawing/2014/main" id="{B2A64575-0175-13BE-3868-4E2B7794CF6E}"/>
                    </a:ext>
                  </a:extLst>
                </p:cNvPr>
                <p:cNvPicPr/>
                <p:nvPr/>
              </p:nvPicPr>
              <p:blipFill>
                <a:blip r:embed="rId185"/>
                <a:stretch>
                  <a:fillRect/>
                </a:stretch>
              </p:blipFill>
              <p:spPr>
                <a:xfrm>
                  <a:off x="3576375" y="3800865"/>
                  <a:ext cx="644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5160" name="Ink 5159">
                  <a:extLst>
                    <a:ext uri="{FF2B5EF4-FFF2-40B4-BE49-F238E27FC236}">
                      <a16:creationId xmlns:a16="http://schemas.microsoft.com/office/drawing/2014/main" id="{2753FC7D-2D8A-2239-F039-D55AD574BDC4}"/>
                    </a:ext>
                  </a:extLst>
                </p14:cNvPr>
                <p14:cNvContentPartPr/>
                <p14:nvPr/>
              </p14:nvContentPartPr>
              <p14:xfrm>
                <a:off x="3723255" y="3749025"/>
                <a:ext cx="16200" cy="14760"/>
              </p14:xfrm>
            </p:contentPart>
          </mc:Choice>
          <mc:Fallback xmlns="">
            <p:pic>
              <p:nvPicPr>
                <p:cNvPr id="5160" name="Ink 5159">
                  <a:extLst>
                    <a:ext uri="{FF2B5EF4-FFF2-40B4-BE49-F238E27FC236}">
                      <a16:creationId xmlns:a16="http://schemas.microsoft.com/office/drawing/2014/main" id="{2753FC7D-2D8A-2239-F039-D55AD574BDC4}"/>
                    </a:ext>
                  </a:extLst>
                </p:cNvPr>
                <p:cNvPicPr/>
                <p:nvPr/>
              </p:nvPicPr>
              <p:blipFill>
                <a:blip r:embed="rId187"/>
                <a:stretch>
                  <a:fillRect/>
                </a:stretch>
              </p:blipFill>
              <p:spPr>
                <a:xfrm>
                  <a:off x="3717135" y="3742905"/>
                  <a:ext cx="2844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5161" name="Ink 5160">
                  <a:extLst>
                    <a:ext uri="{FF2B5EF4-FFF2-40B4-BE49-F238E27FC236}">
                      <a16:creationId xmlns:a16="http://schemas.microsoft.com/office/drawing/2014/main" id="{4E4A8003-364E-C46F-6FDD-FB0366AECD5A}"/>
                    </a:ext>
                  </a:extLst>
                </p14:cNvPr>
                <p14:cNvContentPartPr/>
                <p14:nvPr/>
              </p14:nvContentPartPr>
              <p14:xfrm>
                <a:off x="3375495" y="3918225"/>
                <a:ext cx="134280" cy="173880"/>
              </p14:xfrm>
            </p:contentPart>
          </mc:Choice>
          <mc:Fallback xmlns="">
            <p:pic>
              <p:nvPicPr>
                <p:cNvPr id="5161" name="Ink 5160">
                  <a:extLst>
                    <a:ext uri="{FF2B5EF4-FFF2-40B4-BE49-F238E27FC236}">
                      <a16:creationId xmlns:a16="http://schemas.microsoft.com/office/drawing/2014/main" id="{4E4A8003-364E-C46F-6FDD-FB0366AECD5A}"/>
                    </a:ext>
                  </a:extLst>
                </p:cNvPr>
                <p:cNvPicPr/>
                <p:nvPr/>
              </p:nvPicPr>
              <p:blipFill>
                <a:blip r:embed="rId189"/>
                <a:stretch>
                  <a:fillRect/>
                </a:stretch>
              </p:blipFill>
              <p:spPr>
                <a:xfrm>
                  <a:off x="3369375" y="3912105"/>
                  <a:ext cx="14652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5162" name="Ink 5161">
                  <a:extLst>
                    <a:ext uri="{FF2B5EF4-FFF2-40B4-BE49-F238E27FC236}">
                      <a16:creationId xmlns:a16="http://schemas.microsoft.com/office/drawing/2014/main" id="{B3B96794-C1CB-EDD5-3400-DD5E1EDA1D61}"/>
                    </a:ext>
                  </a:extLst>
                </p14:cNvPr>
                <p14:cNvContentPartPr/>
                <p14:nvPr/>
              </p14:nvContentPartPr>
              <p14:xfrm>
                <a:off x="3434895" y="3820665"/>
                <a:ext cx="36360" cy="131760"/>
              </p14:xfrm>
            </p:contentPart>
          </mc:Choice>
          <mc:Fallback xmlns="">
            <p:pic>
              <p:nvPicPr>
                <p:cNvPr id="5162" name="Ink 5161">
                  <a:extLst>
                    <a:ext uri="{FF2B5EF4-FFF2-40B4-BE49-F238E27FC236}">
                      <a16:creationId xmlns:a16="http://schemas.microsoft.com/office/drawing/2014/main" id="{B3B96794-C1CB-EDD5-3400-DD5E1EDA1D61}"/>
                    </a:ext>
                  </a:extLst>
                </p:cNvPr>
                <p:cNvPicPr/>
                <p:nvPr/>
              </p:nvPicPr>
              <p:blipFill>
                <a:blip r:embed="rId191"/>
                <a:stretch>
                  <a:fillRect/>
                </a:stretch>
              </p:blipFill>
              <p:spPr>
                <a:xfrm>
                  <a:off x="3428775" y="3814545"/>
                  <a:ext cx="48600" cy="144000"/>
                </a:xfrm>
                <a:prstGeom prst="rect">
                  <a:avLst/>
                </a:prstGeom>
              </p:spPr>
            </p:pic>
          </mc:Fallback>
        </mc:AlternateContent>
      </p:grpSp>
      <p:grpSp>
        <p:nvGrpSpPr>
          <p:cNvPr id="5179" name="Group 5178">
            <a:extLst>
              <a:ext uri="{FF2B5EF4-FFF2-40B4-BE49-F238E27FC236}">
                <a16:creationId xmlns:a16="http://schemas.microsoft.com/office/drawing/2014/main" id="{ECA726B9-7992-95E2-81B3-E5222E11EF22}"/>
              </a:ext>
            </a:extLst>
          </p:cNvPr>
          <p:cNvGrpSpPr/>
          <p:nvPr/>
        </p:nvGrpSpPr>
        <p:grpSpPr>
          <a:xfrm>
            <a:off x="609255" y="3432585"/>
            <a:ext cx="1527480" cy="387720"/>
            <a:chOff x="609255" y="3432585"/>
            <a:chExt cx="1527480" cy="387720"/>
          </a:xfrm>
        </p:grpSpPr>
        <mc:AlternateContent xmlns:mc="http://schemas.openxmlformats.org/markup-compatibility/2006" xmlns:p14="http://schemas.microsoft.com/office/powerpoint/2010/main">
          <mc:Choice Requires="p14">
            <p:contentPart p14:bwMode="auto" r:id="rId192">
              <p14:nvContentPartPr>
                <p14:cNvPr id="5164" name="Ink 5163">
                  <a:extLst>
                    <a:ext uri="{FF2B5EF4-FFF2-40B4-BE49-F238E27FC236}">
                      <a16:creationId xmlns:a16="http://schemas.microsoft.com/office/drawing/2014/main" id="{A1166F99-0806-1D50-331E-6D05ECE2250E}"/>
                    </a:ext>
                  </a:extLst>
                </p14:cNvPr>
                <p14:cNvContentPartPr/>
                <p14:nvPr/>
              </p14:nvContentPartPr>
              <p14:xfrm>
                <a:off x="2115495" y="3499185"/>
                <a:ext cx="21240" cy="198000"/>
              </p14:xfrm>
            </p:contentPart>
          </mc:Choice>
          <mc:Fallback xmlns="">
            <p:pic>
              <p:nvPicPr>
                <p:cNvPr id="5164" name="Ink 5163">
                  <a:extLst>
                    <a:ext uri="{FF2B5EF4-FFF2-40B4-BE49-F238E27FC236}">
                      <a16:creationId xmlns:a16="http://schemas.microsoft.com/office/drawing/2014/main" id="{A1166F99-0806-1D50-331E-6D05ECE2250E}"/>
                    </a:ext>
                  </a:extLst>
                </p:cNvPr>
                <p:cNvPicPr/>
                <p:nvPr/>
              </p:nvPicPr>
              <p:blipFill>
                <a:blip r:embed="rId193"/>
                <a:stretch>
                  <a:fillRect/>
                </a:stretch>
              </p:blipFill>
              <p:spPr>
                <a:xfrm>
                  <a:off x="2109375" y="3493065"/>
                  <a:ext cx="3348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5165" name="Ink 5164">
                  <a:extLst>
                    <a:ext uri="{FF2B5EF4-FFF2-40B4-BE49-F238E27FC236}">
                      <a16:creationId xmlns:a16="http://schemas.microsoft.com/office/drawing/2014/main" id="{818486A8-9170-E64A-9730-E60E95F5627B}"/>
                    </a:ext>
                  </a:extLst>
                </p14:cNvPr>
                <p14:cNvContentPartPr/>
                <p14:nvPr/>
              </p14:nvContentPartPr>
              <p14:xfrm>
                <a:off x="1902735" y="3523305"/>
                <a:ext cx="164160" cy="223200"/>
              </p14:xfrm>
            </p:contentPart>
          </mc:Choice>
          <mc:Fallback xmlns="">
            <p:pic>
              <p:nvPicPr>
                <p:cNvPr id="5165" name="Ink 5164">
                  <a:extLst>
                    <a:ext uri="{FF2B5EF4-FFF2-40B4-BE49-F238E27FC236}">
                      <a16:creationId xmlns:a16="http://schemas.microsoft.com/office/drawing/2014/main" id="{818486A8-9170-E64A-9730-E60E95F5627B}"/>
                    </a:ext>
                  </a:extLst>
                </p:cNvPr>
                <p:cNvPicPr/>
                <p:nvPr/>
              </p:nvPicPr>
              <p:blipFill>
                <a:blip r:embed="rId195"/>
                <a:stretch>
                  <a:fillRect/>
                </a:stretch>
              </p:blipFill>
              <p:spPr>
                <a:xfrm>
                  <a:off x="1896615" y="3517185"/>
                  <a:ext cx="17640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5166" name="Ink 5165">
                  <a:extLst>
                    <a:ext uri="{FF2B5EF4-FFF2-40B4-BE49-F238E27FC236}">
                      <a16:creationId xmlns:a16="http://schemas.microsoft.com/office/drawing/2014/main" id="{3127EF3E-05DF-4CF5-838F-FA8271E92D8F}"/>
                    </a:ext>
                  </a:extLst>
                </p14:cNvPr>
                <p14:cNvContentPartPr/>
                <p14:nvPr/>
              </p14:nvContentPartPr>
              <p14:xfrm>
                <a:off x="1931175" y="3571545"/>
                <a:ext cx="48960" cy="111960"/>
              </p14:xfrm>
            </p:contentPart>
          </mc:Choice>
          <mc:Fallback xmlns="">
            <p:pic>
              <p:nvPicPr>
                <p:cNvPr id="5166" name="Ink 5165">
                  <a:extLst>
                    <a:ext uri="{FF2B5EF4-FFF2-40B4-BE49-F238E27FC236}">
                      <a16:creationId xmlns:a16="http://schemas.microsoft.com/office/drawing/2014/main" id="{3127EF3E-05DF-4CF5-838F-FA8271E92D8F}"/>
                    </a:ext>
                  </a:extLst>
                </p:cNvPr>
                <p:cNvPicPr/>
                <p:nvPr/>
              </p:nvPicPr>
              <p:blipFill>
                <a:blip r:embed="rId197"/>
                <a:stretch>
                  <a:fillRect/>
                </a:stretch>
              </p:blipFill>
              <p:spPr>
                <a:xfrm>
                  <a:off x="1925055" y="3565425"/>
                  <a:ext cx="612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5167" name="Ink 5166">
                  <a:extLst>
                    <a:ext uri="{FF2B5EF4-FFF2-40B4-BE49-F238E27FC236}">
                      <a16:creationId xmlns:a16="http://schemas.microsoft.com/office/drawing/2014/main" id="{03C1BAB0-0421-36B0-A91F-A9DE8D491B40}"/>
                    </a:ext>
                  </a:extLst>
                </p14:cNvPr>
                <p14:cNvContentPartPr/>
                <p14:nvPr/>
              </p14:nvContentPartPr>
              <p14:xfrm>
                <a:off x="1894095" y="3482985"/>
                <a:ext cx="74160" cy="84240"/>
              </p14:xfrm>
            </p:contentPart>
          </mc:Choice>
          <mc:Fallback xmlns="">
            <p:pic>
              <p:nvPicPr>
                <p:cNvPr id="5167" name="Ink 5166">
                  <a:extLst>
                    <a:ext uri="{FF2B5EF4-FFF2-40B4-BE49-F238E27FC236}">
                      <a16:creationId xmlns:a16="http://schemas.microsoft.com/office/drawing/2014/main" id="{03C1BAB0-0421-36B0-A91F-A9DE8D491B40}"/>
                    </a:ext>
                  </a:extLst>
                </p:cNvPr>
                <p:cNvPicPr/>
                <p:nvPr/>
              </p:nvPicPr>
              <p:blipFill>
                <a:blip r:embed="rId199"/>
                <a:stretch>
                  <a:fillRect/>
                </a:stretch>
              </p:blipFill>
              <p:spPr>
                <a:xfrm>
                  <a:off x="1887975" y="3476865"/>
                  <a:ext cx="8640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5168" name="Ink 5167">
                  <a:extLst>
                    <a:ext uri="{FF2B5EF4-FFF2-40B4-BE49-F238E27FC236}">
                      <a16:creationId xmlns:a16="http://schemas.microsoft.com/office/drawing/2014/main" id="{48F3A146-4437-3131-8A65-E63F750399FE}"/>
                    </a:ext>
                  </a:extLst>
                </p14:cNvPr>
                <p14:cNvContentPartPr/>
                <p14:nvPr/>
              </p14:nvContentPartPr>
              <p14:xfrm>
                <a:off x="1586295" y="3641025"/>
                <a:ext cx="258840" cy="158040"/>
              </p14:xfrm>
            </p:contentPart>
          </mc:Choice>
          <mc:Fallback xmlns="">
            <p:pic>
              <p:nvPicPr>
                <p:cNvPr id="5168" name="Ink 5167">
                  <a:extLst>
                    <a:ext uri="{FF2B5EF4-FFF2-40B4-BE49-F238E27FC236}">
                      <a16:creationId xmlns:a16="http://schemas.microsoft.com/office/drawing/2014/main" id="{48F3A146-4437-3131-8A65-E63F750399FE}"/>
                    </a:ext>
                  </a:extLst>
                </p:cNvPr>
                <p:cNvPicPr/>
                <p:nvPr/>
              </p:nvPicPr>
              <p:blipFill>
                <a:blip r:embed="rId201"/>
                <a:stretch>
                  <a:fillRect/>
                </a:stretch>
              </p:blipFill>
              <p:spPr>
                <a:xfrm>
                  <a:off x="1580175" y="3634905"/>
                  <a:ext cx="27108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5169" name="Ink 5168">
                  <a:extLst>
                    <a:ext uri="{FF2B5EF4-FFF2-40B4-BE49-F238E27FC236}">
                      <a16:creationId xmlns:a16="http://schemas.microsoft.com/office/drawing/2014/main" id="{829BBD75-6512-5D7C-8357-1A7CEEDFD25D}"/>
                    </a:ext>
                  </a:extLst>
                </p14:cNvPr>
                <p14:cNvContentPartPr/>
                <p14:nvPr/>
              </p14:nvContentPartPr>
              <p14:xfrm>
                <a:off x="1568295" y="3530145"/>
                <a:ext cx="18000" cy="159480"/>
              </p14:xfrm>
            </p:contentPart>
          </mc:Choice>
          <mc:Fallback xmlns="">
            <p:pic>
              <p:nvPicPr>
                <p:cNvPr id="5169" name="Ink 5168">
                  <a:extLst>
                    <a:ext uri="{FF2B5EF4-FFF2-40B4-BE49-F238E27FC236}">
                      <a16:creationId xmlns:a16="http://schemas.microsoft.com/office/drawing/2014/main" id="{829BBD75-6512-5D7C-8357-1A7CEEDFD25D}"/>
                    </a:ext>
                  </a:extLst>
                </p:cNvPr>
                <p:cNvPicPr/>
                <p:nvPr/>
              </p:nvPicPr>
              <p:blipFill>
                <a:blip r:embed="rId203"/>
                <a:stretch>
                  <a:fillRect/>
                </a:stretch>
              </p:blipFill>
              <p:spPr>
                <a:xfrm>
                  <a:off x="1562175" y="3524025"/>
                  <a:ext cx="3024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5170" name="Ink 5169">
                  <a:extLst>
                    <a:ext uri="{FF2B5EF4-FFF2-40B4-BE49-F238E27FC236}">
                      <a16:creationId xmlns:a16="http://schemas.microsoft.com/office/drawing/2014/main" id="{DE4D0373-561F-8E4B-ACC7-14A6A5134849}"/>
                    </a:ext>
                  </a:extLst>
                </p14:cNvPr>
                <p14:cNvContentPartPr/>
                <p14:nvPr/>
              </p14:nvContentPartPr>
              <p14:xfrm>
                <a:off x="1418175" y="3693945"/>
                <a:ext cx="82800" cy="126360"/>
              </p14:xfrm>
            </p:contentPart>
          </mc:Choice>
          <mc:Fallback xmlns="">
            <p:pic>
              <p:nvPicPr>
                <p:cNvPr id="5170" name="Ink 5169">
                  <a:extLst>
                    <a:ext uri="{FF2B5EF4-FFF2-40B4-BE49-F238E27FC236}">
                      <a16:creationId xmlns:a16="http://schemas.microsoft.com/office/drawing/2014/main" id="{DE4D0373-561F-8E4B-ACC7-14A6A5134849}"/>
                    </a:ext>
                  </a:extLst>
                </p:cNvPr>
                <p:cNvPicPr/>
                <p:nvPr/>
              </p:nvPicPr>
              <p:blipFill>
                <a:blip r:embed="rId205"/>
                <a:stretch>
                  <a:fillRect/>
                </a:stretch>
              </p:blipFill>
              <p:spPr>
                <a:xfrm>
                  <a:off x="1412055" y="3687825"/>
                  <a:ext cx="9504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5171" name="Ink 5170">
                  <a:extLst>
                    <a:ext uri="{FF2B5EF4-FFF2-40B4-BE49-F238E27FC236}">
                      <a16:creationId xmlns:a16="http://schemas.microsoft.com/office/drawing/2014/main" id="{39F6E700-B4DC-42CE-F4C4-ACE875941443}"/>
                    </a:ext>
                  </a:extLst>
                </p14:cNvPr>
                <p14:cNvContentPartPr/>
                <p14:nvPr/>
              </p14:nvContentPartPr>
              <p14:xfrm>
                <a:off x="1339335" y="3552105"/>
                <a:ext cx="29520" cy="152640"/>
              </p14:xfrm>
            </p:contentPart>
          </mc:Choice>
          <mc:Fallback xmlns="">
            <p:pic>
              <p:nvPicPr>
                <p:cNvPr id="5171" name="Ink 5170">
                  <a:extLst>
                    <a:ext uri="{FF2B5EF4-FFF2-40B4-BE49-F238E27FC236}">
                      <a16:creationId xmlns:a16="http://schemas.microsoft.com/office/drawing/2014/main" id="{39F6E700-B4DC-42CE-F4C4-ACE875941443}"/>
                    </a:ext>
                  </a:extLst>
                </p:cNvPr>
                <p:cNvPicPr/>
                <p:nvPr/>
              </p:nvPicPr>
              <p:blipFill>
                <a:blip r:embed="rId207"/>
                <a:stretch>
                  <a:fillRect/>
                </a:stretch>
              </p:blipFill>
              <p:spPr>
                <a:xfrm>
                  <a:off x="1333215" y="3545985"/>
                  <a:ext cx="4176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5172" name="Ink 5171">
                  <a:extLst>
                    <a:ext uri="{FF2B5EF4-FFF2-40B4-BE49-F238E27FC236}">
                      <a16:creationId xmlns:a16="http://schemas.microsoft.com/office/drawing/2014/main" id="{56144EF3-621D-4A23-6626-D275AC637F9A}"/>
                    </a:ext>
                  </a:extLst>
                </p14:cNvPr>
                <p14:cNvContentPartPr/>
                <p14:nvPr/>
              </p14:nvContentPartPr>
              <p14:xfrm>
                <a:off x="1112535" y="3536265"/>
                <a:ext cx="192600" cy="252720"/>
              </p14:xfrm>
            </p:contentPart>
          </mc:Choice>
          <mc:Fallback xmlns="">
            <p:pic>
              <p:nvPicPr>
                <p:cNvPr id="5172" name="Ink 5171">
                  <a:extLst>
                    <a:ext uri="{FF2B5EF4-FFF2-40B4-BE49-F238E27FC236}">
                      <a16:creationId xmlns:a16="http://schemas.microsoft.com/office/drawing/2014/main" id="{56144EF3-621D-4A23-6626-D275AC637F9A}"/>
                    </a:ext>
                  </a:extLst>
                </p:cNvPr>
                <p:cNvPicPr/>
                <p:nvPr/>
              </p:nvPicPr>
              <p:blipFill>
                <a:blip r:embed="rId209"/>
                <a:stretch>
                  <a:fillRect/>
                </a:stretch>
              </p:blipFill>
              <p:spPr>
                <a:xfrm>
                  <a:off x="1106415" y="3530145"/>
                  <a:ext cx="20484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5173" name="Ink 5172">
                  <a:extLst>
                    <a:ext uri="{FF2B5EF4-FFF2-40B4-BE49-F238E27FC236}">
                      <a16:creationId xmlns:a16="http://schemas.microsoft.com/office/drawing/2014/main" id="{938C8D4A-C895-F82F-29D6-EBE50056D251}"/>
                    </a:ext>
                  </a:extLst>
                </p14:cNvPr>
                <p14:cNvContentPartPr/>
                <p14:nvPr/>
              </p14:nvContentPartPr>
              <p14:xfrm>
                <a:off x="1140615" y="3604665"/>
                <a:ext cx="64440" cy="108360"/>
              </p14:xfrm>
            </p:contentPart>
          </mc:Choice>
          <mc:Fallback xmlns="">
            <p:pic>
              <p:nvPicPr>
                <p:cNvPr id="5173" name="Ink 5172">
                  <a:extLst>
                    <a:ext uri="{FF2B5EF4-FFF2-40B4-BE49-F238E27FC236}">
                      <a16:creationId xmlns:a16="http://schemas.microsoft.com/office/drawing/2014/main" id="{938C8D4A-C895-F82F-29D6-EBE50056D251}"/>
                    </a:ext>
                  </a:extLst>
                </p:cNvPr>
                <p:cNvPicPr/>
                <p:nvPr/>
              </p:nvPicPr>
              <p:blipFill>
                <a:blip r:embed="rId211"/>
                <a:stretch>
                  <a:fillRect/>
                </a:stretch>
              </p:blipFill>
              <p:spPr>
                <a:xfrm>
                  <a:off x="1134495" y="3598545"/>
                  <a:ext cx="7668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5174" name="Ink 5173">
                  <a:extLst>
                    <a:ext uri="{FF2B5EF4-FFF2-40B4-BE49-F238E27FC236}">
                      <a16:creationId xmlns:a16="http://schemas.microsoft.com/office/drawing/2014/main" id="{7CD6E3C1-C39A-212F-3C34-6C466F5F77CD}"/>
                    </a:ext>
                  </a:extLst>
                </p14:cNvPr>
                <p14:cNvContentPartPr/>
                <p14:nvPr/>
              </p14:nvContentPartPr>
              <p14:xfrm>
                <a:off x="1139175" y="3432585"/>
                <a:ext cx="87120" cy="133560"/>
              </p14:xfrm>
            </p:contentPart>
          </mc:Choice>
          <mc:Fallback xmlns="">
            <p:pic>
              <p:nvPicPr>
                <p:cNvPr id="5174" name="Ink 5173">
                  <a:extLst>
                    <a:ext uri="{FF2B5EF4-FFF2-40B4-BE49-F238E27FC236}">
                      <a16:creationId xmlns:a16="http://schemas.microsoft.com/office/drawing/2014/main" id="{7CD6E3C1-C39A-212F-3C34-6C466F5F77CD}"/>
                    </a:ext>
                  </a:extLst>
                </p:cNvPr>
                <p:cNvPicPr/>
                <p:nvPr/>
              </p:nvPicPr>
              <p:blipFill>
                <a:blip r:embed="rId213"/>
                <a:stretch>
                  <a:fillRect/>
                </a:stretch>
              </p:blipFill>
              <p:spPr>
                <a:xfrm>
                  <a:off x="1133055" y="3426465"/>
                  <a:ext cx="9936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5175" name="Ink 5174">
                  <a:extLst>
                    <a:ext uri="{FF2B5EF4-FFF2-40B4-BE49-F238E27FC236}">
                      <a16:creationId xmlns:a16="http://schemas.microsoft.com/office/drawing/2014/main" id="{BB5F27F9-CD3E-F9E3-EDC7-EDB25C62CD9E}"/>
                    </a:ext>
                  </a:extLst>
                </p14:cNvPr>
                <p14:cNvContentPartPr/>
                <p14:nvPr/>
              </p14:nvContentPartPr>
              <p14:xfrm>
                <a:off x="928935" y="3687465"/>
                <a:ext cx="150480" cy="108000"/>
              </p14:xfrm>
            </p:contentPart>
          </mc:Choice>
          <mc:Fallback xmlns="">
            <p:pic>
              <p:nvPicPr>
                <p:cNvPr id="5175" name="Ink 5174">
                  <a:extLst>
                    <a:ext uri="{FF2B5EF4-FFF2-40B4-BE49-F238E27FC236}">
                      <a16:creationId xmlns:a16="http://schemas.microsoft.com/office/drawing/2014/main" id="{BB5F27F9-CD3E-F9E3-EDC7-EDB25C62CD9E}"/>
                    </a:ext>
                  </a:extLst>
                </p:cNvPr>
                <p:cNvPicPr/>
                <p:nvPr/>
              </p:nvPicPr>
              <p:blipFill>
                <a:blip r:embed="rId215"/>
                <a:stretch>
                  <a:fillRect/>
                </a:stretch>
              </p:blipFill>
              <p:spPr>
                <a:xfrm>
                  <a:off x="922815" y="3681345"/>
                  <a:ext cx="16272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5176" name="Ink 5175">
                  <a:extLst>
                    <a:ext uri="{FF2B5EF4-FFF2-40B4-BE49-F238E27FC236}">
                      <a16:creationId xmlns:a16="http://schemas.microsoft.com/office/drawing/2014/main" id="{02E699B9-60BB-E531-3AFC-93D6FEBEA58A}"/>
                    </a:ext>
                  </a:extLst>
                </p14:cNvPr>
                <p14:cNvContentPartPr/>
                <p14:nvPr/>
              </p14:nvContentPartPr>
              <p14:xfrm>
                <a:off x="609255" y="3481905"/>
                <a:ext cx="358560" cy="245160"/>
              </p14:xfrm>
            </p:contentPart>
          </mc:Choice>
          <mc:Fallback xmlns="">
            <p:pic>
              <p:nvPicPr>
                <p:cNvPr id="5176" name="Ink 5175">
                  <a:extLst>
                    <a:ext uri="{FF2B5EF4-FFF2-40B4-BE49-F238E27FC236}">
                      <a16:creationId xmlns:a16="http://schemas.microsoft.com/office/drawing/2014/main" id="{02E699B9-60BB-E531-3AFC-93D6FEBEA58A}"/>
                    </a:ext>
                  </a:extLst>
                </p:cNvPr>
                <p:cNvPicPr/>
                <p:nvPr/>
              </p:nvPicPr>
              <p:blipFill>
                <a:blip r:embed="rId217"/>
                <a:stretch>
                  <a:fillRect/>
                </a:stretch>
              </p:blipFill>
              <p:spPr>
                <a:xfrm>
                  <a:off x="603135" y="3475785"/>
                  <a:ext cx="37080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5177" name="Ink 5176">
                  <a:extLst>
                    <a:ext uri="{FF2B5EF4-FFF2-40B4-BE49-F238E27FC236}">
                      <a16:creationId xmlns:a16="http://schemas.microsoft.com/office/drawing/2014/main" id="{5A2367B9-C244-A8F2-4FB2-DB2E0F5558CE}"/>
                    </a:ext>
                  </a:extLst>
                </p14:cNvPr>
                <p14:cNvContentPartPr/>
                <p14:nvPr/>
              </p14:nvContentPartPr>
              <p14:xfrm>
                <a:off x="668655" y="3504225"/>
                <a:ext cx="81720" cy="5760"/>
              </p14:xfrm>
            </p:contentPart>
          </mc:Choice>
          <mc:Fallback xmlns="">
            <p:pic>
              <p:nvPicPr>
                <p:cNvPr id="5177" name="Ink 5176">
                  <a:extLst>
                    <a:ext uri="{FF2B5EF4-FFF2-40B4-BE49-F238E27FC236}">
                      <a16:creationId xmlns:a16="http://schemas.microsoft.com/office/drawing/2014/main" id="{5A2367B9-C244-A8F2-4FB2-DB2E0F5558CE}"/>
                    </a:ext>
                  </a:extLst>
                </p:cNvPr>
                <p:cNvPicPr/>
                <p:nvPr/>
              </p:nvPicPr>
              <p:blipFill>
                <a:blip r:embed="rId219"/>
                <a:stretch>
                  <a:fillRect/>
                </a:stretch>
              </p:blipFill>
              <p:spPr>
                <a:xfrm>
                  <a:off x="662535" y="3498105"/>
                  <a:ext cx="939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5178" name="Ink 5177">
                  <a:extLst>
                    <a:ext uri="{FF2B5EF4-FFF2-40B4-BE49-F238E27FC236}">
                      <a16:creationId xmlns:a16="http://schemas.microsoft.com/office/drawing/2014/main" id="{56F7248B-ED46-0B38-F11D-852A743E7FD3}"/>
                    </a:ext>
                  </a:extLst>
                </p14:cNvPr>
                <p14:cNvContentPartPr/>
                <p14:nvPr/>
              </p14:nvContentPartPr>
              <p14:xfrm>
                <a:off x="852255" y="3803385"/>
                <a:ext cx="81360" cy="7920"/>
              </p14:xfrm>
            </p:contentPart>
          </mc:Choice>
          <mc:Fallback xmlns="">
            <p:pic>
              <p:nvPicPr>
                <p:cNvPr id="5178" name="Ink 5177">
                  <a:extLst>
                    <a:ext uri="{FF2B5EF4-FFF2-40B4-BE49-F238E27FC236}">
                      <a16:creationId xmlns:a16="http://schemas.microsoft.com/office/drawing/2014/main" id="{56F7248B-ED46-0B38-F11D-852A743E7FD3}"/>
                    </a:ext>
                  </a:extLst>
                </p:cNvPr>
                <p:cNvPicPr/>
                <p:nvPr/>
              </p:nvPicPr>
              <p:blipFill>
                <a:blip r:embed="rId221"/>
                <a:stretch>
                  <a:fillRect/>
                </a:stretch>
              </p:blipFill>
              <p:spPr>
                <a:xfrm>
                  <a:off x="846135" y="3797265"/>
                  <a:ext cx="93600" cy="20160"/>
                </a:xfrm>
                <a:prstGeom prst="rect">
                  <a:avLst/>
                </a:prstGeom>
              </p:spPr>
            </p:pic>
          </mc:Fallback>
        </mc:AlternateContent>
      </p:grpSp>
      <p:grpSp>
        <p:nvGrpSpPr>
          <p:cNvPr id="5182" name="Group 5181">
            <a:extLst>
              <a:ext uri="{FF2B5EF4-FFF2-40B4-BE49-F238E27FC236}">
                <a16:creationId xmlns:a16="http://schemas.microsoft.com/office/drawing/2014/main" id="{97D696AB-D026-CCE0-D2EF-8BCDA133D373}"/>
              </a:ext>
            </a:extLst>
          </p:cNvPr>
          <p:cNvGrpSpPr/>
          <p:nvPr/>
        </p:nvGrpSpPr>
        <p:grpSpPr>
          <a:xfrm>
            <a:off x="652455" y="3958185"/>
            <a:ext cx="1482480" cy="102600"/>
            <a:chOff x="652455" y="3958185"/>
            <a:chExt cx="1482480" cy="102600"/>
          </a:xfrm>
        </p:grpSpPr>
        <mc:AlternateContent xmlns:mc="http://schemas.openxmlformats.org/markup-compatibility/2006" xmlns:p14="http://schemas.microsoft.com/office/powerpoint/2010/main">
          <mc:Choice Requires="p14">
            <p:contentPart p14:bwMode="auto" r:id="rId222">
              <p14:nvContentPartPr>
                <p14:cNvPr id="5180" name="Ink 5179">
                  <a:extLst>
                    <a:ext uri="{FF2B5EF4-FFF2-40B4-BE49-F238E27FC236}">
                      <a16:creationId xmlns:a16="http://schemas.microsoft.com/office/drawing/2014/main" id="{9C66DD4A-DD79-B2F4-8535-B02668DF6169}"/>
                    </a:ext>
                  </a:extLst>
                </p14:cNvPr>
                <p14:cNvContentPartPr/>
                <p14:nvPr/>
              </p14:nvContentPartPr>
              <p14:xfrm>
                <a:off x="657855" y="3975825"/>
                <a:ext cx="1470240" cy="84960"/>
              </p14:xfrm>
            </p:contentPart>
          </mc:Choice>
          <mc:Fallback xmlns="">
            <p:pic>
              <p:nvPicPr>
                <p:cNvPr id="5180" name="Ink 5179">
                  <a:extLst>
                    <a:ext uri="{FF2B5EF4-FFF2-40B4-BE49-F238E27FC236}">
                      <a16:creationId xmlns:a16="http://schemas.microsoft.com/office/drawing/2014/main" id="{9C66DD4A-DD79-B2F4-8535-B02668DF6169}"/>
                    </a:ext>
                  </a:extLst>
                </p:cNvPr>
                <p:cNvPicPr/>
                <p:nvPr/>
              </p:nvPicPr>
              <p:blipFill>
                <a:blip r:embed="rId223"/>
                <a:stretch>
                  <a:fillRect/>
                </a:stretch>
              </p:blipFill>
              <p:spPr>
                <a:xfrm>
                  <a:off x="651735" y="3969705"/>
                  <a:ext cx="14824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5181" name="Ink 5180">
                  <a:extLst>
                    <a:ext uri="{FF2B5EF4-FFF2-40B4-BE49-F238E27FC236}">
                      <a16:creationId xmlns:a16="http://schemas.microsoft.com/office/drawing/2014/main" id="{8E03A80D-A9A1-2C0C-7585-093E28059E02}"/>
                    </a:ext>
                  </a:extLst>
                </p14:cNvPr>
                <p14:cNvContentPartPr/>
                <p14:nvPr/>
              </p14:nvContentPartPr>
              <p14:xfrm>
                <a:off x="652455" y="3958185"/>
                <a:ext cx="1482480" cy="84240"/>
              </p14:xfrm>
            </p:contentPart>
          </mc:Choice>
          <mc:Fallback xmlns="">
            <p:pic>
              <p:nvPicPr>
                <p:cNvPr id="5181" name="Ink 5180">
                  <a:extLst>
                    <a:ext uri="{FF2B5EF4-FFF2-40B4-BE49-F238E27FC236}">
                      <a16:creationId xmlns:a16="http://schemas.microsoft.com/office/drawing/2014/main" id="{8E03A80D-A9A1-2C0C-7585-093E28059E02}"/>
                    </a:ext>
                  </a:extLst>
                </p:cNvPr>
                <p:cNvPicPr/>
                <p:nvPr/>
              </p:nvPicPr>
              <p:blipFill>
                <a:blip r:embed="rId225"/>
                <a:stretch>
                  <a:fillRect/>
                </a:stretch>
              </p:blipFill>
              <p:spPr>
                <a:xfrm>
                  <a:off x="646335" y="3952065"/>
                  <a:ext cx="1494720" cy="96480"/>
                </a:xfrm>
                <a:prstGeom prst="rect">
                  <a:avLst/>
                </a:prstGeom>
              </p:spPr>
            </p:pic>
          </mc:Fallback>
        </mc:AlternateContent>
      </p:grpSp>
      <p:grpSp>
        <p:nvGrpSpPr>
          <p:cNvPr id="5208" name="Group 5207">
            <a:extLst>
              <a:ext uri="{FF2B5EF4-FFF2-40B4-BE49-F238E27FC236}">
                <a16:creationId xmlns:a16="http://schemas.microsoft.com/office/drawing/2014/main" id="{53C9FA9F-BF26-6832-5834-7E56CA551A89}"/>
              </a:ext>
            </a:extLst>
          </p:cNvPr>
          <p:cNvGrpSpPr/>
          <p:nvPr/>
        </p:nvGrpSpPr>
        <p:grpSpPr>
          <a:xfrm>
            <a:off x="278055" y="4273545"/>
            <a:ext cx="2324160" cy="478440"/>
            <a:chOff x="278055" y="4273545"/>
            <a:chExt cx="2324160" cy="478440"/>
          </a:xfrm>
        </p:grpSpPr>
        <mc:AlternateContent xmlns:mc="http://schemas.openxmlformats.org/markup-compatibility/2006" xmlns:p14="http://schemas.microsoft.com/office/powerpoint/2010/main">
          <mc:Choice Requires="p14">
            <p:contentPart p14:bwMode="auto" r:id="rId226">
              <p14:nvContentPartPr>
                <p14:cNvPr id="5190" name="Ink 5189">
                  <a:extLst>
                    <a:ext uri="{FF2B5EF4-FFF2-40B4-BE49-F238E27FC236}">
                      <a16:creationId xmlns:a16="http://schemas.microsoft.com/office/drawing/2014/main" id="{4D03F4B3-341C-7594-4915-C001EB3D6A79}"/>
                    </a:ext>
                  </a:extLst>
                </p14:cNvPr>
                <p14:cNvContentPartPr/>
                <p14:nvPr/>
              </p14:nvContentPartPr>
              <p14:xfrm>
                <a:off x="2469015" y="4367865"/>
                <a:ext cx="124560" cy="186480"/>
              </p14:xfrm>
            </p:contentPart>
          </mc:Choice>
          <mc:Fallback xmlns="">
            <p:pic>
              <p:nvPicPr>
                <p:cNvPr id="5190" name="Ink 5189">
                  <a:extLst>
                    <a:ext uri="{FF2B5EF4-FFF2-40B4-BE49-F238E27FC236}">
                      <a16:creationId xmlns:a16="http://schemas.microsoft.com/office/drawing/2014/main" id="{4D03F4B3-341C-7594-4915-C001EB3D6A79}"/>
                    </a:ext>
                  </a:extLst>
                </p:cNvPr>
                <p:cNvPicPr/>
                <p:nvPr/>
              </p:nvPicPr>
              <p:blipFill>
                <a:blip r:embed="rId227"/>
                <a:stretch>
                  <a:fillRect/>
                </a:stretch>
              </p:blipFill>
              <p:spPr>
                <a:xfrm>
                  <a:off x="2462895" y="4361745"/>
                  <a:ext cx="1368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5191" name="Ink 5190">
                  <a:extLst>
                    <a:ext uri="{FF2B5EF4-FFF2-40B4-BE49-F238E27FC236}">
                      <a16:creationId xmlns:a16="http://schemas.microsoft.com/office/drawing/2014/main" id="{EA11D186-3F4C-43DF-4383-33478F4D1417}"/>
                    </a:ext>
                  </a:extLst>
                </p14:cNvPr>
                <p14:cNvContentPartPr/>
                <p14:nvPr/>
              </p14:nvContentPartPr>
              <p14:xfrm>
                <a:off x="2233215" y="4453905"/>
                <a:ext cx="236520" cy="249840"/>
              </p14:xfrm>
            </p:contentPart>
          </mc:Choice>
          <mc:Fallback xmlns="">
            <p:pic>
              <p:nvPicPr>
                <p:cNvPr id="5191" name="Ink 5190">
                  <a:extLst>
                    <a:ext uri="{FF2B5EF4-FFF2-40B4-BE49-F238E27FC236}">
                      <a16:creationId xmlns:a16="http://schemas.microsoft.com/office/drawing/2014/main" id="{EA11D186-3F4C-43DF-4383-33478F4D1417}"/>
                    </a:ext>
                  </a:extLst>
                </p:cNvPr>
                <p:cNvPicPr/>
                <p:nvPr/>
              </p:nvPicPr>
              <p:blipFill>
                <a:blip r:embed="rId229"/>
                <a:stretch>
                  <a:fillRect/>
                </a:stretch>
              </p:blipFill>
              <p:spPr>
                <a:xfrm>
                  <a:off x="2227095" y="4447785"/>
                  <a:ext cx="24876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5192" name="Ink 5191">
                  <a:extLst>
                    <a:ext uri="{FF2B5EF4-FFF2-40B4-BE49-F238E27FC236}">
                      <a16:creationId xmlns:a16="http://schemas.microsoft.com/office/drawing/2014/main" id="{0D9431B5-BAC5-1D5F-ED91-103F647CA760}"/>
                    </a:ext>
                  </a:extLst>
                </p14:cNvPr>
                <p14:cNvContentPartPr/>
                <p14:nvPr/>
              </p14:nvContentPartPr>
              <p14:xfrm>
                <a:off x="2487375" y="4289385"/>
                <a:ext cx="114840" cy="148680"/>
              </p14:xfrm>
            </p:contentPart>
          </mc:Choice>
          <mc:Fallback xmlns="">
            <p:pic>
              <p:nvPicPr>
                <p:cNvPr id="5192" name="Ink 5191">
                  <a:extLst>
                    <a:ext uri="{FF2B5EF4-FFF2-40B4-BE49-F238E27FC236}">
                      <a16:creationId xmlns:a16="http://schemas.microsoft.com/office/drawing/2014/main" id="{0D9431B5-BAC5-1D5F-ED91-103F647CA760}"/>
                    </a:ext>
                  </a:extLst>
                </p:cNvPr>
                <p:cNvPicPr/>
                <p:nvPr/>
              </p:nvPicPr>
              <p:blipFill>
                <a:blip r:embed="rId231"/>
                <a:stretch>
                  <a:fillRect/>
                </a:stretch>
              </p:blipFill>
              <p:spPr>
                <a:xfrm>
                  <a:off x="2481255" y="4283265"/>
                  <a:ext cx="12708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5193" name="Ink 5192">
                  <a:extLst>
                    <a:ext uri="{FF2B5EF4-FFF2-40B4-BE49-F238E27FC236}">
                      <a16:creationId xmlns:a16="http://schemas.microsoft.com/office/drawing/2014/main" id="{DB6608A1-2AAB-6E28-5EAF-23DB144B2DC1}"/>
                    </a:ext>
                  </a:extLst>
                </p14:cNvPr>
                <p14:cNvContentPartPr/>
                <p14:nvPr/>
              </p14:nvContentPartPr>
              <p14:xfrm>
                <a:off x="1894815" y="4476945"/>
                <a:ext cx="262080" cy="155880"/>
              </p14:xfrm>
            </p:contentPart>
          </mc:Choice>
          <mc:Fallback xmlns="">
            <p:pic>
              <p:nvPicPr>
                <p:cNvPr id="5193" name="Ink 5192">
                  <a:extLst>
                    <a:ext uri="{FF2B5EF4-FFF2-40B4-BE49-F238E27FC236}">
                      <a16:creationId xmlns:a16="http://schemas.microsoft.com/office/drawing/2014/main" id="{DB6608A1-2AAB-6E28-5EAF-23DB144B2DC1}"/>
                    </a:ext>
                  </a:extLst>
                </p:cNvPr>
                <p:cNvPicPr/>
                <p:nvPr/>
              </p:nvPicPr>
              <p:blipFill>
                <a:blip r:embed="rId233"/>
                <a:stretch>
                  <a:fillRect/>
                </a:stretch>
              </p:blipFill>
              <p:spPr>
                <a:xfrm>
                  <a:off x="1888695" y="4470825"/>
                  <a:ext cx="27432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5194" name="Ink 5193">
                  <a:extLst>
                    <a:ext uri="{FF2B5EF4-FFF2-40B4-BE49-F238E27FC236}">
                      <a16:creationId xmlns:a16="http://schemas.microsoft.com/office/drawing/2014/main" id="{A8732EF4-8ACB-3005-47C0-BD0A9049DCFD}"/>
                    </a:ext>
                  </a:extLst>
                </p14:cNvPr>
                <p14:cNvContentPartPr/>
                <p14:nvPr/>
              </p14:nvContentPartPr>
              <p14:xfrm>
                <a:off x="1802655" y="4497105"/>
                <a:ext cx="82080" cy="122400"/>
              </p14:xfrm>
            </p:contentPart>
          </mc:Choice>
          <mc:Fallback xmlns="">
            <p:pic>
              <p:nvPicPr>
                <p:cNvPr id="5194" name="Ink 5193">
                  <a:extLst>
                    <a:ext uri="{FF2B5EF4-FFF2-40B4-BE49-F238E27FC236}">
                      <a16:creationId xmlns:a16="http://schemas.microsoft.com/office/drawing/2014/main" id="{A8732EF4-8ACB-3005-47C0-BD0A9049DCFD}"/>
                    </a:ext>
                  </a:extLst>
                </p:cNvPr>
                <p:cNvPicPr/>
                <p:nvPr/>
              </p:nvPicPr>
              <p:blipFill>
                <a:blip r:embed="rId235"/>
                <a:stretch>
                  <a:fillRect/>
                </a:stretch>
              </p:blipFill>
              <p:spPr>
                <a:xfrm>
                  <a:off x="1796535" y="4490985"/>
                  <a:ext cx="9432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5195" name="Ink 5194">
                  <a:extLst>
                    <a:ext uri="{FF2B5EF4-FFF2-40B4-BE49-F238E27FC236}">
                      <a16:creationId xmlns:a16="http://schemas.microsoft.com/office/drawing/2014/main" id="{211279D1-7784-7C95-1797-118B0CE27D5C}"/>
                    </a:ext>
                  </a:extLst>
                </p14:cNvPr>
                <p14:cNvContentPartPr/>
                <p14:nvPr/>
              </p14:nvContentPartPr>
              <p14:xfrm>
                <a:off x="1667295" y="4451385"/>
                <a:ext cx="4320" cy="144000"/>
              </p14:xfrm>
            </p:contentPart>
          </mc:Choice>
          <mc:Fallback xmlns="">
            <p:pic>
              <p:nvPicPr>
                <p:cNvPr id="5195" name="Ink 5194">
                  <a:extLst>
                    <a:ext uri="{FF2B5EF4-FFF2-40B4-BE49-F238E27FC236}">
                      <a16:creationId xmlns:a16="http://schemas.microsoft.com/office/drawing/2014/main" id="{211279D1-7784-7C95-1797-118B0CE27D5C}"/>
                    </a:ext>
                  </a:extLst>
                </p:cNvPr>
                <p:cNvPicPr/>
                <p:nvPr/>
              </p:nvPicPr>
              <p:blipFill>
                <a:blip r:embed="rId237"/>
                <a:stretch>
                  <a:fillRect/>
                </a:stretch>
              </p:blipFill>
              <p:spPr>
                <a:xfrm>
                  <a:off x="1661175" y="4445265"/>
                  <a:ext cx="1656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5196" name="Ink 5195">
                  <a:extLst>
                    <a:ext uri="{FF2B5EF4-FFF2-40B4-BE49-F238E27FC236}">
                      <a16:creationId xmlns:a16="http://schemas.microsoft.com/office/drawing/2014/main" id="{C163FB70-0BC1-EA84-6C58-2219F8CA6C6A}"/>
                    </a:ext>
                  </a:extLst>
                </p14:cNvPr>
                <p14:cNvContentPartPr/>
                <p14:nvPr/>
              </p14:nvContentPartPr>
              <p14:xfrm>
                <a:off x="1641015" y="4284345"/>
                <a:ext cx="118800" cy="122760"/>
              </p14:xfrm>
            </p:contentPart>
          </mc:Choice>
          <mc:Fallback xmlns="">
            <p:pic>
              <p:nvPicPr>
                <p:cNvPr id="5196" name="Ink 5195">
                  <a:extLst>
                    <a:ext uri="{FF2B5EF4-FFF2-40B4-BE49-F238E27FC236}">
                      <a16:creationId xmlns:a16="http://schemas.microsoft.com/office/drawing/2014/main" id="{C163FB70-0BC1-EA84-6C58-2219F8CA6C6A}"/>
                    </a:ext>
                  </a:extLst>
                </p:cNvPr>
                <p:cNvPicPr/>
                <p:nvPr/>
              </p:nvPicPr>
              <p:blipFill>
                <a:blip r:embed="rId239"/>
                <a:stretch>
                  <a:fillRect/>
                </a:stretch>
              </p:blipFill>
              <p:spPr>
                <a:xfrm>
                  <a:off x="1634895" y="4278225"/>
                  <a:ext cx="1310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5197" name="Ink 5196">
                  <a:extLst>
                    <a:ext uri="{FF2B5EF4-FFF2-40B4-BE49-F238E27FC236}">
                      <a16:creationId xmlns:a16="http://schemas.microsoft.com/office/drawing/2014/main" id="{93D467AC-360C-ABCF-92C2-0F6B092D92DD}"/>
                    </a:ext>
                  </a:extLst>
                </p14:cNvPr>
                <p14:cNvContentPartPr/>
                <p14:nvPr/>
              </p14:nvContentPartPr>
              <p14:xfrm>
                <a:off x="1490895" y="4563705"/>
                <a:ext cx="111240" cy="105120"/>
              </p14:xfrm>
            </p:contentPart>
          </mc:Choice>
          <mc:Fallback xmlns="">
            <p:pic>
              <p:nvPicPr>
                <p:cNvPr id="5197" name="Ink 5196">
                  <a:extLst>
                    <a:ext uri="{FF2B5EF4-FFF2-40B4-BE49-F238E27FC236}">
                      <a16:creationId xmlns:a16="http://schemas.microsoft.com/office/drawing/2014/main" id="{93D467AC-360C-ABCF-92C2-0F6B092D92DD}"/>
                    </a:ext>
                  </a:extLst>
                </p:cNvPr>
                <p:cNvPicPr/>
                <p:nvPr/>
              </p:nvPicPr>
              <p:blipFill>
                <a:blip r:embed="rId241"/>
                <a:stretch>
                  <a:fillRect/>
                </a:stretch>
              </p:blipFill>
              <p:spPr>
                <a:xfrm>
                  <a:off x="1484775" y="4557585"/>
                  <a:ext cx="1234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5198" name="Ink 5197">
                  <a:extLst>
                    <a:ext uri="{FF2B5EF4-FFF2-40B4-BE49-F238E27FC236}">
                      <a16:creationId xmlns:a16="http://schemas.microsoft.com/office/drawing/2014/main" id="{2C589459-B316-7E50-848E-05701342CEBA}"/>
                    </a:ext>
                  </a:extLst>
                </p14:cNvPr>
                <p14:cNvContentPartPr/>
                <p14:nvPr/>
              </p14:nvContentPartPr>
              <p14:xfrm>
                <a:off x="1231335" y="4366065"/>
                <a:ext cx="207000" cy="296640"/>
              </p14:xfrm>
            </p:contentPart>
          </mc:Choice>
          <mc:Fallback xmlns="">
            <p:pic>
              <p:nvPicPr>
                <p:cNvPr id="5198" name="Ink 5197">
                  <a:extLst>
                    <a:ext uri="{FF2B5EF4-FFF2-40B4-BE49-F238E27FC236}">
                      <a16:creationId xmlns:a16="http://schemas.microsoft.com/office/drawing/2014/main" id="{2C589459-B316-7E50-848E-05701342CEBA}"/>
                    </a:ext>
                  </a:extLst>
                </p:cNvPr>
                <p:cNvPicPr/>
                <p:nvPr/>
              </p:nvPicPr>
              <p:blipFill>
                <a:blip r:embed="rId243"/>
                <a:stretch>
                  <a:fillRect/>
                </a:stretch>
              </p:blipFill>
              <p:spPr>
                <a:xfrm>
                  <a:off x="1225215" y="4359945"/>
                  <a:ext cx="21924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5199" name="Ink 5198">
                  <a:extLst>
                    <a:ext uri="{FF2B5EF4-FFF2-40B4-BE49-F238E27FC236}">
                      <a16:creationId xmlns:a16="http://schemas.microsoft.com/office/drawing/2014/main" id="{EFBAA948-5B47-CF66-F5CD-8DA9D21E182C}"/>
                    </a:ext>
                  </a:extLst>
                </p14:cNvPr>
                <p14:cNvContentPartPr/>
                <p14:nvPr/>
              </p14:nvContentPartPr>
              <p14:xfrm>
                <a:off x="1301175" y="4721025"/>
                <a:ext cx="95040" cy="30960"/>
              </p14:xfrm>
            </p:contentPart>
          </mc:Choice>
          <mc:Fallback xmlns="">
            <p:pic>
              <p:nvPicPr>
                <p:cNvPr id="5199" name="Ink 5198">
                  <a:extLst>
                    <a:ext uri="{FF2B5EF4-FFF2-40B4-BE49-F238E27FC236}">
                      <a16:creationId xmlns:a16="http://schemas.microsoft.com/office/drawing/2014/main" id="{EFBAA948-5B47-CF66-F5CD-8DA9D21E182C}"/>
                    </a:ext>
                  </a:extLst>
                </p:cNvPr>
                <p:cNvPicPr/>
                <p:nvPr/>
              </p:nvPicPr>
              <p:blipFill>
                <a:blip r:embed="rId245"/>
                <a:stretch>
                  <a:fillRect/>
                </a:stretch>
              </p:blipFill>
              <p:spPr>
                <a:xfrm>
                  <a:off x="1295055" y="4714905"/>
                  <a:ext cx="1072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5201" name="Ink 5200">
                  <a:extLst>
                    <a:ext uri="{FF2B5EF4-FFF2-40B4-BE49-F238E27FC236}">
                      <a16:creationId xmlns:a16="http://schemas.microsoft.com/office/drawing/2014/main" id="{A87D080A-D36A-D288-9F86-8CCE9A20FA42}"/>
                    </a:ext>
                  </a:extLst>
                </p14:cNvPr>
                <p14:cNvContentPartPr/>
                <p14:nvPr/>
              </p14:nvContentPartPr>
              <p14:xfrm>
                <a:off x="889335" y="4498185"/>
                <a:ext cx="305280" cy="187200"/>
              </p14:xfrm>
            </p:contentPart>
          </mc:Choice>
          <mc:Fallback xmlns="">
            <p:pic>
              <p:nvPicPr>
                <p:cNvPr id="5201" name="Ink 5200">
                  <a:extLst>
                    <a:ext uri="{FF2B5EF4-FFF2-40B4-BE49-F238E27FC236}">
                      <a16:creationId xmlns:a16="http://schemas.microsoft.com/office/drawing/2014/main" id="{A87D080A-D36A-D288-9F86-8CCE9A20FA42}"/>
                    </a:ext>
                  </a:extLst>
                </p:cNvPr>
                <p:cNvPicPr/>
                <p:nvPr/>
              </p:nvPicPr>
              <p:blipFill>
                <a:blip r:embed="rId247"/>
                <a:stretch>
                  <a:fillRect/>
                </a:stretch>
              </p:blipFill>
              <p:spPr>
                <a:xfrm>
                  <a:off x="883215" y="4492065"/>
                  <a:ext cx="31752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5202" name="Ink 5201">
                  <a:extLst>
                    <a:ext uri="{FF2B5EF4-FFF2-40B4-BE49-F238E27FC236}">
                      <a16:creationId xmlns:a16="http://schemas.microsoft.com/office/drawing/2014/main" id="{8C4D978B-C62C-ABA6-6344-9BAED35189CE}"/>
                    </a:ext>
                  </a:extLst>
                </p14:cNvPr>
                <p14:cNvContentPartPr/>
                <p14:nvPr/>
              </p14:nvContentPartPr>
              <p14:xfrm>
                <a:off x="802935" y="4566585"/>
                <a:ext cx="86400" cy="114480"/>
              </p14:xfrm>
            </p:contentPart>
          </mc:Choice>
          <mc:Fallback xmlns="">
            <p:pic>
              <p:nvPicPr>
                <p:cNvPr id="5202" name="Ink 5201">
                  <a:extLst>
                    <a:ext uri="{FF2B5EF4-FFF2-40B4-BE49-F238E27FC236}">
                      <a16:creationId xmlns:a16="http://schemas.microsoft.com/office/drawing/2014/main" id="{8C4D978B-C62C-ABA6-6344-9BAED35189CE}"/>
                    </a:ext>
                  </a:extLst>
                </p:cNvPr>
                <p:cNvPicPr/>
                <p:nvPr/>
              </p:nvPicPr>
              <p:blipFill>
                <a:blip r:embed="rId249"/>
                <a:stretch>
                  <a:fillRect/>
                </a:stretch>
              </p:blipFill>
              <p:spPr>
                <a:xfrm>
                  <a:off x="796815" y="4560465"/>
                  <a:ext cx="9864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5203" name="Ink 5202">
                  <a:extLst>
                    <a:ext uri="{FF2B5EF4-FFF2-40B4-BE49-F238E27FC236}">
                      <a16:creationId xmlns:a16="http://schemas.microsoft.com/office/drawing/2014/main" id="{06197329-88E4-042A-3229-17EE3888EE99}"/>
                    </a:ext>
                  </a:extLst>
                </p14:cNvPr>
                <p14:cNvContentPartPr/>
                <p14:nvPr/>
              </p14:nvContentPartPr>
              <p14:xfrm>
                <a:off x="692415" y="4439145"/>
                <a:ext cx="15480" cy="181440"/>
              </p14:xfrm>
            </p:contentPart>
          </mc:Choice>
          <mc:Fallback xmlns="">
            <p:pic>
              <p:nvPicPr>
                <p:cNvPr id="5203" name="Ink 5202">
                  <a:extLst>
                    <a:ext uri="{FF2B5EF4-FFF2-40B4-BE49-F238E27FC236}">
                      <a16:creationId xmlns:a16="http://schemas.microsoft.com/office/drawing/2014/main" id="{06197329-88E4-042A-3229-17EE3888EE99}"/>
                    </a:ext>
                  </a:extLst>
                </p:cNvPr>
                <p:cNvPicPr/>
                <p:nvPr/>
              </p:nvPicPr>
              <p:blipFill>
                <a:blip r:embed="rId251"/>
                <a:stretch>
                  <a:fillRect/>
                </a:stretch>
              </p:blipFill>
              <p:spPr>
                <a:xfrm>
                  <a:off x="686295" y="4433025"/>
                  <a:ext cx="277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5204" name="Ink 5203">
                  <a:extLst>
                    <a:ext uri="{FF2B5EF4-FFF2-40B4-BE49-F238E27FC236}">
                      <a16:creationId xmlns:a16="http://schemas.microsoft.com/office/drawing/2014/main" id="{0737F904-B77D-D74C-D119-B0B65BCA952F}"/>
                    </a:ext>
                  </a:extLst>
                </p14:cNvPr>
                <p14:cNvContentPartPr/>
                <p14:nvPr/>
              </p14:nvContentPartPr>
              <p14:xfrm>
                <a:off x="653175" y="4273545"/>
                <a:ext cx="112320" cy="132120"/>
              </p14:xfrm>
            </p:contentPart>
          </mc:Choice>
          <mc:Fallback xmlns="">
            <p:pic>
              <p:nvPicPr>
                <p:cNvPr id="5204" name="Ink 5203">
                  <a:extLst>
                    <a:ext uri="{FF2B5EF4-FFF2-40B4-BE49-F238E27FC236}">
                      <a16:creationId xmlns:a16="http://schemas.microsoft.com/office/drawing/2014/main" id="{0737F904-B77D-D74C-D119-B0B65BCA952F}"/>
                    </a:ext>
                  </a:extLst>
                </p:cNvPr>
                <p:cNvPicPr/>
                <p:nvPr/>
              </p:nvPicPr>
              <p:blipFill>
                <a:blip r:embed="rId253"/>
                <a:stretch>
                  <a:fillRect/>
                </a:stretch>
              </p:blipFill>
              <p:spPr>
                <a:xfrm>
                  <a:off x="647055" y="4267425"/>
                  <a:ext cx="12456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5205" name="Ink 5204">
                  <a:extLst>
                    <a:ext uri="{FF2B5EF4-FFF2-40B4-BE49-F238E27FC236}">
                      <a16:creationId xmlns:a16="http://schemas.microsoft.com/office/drawing/2014/main" id="{0776AC94-24DF-48CF-44AF-9A19DFC08484}"/>
                    </a:ext>
                  </a:extLst>
                </p14:cNvPr>
                <p14:cNvContentPartPr/>
                <p14:nvPr/>
              </p14:nvContentPartPr>
              <p14:xfrm>
                <a:off x="453735" y="4571625"/>
                <a:ext cx="120600" cy="127080"/>
              </p14:xfrm>
            </p:contentPart>
          </mc:Choice>
          <mc:Fallback xmlns="">
            <p:pic>
              <p:nvPicPr>
                <p:cNvPr id="5205" name="Ink 5204">
                  <a:extLst>
                    <a:ext uri="{FF2B5EF4-FFF2-40B4-BE49-F238E27FC236}">
                      <a16:creationId xmlns:a16="http://schemas.microsoft.com/office/drawing/2014/main" id="{0776AC94-24DF-48CF-44AF-9A19DFC08484}"/>
                    </a:ext>
                  </a:extLst>
                </p:cNvPr>
                <p:cNvPicPr/>
                <p:nvPr/>
              </p:nvPicPr>
              <p:blipFill>
                <a:blip r:embed="rId255"/>
                <a:stretch>
                  <a:fillRect/>
                </a:stretch>
              </p:blipFill>
              <p:spPr>
                <a:xfrm>
                  <a:off x="447615" y="4565505"/>
                  <a:ext cx="13284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5206" name="Ink 5205">
                  <a:extLst>
                    <a:ext uri="{FF2B5EF4-FFF2-40B4-BE49-F238E27FC236}">
                      <a16:creationId xmlns:a16="http://schemas.microsoft.com/office/drawing/2014/main" id="{5A2082B1-D1DD-7E73-609F-6781C68986C5}"/>
                    </a:ext>
                  </a:extLst>
                </p14:cNvPr>
                <p14:cNvContentPartPr/>
                <p14:nvPr/>
              </p14:nvContentPartPr>
              <p14:xfrm>
                <a:off x="278055" y="4370745"/>
                <a:ext cx="169560" cy="272520"/>
              </p14:xfrm>
            </p:contentPart>
          </mc:Choice>
          <mc:Fallback xmlns="">
            <p:pic>
              <p:nvPicPr>
                <p:cNvPr id="5206" name="Ink 5205">
                  <a:extLst>
                    <a:ext uri="{FF2B5EF4-FFF2-40B4-BE49-F238E27FC236}">
                      <a16:creationId xmlns:a16="http://schemas.microsoft.com/office/drawing/2014/main" id="{5A2082B1-D1DD-7E73-609F-6781C68986C5}"/>
                    </a:ext>
                  </a:extLst>
                </p:cNvPr>
                <p:cNvPicPr/>
                <p:nvPr/>
              </p:nvPicPr>
              <p:blipFill>
                <a:blip r:embed="rId257"/>
                <a:stretch>
                  <a:fillRect/>
                </a:stretch>
              </p:blipFill>
              <p:spPr>
                <a:xfrm>
                  <a:off x="271935" y="4364625"/>
                  <a:ext cx="18180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5207" name="Ink 5206">
                  <a:extLst>
                    <a:ext uri="{FF2B5EF4-FFF2-40B4-BE49-F238E27FC236}">
                      <a16:creationId xmlns:a16="http://schemas.microsoft.com/office/drawing/2014/main" id="{2D0BAF14-7ECF-8E44-BCB7-AA41E4786316}"/>
                    </a:ext>
                  </a:extLst>
                </p14:cNvPr>
                <p14:cNvContentPartPr/>
                <p14:nvPr/>
              </p14:nvContentPartPr>
              <p14:xfrm>
                <a:off x="341055" y="4699785"/>
                <a:ext cx="108360" cy="30960"/>
              </p14:xfrm>
            </p:contentPart>
          </mc:Choice>
          <mc:Fallback xmlns="">
            <p:pic>
              <p:nvPicPr>
                <p:cNvPr id="5207" name="Ink 5206">
                  <a:extLst>
                    <a:ext uri="{FF2B5EF4-FFF2-40B4-BE49-F238E27FC236}">
                      <a16:creationId xmlns:a16="http://schemas.microsoft.com/office/drawing/2014/main" id="{2D0BAF14-7ECF-8E44-BCB7-AA41E4786316}"/>
                    </a:ext>
                  </a:extLst>
                </p:cNvPr>
                <p:cNvPicPr/>
                <p:nvPr/>
              </p:nvPicPr>
              <p:blipFill>
                <a:blip r:embed="rId259"/>
                <a:stretch>
                  <a:fillRect/>
                </a:stretch>
              </p:blipFill>
              <p:spPr>
                <a:xfrm>
                  <a:off x="334935" y="4693665"/>
                  <a:ext cx="120600" cy="43200"/>
                </a:xfrm>
                <a:prstGeom prst="rect">
                  <a:avLst/>
                </a:prstGeom>
              </p:spPr>
            </p:pic>
          </mc:Fallback>
        </mc:AlternateContent>
      </p:grpSp>
      <p:grpSp>
        <p:nvGrpSpPr>
          <p:cNvPr id="5219" name="Group 5218">
            <a:extLst>
              <a:ext uri="{FF2B5EF4-FFF2-40B4-BE49-F238E27FC236}">
                <a16:creationId xmlns:a16="http://schemas.microsoft.com/office/drawing/2014/main" id="{927894D8-7953-1192-D708-D6F2115341F6}"/>
              </a:ext>
            </a:extLst>
          </p:cNvPr>
          <p:cNvGrpSpPr/>
          <p:nvPr/>
        </p:nvGrpSpPr>
        <p:grpSpPr>
          <a:xfrm>
            <a:off x="1048095" y="4902825"/>
            <a:ext cx="1093320" cy="462600"/>
            <a:chOff x="1048095" y="4902825"/>
            <a:chExt cx="1093320" cy="462600"/>
          </a:xfrm>
        </p:grpSpPr>
        <mc:AlternateContent xmlns:mc="http://schemas.openxmlformats.org/markup-compatibility/2006" xmlns:p14="http://schemas.microsoft.com/office/powerpoint/2010/main">
          <mc:Choice Requires="p14">
            <p:contentPart p14:bwMode="auto" r:id="rId260">
              <p14:nvContentPartPr>
                <p14:cNvPr id="5209" name="Ink 5208">
                  <a:extLst>
                    <a:ext uri="{FF2B5EF4-FFF2-40B4-BE49-F238E27FC236}">
                      <a16:creationId xmlns:a16="http://schemas.microsoft.com/office/drawing/2014/main" id="{69FA1DD8-2A8E-3D23-3741-87BBE9921707}"/>
                    </a:ext>
                  </a:extLst>
                </p14:cNvPr>
                <p14:cNvContentPartPr/>
                <p14:nvPr/>
              </p14:nvContentPartPr>
              <p14:xfrm>
                <a:off x="2044935" y="5012985"/>
                <a:ext cx="18360" cy="158400"/>
              </p14:xfrm>
            </p:contentPart>
          </mc:Choice>
          <mc:Fallback xmlns="">
            <p:pic>
              <p:nvPicPr>
                <p:cNvPr id="5209" name="Ink 5208">
                  <a:extLst>
                    <a:ext uri="{FF2B5EF4-FFF2-40B4-BE49-F238E27FC236}">
                      <a16:creationId xmlns:a16="http://schemas.microsoft.com/office/drawing/2014/main" id="{69FA1DD8-2A8E-3D23-3741-87BBE9921707}"/>
                    </a:ext>
                  </a:extLst>
                </p:cNvPr>
                <p:cNvPicPr/>
                <p:nvPr/>
              </p:nvPicPr>
              <p:blipFill>
                <a:blip r:embed="rId261"/>
                <a:stretch>
                  <a:fillRect/>
                </a:stretch>
              </p:blipFill>
              <p:spPr>
                <a:xfrm>
                  <a:off x="2038815" y="5006865"/>
                  <a:ext cx="3060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5210" name="Ink 5209">
                  <a:extLst>
                    <a:ext uri="{FF2B5EF4-FFF2-40B4-BE49-F238E27FC236}">
                      <a16:creationId xmlns:a16="http://schemas.microsoft.com/office/drawing/2014/main" id="{F5FF54FD-0B3A-5038-E5BF-1AFEA57B626D}"/>
                    </a:ext>
                  </a:extLst>
                </p14:cNvPr>
                <p14:cNvContentPartPr/>
                <p14:nvPr/>
              </p14:nvContentPartPr>
              <p14:xfrm>
                <a:off x="1979055" y="4916145"/>
                <a:ext cx="162360" cy="88560"/>
              </p14:xfrm>
            </p:contentPart>
          </mc:Choice>
          <mc:Fallback xmlns="">
            <p:pic>
              <p:nvPicPr>
                <p:cNvPr id="5210" name="Ink 5209">
                  <a:extLst>
                    <a:ext uri="{FF2B5EF4-FFF2-40B4-BE49-F238E27FC236}">
                      <a16:creationId xmlns:a16="http://schemas.microsoft.com/office/drawing/2014/main" id="{F5FF54FD-0B3A-5038-E5BF-1AFEA57B626D}"/>
                    </a:ext>
                  </a:extLst>
                </p:cNvPr>
                <p:cNvPicPr/>
                <p:nvPr/>
              </p:nvPicPr>
              <p:blipFill>
                <a:blip r:embed="rId263"/>
                <a:stretch>
                  <a:fillRect/>
                </a:stretch>
              </p:blipFill>
              <p:spPr>
                <a:xfrm>
                  <a:off x="1972935" y="4910025"/>
                  <a:ext cx="17460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5211" name="Ink 5210">
                  <a:extLst>
                    <a:ext uri="{FF2B5EF4-FFF2-40B4-BE49-F238E27FC236}">
                      <a16:creationId xmlns:a16="http://schemas.microsoft.com/office/drawing/2014/main" id="{1AB31B1D-BC64-8C21-D237-4631830CBE00}"/>
                    </a:ext>
                  </a:extLst>
                </p14:cNvPr>
                <p14:cNvContentPartPr/>
                <p14:nvPr/>
              </p14:nvContentPartPr>
              <p14:xfrm>
                <a:off x="1605375" y="5066985"/>
                <a:ext cx="309960" cy="185040"/>
              </p14:xfrm>
            </p:contentPart>
          </mc:Choice>
          <mc:Fallback xmlns="">
            <p:pic>
              <p:nvPicPr>
                <p:cNvPr id="5211" name="Ink 5210">
                  <a:extLst>
                    <a:ext uri="{FF2B5EF4-FFF2-40B4-BE49-F238E27FC236}">
                      <a16:creationId xmlns:a16="http://schemas.microsoft.com/office/drawing/2014/main" id="{1AB31B1D-BC64-8C21-D237-4631830CBE00}"/>
                    </a:ext>
                  </a:extLst>
                </p:cNvPr>
                <p:cNvPicPr/>
                <p:nvPr/>
              </p:nvPicPr>
              <p:blipFill>
                <a:blip r:embed="rId265"/>
                <a:stretch>
                  <a:fillRect/>
                </a:stretch>
              </p:blipFill>
              <p:spPr>
                <a:xfrm>
                  <a:off x="1599255" y="5060865"/>
                  <a:ext cx="32220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5212" name="Ink 5211">
                  <a:extLst>
                    <a:ext uri="{FF2B5EF4-FFF2-40B4-BE49-F238E27FC236}">
                      <a16:creationId xmlns:a16="http://schemas.microsoft.com/office/drawing/2014/main" id="{F10BA601-BE67-B436-2EA6-5B62F9FEE698}"/>
                    </a:ext>
                  </a:extLst>
                </p14:cNvPr>
                <p14:cNvContentPartPr/>
                <p14:nvPr/>
              </p14:nvContentPartPr>
              <p14:xfrm>
                <a:off x="1805175" y="4924065"/>
                <a:ext cx="1080" cy="7200"/>
              </p14:xfrm>
            </p:contentPart>
          </mc:Choice>
          <mc:Fallback xmlns="">
            <p:pic>
              <p:nvPicPr>
                <p:cNvPr id="5212" name="Ink 5211">
                  <a:extLst>
                    <a:ext uri="{FF2B5EF4-FFF2-40B4-BE49-F238E27FC236}">
                      <a16:creationId xmlns:a16="http://schemas.microsoft.com/office/drawing/2014/main" id="{F10BA601-BE67-B436-2EA6-5B62F9FEE698}"/>
                    </a:ext>
                  </a:extLst>
                </p:cNvPr>
                <p:cNvPicPr/>
                <p:nvPr/>
              </p:nvPicPr>
              <p:blipFill>
                <a:blip r:embed="rId267"/>
                <a:stretch>
                  <a:fillRect/>
                </a:stretch>
              </p:blipFill>
              <p:spPr>
                <a:xfrm>
                  <a:off x="1799055" y="4917945"/>
                  <a:ext cx="1332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5213" name="Ink 5212">
                  <a:extLst>
                    <a:ext uri="{FF2B5EF4-FFF2-40B4-BE49-F238E27FC236}">
                      <a16:creationId xmlns:a16="http://schemas.microsoft.com/office/drawing/2014/main" id="{5B996820-D42A-69F7-7751-EB59EF911D6D}"/>
                    </a:ext>
                  </a:extLst>
                </p14:cNvPr>
                <p14:cNvContentPartPr/>
                <p14:nvPr/>
              </p14:nvContentPartPr>
              <p14:xfrm>
                <a:off x="1421415" y="5087865"/>
                <a:ext cx="134280" cy="110160"/>
              </p14:xfrm>
            </p:contentPart>
          </mc:Choice>
          <mc:Fallback xmlns="">
            <p:pic>
              <p:nvPicPr>
                <p:cNvPr id="5213" name="Ink 5212">
                  <a:extLst>
                    <a:ext uri="{FF2B5EF4-FFF2-40B4-BE49-F238E27FC236}">
                      <a16:creationId xmlns:a16="http://schemas.microsoft.com/office/drawing/2014/main" id="{5B996820-D42A-69F7-7751-EB59EF911D6D}"/>
                    </a:ext>
                  </a:extLst>
                </p:cNvPr>
                <p:cNvPicPr/>
                <p:nvPr/>
              </p:nvPicPr>
              <p:blipFill>
                <a:blip r:embed="rId269"/>
                <a:stretch>
                  <a:fillRect/>
                </a:stretch>
              </p:blipFill>
              <p:spPr>
                <a:xfrm>
                  <a:off x="1415295" y="5081745"/>
                  <a:ext cx="1465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5214" name="Ink 5213">
                  <a:extLst>
                    <a:ext uri="{FF2B5EF4-FFF2-40B4-BE49-F238E27FC236}">
                      <a16:creationId xmlns:a16="http://schemas.microsoft.com/office/drawing/2014/main" id="{B148FB4A-E724-317C-7ED3-4660EC182029}"/>
                    </a:ext>
                  </a:extLst>
                </p14:cNvPr>
                <p14:cNvContentPartPr/>
                <p14:nvPr/>
              </p14:nvContentPartPr>
              <p14:xfrm>
                <a:off x="1094175" y="5066625"/>
                <a:ext cx="377280" cy="224280"/>
              </p14:xfrm>
            </p:contentPart>
          </mc:Choice>
          <mc:Fallback xmlns="">
            <p:pic>
              <p:nvPicPr>
                <p:cNvPr id="5214" name="Ink 5213">
                  <a:extLst>
                    <a:ext uri="{FF2B5EF4-FFF2-40B4-BE49-F238E27FC236}">
                      <a16:creationId xmlns:a16="http://schemas.microsoft.com/office/drawing/2014/main" id="{B148FB4A-E724-317C-7ED3-4660EC182029}"/>
                    </a:ext>
                  </a:extLst>
                </p:cNvPr>
                <p:cNvPicPr/>
                <p:nvPr/>
              </p:nvPicPr>
              <p:blipFill>
                <a:blip r:embed="rId271"/>
                <a:stretch>
                  <a:fillRect/>
                </a:stretch>
              </p:blipFill>
              <p:spPr>
                <a:xfrm>
                  <a:off x="1088055" y="5060505"/>
                  <a:ext cx="38952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5215" name="Ink 5214">
                  <a:extLst>
                    <a:ext uri="{FF2B5EF4-FFF2-40B4-BE49-F238E27FC236}">
                      <a16:creationId xmlns:a16="http://schemas.microsoft.com/office/drawing/2014/main" id="{7EE65414-DD51-28CC-76E4-0F4D92C5840D}"/>
                    </a:ext>
                  </a:extLst>
                </p14:cNvPr>
                <p14:cNvContentPartPr/>
                <p14:nvPr/>
              </p14:nvContentPartPr>
              <p14:xfrm>
                <a:off x="1221615" y="5356785"/>
                <a:ext cx="11520" cy="6840"/>
              </p14:xfrm>
            </p:contentPart>
          </mc:Choice>
          <mc:Fallback xmlns="">
            <p:pic>
              <p:nvPicPr>
                <p:cNvPr id="5215" name="Ink 5214">
                  <a:extLst>
                    <a:ext uri="{FF2B5EF4-FFF2-40B4-BE49-F238E27FC236}">
                      <a16:creationId xmlns:a16="http://schemas.microsoft.com/office/drawing/2014/main" id="{7EE65414-DD51-28CC-76E4-0F4D92C5840D}"/>
                    </a:ext>
                  </a:extLst>
                </p:cNvPr>
                <p:cNvPicPr/>
                <p:nvPr/>
              </p:nvPicPr>
              <p:blipFill>
                <a:blip r:embed="rId273"/>
                <a:stretch>
                  <a:fillRect/>
                </a:stretch>
              </p:blipFill>
              <p:spPr>
                <a:xfrm>
                  <a:off x="1215495" y="5350665"/>
                  <a:ext cx="2376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5216" name="Ink 5215">
                  <a:extLst>
                    <a:ext uri="{FF2B5EF4-FFF2-40B4-BE49-F238E27FC236}">
                      <a16:creationId xmlns:a16="http://schemas.microsoft.com/office/drawing/2014/main" id="{792F5448-7C75-95F0-7E0A-BD0CF038E381}"/>
                    </a:ext>
                  </a:extLst>
                </p14:cNvPr>
                <p14:cNvContentPartPr/>
                <p14:nvPr/>
              </p14:nvContentPartPr>
              <p14:xfrm>
                <a:off x="1452735" y="4902825"/>
                <a:ext cx="170280" cy="129960"/>
              </p14:xfrm>
            </p:contentPart>
          </mc:Choice>
          <mc:Fallback xmlns="">
            <p:pic>
              <p:nvPicPr>
                <p:cNvPr id="5216" name="Ink 5215">
                  <a:extLst>
                    <a:ext uri="{FF2B5EF4-FFF2-40B4-BE49-F238E27FC236}">
                      <a16:creationId xmlns:a16="http://schemas.microsoft.com/office/drawing/2014/main" id="{792F5448-7C75-95F0-7E0A-BD0CF038E381}"/>
                    </a:ext>
                  </a:extLst>
                </p:cNvPr>
                <p:cNvPicPr/>
                <p:nvPr/>
              </p:nvPicPr>
              <p:blipFill>
                <a:blip r:embed="rId275"/>
                <a:stretch>
                  <a:fillRect/>
                </a:stretch>
              </p:blipFill>
              <p:spPr>
                <a:xfrm>
                  <a:off x="1446615" y="4896705"/>
                  <a:ext cx="18252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5217" name="Ink 5216">
                  <a:extLst>
                    <a:ext uri="{FF2B5EF4-FFF2-40B4-BE49-F238E27FC236}">
                      <a16:creationId xmlns:a16="http://schemas.microsoft.com/office/drawing/2014/main" id="{52891E2D-D5C3-6647-139E-BC6AC405444B}"/>
                    </a:ext>
                  </a:extLst>
                </p14:cNvPr>
                <p14:cNvContentPartPr/>
                <p14:nvPr/>
              </p14:nvContentPartPr>
              <p14:xfrm>
                <a:off x="1403415" y="5353905"/>
                <a:ext cx="88920" cy="11520"/>
              </p14:xfrm>
            </p:contentPart>
          </mc:Choice>
          <mc:Fallback xmlns="">
            <p:pic>
              <p:nvPicPr>
                <p:cNvPr id="5217" name="Ink 5216">
                  <a:extLst>
                    <a:ext uri="{FF2B5EF4-FFF2-40B4-BE49-F238E27FC236}">
                      <a16:creationId xmlns:a16="http://schemas.microsoft.com/office/drawing/2014/main" id="{52891E2D-D5C3-6647-139E-BC6AC405444B}"/>
                    </a:ext>
                  </a:extLst>
                </p:cNvPr>
                <p:cNvPicPr/>
                <p:nvPr/>
              </p:nvPicPr>
              <p:blipFill>
                <a:blip r:embed="rId277"/>
                <a:stretch>
                  <a:fillRect/>
                </a:stretch>
              </p:blipFill>
              <p:spPr>
                <a:xfrm>
                  <a:off x="1397295" y="5347785"/>
                  <a:ext cx="1011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5218" name="Ink 5217">
                  <a:extLst>
                    <a:ext uri="{FF2B5EF4-FFF2-40B4-BE49-F238E27FC236}">
                      <a16:creationId xmlns:a16="http://schemas.microsoft.com/office/drawing/2014/main" id="{890AED0A-846D-D01F-D031-94A6E0EB4F19}"/>
                    </a:ext>
                  </a:extLst>
                </p14:cNvPr>
                <p14:cNvContentPartPr/>
                <p14:nvPr/>
              </p14:nvContentPartPr>
              <p14:xfrm>
                <a:off x="1048095" y="5084625"/>
                <a:ext cx="105120" cy="73080"/>
              </p14:xfrm>
            </p:contentPart>
          </mc:Choice>
          <mc:Fallback xmlns="">
            <p:pic>
              <p:nvPicPr>
                <p:cNvPr id="5218" name="Ink 5217">
                  <a:extLst>
                    <a:ext uri="{FF2B5EF4-FFF2-40B4-BE49-F238E27FC236}">
                      <a16:creationId xmlns:a16="http://schemas.microsoft.com/office/drawing/2014/main" id="{890AED0A-846D-D01F-D031-94A6E0EB4F19}"/>
                    </a:ext>
                  </a:extLst>
                </p:cNvPr>
                <p:cNvPicPr/>
                <p:nvPr/>
              </p:nvPicPr>
              <p:blipFill>
                <a:blip r:embed="rId279"/>
                <a:stretch>
                  <a:fillRect/>
                </a:stretch>
              </p:blipFill>
              <p:spPr>
                <a:xfrm>
                  <a:off x="1041975" y="5078505"/>
                  <a:ext cx="117360" cy="85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0">
            <p14:nvContentPartPr>
              <p14:cNvPr id="5220" name="Ink 5219">
                <a:extLst>
                  <a:ext uri="{FF2B5EF4-FFF2-40B4-BE49-F238E27FC236}">
                    <a16:creationId xmlns:a16="http://schemas.microsoft.com/office/drawing/2014/main" id="{9BEFB44D-0397-6B15-246B-C4E8005EA1E0}"/>
                  </a:ext>
                </a:extLst>
              </p14:cNvPr>
              <p14:cNvContentPartPr/>
              <p14:nvPr/>
            </p14:nvContentPartPr>
            <p14:xfrm>
              <a:off x="2998215" y="4676385"/>
              <a:ext cx="17640" cy="18000"/>
            </p14:xfrm>
          </p:contentPart>
        </mc:Choice>
        <mc:Fallback xmlns="">
          <p:pic>
            <p:nvPicPr>
              <p:cNvPr id="5220" name="Ink 5219">
                <a:extLst>
                  <a:ext uri="{FF2B5EF4-FFF2-40B4-BE49-F238E27FC236}">
                    <a16:creationId xmlns:a16="http://schemas.microsoft.com/office/drawing/2014/main" id="{9BEFB44D-0397-6B15-246B-C4E8005EA1E0}"/>
                  </a:ext>
                </a:extLst>
              </p:cNvPr>
              <p:cNvPicPr/>
              <p:nvPr/>
            </p:nvPicPr>
            <p:blipFill>
              <a:blip r:embed="rId281"/>
              <a:stretch>
                <a:fillRect/>
              </a:stretch>
            </p:blipFill>
            <p:spPr>
              <a:xfrm>
                <a:off x="2992095" y="4670265"/>
                <a:ext cx="298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5221" name="Ink 5220">
                <a:extLst>
                  <a:ext uri="{FF2B5EF4-FFF2-40B4-BE49-F238E27FC236}">
                    <a16:creationId xmlns:a16="http://schemas.microsoft.com/office/drawing/2014/main" id="{81B58E38-80CF-4041-67B1-B2FD0BAC215D}"/>
                  </a:ext>
                </a:extLst>
              </p14:cNvPr>
              <p14:cNvContentPartPr/>
              <p14:nvPr/>
            </p14:nvContentPartPr>
            <p14:xfrm>
              <a:off x="2925495" y="4902105"/>
              <a:ext cx="86760" cy="101880"/>
            </p14:xfrm>
          </p:contentPart>
        </mc:Choice>
        <mc:Fallback xmlns="">
          <p:pic>
            <p:nvPicPr>
              <p:cNvPr id="5221" name="Ink 5220">
                <a:extLst>
                  <a:ext uri="{FF2B5EF4-FFF2-40B4-BE49-F238E27FC236}">
                    <a16:creationId xmlns:a16="http://schemas.microsoft.com/office/drawing/2014/main" id="{81B58E38-80CF-4041-67B1-B2FD0BAC215D}"/>
                  </a:ext>
                </a:extLst>
              </p:cNvPr>
              <p:cNvPicPr/>
              <p:nvPr/>
            </p:nvPicPr>
            <p:blipFill>
              <a:blip r:embed="rId283"/>
              <a:stretch>
                <a:fillRect/>
              </a:stretch>
            </p:blipFill>
            <p:spPr>
              <a:xfrm>
                <a:off x="2919375" y="4895985"/>
                <a:ext cx="9900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5222" name="Ink 5221">
                <a:extLst>
                  <a:ext uri="{FF2B5EF4-FFF2-40B4-BE49-F238E27FC236}">
                    <a16:creationId xmlns:a16="http://schemas.microsoft.com/office/drawing/2014/main" id="{B207F851-7C35-19A3-AC7B-F060AAC7867C}"/>
                  </a:ext>
                </a:extLst>
              </p14:cNvPr>
              <p14:cNvContentPartPr/>
              <p14:nvPr/>
            </p14:nvContentPartPr>
            <p14:xfrm>
              <a:off x="2918655" y="5990025"/>
              <a:ext cx="93960" cy="97200"/>
            </p14:xfrm>
          </p:contentPart>
        </mc:Choice>
        <mc:Fallback xmlns="">
          <p:pic>
            <p:nvPicPr>
              <p:cNvPr id="5222" name="Ink 5221">
                <a:extLst>
                  <a:ext uri="{FF2B5EF4-FFF2-40B4-BE49-F238E27FC236}">
                    <a16:creationId xmlns:a16="http://schemas.microsoft.com/office/drawing/2014/main" id="{B207F851-7C35-19A3-AC7B-F060AAC7867C}"/>
                  </a:ext>
                </a:extLst>
              </p:cNvPr>
              <p:cNvPicPr/>
              <p:nvPr/>
            </p:nvPicPr>
            <p:blipFill>
              <a:blip r:embed="rId285"/>
              <a:stretch>
                <a:fillRect/>
              </a:stretch>
            </p:blipFill>
            <p:spPr>
              <a:xfrm>
                <a:off x="2912535" y="5983905"/>
                <a:ext cx="106200" cy="109440"/>
              </a:xfrm>
              <a:prstGeom prst="rect">
                <a:avLst/>
              </a:prstGeom>
            </p:spPr>
          </p:pic>
        </mc:Fallback>
      </mc:AlternateContent>
      <p:grpSp>
        <p:nvGrpSpPr>
          <p:cNvPr id="5242" name="Group 5241">
            <a:extLst>
              <a:ext uri="{FF2B5EF4-FFF2-40B4-BE49-F238E27FC236}">
                <a16:creationId xmlns:a16="http://schemas.microsoft.com/office/drawing/2014/main" id="{F63A3943-88BA-41AB-2B4E-EE5C782CB64F}"/>
              </a:ext>
            </a:extLst>
          </p:cNvPr>
          <p:cNvGrpSpPr/>
          <p:nvPr/>
        </p:nvGrpSpPr>
        <p:grpSpPr>
          <a:xfrm>
            <a:off x="264015" y="5802825"/>
            <a:ext cx="2319120" cy="406080"/>
            <a:chOff x="264015" y="5802825"/>
            <a:chExt cx="2319120" cy="406080"/>
          </a:xfrm>
        </p:grpSpPr>
        <mc:AlternateContent xmlns:mc="http://schemas.openxmlformats.org/markup-compatibility/2006" xmlns:p14="http://schemas.microsoft.com/office/powerpoint/2010/main">
          <mc:Choice Requires="p14">
            <p:contentPart p14:bwMode="auto" r:id="rId286">
              <p14:nvContentPartPr>
                <p14:cNvPr id="5223" name="Ink 5222">
                  <a:extLst>
                    <a:ext uri="{FF2B5EF4-FFF2-40B4-BE49-F238E27FC236}">
                      <a16:creationId xmlns:a16="http://schemas.microsoft.com/office/drawing/2014/main" id="{C347B8C0-28F4-E259-1390-2D1AE8746D39}"/>
                    </a:ext>
                  </a:extLst>
                </p14:cNvPr>
                <p14:cNvContentPartPr/>
                <p14:nvPr/>
              </p14:nvContentPartPr>
              <p14:xfrm>
                <a:off x="2159415" y="5802825"/>
                <a:ext cx="423720" cy="333000"/>
              </p14:xfrm>
            </p:contentPart>
          </mc:Choice>
          <mc:Fallback xmlns="">
            <p:pic>
              <p:nvPicPr>
                <p:cNvPr id="5223" name="Ink 5222">
                  <a:extLst>
                    <a:ext uri="{FF2B5EF4-FFF2-40B4-BE49-F238E27FC236}">
                      <a16:creationId xmlns:a16="http://schemas.microsoft.com/office/drawing/2014/main" id="{C347B8C0-28F4-E259-1390-2D1AE8746D39}"/>
                    </a:ext>
                  </a:extLst>
                </p:cNvPr>
                <p:cNvPicPr/>
                <p:nvPr/>
              </p:nvPicPr>
              <p:blipFill>
                <a:blip r:embed="rId287"/>
                <a:stretch>
                  <a:fillRect/>
                </a:stretch>
              </p:blipFill>
              <p:spPr>
                <a:xfrm>
                  <a:off x="2153295" y="5796705"/>
                  <a:ext cx="435960" cy="34524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5224" name="Ink 5223">
                  <a:extLst>
                    <a:ext uri="{FF2B5EF4-FFF2-40B4-BE49-F238E27FC236}">
                      <a16:creationId xmlns:a16="http://schemas.microsoft.com/office/drawing/2014/main" id="{CD0B6C24-DF46-841F-3CC2-12CBC1954203}"/>
                    </a:ext>
                  </a:extLst>
                </p14:cNvPr>
                <p14:cNvContentPartPr/>
                <p14:nvPr/>
              </p14:nvContentPartPr>
              <p14:xfrm>
                <a:off x="2438775" y="6178305"/>
                <a:ext cx="35640" cy="5040"/>
              </p14:xfrm>
            </p:contentPart>
          </mc:Choice>
          <mc:Fallback xmlns="">
            <p:pic>
              <p:nvPicPr>
                <p:cNvPr id="5224" name="Ink 5223">
                  <a:extLst>
                    <a:ext uri="{FF2B5EF4-FFF2-40B4-BE49-F238E27FC236}">
                      <a16:creationId xmlns:a16="http://schemas.microsoft.com/office/drawing/2014/main" id="{CD0B6C24-DF46-841F-3CC2-12CBC1954203}"/>
                    </a:ext>
                  </a:extLst>
                </p:cNvPr>
                <p:cNvPicPr/>
                <p:nvPr/>
              </p:nvPicPr>
              <p:blipFill>
                <a:blip r:embed="rId289"/>
                <a:stretch>
                  <a:fillRect/>
                </a:stretch>
              </p:blipFill>
              <p:spPr>
                <a:xfrm>
                  <a:off x="2432655" y="6172185"/>
                  <a:ext cx="4788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5225" name="Ink 5224">
                  <a:extLst>
                    <a:ext uri="{FF2B5EF4-FFF2-40B4-BE49-F238E27FC236}">
                      <a16:creationId xmlns:a16="http://schemas.microsoft.com/office/drawing/2014/main" id="{B45043F0-A086-94CA-B35F-3600715C4DA8}"/>
                    </a:ext>
                  </a:extLst>
                </p14:cNvPr>
                <p14:cNvContentPartPr/>
                <p14:nvPr/>
              </p14:nvContentPartPr>
              <p14:xfrm>
                <a:off x="1857735" y="5927745"/>
                <a:ext cx="287640" cy="131040"/>
              </p14:xfrm>
            </p:contentPart>
          </mc:Choice>
          <mc:Fallback xmlns="">
            <p:pic>
              <p:nvPicPr>
                <p:cNvPr id="5225" name="Ink 5224">
                  <a:extLst>
                    <a:ext uri="{FF2B5EF4-FFF2-40B4-BE49-F238E27FC236}">
                      <a16:creationId xmlns:a16="http://schemas.microsoft.com/office/drawing/2014/main" id="{B45043F0-A086-94CA-B35F-3600715C4DA8}"/>
                    </a:ext>
                  </a:extLst>
                </p:cNvPr>
                <p:cNvPicPr/>
                <p:nvPr/>
              </p:nvPicPr>
              <p:blipFill>
                <a:blip r:embed="rId291"/>
                <a:stretch>
                  <a:fillRect/>
                </a:stretch>
              </p:blipFill>
              <p:spPr>
                <a:xfrm>
                  <a:off x="1851615" y="5921625"/>
                  <a:ext cx="2998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5226" name="Ink 5225">
                  <a:extLst>
                    <a:ext uri="{FF2B5EF4-FFF2-40B4-BE49-F238E27FC236}">
                      <a16:creationId xmlns:a16="http://schemas.microsoft.com/office/drawing/2014/main" id="{4838BA6A-8CD5-EDD0-948B-E29EB8E292FE}"/>
                    </a:ext>
                  </a:extLst>
                </p14:cNvPr>
                <p14:cNvContentPartPr/>
                <p14:nvPr/>
              </p14:nvContentPartPr>
              <p14:xfrm>
                <a:off x="1905255" y="5873385"/>
                <a:ext cx="96840" cy="2160"/>
              </p14:xfrm>
            </p:contentPart>
          </mc:Choice>
          <mc:Fallback xmlns="">
            <p:pic>
              <p:nvPicPr>
                <p:cNvPr id="5226" name="Ink 5225">
                  <a:extLst>
                    <a:ext uri="{FF2B5EF4-FFF2-40B4-BE49-F238E27FC236}">
                      <a16:creationId xmlns:a16="http://schemas.microsoft.com/office/drawing/2014/main" id="{4838BA6A-8CD5-EDD0-948B-E29EB8E292FE}"/>
                    </a:ext>
                  </a:extLst>
                </p:cNvPr>
                <p:cNvPicPr/>
                <p:nvPr/>
              </p:nvPicPr>
              <p:blipFill>
                <a:blip r:embed="rId293"/>
                <a:stretch>
                  <a:fillRect/>
                </a:stretch>
              </p:blipFill>
              <p:spPr>
                <a:xfrm>
                  <a:off x="1899135" y="5867265"/>
                  <a:ext cx="109080" cy="1440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5227" name="Ink 5226">
                  <a:extLst>
                    <a:ext uri="{FF2B5EF4-FFF2-40B4-BE49-F238E27FC236}">
                      <a16:creationId xmlns:a16="http://schemas.microsoft.com/office/drawing/2014/main" id="{E58F9A84-E579-77AC-F4BA-C52B4C2DFE6F}"/>
                    </a:ext>
                  </a:extLst>
                </p14:cNvPr>
                <p14:cNvContentPartPr/>
                <p14:nvPr/>
              </p14:nvContentPartPr>
              <p14:xfrm>
                <a:off x="1774935" y="5900745"/>
                <a:ext cx="22680" cy="178560"/>
              </p14:xfrm>
            </p:contentPart>
          </mc:Choice>
          <mc:Fallback xmlns="">
            <p:pic>
              <p:nvPicPr>
                <p:cNvPr id="5227" name="Ink 5226">
                  <a:extLst>
                    <a:ext uri="{FF2B5EF4-FFF2-40B4-BE49-F238E27FC236}">
                      <a16:creationId xmlns:a16="http://schemas.microsoft.com/office/drawing/2014/main" id="{E58F9A84-E579-77AC-F4BA-C52B4C2DFE6F}"/>
                    </a:ext>
                  </a:extLst>
                </p:cNvPr>
                <p:cNvPicPr/>
                <p:nvPr/>
              </p:nvPicPr>
              <p:blipFill>
                <a:blip r:embed="rId295"/>
                <a:stretch>
                  <a:fillRect/>
                </a:stretch>
              </p:blipFill>
              <p:spPr>
                <a:xfrm>
                  <a:off x="1768815" y="5894625"/>
                  <a:ext cx="3492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5228" name="Ink 5227">
                  <a:extLst>
                    <a:ext uri="{FF2B5EF4-FFF2-40B4-BE49-F238E27FC236}">
                      <a16:creationId xmlns:a16="http://schemas.microsoft.com/office/drawing/2014/main" id="{9D33A663-185B-8A3E-BEB8-443F293AAC93}"/>
                    </a:ext>
                  </a:extLst>
                </p14:cNvPr>
                <p14:cNvContentPartPr/>
                <p14:nvPr/>
              </p14:nvContentPartPr>
              <p14:xfrm>
                <a:off x="1571175" y="5879505"/>
                <a:ext cx="204840" cy="244080"/>
              </p14:xfrm>
            </p:contentPart>
          </mc:Choice>
          <mc:Fallback xmlns="">
            <p:pic>
              <p:nvPicPr>
                <p:cNvPr id="5228" name="Ink 5227">
                  <a:extLst>
                    <a:ext uri="{FF2B5EF4-FFF2-40B4-BE49-F238E27FC236}">
                      <a16:creationId xmlns:a16="http://schemas.microsoft.com/office/drawing/2014/main" id="{9D33A663-185B-8A3E-BEB8-443F293AAC93}"/>
                    </a:ext>
                  </a:extLst>
                </p:cNvPr>
                <p:cNvPicPr/>
                <p:nvPr/>
              </p:nvPicPr>
              <p:blipFill>
                <a:blip r:embed="rId297"/>
                <a:stretch>
                  <a:fillRect/>
                </a:stretch>
              </p:blipFill>
              <p:spPr>
                <a:xfrm>
                  <a:off x="1565055" y="5873385"/>
                  <a:ext cx="21708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5229" name="Ink 5228">
                  <a:extLst>
                    <a:ext uri="{FF2B5EF4-FFF2-40B4-BE49-F238E27FC236}">
                      <a16:creationId xmlns:a16="http://schemas.microsoft.com/office/drawing/2014/main" id="{79B4F05E-5329-70BB-0D85-0010D2C15F64}"/>
                    </a:ext>
                  </a:extLst>
                </p14:cNvPr>
                <p14:cNvContentPartPr/>
                <p14:nvPr/>
              </p14:nvContentPartPr>
              <p14:xfrm>
                <a:off x="1616175" y="5945025"/>
                <a:ext cx="28080" cy="133560"/>
              </p14:xfrm>
            </p:contentPart>
          </mc:Choice>
          <mc:Fallback xmlns="">
            <p:pic>
              <p:nvPicPr>
                <p:cNvPr id="5229" name="Ink 5228">
                  <a:extLst>
                    <a:ext uri="{FF2B5EF4-FFF2-40B4-BE49-F238E27FC236}">
                      <a16:creationId xmlns:a16="http://schemas.microsoft.com/office/drawing/2014/main" id="{79B4F05E-5329-70BB-0D85-0010D2C15F64}"/>
                    </a:ext>
                  </a:extLst>
                </p:cNvPr>
                <p:cNvPicPr/>
                <p:nvPr/>
              </p:nvPicPr>
              <p:blipFill>
                <a:blip r:embed="rId299"/>
                <a:stretch>
                  <a:fillRect/>
                </a:stretch>
              </p:blipFill>
              <p:spPr>
                <a:xfrm>
                  <a:off x="1610055" y="5938905"/>
                  <a:ext cx="4032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5230" name="Ink 5229">
                  <a:extLst>
                    <a:ext uri="{FF2B5EF4-FFF2-40B4-BE49-F238E27FC236}">
                      <a16:creationId xmlns:a16="http://schemas.microsoft.com/office/drawing/2014/main" id="{16C54884-04DC-7A43-26C0-168ED02A2C06}"/>
                    </a:ext>
                  </a:extLst>
                </p14:cNvPr>
                <p14:cNvContentPartPr/>
                <p14:nvPr/>
              </p14:nvContentPartPr>
              <p14:xfrm>
                <a:off x="1598175" y="5821545"/>
                <a:ext cx="86400" cy="117720"/>
              </p14:xfrm>
            </p:contentPart>
          </mc:Choice>
          <mc:Fallback xmlns="">
            <p:pic>
              <p:nvPicPr>
                <p:cNvPr id="5230" name="Ink 5229">
                  <a:extLst>
                    <a:ext uri="{FF2B5EF4-FFF2-40B4-BE49-F238E27FC236}">
                      <a16:creationId xmlns:a16="http://schemas.microsoft.com/office/drawing/2014/main" id="{16C54884-04DC-7A43-26C0-168ED02A2C06}"/>
                    </a:ext>
                  </a:extLst>
                </p:cNvPr>
                <p:cNvPicPr/>
                <p:nvPr/>
              </p:nvPicPr>
              <p:blipFill>
                <a:blip r:embed="rId301"/>
                <a:stretch>
                  <a:fillRect/>
                </a:stretch>
              </p:blipFill>
              <p:spPr>
                <a:xfrm>
                  <a:off x="1592055" y="5815425"/>
                  <a:ext cx="9864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5231" name="Ink 5230">
                  <a:extLst>
                    <a:ext uri="{FF2B5EF4-FFF2-40B4-BE49-F238E27FC236}">
                      <a16:creationId xmlns:a16="http://schemas.microsoft.com/office/drawing/2014/main" id="{B2E599A4-980C-DB4C-B7C7-2A9352A548AE}"/>
                    </a:ext>
                  </a:extLst>
                </p14:cNvPr>
                <p14:cNvContentPartPr/>
                <p14:nvPr/>
              </p14:nvContentPartPr>
              <p14:xfrm>
                <a:off x="1218015" y="5983905"/>
                <a:ext cx="336600" cy="180000"/>
              </p14:xfrm>
            </p:contentPart>
          </mc:Choice>
          <mc:Fallback xmlns="">
            <p:pic>
              <p:nvPicPr>
                <p:cNvPr id="5231" name="Ink 5230">
                  <a:extLst>
                    <a:ext uri="{FF2B5EF4-FFF2-40B4-BE49-F238E27FC236}">
                      <a16:creationId xmlns:a16="http://schemas.microsoft.com/office/drawing/2014/main" id="{B2E599A4-980C-DB4C-B7C7-2A9352A548AE}"/>
                    </a:ext>
                  </a:extLst>
                </p:cNvPr>
                <p:cNvPicPr/>
                <p:nvPr/>
              </p:nvPicPr>
              <p:blipFill>
                <a:blip r:embed="rId303"/>
                <a:stretch>
                  <a:fillRect/>
                </a:stretch>
              </p:blipFill>
              <p:spPr>
                <a:xfrm>
                  <a:off x="1211895" y="5977785"/>
                  <a:ext cx="34884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5232" name="Ink 5231">
                  <a:extLst>
                    <a:ext uri="{FF2B5EF4-FFF2-40B4-BE49-F238E27FC236}">
                      <a16:creationId xmlns:a16="http://schemas.microsoft.com/office/drawing/2014/main" id="{1037695C-FC7B-3310-70A3-F78145D4B286}"/>
                    </a:ext>
                  </a:extLst>
                </p14:cNvPr>
                <p14:cNvContentPartPr/>
                <p14:nvPr/>
              </p14:nvContentPartPr>
              <p14:xfrm>
                <a:off x="1317015" y="5887785"/>
                <a:ext cx="12960" cy="120960"/>
              </p14:xfrm>
            </p:contentPart>
          </mc:Choice>
          <mc:Fallback xmlns="">
            <p:pic>
              <p:nvPicPr>
                <p:cNvPr id="5232" name="Ink 5231">
                  <a:extLst>
                    <a:ext uri="{FF2B5EF4-FFF2-40B4-BE49-F238E27FC236}">
                      <a16:creationId xmlns:a16="http://schemas.microsoft.com/office/drawing/2014/main" id="{1037695C-FC7B-3310-70A3-F78145D4B286}"/>
                    </a:ext>
                  </a:extLst>
                </p:cNvPr>
                <p:cNvPicPr/>
                <p:nvPr/>
              </p:nvPicPr>
              <p:blipFill>
                <a:blip r:embed="rId305"/>
                <a:stretch>
                  <a:fillRect/>
                </a:stretch>
              </p:blipFill>
              <p:spPr>
                <a:xfrm>
                  <a:off x="1310895" y="5881665"/>
                  <a:ext cx="2520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5233" name="Ink 5232">
                  <a:extLst>
                    <a:ext uri="{FF2B5EF4-FFF2-40B4-BE49-F238E27FC236}">
                      <a16:creationId xmlns:a16="http://schemas.microsoft.com/office/drawing/2014/main" id="{29BCFAD2-D0E9-07E9-7C27-714628392B99}"/>
                    </a:ext>
                  </a:extLst>
                </p14:cNvPr>
                <p14:cNvContentPartPr/>
                <p14:nvPr/>
              </p14:nvContentPartPr>
              <p14:xfrm>
                <a:off x="1131615" y="6006225"/>
                <a:ext cx="83160" cy="124200"/>
              </p14:xfrm>
            </p:contentPart>
          </mc:Choice>
          <mc:Fallback xmlns="">
            <p:pic>
              <p:nvPicPr>
                <p:cNvPr id="5233" name="Ink 5232">
                  <a:extLst>
                    <a:ext uri="{FF2B5EF4-FFF2-40B4-BE49-F238E27FC236}">
                      <a16:creationId xmlns:a16="http://schemas.microsoft.com/office/drawing/2014/main" id="{29BCFAD2-D0E9-07E9-7C27-714628392B99}"/>
                    </a:ext>
                  </a:extLst>
                </p:cNvPr>
                <p:cNvPicPr/>
                <p:nvPr/>
              </p:nvPicPr>
              <p:blipFill>
                <a:blip r:embed="rId307"/>
                <a:stretch>
                  <a:fillRect/>
                </a:stretch>
              </p:blipFill>
              <p:spPr>
                <a:xfrm>
                  <a:off x="1125495" y="6000105"/>
                  <a:ext cx="9540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5234" name="Ink 5233">
                  <a:extLst>
                    <a:ext uri="{FF2B5EF4-FFF2-40B4-BE49-F238E27FC236}">
                      <a16:creationId xmlns:a16="http://schemas.microsoft.com/office/drawing/2014/main" id="{7B4EDC5A-5A01-4CD8-3195-C4CE59804E16}"/>
                    </a:ext>
                  </a:extLst>
                </p14:cNvPr>
                <p14:cNvContentPartPr/>
                <p14:nvPr/>
              </p14:nvContentPartPr>
              <p14:xfrm>
                <a:off x="1041975" y="5932425"/>
                <a:ext cx="35640" cy="172080"/>
              </p14:xfrm>
            </p:contentPart>
          </mc:Choice>
          <mc:Fallback xmlns="">
            <p:pic>
              <p:nvPicPr>
                <p:cNvPr id="5234" name="Ink 5233">
                  <a:extLst>
                    <a:ext uri="{FF2B5EF4-FFF2-40B4-BE49-F238E27FC236}">
                      <a16:creationId xmlns:a16="http://schemas.microsoft.com/office/drawing/2014/main" id="{7B4EDC5A-5A01-4CD8-3195-C4CE59804E16}"/>
                    </a:ext>
                  </a:extLst>
                </p:cNvPr>
                <p:cNvPicPr/>
                <p:nvPr/>
              </p:nvPicPr>
              <p:blipFill>
                <a:blip r:embed="rId309"/>
                <a:stretch>
                  <a:fillRect/>
                </a:stretch>
              </p:blipFill>
              <p:spPr>
                <a:xfrm>
                  <a:off x="1035855" y="5926305"/>
                  <a:ext cx="4788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5235" name="Ink 5234">
                  <a:extLst>
                    <a:ext uri="{FF2B5EF4-FFF2-40B4-BE49-F238E27FC236}">
                      <a16:creationId xmlns:a16="http://schemas.microsoft.com/office/drawing/2014/main" id="{368C9C68-6786-8703-50D4-2B2243C478ED}"/>
                    </a:ext>
                  </a:extLst>
                </p14:cNvPr>
                <p14:cNvContentPartPr/>
                <p14:nvPr/>
              </p14:nvContentPartPr>
              <p14:xfrm>
                <a:off x="743895" y="5917665"/>
                <a:ext cx="303840" cy="274320"/>
              </p14:xfrm>
            </p:contentPart>
          </mc:Choice>
          <mc:Fallback xmlns="">
            <p:pic>
              <p:nvPicPr>
                <p:cNvPr id="5235" name="Ink 5234">
                  <a:extLst>
                    <a:ext uri="{FF2B5EF4-FFF2-40B4-BE49-F238E27FC236}">
                      <a16:creationId xmlns:a16="http://schemas.microsoft.com/office/drawing/2014/main" id="{368C9C68-6786-8703-50D4-2B2243C478ED}"/>
                    </a:ext>
                  </a:extLst>
                </p:cNvPr>
                <p:cNvPicPr/>
                <p:nvPr/>
              </p:nvPicPr>
              <p:blipFill>
                <a:blip r:embed="rId311"/>
                <a:stretch>
                  <a:fillRect/>
                </a:stretch>
              </p:blipFill>
              <p:spPr>
                <a:xfrm>
                  <a:off x="737775" y="5911545"/>
                  <a:ext cx="31608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5236" name="Ink 5235">
                  <a:extLst>
                    <a:ext uri="{FF2B5EF4-FFF2-40B4-BE49-F238E27FC236}">
                      <a16:creationId xmlns:a16="http://schemas.microsoft.com/office/drawing/2014/main" id="{53A5CEB2-E6ED-7E4A-51FE-7E63B601FBFC}"/>
                    </a:ext>
                  </a:extLst>
                </p14:cNvPr>
                <p14:cNvContentPartPr/>
                <p14:nvPr/>
              </p14:nvContentPartPr>
              <p14:xfrm>
                <a:off x="891855" y="5963745"/>
                <a:ext cx="14040" cy="142920"/>
              </p14:xfrm>
            </p:contentPart>
          </mc:Choice>
          <mc:Fallback xmlns="">
            <p:pic>
              <p:nvPicPr>
                <p:cNvPr id="5236" name="Ink 5235">
                  <a:extLst>
                    <a:ext uri="{FF2B5EF4-FFF2-40B4-BE49-F238E27FC236}">
                      <a16:creationId xmlns:a16="http://schemas.microsoft.com/office/drawing/2014/main" id="{53A5CEB2-E6ED-7E4A-51FE-7E63B601FBFC}"/>
                    </a:ext>
                  </a:extLst>
                </p:cNvPr>
                <p:cNvPicPr/>
                <p:nvPr/>
              </p:nvPicPr>
              <p:blipFill>
                <a:blip r:embed="rId313"/>
                <a:stretch>
                  <a:fillRect/>
                </a:stretch>
              </p:blipFill>
              <p:spPr>
                <a:xfrm>
                  <a:off x="885735" y="5957625"/>
                  <a:ext cx="2628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5237" name="Ink 5236">
                  <a:extLst>
                    <a:ext uri="{FF2B5EF4-FFF2-40B4-BE49-F238E27FC236}">
                      <a16:creationId xmlns:a16="http://schemas.microsoft.com/office/drawing/2014/main" id="{28EFF48D-7B53-29F7-1B79-4A19A24D21A5}"/>
                    </a:ext>
                  </a:extLst>
                </p14:cNvPr>
                <p14:cNvContentPartPr/>
                <p14:nvPr/>
              </p14:nvContentPartPr>
              <p14:xfrm>
                <a:off x="862695" y="5851065"/>
                <a:ext cx="110160" cy="87120"/>
              </p14:xfrm>
            </p:contentPart>
          </mc:Choice>
          <mc:Fallback xmlns="">
            <p:pic>
              <p:nvPicPr>
                <p:cNvPr id="5237" name="Ink 5236">
                  <a:extLst>
                    <a:ext uri="{FF2B5EF4-FFF2-40B4-BE49-F238E27FC236}">
                      <a16:creationId xmlns:a16="http://schemas.microsoft.com/office/drawing/2014/main" id="{28EFF48D-7B53-29F7-1B79-4A19A24D21A5}"/>
                    </a:ext>
                  </a:extLst>
                </p:cNvPr>
                <p:cNvPicPr/>
                <p:nvPr/>
              </p:nvPicPr>
              <p:blipFill>
                <a:blip r:embed="rId315"/>
                <a:stretch>
                  <a:fillRect/>
                </a:stretch>
              </p:blipFill>
              <p:spPr>
                <a:xfrm>
                  <a:off x="856575" y="5844945"/>
                  <a:ext cx="12240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5238" name="Ink 5237">
                  <a:extLst>
                    <a:ext uri="{FF2B5EF4-FFF2-40B4-BE49-F238E27FC236}">
                      <a16:creationId xmlns:a16="http://schemas.microsoft.com/office/drawing/2014/main" id="{DE948528-52F9-D585-B61F-96814DD82998}"/>
                    </a:ext>
                  </a:extLst>
                </p14:cNvPr>
                <p14:cNvContentPartPr/>
                <p14:nvPr/>
              </p14:nvContentPartPr>
              <p14:xfrm>
                <a:off x="582255" y="6066705"/>
                <a:ext cx="158760" cy="142200"/>
              </p14:xfrm>
            </p:contentPart>
          </mc:Choice>
          <mc:Fallback xmlns="">
            <p:pic>
              <p:nvPicPr>
                <p:cNvPr id="5238" name="Ink 5237">
                  <a:extLst>
                    <a:ext uri="{FF2B5EF4-FFF2-40B4-BE49-F238E27FC236}">
                      <a16:creationId xmlns:a16="http://schemas.microsoft.com/office/drawing/2014/main" id="{DE948528-52F9-D585-B61F-96814DD82998}"/>
                    </a:ext>
                  </a:extLst>
                </p:cNvPr>
                <p:cNvPicPr/>
                <p:nvPr/>
              </p:nvPicPr>
              <p:blipFill>
                <a:blip r:embed="rId317"/>
                <a:stretch>
                  <a:fillRect/>
                </a:stretch>
              </p:blipFill>
              <p:spPr>
                <a:xfrm>
                  <a:off x="576135" y="6060585"/>
                  <a:ext cx="17100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5239" name="Ink 5238">
                  <a:extLst>
                    <a:ext uri="{FF2B5EF4-FFF2-40B4-BE49-F238E27FC236}">
                      <a16:creationId xmlns:a16="http://schemas.microsoft.com/office/drawing/2014/main" id="{C9BC25EC-4254-37B5-690E-ACD4A913770E}"/>
                    </a:ext>
                  </a:extLst>
                </p14:cNvPr>
                <p14:cNvContentPartPr/>
                <p14:nvPr/>
              </p14:nvContentPartPr>
              <p14:xfrm>
                <a:off x="264015" y="5896785"/>
                <a:ext cx="368640" cy="253800"/>
              </p14:xfrm>
            </p:contentPart>
          </mc:Choice>
          <mc:Fallback xmlns="">
            <p:pic>
              <p:nvPicPr>
                <p:cNvPr id="5239" name="Ink 5238">
                  <a:extLst>
                    <a:ext uri="{FF2B5EF4-FFF2-40B4-BE49-F238E27FC236}">
                      <a16:creationId xmlns:a16="http://schemas.microsoft.com/office/drawing/2014/main" id="{C9BC25EC-4254-37B5-690E-ACD4A913770E}"/>
                    </a:ext>
                  </a:extLst>
                </p:cNvPr>
                <p:cNvPicPr/>
                <p:nvPr/>
              </p:nvPicPr>
              <p:blipFill>
                <a:blip r:embed="rId319"/>
                <a:stretch>
                  <a:fillRect/>
                </a:stretch>
              </p:blipFill>
              <p:spPr>
                <a:xfrm>
                  <a:off x="257895" y="5890665"/>
                  <a:ext cx="38088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5240" name="Ink 5239">
                  <a:extLst>
                    <a:ext uri="{FF2B5EF4-FFF2-40B4-BE49-F238E27FC236}">
                      <a16:creationId xmlns:a16="http://schemas.microsoft.com/office/drawing/2014/main" id="{D138BBEA-BE6E-3E69-44CB-8E6E0AD5C667}"/>
                    </a:ext>
                  </a:extLst>
                </p14:cNvPr>
                <p14:cNvContentPartPr/>
                <p14:nvPr/>
              </p14:nvContentPartPr>
              <p14:xfrm>
                <a:off x="378855" y="5897505"/>
                <a:ext cx="75240" cy="5760"/>
              </p14:xfrm>
            </p:contentPart>
          </mc:Choice>
          <mc:Fallback xmlns="">
            <p:pic>
              <p:nvPicPr>
                <p:cNvPr id="5240" name="Ink 5239">
                  <a:extLst>
                    <a:ext uri="{FF2B5EF4-FFF2-40B4-BE49-F238E27FC236}">
                      <a16:creationId xmlns:a16="http://schemas.microsoft.com/office/drawing/2014/main" id="{D138BBEA-BE6E-3E69-44CB-8E6E0AD5C667}"/>
                    </a:ext>
                  </a:extLst>
                </p:cNvPr>
                <p:cNvPicPr/>
                <p:nvPr/>
              </p:nvPicPr>
              <p:blipFill>
                <a:blip r:embed="rId321"/>
                <a:stretch>
                  <a:fillRect/>
                </a:stretch>
              </p:blipFill>
              <p:spPr>
                <a:xfrm>
                  <a:off x="372735" y="5891385"/>
                  <a:ext cx="8748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2">
            <p14:nvContentPartPr>
              <p14:cNvPr id="5241" name="Ink 5240">
                <a:extLst>
                  <a:ext uri="{FF2B5EF4-FFF2-40B4-BE49-F238E27FC236}">
                    <a16:creationId xmlns:a16="http://schemas.microsoft.com/office/drawing/2014/main" id="{C2E6F35E-FA81-A27F-A82B-DD62A197EA70}"/>
                  </a:ext>
                </a:extLst>
              </p14:cNvPr>
              <p14:cNvContentPartPr/>
              <p14:nvPr/>
            </p14:nvContentPartPr>
            <p14:xfrm>
              <a:off x="371295" y="6294585"/>
              <a:ext cx="127440" cy="24480"/>
            </p14:xfrm>
          </p:contentPart>
        </mc:Choice>
        <mc:Fallback xmlns="">
          <p:pic>
            <p:nvPicPr>
              <p:cNvPr id="5241" name="Ink 5240">
                <a:extLst>
                  <a:ext uri="{FF2B5EF4-FFF2-40B4-BE49-F238E27FC236}">
                    <a16:creationId xmlns:a16="http://schemas.microsoft.com/office/drawing/2014/main" id="{C2E6F35E-FA81-A27F-A82B-DD62A197EA70}"/>
                  </a:ext>
                </a:extLst>
              </p:cNvPr>
              <p:cNvPicPr/>
              <p:nvPr/>
            </p:nvPicPr>
            <p:blipFill>
              <a:blip r:embed="rId323"/>
              <a:stretch>
                <a:fillRect/>
              </a:stretch>
            </p:blipFill>
            <p:spPr>
              <a:xfrm>
                <a:off x="365175" y="6288465"/>
                <a:ext cx="139680" cy="36720"/>
              </a:xfrm>
              <a:prstGeom prst="rect">
                <a:avLst/>
              </a:prstGeom>
            </p:spPr>
          </p:pic>
        </mc:Fallback>
      </mc:AlternateContent>
      <p:grpSp>
        <p:nvGrpSpPr>
          <p:cNvPr id="5251" name="Group 5250">
            <a:extLst>
              <a:ext uri="{FF2B5EF4-FFF2-40B4-BE49-F238E27FC236}">
                <a16:creationId xmlns:a16="http://schemas.microsoft.com/office/drawing/2014/main" id="{FD67EC4C-BE22-1C92-8A38-152269AD0DA7}"/>
              </a:ext>
            </a:extLst>
          </p:cNvPr>
          <p:cNvGrpSpPr/>
          <p:nvPr/>
        </p:nvGrpSpPr>
        <p:grpSpPr>
          <a:xfrm>
            <a:off x="1167615" y="6358305"/>
            <a:ext cx="1189800" cy="467640"/>
            <a:chOff x="1167615" y="6358305"/>
            <a:chExt cx="1189800" cy="467640"/>
          </a:xfrm>
        </p:grpSpPr>
        <mc:AlternateContent xmlns:mc="http://schemas.openxmlformats.org/markup-compatibility/2006" xmlns:p14="http://schemas.microsoft.com/office/powerpoint/2010/main">
          <mc:Choice Requires="p14">
            <p:contentPart p14:bwMode="auto" r:id="rId324">
              <p14:nvContentPartPr>
                <p14:cNvPr id="5243" name="Ink 5242">
                  <a:extLst>
                    <a:ext uri="{FF2B5EF4-FFF2-40B4-BE49-F238E27FC236}">
                      <a16:creationId xmlns:a16="http://schemas.microsoft.com/office/drawing/2014/main" id="{02D34EE4-ED85-661A-DDB2-859CA620CAB1}"/>
                    </a:ext>
                  </a:extLst>
                </p14:cNvPr>
                <p14:cNvContentPartPr/>
                <p14:nvPr/>
              </p14:nvContentPartPr>
              <p14:xfrm>
                <a:off x="2079495" y="6510945"/>
                <a:ext cx="277920" cy="251640"/>
              </p14:xfrm>
            </p:contentPart>
          </mc:Choice>
          <mc:Fallback xmlns="">
            <p:pic>
              <p:nvPicPr>
                <p:cNvPr id="5243" name="Ink 5242">
                  <a:extLst>
                    <a:ext uri="{FF2B5EF4-FFF2-40B4-BE49-F238E27FC236}">
                      <a16:creationId xmlns:a16="http://schemas.microsoft.com/office/drawing/2014/main" id="{02D34EE4-ED85-661A-DDB2-859CA620CAB1}"/>
                    </a:ext>
                  </a:extLst>
                </p:cNvPr>
                <p:cNvPicPr/>
                <p:nvPr/>
              </p:nvPicPr>
              <p:blipFill>
                <a:blip r:embed="rId325"/>
                <a:stretch>
                  <a:fillRect/>
                </a:stretch>
              </p:blipFill>
              <p:spPr>
                <a:xfrm>
                  <a:off x="2073375" y="6504825"/>
                  <a:ext cx="29016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5244" name="Ink 5243">
                  <a:extLst>
                    <a:ext uri="{FF2B5EF4-FFF2-40B4-BE49-F238E27FC236}">
                      <a16:creationId xmlns:a16="http://schemas.microsoft.com/office/drawing/2014/main" id="{63F1D336-2D7D-39A5-3241-98D4C1829267}"/>
                    </a:ext>
                  </a:extLst>
                </p14:cNvPr>
                <p14:cNvContentPartPr/>
                <p14:nvPr/>
              </p14:nvContentPartPr>
              <p14:xfrm>
                <a:off x="2145375" y="6569985"/>
                <a:ext cx="81720" cy="151920"/>
              </p14:xfrm>
            </p:contentPart>
          </mc:Choice>
          <mc:Fallback xmlns="">
            <p:pic>
              <p:nvPicPr>
                <p:cNvPr id="5244" name="Ink 5243">
                  <a:extLst>
                    <a:ext uri="{FF2B5EF4-FFF2-40B4-BE49-F238E27FC236}">
                      <a16:creationId xmlns:a16="http://schemas.microsoft.com/office/drawing/2014/main" id="{63F1D336-2D7D-39A5-3241-98D4C1829267}"/>
                    </a:ext>
                  </a:extLst>
                </p:cNvPr>
                <p:cNvPicPr/>
                <p:nvPr/>
              </p:nvPicPr>
              <p:blipFill>
                <a:blip r:embed="rId327"/>
                <a:stretch>
                  <a:fillRect/>
                </a:stretch>
              </p:blipFill>
              <p:spPr>
                <a:xfrm>
                  <a:off x="2139255" y="6563865"/>
                  <a:ext cx="9396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5245" name="Ink 5244">
                  <a:extLst>
                    <a:ext uri="{FF2B5EF4-FFF2-40B4-BE49-F238E27FC236}">
                      <a16:creationId xmlns:a16="http://schemas.microsoft.com/office/drawing/2014/main" id="{BE34DA8A-3643-3064-5A26-D911D53E7AEC}"/>
                    </a:ext>
                  </a:extLst>
                </p14:cNvPr>
                <p14:cNvContentPartPr/>
                <p14:nvPr/>
              </p14:nvContentPartPr>
              <p14:xfrm>
                <a:off x="1630935" y="6488625"/>
                <a:ext cx="308160" cy="337320"/>
              </p14:xfrm>
            </p:contentPart>
          </mc:Choice>
          <mc:Fallback xmlns="">
            <p:pic>
              <p:nvPicPr>
                <p:cNvPr id="5245" name="Ink 5244">
                  <a:extLst>
                    <a:ext uri="{FF2B5EF4-FFF2-40B4-BE49-F238E27FC236}">
                      <a16:creationId xmlns:a16="http://schemas.microsoft.com/office/drawing/2014/main" id="{BE34DA8A-3643-3064-5A26-D911D53E7AEC}"/>
                    </a:ext>
                  </a:extLst>
                </p:cNvPr>
                <p:cNvPicPr/>
                <p:nvPr/>
              </p:nvPicPr>
              <p:blipFill>
                <a:blip r:embed="rId329"/>
                <a:stretch>
                  <a:fillRect/>
                </a:stretch>
              </p:blipFill>
              <p:spPr>
                <a:xfrm>
                  <a:off x="1624815" y="6482505"/>
                  <a:ext cx="32040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5246" name="Ink 5245">
                  <a:extLst>
                    <a:ext uri="{FF2B5EF4-FFF2-40B4-BE49-F238E27FC236}">
                      <a16:creationId xmlns:a16="http://schemas.microsoft.com/office/drawing/2014/main" id="{A114B58C-FCD2-2935-0CF0-9B03885AC39D}"/>
                    </a:ext>
                  </a:extLst>
                </p14:cNvPr>
                <p14:cNvContentPartPr/>
                <p14:nvPr/>
              </p14:nvContentPartPr>
              <p14:xfrm>
                <a:off x="1888335" y="6475305"/>
                <a:ext cx="15480" cy="13320"/>
              </p14:xfrm>
            </p:contentPart>
          </mc:Choice>
          <mc:Fallback xmlns="">
            <p:pic>
              <p:nvPicPr>
                <p:cNvPr id="5246" name="Ink 5245">
                  <a:extLst>
                    <a:ext uri="{FF2B5EF4-FFF2-40B4-BE49-F238E27FC236}">
                      <a16:creationId xmlns:a16="http://schemas.microsoft.com/office/drawing/2014/main" id="{A114B58C-FCD2-2935-0CF0-9B03885AC39D}"/>
                    </a:ext>
                  </a:extLst>
                </p:cNvPr>
                <p:cNvPicPr/>
                <p:nvPr/>
              </p:nvPicPr>
              <p:blipFill>
                <a:blip r:embed="rId331"/>
                <a:stretch>
                  <a:fillRect/>
                </a:stretch>
              </p:blipFill>
              <p:spPr>
                <a:xfrm>
                  <a:off x="1882215" y="6469185"/>
                  <a:ext cx="2772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5247" name="Ink 5246">
                  <a:extLst>
                    <a:ext uri="{FF2B5EF4-FFF2-40B4-BE49-F238E27FC236}">
                      <a16:creationId xmlns:a16="http://schemas.microsoft.com/office/drawing/2014/main" id="{968828F8-76B1-0C0B-7737-9C871C36723E}"/>
                    </a:ext>
                  </a:extLst>
                </p14:cNvPr>
                <p14:cNvContentPartPr/>
                <p14:nvPr/>
              </p14:nvContentPartPr>
              <p14:xfrm>
                <a:off x="1167615" y="6537585"/>
                <a:ext cx="410040" cy="142200"/>
              </p14:xfrm>
            </p:contentPart>
          </mc:Choice>
          <mc:Fallback xmlns="">
            <p:pic>
              <p:nvPicPr>
                <p:cNvPr id="5247" name="Ink 5246">
                  <a:extLst>
                    <a:ext uri="{FF2B5EF4-FFF2-40B4-BE49-F238E27FC236}">
                      <a16:creationId xmlns:a16="http://schemas.microsoft.com/office/drawing/2014/main" id="{968828F8-76B1-0C0B-7737-9C871C36723E}"/>
                    </a:ext>
                  </a:extLst>
                </p:cNvPr>
                <p:cNvPicPr/>
                <p:nvPr/>
              </p:nvPicPr>
              <p:blipFill>
                <a:blip r:embed="rId333"/>
                <a:stretch>
                  <a:fillRect/>
                </a:stretch>
              </p:blipFill>
              <p:spPr>
                <a:xfrm>
                  <a:off x="1161495" y="6531465"/>
                  <a:ext cx="42228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5248" name="Ink 5247">
                  <a:extLst>
                    <a:ext uri="{FF2B5EF4-FFF2-40B4-BE49-F238E27FC236}">
                      <a16:creationId xmlns:a16="http://schemas.microsoft.com/office/drawing/2014/main" id="{BAA79A64-BD34-B935-D567-B0F78B5A3528}"/>
                    </a:ext>
                  </a:extLst>
                </p14:cNvPr>
                <p14:cNvContentPartPr/>
                <p14:nvPr/>
              </p14:nvContentPartPr>
              <p14:xfrm>
                <a:off x="1237815" y="6443985"/>
                <a:ext cx="133200" cy="9000"/>
              </p14:xfrm>
            </p:contentPart>
          </mc:Choice>
          <mc:Fallback xmlns="">
            <p:pic>
              <p:nvPicPr>
                <p:cNvPr id="5248" name="Ink 5247">
                  <a:extLst>
                    <a:ext uri="{FF2B5EF4-FFF2-40B4-BE49-F238E27FC236}">
                      <a16:creationId xmlns:a16="http://schemas.microsoft.com/office/drawing/2014/main" id="{BAA79A64-BD34-B935-D567-B0F78B5A3528}"/>
                    </a:ext>
                  </a:extLst>
                </p:cNvPr>
                <p:cNvPicPr/>
                <p:nvPr/>
              </p:nvPicPr>
              <p:blipFill>
                <a:blip r:embed="rId335"/>
                <a:stretch>
                  <a:fillRect/>
                </a:stretch>
              </p:blipFill>
              <p:spPr>
                <a:xfrm>
                  <a:off x="1231695" y="6437865"/>
                  <a:ext cx="1454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5249" name="Ink 5248">
                  <a:extLst>
                    <a:ext uri="{FF2B5EF4-FFF2-40B4-BE49-F238E27FC236}">
                      <a16:creationId xmlns:a16="http://schemas.microsoft.com/office/drawing/2014/main" id="{818C7266-A1A8-8657-4C45-7B5B7770F9B2}"/>
                    </a:ext>
                  </a:extLst>
                </p14:cNvPr>
                <p14:cNvContentPartPr/>
                <p14:nvPr/>
              </p14:nvContentPartPr>
              <p14:xfrm>
                <a:off x="1439415" y="6773385"/>
                <a:ext cx="136800" cy="20520"/>
              </p14:xfrm>
            </p:contentPart>
          </mc:Choice>
          <mc:Fallback xmlns="">
            <p:pic>
              <p:nvPicPr>
                <p:cNvPr id="5249" name="Ink 5248">
                  <a:extLst>
                    <a:ext uri="{FF2B5EF4-FFF2-40B4-BE49-F238E27FC236}">
                      <a16:creationId xmlns:a16="http://schemas.microsoft.com/office/drawing/2014/main" id="{818C7266-A1A8-8657-4C45-7B5B7770F9B2}"/>
                    </a:ext>
                  </a:extLst>
                </p:cNvPr>
                <p:cNvPicPr/>
                <p:nvPr/>
              </p:nvPicPr>
              <p:blipFill>
                <a:blip r:embed="rId337"/>
                <a:stretch>
                  <a:fillRect/>
                </a:stretch>
              </p:blipFill>
              <p:spPr>
                <a:xfrm>
                  <a:off x="1433295" y="6767265"/>
                  <a:ext cx="14904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5250" name="Ink 5249">
                  <a:extLst>
                    <a:ext uri="{FF2B5EF4-FFF2-40B4-BE49-F238E27FC236}">
                      <a16:creationId xmlns:a16="http://schemas.microsoft.com/office/drawing/2014/main" id="{620BD45D-30E5-DD19-5864-E05079FC7AC5}"/>
                    </a:ext>
                  </a:extLst>
                </p14:cNvPr>
                <p14:cNvContentPartPr/>
                <p14:nvPr/>
              </p14:nvContentPartPr>
              <p14:xfrm>
                <a:off x="1607535" y="6358305"/>
                <a:ext cx="104400" cy="97560"/>
              </p14:xfrm>
            </p:contentPart>
          </mc:Choice>
          <mc:Fallback xmlns="">
            <p:pic>
              <p:nvPicPr>
                <p:cNvPr id="5250" name="Ink 5249">
                  <a:extLst>
                    <a:ext uri="{FF2B5EF4-FFF2-40B4-BE49-F238E27FC236}">
                      <a16:creationId xmlns:a16="http://schemas.microsoft.com/office/drawing/2014/main" id="{620BD45D-30E5-DD19-5864-E05079FC7AC5}"/>
                    </a:ext>
                  </a:extLst>
                </p:cNvPr>
                <p:cNvPicPr/>
                <p:nvPr/>
              </p:nvPicPr>
              <p:blipFill>
                <a:blip r:embed="rId339"/>
                <a:stretch>
                  <a:fillRect/>
                </a:stretch>
              </p:blipFill>
              <p:spPr>
                <a:xfrm>
                  <a:off x="1601415" y="6352185"/>
                  <a:ext cx="116640" cy="10980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340">
            <p14:nvContentPartPr>
              <p14:cNvPr id="5252" name="Ink 5251">
                <a:extLst>
                  <a:ext uri="{FF2B5EF4-FFF2-40B4-BE49-F238E27FC236}">
                    <a16:creationId xmlns:a16="http://schemas.microsoft.com/office/drawing/2014/main" id="{86F96D6D-137C-4AAF-91D5-30762A6204D6}"/>
                  </a:ext>
                </a:extLst>
              </p14:cNvPr>
              <p14:cNvContentPartPr/>
              <p14:nvPr/>
            </p14:nvContentPartPr>
            <p14:xfrm>
              <a:off x="30375" y="3125145"/>
              <a:ext cx="3638160" cy="3762720"/>
            </p14:xfrm>
          </p:contentPart>
        </mc:Choice>
        <mc:Fallback xmlns="">
          <p:pic>
            <p:nvPicPr>
              <p:cNvPr id="5252" name="Ink 5251">
                <a:extLst>
                  <a:ext uri="{FF2B5EF4-FFF2-40B4-BE49-F238E27FC236}">
                    <a16:creationId xmlns:a16="http://schemas.microsoft.com/office/drawing/2014/main" id="{86F96D6D-137C-4AAF-91D5-30762A6204D6}"/>
                  </a:ext>
                </a:extLst>
              </p:cNvPr>
              <p:cNvPicPr/>
              <p:nvPr/>
            </p:nvPicPr>
            <p:blipFill>
              <a:blip r:embed="rId341"/>
              <a:stretch>
                <a:fillRect/>
              </a:stretch>
            </p:blipFill>
            <p:spPr>
              <a:xfrm>
                <a:off x="21375" y="3116145"/>
                <a:ext cx="3655800" cy="3780360"/>
              </a:xfrm>
              <a:prstGeom prst="rect">
                <a:avLst/>
              </a:prstGeom>
            </p:spPr>
          </p:pic>
        </mc:Fallback>
      </mc:AlternateContent>
      <p:grpSp>
        <p:nvGrpSpPr>
          <p:cNvPr id="5261" name="Group 5260">
            <a:extLst>
              <a:ext uri="{FF2B5EF4-FFF2-40B4-BE49-F238E27FC236}">
                <a16:creationId xmlns:a16="http://schemas.microsoft.com/office/drawing/2014/main" id="{429F5B73-E69E-7380-327A-AA98212D5E84}"/>
              </a:ext>
            </a:extLst>
          </p:cNvPr>
          <p:cNvGrpSpPr/>
          <p:nvPr/>
        </p:nvGrpSpPr>
        <p:grpSpPr>
          <a:xfrm>
            <a:off x="4511655" y="5110905"/>
            <a:ext cx="6787080" cy="1726920"/>
            <a:chOff x="4511655" y="5110905"/>
            <a:chExt cx="6787080" cy="1726920"/>
          </a:xfrm>
        </p:grpSpPr>
        <mc:AlternateContent xmlns:mc="http://schemas.openxmlformats.org/markup-compatibility/2006" xmlns:p14="http://schemas.microsoft.com/office/powerpoint/2010/main">
          <mc:Choice Requires="p14">
            <p:contentPart p14:bwMode="auto" r:id="rId342">
              <p14:nvContentPartPr>
                <p14:cNvPr id="5253" name="Ink 5252">
                  <a:extLst>
                    <a:ext uri="{FF2B5EF4-FFF2-40B4-BE49-F238E27FC236}">
                      <a16:creationId xmlns:a16="http://schemas.microsoft.com/office/drawing/2014/main" id="{566222C9-4F44-5F3A-6AD1-443C25604342}"/>
                    </a:ext>
                  </a:extLst>
                </p14:cNvPr>
                <p14:cNvContentPartPr/>
                <p14:nvPr/>
              </p14:nvContentPartPr>
              <p14:xfrm>
                <a:off x="5466735" y="5110905"/>
                <a:ext cx="5832000" cy="1726920"/>
              </p14:xfrm>
            </p:contentPart>
          </mc:Choice>
          <mc:Fallback xmlns="">
            <p:pic>
              <p:nvPicPr>
                <p:cNvPr id="5253" name="Ink 5252">
                  <a:extLst>
                    <a:ext uri="{FF2B5EF4-FFF2-40B4-BE49-F238E27FC236}">
                      <a16:creationId xmlns:a16="http://schemas.microsoft.com/office/drawing/2014/main" id="{566222C9-4F44-5F3A-6AD1-443C25604342}"/>
                    </a:ext>
                  </a:extLst>
                </p:cNvPr>
                <p:cNvPicPr/>
                <p:nvPr/>
              </p:nvPicPr>
              <p:blipFill>
                <a:blip r:embed="rId343"/>
                <a:stretch>
                  <a:fillRect/>
                </a:stretch>
              </p:blipFill>
              <p:spPr>
                <a:xfrm>
                  <a:off x="5460615" y="5104785"/>
                  <a:ext cx="5844240" cy="173916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5254" name="Ink 5253">
                  <a:extLst>
                    <a:ext uri="{FF2B5EF4-FFF2-40B4-BE49-F238E27FC236}">
                      <a16:creationId xmlns:a16="http://schemas.microsoft.com/office/drawing/2014/main" id="{AE5EBDAD-9B8A-1FEF-9D34-C2C10036DA20}"/>
                    </a:ext>
                  </a:extLst>
                </p14:cNvPr>
                <p14:cNvContentPartPr/>
                <p14:nvPr/>
              </p14:nvContentPartPr>
              <p14:xfrm>
                <a:off x="4511655" y="5824065"/>
                <a:ext cx="197280" cy="256320"/>
              </p14:xfrm>
            </p:contentPart>
          </mc:Choice>
          <mc:Fallback xmlns="">
            <p:pic>
              <p:nvPicPr>
                <p:cNvPr id="5254" name="Ink 5253">
                  <a:extLst>
                    <a:ext uri="{FF2B5EF4-FFF2-40B4-BE49-F238E27FC236}">
                      <a16:creationId xmlns:a16="http://schemas.microsoft.com/office/drawing/2014/main" id="{AE5EBDAD-9B8A-1FEF-9D34-C2C10036DA20}"/>
                    </a:ext>
                  </a:extLst>
                </p:cNvPr>
                <p:cNvPicPr/>
                <p:nvPr/>
              </p:nvPicPr>
              <p:blipFill>
                <a:blip r:embed="rId345"/>
                <a:stretch>
                  <a:fillRect/>
                </a:stretch>
              </p:blipFill>
              <p:spPr>
                <a:xfrm>
                  <a:off x="4505535" y="5817945"/>
                  <a:ext cx="20952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5255" name="Ink 5254">
                  <a:extLst>
                    <a:ext uri="{FF2B5EF4-FFF2-40B4-BE49-F238E27FC236}">
                      <a16:creationId xmlns:a16="http://schemas.microsoft.com/office/drawing/2014/main" id="{F9057E95-CB50-6CFF-F8DD-C4B1DE048820}"/>
                    </a:ext>
                  </a:extLst>
                </p14:cNvPr>
                <p14:cNvContentPartPr/>
                <p14:nvPr/>
              </p14:nvContentPartPr>
              <p14:xfrm>
                <a:off x="4695255" y="5961945"/>
                <a:ext cx="194400" cy="118800"/>
              </p14:xfrm>
            </p:contentPart>
          </mc:Choice>
          <mc:Fallback xmlns="">
            <p:pic>
              <p:nvPicPr>
                <p:cNvPr id="5255" name="Ink 5254">
                  <a:extLst>
                    <a:ext uri="{FF2B5EF4-FFF2-40B4-BE49-F238E27FC236}">
                      <a16:creationId xmlns:a16="http://schemas.microsoft.com/office/drawing/2014/main" id="{F9057E95-CB50-6CFF-F8DD-C4B1DE048820}"/>
                    </a:ext>
                  </a:extLst>
                </p:cNvPr>
                <p:cNvPicPr/>
                <p:nvPr/>
              </p:nvPicPr>
              <p:blipFill>
                <a:blip r:embed="rId347"/>
                <a:stretch>
                  <a:fillRect/>
                </a:stretch>
              </p:blipFill>
              <p:spPr>
                <a:xfrm>
                  <a:off x="4689135" y="5955825"/>
                  <a:ext cx="20664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5256" name="Ink 5255">
                  <a:extLst>
                    <a:ext uri="{FF2B5EF4-FFF2-40B4-BE49-F238E27FC236}">
                      <a16:creationId xmlns:a16="http://schemas.microsoft.com/office/drawing/2014/main" id="{E69A5E97-3B42-B67D-3BA0-31DF78925BF1}"/>
                    </a:ext>
                  </a:extLst>
                </p14:cNvPr>
                <p14:cNvContentPartPr/>
                <p14:nvPr/>
              </p14:nvContentPartPr>
              <p14:xfrm>
                <a:off x="4954455" y="5970585"/>
                <a:ext cx="109440" cy="134640"/>
              </p14:xfrm>
            </p:contentPart>
          </mc:Choice>
          <mc:Fallback xmlns="">
            <p:pic>
              <p:nvPicPr>
                <p:cNvPr id="5256" name="Ink 5255">
                  <a:extLst>
                    <a:ext uri="{FF2B5EF4-FFF2-40B4-BE49-F238E27FC236}">
                      <a16:creationId xmlns:a16="http://schemas.microsoft.com/office/drawing/2014/main" id="{E69A5E97-3B42-B67D-3BA0-31DF78925BF1}"/>
                    </a:ext>
                  </a:extLst>
                </p:cNvPr>
                <p:cNvPicPr/>
                <p:nvPr/>
              </p:nvPicPr>
              <p:blipFill>
                <a:blip r:embed="rId349"/>
                <a:stretch>
                  <a:fillRect/>
                </a:stretch>
              </p:blipFill>
              <p:spPr>
                <a:xfrm>
                  <a:off x="4948335" y="5964465"/>
                  <a:ext cx="1216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5257" name="Ink 5256">
                  <a:extLst>
                    <a:ext uri="{FF2B5EF4-FFF2-40B4-BE49-F238E27FC236}">
                      <a16:creationId xmlns:a16="http://schemas.microsoft.com/office/drawing/2014/main" id="{E205DDC6-7644-D274-F345-67BA5BE43683}"/>
                    </a:ext>
                  </a:extLst>
                </p14:cNvPr>
                <p14:cNvContentPartPr/>
                <p14:nvPr/>
              </p14:nvContentPartPr>
              <p14:xfrm>
                <a:off x="5160375" y="5827665"/>
                <a:ext cx="90360" cy="207720"/>
              </p14:xfrm>
            </p:contentPart>
          </mc:Choice>
          <mc:Fallback xmlns="">
            <p:pic>
              <p:nvPicPr>
                <p:cNvPr id="5257" name="Ink 5256">
                  <a:extLst>
                    <a:ext uri="{FF2B5EF4-FFF2-40B4-BE49-F238E27FC236}">
                      <a16:creationId xmlns:a16="http://schemas.microsoft.com/office/drawing/2014/main" id="{E205DDC6-7644-D274-F345-67BA5BE43683}"/>
                    </a:ext>
                  </a:extLst>
                </p:cNvPr>
                <p:cNvPicPr/>
                <p:nvPr/>
              </p:nvPicPr>
              <p:blipFill>
                <a:blip r:embed="rId351"/>
                <a:stretch>
                  <a:fillRect/>
                </a:stretch>
              </p:blipFill>
              <p:spPr>
                <a:xfrm>
                  <a:off x="5154255" y="5821545"/>
                  <a:ext cx="10260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5258" name="Ink 5257">
                  <a:extLst>
                    <a:ext uri="{FF2B5EF4-FFF2-40B4-BE49-F238E27FC236}">
                      <a16:creationId xmlns:a16="http://schemas.microsoft.com/office/drawing/2014/main" id="{EE5F0CD6-900A-C519-01CF-CF0B560968F4}"/>
                    </a:ext>
                  </a:extLst>
                </p14:cNvPr>
                <p14:cNvContentPartPr/>
                <p14:nvPr/>
              </p14:nvContentPartPr>
              <p14:xfrm>
                <a:off x="5103495" y="5943225"/>
                <a:ext cx="186480" cy="10440"/>
              </p14:xfrm>
            </p:contentPart>
          </mc:Choice>
          <mc:Fallback xmlns="">
            <p:pic>
              <p:nvPicPr>
                <p:cNvPr id="5258" name="Ink 5257">
                  <a:extLst>
                    <a:ext uri="{FF2B5EF4-FFF2-40B4-BE49-F238E27FC236}">
                      <a16:creationId xmlns:a16="http://schemas.microsoft.com/office/drawing/2014/main" id="{EE5F0CD6-900A-C519-01CF-CF0B560968F4}"/>
                    </a:ext>
                  </a:extLst>
                </p:cNvPr>
                <p:cNvPicPr/>
                <p:nvPr/>
              </p:nvPicPr>
              <p:blipFill>
                <a:blip r:embed="rId353"/>
                <a:stretch>
                  <a:fillRect/>
                </a:stretch>
              </p:blipFill>
              <p:spPr>
                <a:xfrm>
                  <a:off x="5097375" y="5937105"/>
                  <a:ext cx="19872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5259" name="Ink 5258">
                  <a:extLst>
                    <a:ext uri="{FF2B5EF4-FFF2-40B4-BE49-F238E27FC236}">
                      <a16:creationId xmlns:a16="http://schemas.microsoft.com/office/drawing/2014/main" id="{73F74BF8-2D40-4598-C6D1-F672096C6324}"/>
                    </a:ext>
                  </a:extLst>
                </p14:cNvPr>
                <p14:cNvContentPartPr/>
                <p14:nvPr/>
              </p14:nvContentPartPr>
              <p14:xfrm>
                <a:off x="5288535" y="5957265"/>
                <a:ext cx="108000" cy="143280"/>
              </p14:xfrm>
            </p:contentPart>
          </mc:Choice>
          <mc:Fallback xmlns="">
            <p:pic>
              <p:nvPicPr>
                <p:cNvPr id="5259" name="Ink 5258">
                  <a:extLst>
                    <a:ext uri="{FF2B5EF4-FFF2-40B4-BE49-F238E27FC236}">
                      <a16:creationId xmlns:a16="http://schemas.microsoft.com/office/drawing/2014/main" id="{73F74BF8-2D40-4598-C6D1-F672096C6324}"/>
                    </a:ext>
                  </a:extLst>
                </p:cNvPr>
                <p:cNvPicPr/>
                <p:nvPr/>
              </p:nvPicPr>
              <p:blipFill>
                <a:blip r:embed="rId355"/>
                <a:stretch>
                  <a:fillRect/>
                </a:stretch>
              </p:blipFill>
              <p:spPr>
                <a:xfrm>
                  <a:off x="5282415" y="5951145"/>
                  <a:ext cx="12024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5260" name="Ink 5259">
                  <a:extLst>
                    <a:ext uri="{FF2B5EF4-FFF2-40B4-BE49-F238E27FC236}">
                      <a16:creationId xmlns:a16="http://schemas.microsoft.com/office/drawing/2014/main" id="{F8BD4949-E274-8607-3168-A1E7412AEAD3}"/>
                    </a:ext>
                  </a:extLst>
                </p14:cNvPr>
                <p14:cNvContentPartPr/>
                <p14:nvPr/>
              </p14:nvContentPartPr>
              <p14:xfrm>
                <a:off x="5404095" y="5981385"/>
                <a:ext cx="183960" cy="144360"/>
              </p14:xfrm>
            </p:contentPart>
          </mc:Choice>
          <mc:Fallback xmlns="">
            <p:pic>
              <p:nvPicPr>
                <p:cNvPr id="5260" name="Ink 5259">
                  <a:extLst>
                    <a:ext uri="{FF2B5EF4-FFF2-40B4-BE49-F238E27FC236}">
                      <a16:creationId xmlns:a16="http://schemas.microsoft.com/office/drawing/2014/main" id="{F8BD4949-E274-8607-3168-A1E7412AEAD3}"/>
                    </a:ext>
                  </a:extLst>
                </p:cNvPr>
                <p:cNvPicPr/>
                <p:nvPr/>
              </p:nvPicPr>
              <p:blipFill>
                <a:blip r:embed="rId357"/>
                <a:stretch>
                  <a:fillRect/>
                </a:stretch>
              </p:blipFill>
              <p:spPr>
                <a:xfrm>
                  <a:off x="5397975" y="5975265"/>
                  <a:ext cx="196200" cy="156600"/>
                </a:xfrm>
                <a:prstGeom prst="rect">
                  <a:avLst/>
                </a:prstGeom>
              </p:spPr>
            </p:pic>
          </mc:Fallback>
        </mc:AlternateContent>
      </p:grpSp>
      <p:grpSp>
        <p:nvGrpSpPr>
          <p:cNvPr id="5265" name="Group 5264">
            <a:extLst>
              <a:ext uri="{FF2B5EF4-FFF2-40B4-BE49-F238E27FC236}">
                <a16:creationId xmlns:a16="http://schemas.microsoft.com/office/drawing/2014/main" id="{AF99D82F-EBC2-0B5B-D8CA-37EEE307A4AB}"/>
              </a:ext>
            </a:extLst>
          </p:cNvPr>
          <p:cNvGrpSpPr/>
          <p:nvPr/>
        </p:nvGrpSpPr>
        <p:grpSpPr>
          <a:xfrm>
            <a:off x="7077015" y="4945665"/>
            <a:ext cx="371160" cy="261000"/>
            <a:chOff x="7077015" y="4945665"/>
            <a:chExt cx="371160" cy="261000"/>
          </a:xfrm>
        </p:grpSpPr>
        <mc:AlternateContent xmlns:mc="http://schemas.openxmlformats.org/markup-compatibility/2006" xmlns:p14="http://schemas.microsoft.com/office/powerpoint/2010/main">
          <mc:Choice Requires="p14">
            <p:contentPart p14:bwMode="auto" r:id="rId358">
              <p14:nvContentPartPr>
                <p14:cNvPr id="5262" name="Ink 5261">
                  <a:extLst>
                    <a:ext uri="{FF2B5EF4-FFF2-40B4-BE49-F238E27FC236}">
                      <a16:creationId xmlns:a16="http://schemas.microsoft.com/office/drawing/2014/main" id="{F036BFA9-0A98-B0FD-4DDA-15452ED09110}"/>
                    </a:ext>
                  </a:extLst>
                </p14:cNvPr>
                <p14:cNvContentPartPr/>
                <p14:nvPr/>
              </p14:nvContentPartPr>
              <p14:xfrm>
                <a:off x="7178895" y="4945665"/>
                <a:ext cx="269280" cy="237960"/>
              </p14:xfrm>
            </p:contentPart>
          </mc:Choice>
          <mc:Fallback xmlns="">
            <p:pic>
              <p:nvPicPr>
                <p:cNvPr id="5262" name="Ink 5261">
                  <a:extLst>
                    <a:ext uri="{FF2B5EF4-FFF2-40B4-BE49-F238E27FC236}">
                      <a16:creationId xmlns:a16="http://schemas.microsoft.com/office/drawing/2014/main" id="{F036BFA9-0A98-B0FD-4DDA-15452ED09110}"/>
                    </a:ext>
                  </a:extLst>
                </p:cNvPr>
                <p:cNvPicPr/>
                <p:nvPr/>
              </p:nvPicPr>
              <p:blipFill>
                <a:blip r:embed="rId359"/>
                <a:stretch>
                  <a:fillRect/>
                </a:stretch>
              </p:blipFill>
              <p:spPr>
                <a:xfrm>
                  <a:off x="7172775" y="4939545"/>
                  <a:ext cx="28152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5263" name="Ink 5262">
                  <a:extLst>
                    <a:ext uri="{FF2B5EF4-FFF2-40B4-BE49-F238E27FC236}">
                      <a16:creationId xmlns:a16="http://schemas.microsoft.com/office/drawing/2014/main" id="{5D573481-622A-17BC-5BC2-3DA6DF77D8DA}"/>
                    </a:ext>
                  </a:extLst>
                </p14:cNvPr>
                <p14:cNvContentPartPr/>
                <p14:nvPr/>
              </p14:nvContentPartPr>
              <p14:xfrm>
                <a:off x="7077015" y="5047185"/>
                <a:ext cx="156600" cy="133920"/>
              </p14:xfrm>
            </p:contentPart>
          </mc:Choice>
          <mc:Fallback xmlns="">
            <p:pic>
              <p:nvPicPr>
                <p:cNvPr id="5263" name="Ink 5262">
                  <a:extLst>
                    <a:ext uri="{FF2B5EF4-FFF2-40B4-BE49-F238E27FC236}">
                      <a16:creationId xmlns:a16="http://schemas.microsoft.com/office/drawing/2014/main" id="{5D573481-622A-17BC-5BC2-3DA6DF77D8DA}"/>
                    </a:ext>
                  </a:extLst>
                </p:cNvPr>
                <p:cNvPicPr/>
                <p:nvPr/>
              </p:nvPicPr>
              <p:blipFill>
                <a:blip r:embed="rId361"/>
                <a:stretch>
                  <a:fillRect/>
                </a:stretch>
              </p:blipFill>
              <p:spPr>
                <a:xfrm>
                  <a:off x="7070895" y="5041065"/>
                  <a:ext cx="16884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5264" name="Ink 5263">
                  <a:extLst>
                    <a:ext uri="{FF2B5EF4-FFF2-40B4-BE49-F238E27FC236}">
                      <a16:creationId xmlns:a16="http://schemas.microsoft.com/office/drawing/2014/main" id="{86D917C4-9B7E-8C37-9DC2-BE9AE6685F13}"/>
                    </a:ext>
                  </a:extLst>
                </p14:cNvPr>
                <p14:cNvContentPartPr/>
                <p14:nvPr/>
              </p14:nvContentPartPr>
              <p14:xfrm>
                <a:off x="7178895" y="5081745"/>
                <a:ext cx="117720" cy="124920"/>
              </p14:xfrm>
            </p:contentPart>
          </mc:Choice>
          <mc:Fallback xmlns="">
            <p:pic>
              <p:nvPicPr>
                <p:cNvPr id="5264" name="Ink 5263">
                  <a:extLst>
                    <a:ext uri="{FF2B5EF4-FFF2-40B4-BE49-F238E27FC236}">
                      <a16:creationId xmlns:a16="http://schemas.microsoft.com/office/drawing/2014/main" id="{86D917C4-9B7E-8C37-9DC2-BE9AE6685F13}"/>
                    </a:ext>
                  </a:extLst>
                </p:cNvPr>
                <p:cNvPicPr/>
                <p:nvPr/>
              </p:nvPicPr>
              <p:blipFill>
                <a:blip r:embed="rId363"/>
                <a:stretch>
                  <a:fillRect/>
                </a:stretch>
              </p:blipFill>
              <p:spPr>
                <a:xfrm>
                  <a:off x="7172775" y="5075625"/>
                  <a:ext cx="129960" cy="137160"/>
                </a:xfrm>
                <a:prstGeom prst="rect">
                  <a:avLst/>
                </a:prstGeom>
              </p:spPr>
            </p:pic>
          </mc:Fallback>
        </mc:AlternateContent>
      </p:grpSp>
      <p:grpSp>
        <p:nvGrpSpPr>
          <p:cNvPr id="5274" name="Group 5273">
            <a:extLst>
              <a:ext uri="{FF2B5EF4-FFF2-40B4-BE49-F238E27FC236}">
                <a16:creationId xmlns:a16="http://schemas.microsoft.com/office/drawing/2014/main" id="{C15DFB44-297D-1857-6D73-40E4A6E9A4ED}"/>
              </a:ext>
            </a:extLst>
          </p:cNvPr>
          <p:cNvGrpSpPr/>
          <p:nvPr/>
        </p:nvGrpSpPr>
        <p:grpSpPr>
          <a:xfrm>
            <a:off x="8274735" y="4871145"/>
            <a:ext cx="3159720" cy="376200"/>
            <a:chOff x="8274735" y="4871145"/>
            <a:chExt cx="3159720" cy="376200"/>
          </a:xfrm>
        </p:grpSpPr>
        <mc:AlternateContent xmlns:mc="http://schemas.openxmlformats.org/markup-compatibility/2006" xmlns:p14="http://schemas.microsoft.com/office/powerpoint/2010/main">
          <mc:Choice Requires="p14">
            <p:contentPart p14:bwMode="auto" r:id="rId364">
              <p14:nvContentPartPr>
                <p14:cNvPr id="5266" name="Ink 5265">
                  <a:extLst>
                    <a:ext uri="{FF2B5EF4-FFF2-40B4-BE49-F238E27FC236}">
                      <a16:creationId xmlns:a16="http://schemas.microsoft.com/office/drawing/2014/main" id="{3C95784F-E1D1-EEDE-1573-40A2C257F055}"/>
                    </a:ext>
                  </a:extLst>
                </p14:cNvPr>
                <p14:cNvContentPartPr/>
                <p14:nvPr/>
              </p14:nvContentPartPr>
              <p14:xfrm>
                <a:off x="8274735" y="4871145"/>
                <a:ext cx="3065760" cy="316080"/>
              </p14:xfrm>
            </p:contentPart>
          </mc:Choice>
          <mc:Fallback xmlns="">
            <p:pic>
              <p:nvPicPr>
                <p:cNvPr id="5266" name="Ink 5265">
                  <a:extLst>
                    <a:ext uri="{FF2B5EF4-FFF2-40B4-BE49-F238E27FC236}">
                      <a16:creationId xmlns:a16="http://schemas.microsoft.com/office/drawing/2014/main" id="{3C95784F-E1D1-EEDE-1573-40A2C257F055}"/>
                    </a:ext>
                  </a:extLst>
                </p:cNvPr>
                <p:cNvPicPr/>
                <p:nvPr/>
              </p:nvPicPr>
              <p:blipFill>
                <a:blip r:embed="rId365"/>
                <a:stretch>
                  <a:fillRect/>
                </a:stretch>
              </p:blipFill>
              <p:spPr>
                <a:xfrm>
                  <a:off x="8268615" y="4865025"/>
                  <a:ext cx="307800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5267" name="Ink 5266">
                  <a:extLst>
                    <a:ext uri="{FF2B5EF4-FFF2-40B4-BE49-F238E27FC236}">
                      <a16:creationId xmlns:a16="http://schemas.microsoft.com/office/drawing/2014/main" id="{D1AD25C4-E02B-F7C7-011E-6A5DCE1CA67A}"/>
                    </a:ext>
                  </a:extLst>
                </p14:cNvPr>
                <p14:cNvContentPartPr/>
                <p14:nvPr/>
              </p14:nvContentPartPr>
              <p14:xfrm>
                <a:off x="11206215" y="5156985"/>
                <a:ext cx="164520" cy="82440"/>
              </p14:xfrm>
            </p:contentPart>
          </mc:Choice>
          <mc:Fallback xmlns="">
            <p:pic>
              <p:nvPicPr>
                <p:cNvPr id="5267" name="Ink 5266">
                  <a:extLst>
                    <a:ext uri="{FF2B5EF4-FFF2-40B4-BE49-F238E27FC236}">
                      <a16:creationId xmlns:a16="http://schemas.microsoft.com/office/drawing/2014/main" id="{D1AD25C4-E02B-F7C7-011E-6A5DCE1CA67A}"/>
                    </a:ext>
                  </a:extLst>
                </p:cNvPr>
                <p:cNvPicPr/>
                <p:nvPr/>
              </p:nvPicPr>
              <p:blipFill>
                <a:blip r:embed="rId367"/>
                <a:stretch>
                  <a:fillRect/>
                </a:stretch>
              </p:blipFill>
              <p:spPr>
                <a:xfrm>
                  <a:off x="11200095" y="5150865"/>
                  <a:ext cx="17676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5268" name="Ink 5267">
                  <a:extLst>
                    <a:ext uri="{FF2B5EF4-FFF2-40B4-BE49-F238E27FC236}">
                      <a16:creationId xmlns:a16="http://schemas.microsoft.com/office/drawing/2014/main" id="{903B85A5-DDB7-AC91-F750-D5092B18A17A}"/>
                    </a:ext>
                  </a:extLst>
                </p14:cNvPr>
                <p14:cNvContentPartPr/>
                <p14:nvPr/>
              </p14:nvContentPartPr>
              <p14:xfrm>
                <a:off x="11331135" y="5111985"/>
                <a:ext cx="103320" cy="135360"/>
              </p14:xfrm>
            </p:contentPart>
          </mc:Choice>
          <mc:Fallback xmlns="">
            <p:pic>
              <p:nvPicPr>
                <p:cNvPr id="5268" name="Ink 5267">
                  <a:extLst>
                    <a:ext uri="{FF2B5EF4-FFF2-40B4-BE49-F238E27FC236}">
                      <a16:creationId xmlns:a16="http://schemas.microsoft.com/office/drawing/2014/main" id="{903B85A5-DDB7-AC91-F750-D5092B18A17A}"/>
                    </a:ext>
                  </a:extLst>
                </p:cNvPr>
                <p:cNvPicPr/>
                <p:nvPr/>
              </p:nvPicPr>
              <p:blipFill>
                <a:blip r:embed="rId369"/>
                <a:stretch>
                  <a:fillRect/>
                </a:stretch>
              </p:blipFill>
              <p:spPr>
                <a:xfrm>
                  <a:off x="11325015" y="5105865"/>
                  <a:ext cx="115560" cy="147600"/>
                </a:xfrm>
                <a:prstGeom prst="rect">
                  <a:avLst/>
                </a:prstGeom>
              </p:spPr>
            </p:pic>
          </mc:Fallback>
        </mc:AlternateContent>
      </p:grpSp>
      <p:grpSp>
        <p:nvGrpSpPr>
          <p:cNvPr id="5273" name="Group 5272">
            <a:extLst>
              <a:ext uri="{FF2B5EF4-FFF2-40B4-BE49-F238E27FC236}">
                <a16:creationId xmlns:a16="http://schemas.microsoft.com/office/drawing/2014/main" id="{7E71F994-5641-3C12-2993-AE7E39296E07}"/>
              </a:ext>
            </a:extLst>
          </p:cNvPr>
          <p:cNvGrpSpPr/>
          <p:nvPr/>
        </p:nvGrpSpPr>
        <p:grpSpPr>
          <a:xfrm>
            <a:off x="11364975" y="5433465"/>
            <a:ext cx="469800" cy="84600"/>
            <a:chOff x="11364975" y="5433465"/>
            <a:chExt cx="469800" cy="84600"/>
          </a:xfrm>
        </p:grpSpPr>
        <mc:AlternateContent xmlns:mc="http://schemas.openxmlformats.org/markup-compatibility/2006" xmlns:p14="http://schemas.microsoft.com/office/powerpoint/2010/main">
          <mc:Choice Requires="p14">
            <p:contentPart p14:bwMode="auto" r:id="rId370">
              <p14:nvContentPartPr>
                <p14:cNvPr id="5269" name="Ink 5268">
                  <a:extLst>
                    <a:ext uri="{FF2B5EF4-FFF2-40B4-BE49-F238E27FC236}">
                      <a16:creationId xmlns:a16="http://schemas.microsoft.com/office/drawing/2014/main" id="{10A939CE-95A9-E3A9-BC3E-009FEE6662C3}"/>
                    </a:ext>
                  </a:extLst>
                </p14:cNvPr>
                <p14:cNvContentPartPr/>
                <p14:nvPr/>
              </p14:nvContentPartPr>
              <p14:xfrm>
                <a:off x="11364975" y="5433465"/>
                <a:ext cx="65160" cy="65520"/>
              </p14:xfrm>
            </p:contentPart>
          </mc:Choice>
          <mc:Fallback xmlns="">
            <p:pic>
              <p:nvPicPr>
                <p:cNvPr id="5269" name="Ink 5268">
                  <a:extLst>
                    <a:ext uri="{FF2B5EF4-FFF2-40B4-BE49-F238E27FC236}">
                      <a16:creationId xmlns:a16="http://schemas.microsoft.com/office/drawing/2014/main" id="{10A939CE-95A9-E3A9-BC3E-009FEE6662C3}"/>
                    </a:ext>
                  </a:extLst>
                </p:cNvPr>
                <p:cNvPicPr/>
                <p:nvPr/>
              </p:nvPicPr>
              <p:blipFill>
                <a:blip r:embed="rId371"/>
                <a:stretch>
                  <a:fillRect/>
                </a:stretch>
              </p:blipFill>
              <p:spPr>
                <a:xfrm>
                  <a:off x="11358855" y="5427345"/>
                  <a:ext cx="7740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5270" name="Ink 5269">
                  <a:extLst>
                    <a:ext uri="{FF2B5EF4-FFF2-40B4-BE49-F238E27FC236}">
                      <a16:creationId xmlns:a16="http://schemas.microsoft.com/office/drawing/2014/main" id="{941635CE-FD3F-3EBD-2045-DDCD497234C5}"/>
                    </a:ext>
                  </a:extLst>
                </p14:cNvPr>
                <p14:cNvContentPartPr/>
                <p14:nvPr/>
              </p14:nvContentPartPr>
              <p14:xfrm>
                <a:off x="11505375" y="5456145"/>
                <a:ext cx="34920" cy="55440"/>
              </p14:xfrm>
            </p:contentPart>
          </mc:Choice>
          <mc:Fallback xmlns="">
            <p:pic>
              <p:nvPicPr>
                <p:cNvPr id="5270" name="Ink 5269">
                  <a:extLst>
                    <a:ext uri="{FF2B5EF4-FFF2-40B4-BE49-F238E27FC236}">
                      <a16:creationId xmlns:a16="http://schemas.microsoft.com/office/drawing/2014/main" id="{941635CE-FD3F-3EBD-2045-DDCD497234C5}"/>
                    </a:ext>
                  </a:extLst>
                </p:cNvPr>
                <p:cNvPicPr/>
                <p:nvPr/>
              </p:nvPicPr>
              <p:blipFill>
                <a:blip r:embed="rId373"/>
                <a:stretch>
                  <a:fillRect/>
                </a:stretch>
              </p:blipFill>
              <p:spPr>
                <a:xfrm>
                  <a:off x="11499255" y="5450025"/>
                  <a:ext cx="4716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5271" name="Ink 5270">
                  <a:extLst>
                    <a:ext uri="{FF2B5EF4-FFF2-40B4-BE49-F238E27FC236}">
                      <a16:creationId xmlns:a16="http://schemas.microsoft.com/office/drawing/2014/main" id="{89C63A54-F4AD-7943-0FE5-1A9EFAB27840}"/>
                    </a:ext>
                  </a:extLst>
                </p14:cNvPr>
                <p14:cNvContentPartPr/>
                <p14:nvPr/>
              </p14:nvContentPartPr>
              <p14:xfrm>
                <a:off x="11627415" y="5465865"/>
                <a:ext cx="32040" cy="52200"/>
              </p14:xfrm>
            </p:contentPart>
          </mc:Choice>
          <mc:Fallback xmlns="">
            <p:pic>
              <p:nvPicPr>
                <p:cNvPr id="5271" name="Ink 5270">
                  <a:extLst>
                    <a:ext uri="{FF2B5EF4-FFF2-40B4-BE49-F238E27FC236}">
                      <a16:creationId xmlns:a16="http://schemas.microsoft.com/office/drawing/2014/main" id="{89C63A54-F4AD-7943-0FE5-1A9EFAB27840}"/>
                    </a:ext>
                  </a:extLst>
                </p:cNvPr>
                <p:cNvPicPr/>
                <p:nvPr/>
              </p:nvPicPr>
              <p:blipFill>
                <a:blip r:embed="rId375"/>
                <a:stretch>
                  <a:fillRect/>
                </a:stretch>
              </p:blipFill>
              <p:spPr>
                <a:xfrm>
                  <a:off x="11621295" y="5459745"/>
                  <a:ext cx="442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5272" name="Ink 5271">
                  <a:extLst>
                    <a:ext uri="{FF2B5EF4-FFF2-40B4-BE49-F238E27FC236}">
                      <a16:creationId xmlns:a16="http://schemas.microsoft.com/office/drawing/2014/main" id="{76CF00A4-89A1-DAD9-D3D0-9D25A2FD95F0}"/>
                    </a:ext>
                  </a:extLst>
                </p14:cNvPr>
                <p14:cNvContentPartPr/>
                <p14:nvPr/>
              </p14:nvContentPartPr>
              <p14:xfrm>
                <a:off x="11781855" y="5471985"/>
                <a:ext cx="52920" cy="41760"/>
              </p14:xfrm>
            </p:contentPart>
          </mc:Choice>
          <mc:Fallback xmlns="">
            <p:pic>
              <p:nvPicPr>
                <p:cNvPr id="5272" name="Ink 5271">
                  <a:extLst>
                    <a:ext uri="{FF2B5EF4-FFF2-40B4-BE49-F238E27FC236}">
                      <a16:creationId xmlns:a16="http://schemas.microsoft.com/office/drawing/2014/main" id="{76CF00A4-89A1-DAD9-D3D0-9D25A2FD95F0}"/>
                    </a:ext>
                  </a:extLst>
                </p:cNvPr>
                <p:cNvPicPr/>
                <p:nvPr/>
              </p:nvPicPr>
              <p:blipFill>
                <a:blip r:embed="rId377"/>
                <a:stretch>
                  <a:fillRect/>
                </a:stretch>
              </p:blipFill>
              <p:spPr>
                <a:xfrm>
                  <a:off x="11775735" y="5465865"/>
                  <a:ext cx="65160" cy="54000"/>
                </a:xfrm>
                <a:prstGeom prst="rect">
                  <a:avLst/>
                </a:prstGeom>
              </p:spPr>
            </p:pic>
          </mc:Fallback>
        </mc:AlternateContent>
      </p:grpSp>
    </p:spTree>
    <p:extLst>
      <p:ext uri="{BB962C8B-B14F-4D97-AF65-F5344CB8AC3E}">
        <p14:creationId xmlns:p14="http://schemas.microsoft.com/office/powerpoint/2010/main" val="11361169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5B9908-131F-5C7F-3FF8-79052A94096B}"/>
              </a:ext>
            </a:extLst>
          </p:cNvPr>
          <p:cNvSpPr txBox="1"/>
          <p:nvPr/>
        </p:nvSpPr>
        <p:spPr>
          <a:xfrm>
            <a:off x="0" y="85725"/>
            <a:ext cx="12192000" cy="6514604"/>
          </a:xfrm>
          <a:prstGeom prst="rect">
            <a:avLst/>
          </a:prstGeom>
          <a:noFill/>
        </p:spPr>
        <p:txBody>
          <a:bodyPr wrap="square" rtlCol="0">
            <a:spAutoFit/>
          </a:bodyPr>
          <a:lstStyle/>
          <a:p>
            <a:pPr marL="0" marR="0" indent="-228600" algn="r" rtl="1">
              <a:spcBef>
                <a:spcPts val="0"/>
              </a:spcBef>
              <a:spcAft>
                <a:spcPts val="800"/>
              </a:spcAft>
            </a:pP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1</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يفرق الباحثون تبعا لأرسطو بين لانهاية بالقوة </a:t>
            </a:r>
            <a:r>
              <a:rPr lang="en-US" sz="32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potential infinity</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غير مكتملة (لا تشكل مشكلة فكرية بالمرة) وبين اللانهاية بالفعل </a:t>
            </a:r>
            <a:r>
              <a:rPr lang="en-US" sz="32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actual infinity</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المكتملة (التي هي في الحقيقة مورد النزاع الذي أكتب هنا عنه)</a:t>
            </a:r>
            <a:endParaRPr lang="en-US" sz="32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spcBef>
                <a:spcPts val="0"/>
              </a:spcBef>
              <a:spcAft>
                <a:spcPts val="800"/>
              </a:spcAft>
            </a:pP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2</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يفرق العلماء هنا بين مسألتين: اللانهاية الرياضية واللانهاية الفيزيائية (في الخارج)</a:t>
            </a:r>
            <a:endParaRPr lang="en-US" sz="32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spcBef>
                <a:spcPts val="0"/>
              </a:spcBef>
              <a:spcAft>
                <a:spcPts val="800"/>
              </a:spcAft>
            </a:pP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3</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مسألة اللانهاية الرياضية لها فرعان: الخلو من التناقض العقلي والصلاحية كمفهوم رياضي يمكن البناء عليه</a:t>
            </a:r>
            <a:endParaRPr lang="en-US" sz="32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spcBef>
                <a:spcPts val="0"/>
              </a:spcBef>
              <a:spcAft>
                <a:spcPts val="800"/>
              </a:spcAft>
            </a:pP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4</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الأغلبية الساحقة من علماء وفلاسفة الرياضيات الآن يعتقدون أن مفهوم اللانهاية (الفعلية) لا يؤدّي إلى تناقض عقلي (على الرغم من أن هناك حالات شاذة مخالفة)</a:t>
            </a:r>
            <a:endParaRPr lang="en-US" sz="32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spcBef>
                <a:spcPts val="0"/>
              </a:spcBef>
              <a:spcAft>
                <a:spcPts val="800"/>
              </a:spcAft>
            </a:pP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5</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معظم علماء الرياضيات يقبلون مفهوم اللانهاية كمفهوم رياضي صالح يبنون عليه الرياضيات الحديثة (</a:t>
            </a:r>
            <a:r>
              <a:rPr lang="en-US" sz="32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Axiom of Infinity</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endParaRPr lang="en-US" sz="32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spcBef>
                <a:spcPts val="0"/>
              </a:spcBef>
              <a:spcAft>
                <a:spcPts val="800"/>
              </a:spcAft>
            </a:pP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6</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بالرغم من أن الحديث هنا عن علم الرياضيات "القائم على القطعيات" إلّا أن اعتقاد هؤلاء الرياضيين ليس مبنيا على برهان يُثبت خُلُوّ هذا النظام من التناقض (</a:t>
            </a:r>
            <a:r>
              <a:rPr lang="ar-JO" sz="3200" dirty="0" err="1">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غودل</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a:t>
            </a:r>
            <a:r>
              <a:rPr lang="en-US" sz="3200" dirty="0" err="1">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Goedel</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endParaRPr lang="en-US" sz="3200" dirty="0"/>
          </a:p>
        </p:txBody>
      </p:sp>
    </p:spTree>
    <p:extLst>
      <p:ext uri="{BB962C8B-B14F-4D97-AF65-F5344CB8AC3E}">
        <p14:creationId xmlns:p14="http://schemas.microsoft.com/office/powerpoint/2010/main" val="22934199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A4ACDC-C9DD-7A25-C80C-041A881134B5}"/>
              </a:ext>
            </a:extLst>
          </p:cNvPr>
          <p:cNvSpPr txBox="1"/>
          <p:nvPr/>
        </p:nvSpPr>
        <p:spPr>
          <a:xfrm>
            <a:off x="0" y="2543175"/>
            <a:ext cx="2528256" cy="646331"/>
          </a:xfrm>
          <a:prstGeom prst="rect">
            <a:avLst/>
          </a:prstGeom>
          <a:noFill/>
        </p:spPr>
        <p:txBody>
          <a:bodyPr wrap="none" rtlCol="0">
            <a:spAutoFit/>
          </a:bodyPr>
          <a:lstStyle/>
          <a:p>
            <a:r>
              <a:rPr lang="ar-JO" dirty="0"/>
              <a:t>شيخ الإسلام مصطفى صبري </a:t>
            </a:r>
            <a:br>
              <a:rPr lang="ar-JO" dirty="0"/>
            </a:br>
            <a:r>
              <a:rPr lang="ar-JO" dirty="0"/>
              <a:t>آخر المفتين في السلطنة العثمانية</a:t>
            </a:r>
            <a:endParaRPr lang="en-US" dirty="0"/>
          </a:p>
        </p:txBody>
      </p:sp>
      <p:sp>
        <p:nvSpPr>
          <p:cNvPr id="3" name="TextBox 2">
            <a:extLst>
              <a:ext uri="{FF2B5EF4-FFF2-40B4-BE49-F238E27FC236}">
                <a16:creationId xmlns:a16="http://schemas.microsoft.com/office/drawing/2014/main" id="{9B147C5D-DFC2-C6A4-1191-88E270240EF1}"/>
              </a:ext>
            </a:extLst>
          </p:cNvPr>
          <p:cNvSpPr txBox="1"/>
          <p:nvPr/>
        </p:nvSpPr>
        <p:spPr>
          <a:xfrm>
            <a:off x="4057651" y="57151"/>
            <a:ext cx="8134349" cy="3231654"/>
          </a:xfrm>
          <a:prstGeom prst="rect">
            <a:avLst/>
          </a:prstGeom>
          <a:noFill/>
        </p:spPr>
        <p:txBody>
          <a:bodyPr wrap="square" rtlCol="0">
            <a:spAutoFit/>
          </a:bodyPr>
          <a:lstStyle/>
          <a:p>
            <a:pPr algn="r" rtl="1"/>
            <a:r>
              <a:rPr lang="ar-JO" sz="3600" dirty="0"/>
              <a:t>دعوى المتكلمين:               اللانهاية الفعلية مستحيلة</a:t>
            </a:r>
            <a:br>
              <a:rPr lang="ar-JO" sz="3600" dirty="0"/>
            </a:br>
            <a:r>
              <a:rPr lang="ar-JO" sz="2400" dirty="0"/>
              <a:t>- مستحيلة عقلا (في عالم الأفكار وفي عالم الخارجي)</a:t>
            </a:r>
            <a:br>
              <a:rPr lang="ar-JO" sz="2400" dirty="0"/>
            </a:br>
            <a:r>
              <a:rPr lang="ar-JO" sz="2400" dirty="0"/>
              <a:t>- مستحيلة في الخارج (الوجود الفيزيائي) </a:t>
            </a:r>
            <a:r>
              <a:rPr lang="ar-JO" sz="2800" dirty="0">
                <a:solidFill>
                  <a:srgbClr val="757575"/>
                </a:solidFill>
                <a:effectLst/>
                <a:ea typeface="Times New Roman" panose="02020603050405020304" pitchFamily="18" charset="0"/>
                <a:cs typeface="Arial" panose="020B0604020202020204" pitchFamily="34" charset="0"/>
              </a:rPr>
              <a:t>هل عمر العالم لانهاية؟ هل يجوز وجود أجرام كثافتها لانهاية؟ هل يمر الجسيم في مسيره في الفضاء بما لانهاية من النقاط؟</a:t>
            </a:r>
            <a:br>
              <a:rPr lang="ar-JO" sz="2800" dirty="0"/>
            </a:br>
            <a:endParaRPr lang="ar-JO" sz="2800" dirty="0"/>
          </a:p>
          <a:p>
            <a:pPr algn="r" rtl="1"/>
            <a:r>
              <a:rPr lang="ar-JO" sz="3200" dirty="0"/>
              <a:t>أدلة كثيرة أهمها </a:t>
            </a:r>
            <a:r>
              <a:rPr lang="ar-JO" sz="3200" dirty="0">
                <a:highlight>
                  <a:srgbClr val="FFFF00"/>
                </a:highlight>
              </a:rPr>
              <a:t>"برهان التطبيق" </a:t>
            </a:r>
            <a:r>
              <a:rPr lang="ar-JO" sz="2000" dirty="0"/>
              <a:t>(أو برهان القطع والتطبيق)</a:t>
            </a:r>
            <a:endParaRPr lang="en-US" sz="2000"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179611BB-AB74-B31D-C443-288F71DEB2D7}"/>
                  </a:ext>
                </a:extLst>
              </p14:cNvPr>
              <p14:cNvContentPartPr/>
              <p14:nvPr/>
            </p14:nvContentPartPr>
            <p14:xfrm>
              <a:off x="6305895" y="3374625"/>
              <a:ext cx="88920" cy="71640"/>
            </p14:xfrm>
          </p:contentPart>
        </mc:Choice>
        <mc:Fallback xmlns="">
          <p:pic>
            <p:nvPicPr>
              <p:cNvPr id="5" name="Ink 4">
                <a:extLst>
                  <a:ext uri="{FF2B5EF4-FFF2-40B4-BE49-F238E27FC236}">
                    <a16:creationId xmlns:a16="http://schemas.microsoft.com/office/drawing/2014/main" id="{179611BB-AB74-B31D-C443-288F71DEB2D7}"/>
                  </a:ext>
                </a:extLst>
              </p:cNvPr>
              <p:cNvPicPr/>
              <p:nvPr/>
            </p:nvPicPr>
            <p:blipFill>
              <a:blip r:embed="rId4"/>
              <a:stretch>
                <a:fillRect/>
              </a:stretch>
            </p:blipFill>
            <p:spPr>
              <a:xfrm>
                <a:off x="6299775" y="3368505"/>
                <a:ext cx="1011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7F3EB84E-FA39-6AEB-144C-CF54992FB471}"/>
                  </a:ext>
                </a:extLst>
              </p14:cNvPr>
              <p14:cNvContentPartPr/>
              <p14:nvPr/>
            </p14:nvContentPartPr>
            <p14:xfrm>
              <a:off x="6289695" y="3764865"/>
              <a:ext cx="114840" cy="77760"/>
            </p14:xfrm>
          </p:contentPart>
        </mc:Choice>
        <mc:Fallback xmlns="">
          <p:pic>
            <p:nvPicPr>
              <p:cNvPr id="6" name="Ink 5">
                <a:extLst>
                  <a:ext uri="{FF2B5EF4-FFF2-40B4-BE49-F238E27FC236}">
                    <a16:creationId xmlns:a16="http://schemas.microsoft.com/office/drawing/2014/main" id="{7F3EB84E-FA39-6AEB-144C-CF54992FB471}"/>
                  </a:ext>
                </a:extLst>
              </p:cNvPr>
              <p:cNvPicPr/>
              <p:nvPr/>
            </p:nvPicPr>
            <p:blipFill>
              <a:blip r:embed="rId6"/>
              <a:stretch>
                <a:fillRect/>
              </a:stretch>
            </p:blipFill>
            <p:spPr>
              <a:xfrm>
                <a:off x="6283575" y="3758745"/>
                <a:ext cx="12708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AB93F874-97AD-63FC-5367-113EBFFBD18F}"/>
                  </a:ext>
                </a:extLst>
              </p14:cNvPr>
              <p14:cNvContentPartPr/>
              <p14:nvPr/>
            </p14:nvContentPartPr>
            <p14:xfrm>
              <a:off x="6288975" y="4240425"/>
              <a:ext cx="117720" cy="85320"/>
            </p14:xfrm>
          </p:contentPart>
        </mc:Choice>
        <mc:Fallback xmlns="">
          <p:pic>
            <p:nvPicPr>
              <p:cNvPr id="7" name="Ink 6">
                <a:extLst>
                  <a:ext uri="{FF2B5EF4-FFF2-40B4-BE49-F238E27FC236}">
                    <a16:creationId xmlns:a16="http://schemas.microsoft.com/office/drawing/2014/main" id="{AB93F874-97AD-63FC-5367-113EBFFBD18F}"/>
                  </a:ext>
                </a:extLst>
              </p:cNvPr>
              <p:cNvPicPr/>
              <p:nvPr/>
            </p:nvPicPr>
            <p:blipFill>
              <a:blip r:embed="rId8"/>
              <a:stretch>
                <a:fillRect/>
              </a:stretch>
            </p:blipFill>
            <p:spPr>
              <a:xfrm>
                <a:off x="6282855" y="4234305"/>
                <a:ext cx="12996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FB45CD7A-94C3-8724-6E77-EEFD4002DDE8}"/>
                  </a:ext>
                </a:extLst>
              </p14:cNvPr>
              <p14:cNvContentPartPr/>
              <p14:nvPr/>
            </p14:nvContentPartPr>
            <p14:xfrm>
              <a:off x="6286095" y="4771425"/>
              <a:ext cx="168840" cy="109440"/>
            </p14:xfrm>
          </p:contentPart>
        </mc:Choice>
        <mc:Fallback xmlns="">
          <p:pic>
            <p:nvPicPr>
              <p:cNvPr id="8" name="Ink 7">
                <a:extLst>
                  <a:ext uri="{FF2B5EF4-FFF2-40B4-BE49-F238E27FC236}">
                    <a16:creationId xmlns:a16="http://schemas.microsoft.com/office/drawing/2014/main" id="{FB45CD7A-94C3-8724-6E77-EEFD4002DDE8}"/>
                  </a:ext>
                </a:extLst>
              </p:cNvPr>
              <p:cNvPicPr/>
              <p:nvPr/>
            </p:nvPicPr>
            <p:blipFill>
              <a:blip r:embed="rId10"/>
              <a:stretch>
                <a:fillRect/>
              </a:stretch>
            </p:blipFill>
            <p:spPr>
              <a:xfrm>
                <a:off x="6279975" y="4765305"/>
                <a:ext cx="18108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38AA7EFF-585B-E30C-50A8-E6C29D7D3192}"/>
                  </a:ext>
                </a:extLst>
              </p14:cNvPr>
              <p14:cNvContentPartPr/>
              <p14:nvPr/>
            </p14:nvContentPartPr>
            <p14:xfrm>
              <a:off x="6333615" y="5371545"/>
              <a:ext cx="120960" cy="92880"/>
            </p14:xfrm>
          </p:contentPart>
        </mc:Choice>
        <mc:Fallback xmlns="">
          <p:pic>
            <p:nvPicPr>
              <p:cNvPr id="14" name="Ink 13">
                <a:extLst>
                  <a:ext uri="{FF2B5EF4-FFF2-40B4-BE49-F238E27FC236}">
                    <a16:creationId xmlns:a16="http://schemas.microsoft.com/office/drawing/2014/main" id="{38AA7EFF-585B-E30C-50A8-E6C29D7D3192}"/>
                  </a:ext>
                </a:extLst>
              </p:cNvPr>
              <p:cNvPicPr/>
              <p:nvPr/>
            </p:nvPicPr>
            <p:blipFill>
              <a:blip r:embed="rId12"/>
              <a:stretch>
                <a:fillRect/>
              </a:stretch>
            </p:blipFill>
            <p:spPr>
              <a:xfrm>
                <a:off x="6327495" y="5365425"/>
                <a:ext cx="1332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CF7C7BE5-2A51-8FA9-230C-E51CEC48487F}"/>
                  </a:ext>
                </a:extLst>
              </p14:cNvPr>
              <p14:cNvContentPartPr/>
              <p14:nvPr/>
            </p14:nvContentPartPr>
            <p14:xfrm>
              <a:off x="6312015" y="5807505"/>
              <a:ext cx="133920" cy="143280"/>
            </p14:xfrm>
          </p:contentPart>
        </mc:Choice>
        <mc:Fallback xmlns="">
          <p:pic>
            <p:nvPicPr>
              <p:cNvPr id="15" name="Ink 14">
                <a:extLst>
                  <a:ext uri="{FF2B5EF4-FFF2-40B4-BE49-F238E27FC236}">
                    <a16:creationId xmlns:a16="http://schemas.microsoft.com/office/drawing/2014/main" id="{CF7C7BE5-2A51-8FA9-230C-E51CEC48487F}"/>
                  </a:ext>
                </a:extLst>
              </p:cNvPr>
              <p:cNvPicPr/>
              <p:nvPr/>
            </p:nvPicPr>
            <p:blipFill>
              <a:blip r:embed="rId14"/>
              <a:stretch>
                <a:fillRect/>
              </a:stretch>
            </p:blipFill>
            <p:spPr>
              <a:xfrm>
                <a:off x="6305895" y="5801385"/>
                <a:ext cx="14616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3A2A1B39-3ABD-5890-033F-4975B5DF7753}"/>
                  </a:ext>
                </a:extLst>
              </p14:cNvPr>
              <p14:cNvContentPartPr/>
              <p14:nvPr/>
            </p14:nvContentPartPr>
            <p14:xfrm>
              <a:off x="6347655" y="6374505"/>
              <a:ext cx="113400" cy="118800"/>
            </p14:xfrm>
          </p:contentPart>
        </mc:Choice>
        <mc:Fallback xmlns="">
          <p:pic>
            <p:nvPicPr>
              <p:cNvPr id="16" name="Ink 15">
                <a:extLst>
                  <a:ext uri="{FF2B5EF4-FFF2-40B4-BE49-F238E27FC236}">
                    <a16:creationId xmlns:a16="http://schemas.microsoft.com/office/drawing/2014/main" id="{3A2A1B39-3ABD-5890-033F-4975B5DF7753}"/>
                  </a:ext>
                </a:extLst>
              </p:cNvPr>
              <p:cNvPicPr/>
              <p:nvPr/>
            </p:nvPicPr>
            <p:blipFill>
              <a:blip r:embed="rId16"/>
              <a:stretch>
                <a:fillRect/>
              </a:stretch>
            </p:blipFill>
            <p:spPr>
              <a:xfrm>
                <a:off x="6341535" y="6368385"/>
                <a:ext cx="12564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Ink 16">
                <a:extLst>
                  <a:ext uri="{FF2B5EF4-FFF2-40B4-BE49-F238E27FC236}">
                    <a16:creationId xmlns:a16="http://schemas.microsoft.com/office/drawing/2014/main" id="{7D47DA91-7F65-522E-B6A4-293F4AA3D032}"/>
                  </a:ext>
                </a:extLst>
              </p14:cNvPr>
              <p14:cNvContentPartPr/>
              <p14:nvPr/>
            </p14:nvContentPartPr>
            <p14:xfrm>
              <a:off x="6366015" y="6756105"/>
              <a:ext cx="119160" cy="86760"/>
            </p14:xfrm>
          </p:contentPart>
        </mc:Choice>
        <mc:Fallback xmlns="">
          <p:pic>
            <p:nvPicPr>
              <p:cNvPr id="17" name="Ink 16">
                <a:extLst>
                  <a:ext uri="{FF2B5EF4-FFF2-40B4-BE49-F238E27FC236}">
                    <a16:creationId xmlns:a16="http://schemas.microsoft.com/office/drawing/2014/main" id="{7D47DA91-7F65-522E-B6A4-293F4AA3D032}"/>
                  </a:ext>
                </a:extLst>
              </p:cNvPr>
              <p:cNvPicPr/>
              <p:nvPr/>
            </p:nvPicPr>
            <p:blipFill>
              <a:blip r:embed="rId18"/>
              <a:stretch>
                <a:fillRect/>
              </a:stretch>
            </p:blipFill>
            <p:spPr>
              <a:xfrm>
                <a:off x="6359895" y="6749985"/>
                <a:ext cx="131400" cy="99000"/>
              </a:xfrm>
              <a:prstGeom prst="rect">
                <a:avLst/>
              </a:prstGeom>
            </p:spPr>
          </p:pic>
        </mc:Fallback>
      </mc:AlternateContent>
      <p:grpSp>
        <p:nvGrpSpPr>
          <p:cNvPr id="22" name="Group 21">
            <a:extLst>
              <a:ext uri="{FF2B5EF4-FFF2-40B4-BE49-F238E27FC236}">
                <a16:creationId xmlns:a16="http://schemas.microsoft.com/office/drawing/2014/main" id="{15429A04-CFDF-32F6-D7EE-FA4FB7675922}"/>
              </a:ext>
            </a:extLst>
          </p:cNvPr>
          <p:cNvGrpSpPr/>
          <p:nvPr/>
        </p:nvGrpSpPr>
        <p:grpSpPr>
          <a:xfrm>
            <a:off x="4974255" y="6436425"/>
            <a:ext cx="680760" cy="317520"/>
            <a:chOff x="4974255" y="6436425"/>
            <a:chExt cx="680760" cy="317520"/>
          </a:xfrm>
        </p:grpSpPr>
        <mc:AlternateContent xmlns:mc="http://schemas.openxmlformats.org/markup-compatibility/2006" xmlns:p14="http://schemas.microsoft.com/office/powerpoint/2010/main">
          <mc:Choice Requires="p14">
            <p:contentPart p14:bwMode="auto" r:id="rId19">
              <p14:nvContentPartPr>
                <p14:cNvPr id="18" name="Ink 17">
                  <a:extLst>
                    <a:ext uri="{FF2B5EF4-FFF2-40B4-BE49-F238E27FC236}">
                      <a16:creationId xmlns:a16="http://schemas.microsoft.com/office/drawing/2014/main" id="{650D33A5-1FDC-DA3C-8C38-AF2EE55C0682}"/>
                    </a:ext>
                  </a:extLst>
                </p14:cNvPr>
                <p14:cNvContentPartPr/>
                <p14:nvPr/>
              </p14:nvContentPartPr>
              <p14:xfrm>
                <a:off x="5632335" y="6475305"/>
                <a:ext cx="22680" cy="157680"/>
              </p14:xfrm>
            </p:contentPart>
          </mc:Choice>
          <mc:Fallback xmlns="">
            <p:pic>
              <p:nvPicPr>
                <p:cNvPr id="18" name="Ink 17">
                  <a:extLst>
                    <a:ext uri="{FF2B5EF4-FFF2-40B4-BE49-F238E27FC236}">
                      <a16:creationId xmlns:a16="http://schemas.microsoft.com/office/drawing/2014/main" id="{650D33A5-1FDC-DA3C-8C38-AF2EE55C0682}"/>
                    </a:ext>
                  </a:extLst>
                </p:cNvPr>
                <p:cNvPicPr/>
                <p:nvPr/>
              </p:nvPicPr>
              <p:blipFill>
                <a:blip r:embed="rId20"/>
                <a:stretch>
                  <a:fillRect/>
                </a:stretch>
              </p:blipFill>
              <p:spPr>
                <a:xfrm>
                  <a:off x="5626215" y="6469185"/>
                  <a:ext cx="3492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1E5A999A-E728-450B-E5F7-71FB0BC80AFD}"/>
                    </a:ext>
                  </a:extLst>
                </p14:cNvPr>
                <p14:cNvContentPartPr/>
                <p14:nvPr/>
              </p14:nvContentPartPr>
              <p14:xfrm>
                <a:off x="5152095" y="6436425"/>
                <a:ext cx="376200" cy="256320"/>
              </p14:xfrm>
            </p:contentPart>
          </mc:Choice>
          <mc:Fallback xmlns="">
            <p:pic>
              <p:nvPicPr>
                <p:cNvPr id="19" name="Ink 18">
                  <a:extLst>
                    <a:ext uri="{FF2B5EF4-FFF2-40B4-BE49-F238E27FC236}">
                      <a16:creationId xmlns:a16="http://schemas.microsoft.com/office/drawing/2014/main" id="{1E5A999A-E728-450B-E5F7-71FB0BC80AFD}"/>
                    </a:ext>
                  </a:extLst>
                </p:cNvPr>
                <p:cNvPicPr/>
                <p:nvPr/>
              </p:nvPicPr>
              <p:blipFill>
                <a:blip r:embed="rId22"/>
                <a:stretch>
                  <a:fillRect/>
                </a:stretch>
              </p:blipFill>
              <p:spPr>
                <a:xfrm>
                  <a:off x="5145975" y="6430305"/>
                  <a:ext cx="38844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1985F410-C63C-592A-6813-FA84F7D2387D}"/>
                    </a:ext>
                  </a:extLst>
                </p14:cNvPr>
                <p14:cNvContentPartPr/>
                <p14:nvPr/>
              </p14:nvContentPartPr>
              <p14:xfrm>
                <a:off x="5310495" y="6715065"/>
                <a:ext cx="100800" cy="15120"/>
              </p14:xfrm>
            </p:contentPart>
          </mc:Choice>
          <mc:Fallback xmlns="">
            <p:pic>
              <p:nvPicPr>
                <p:cNvPr id="20" name="Ink 19">
                  <a:extLst>
                    <a:ext uri="{FF2B5EF4-FFF2-40B4-BE49-F238E27FC236}">
                      <a16:creationId xmlns:a16="http://schemas.microsoft.com/office/drawing/2014/main" id="{1985F410-C63C-592A-6813-FA84F7D2387D}"/>
                    </a:ext>
                  </a:extLst>
                </p:cNvPr>
                <p:cNvPicPr/>
                <p:nvPr/>
              </p:nvPicPr>
              <p:blipFill>
                <a:blip r:embed="rId24"/>
                <a:stretch>
                  <a:fillRect/>
                </a:stretch>
              </p:blipFill>
              <p:spPr>
                <a:xfrm>
                  <a:off x="5304375" y="6708945"/>
                  <a:ext cx="11304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1" name="Ink 20">
                  <a:extLst>
                    <a:ext uri="{FF2B5EF4-FFF2-40B4-BE49-F238E27FC236}">
                      <a16:creationId xmlns:a16="http://schemas.microsoft.com/office/drawing/2014/main" id="{C45226EE-0293-2FA1-DBDE-905A8DE2A109}"/>
                    </a:ext>
                  </a:extLst>
                </p14:cNvPr>
                <p14:cNvContentPartPr/>
                <p14:nvPr/>
              </p14:nvContentPartPr>
              <p14:xfrm>
                <a:off x="4974255" y="6441825"/>
                <a:ext cx="219240" cy="312120"/>
              </p14:xfrm>
            </p:contentPart>
          </mc:Choice>
          <mc:Fallback xmlns="">
            <p:pic>
              <p:nvPicPr>
                <p:cNvPr id="21" name="Ink 20">
                  <a:extLst>
                    <a:ext uri="{FF2B5EF4-FFF2-40B4-BE49-F238E27FC236}">
                      <a16:creationId xmlns:a16="http://schemas.microsoft.com/office/drawing/2014/main" id="{C45226EE-0293-2FA1-DBDE-905A8DE2A109}"/>
                    </a:ext>
                  </a:extLst>
                </p:cNvPr>
                <p:cNvPicPr/>
                <p:nvPr/>
              </p:nvPicPr>
              <p:blipFill>
                <a:blip r:embed="rId26"/>
                <a:stretch>
                  <a:fillRect/>
                </a:stretch>
              </p:blipFill>
              <p:spPr>
                <a:xfrm>
                  <a:off x="4968135" y="6435705"/>
                  <a:ext cx="231480" cy="32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6E16A0BB-30C2-A64F-A34A-20E7C6F97DFF}"/>
                  </a:ext>
                </a:extLst>
              </p14:cNvPr>
              <p14:cNvContentPartPr/>
              <p14:nvPr/>
            </p14:nvContentPartPr>
            <p14:xfrm>
              <a:off x="8545815" y="5271825"/>
              <a:ext cx="102600" cy="80640"/>
            </p14:xfrm>
          </p:contentPart>
        </mc:Choice>
        <mc:Fallback xmlns="">
          <p:pic>
            <p:nvPicPr>
              <p:cNvPr id="23" name="Ink 22">
                <a:extLst>
                  <a:ext uri="{FF2B5EF4-FFF2-40B4-BE49-F238E27FC236}">
                    <a16:creationId xmlns:a16="http://schemas.microsoft.com/office/drawing/2014/main" id="{6E16A0BB-30C2-A64F-A34A-20E7C6F97DFF}"/>
                  </a:ext>
                </a:extLst>
              </p:cNvPr>
              <p:cNvPicPr/>
              <p:nvPr/>
            </p:nvPicPr>
            <p:blipFill>
              <a:blip r:embed="rId28"/>
              <a:stretch>
                <a:fillRect/>
              </a:stretch>
            </p:blipFill>
            <p:spPr>
              <a:xfrm>
                <a:off x="8539695" y="5265705"/>
                <a:ext cx="11484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18E4A6C3-C9C5-3CD4-7D79-B0AC691CBD8C}"/>
                  </a:ext>
                </a:extLst>
              </p14:cNvPr>
              <p14:cNvContentPartPr/>
              <p14:nvPr/>
            </p14:nvContentPartPr>
            <p14:xfrm>
              <a:off x="9871335" y="5221425"/>
              <a:ext cx="9000" cy="178200"/>
            </p14:xfrm>
          </p:contentPart>
        </mc:Choice>
        <mc:Fallback xmlns="">
          <p:pic>
            <p:nvPicPr>
              <p:cNvPr id="24" name="Ink 23">
                <a:extLst>
                  <a:ext uri="{FF2B5EF4-FFF2-40B4-BE49-F238E27FC236}">
                    <a16:creationId xmlns:a16="http://schemas.microsoft.com/office/drawing/2014/main" id="{18E4A6C3-C9C5-3CD4-7D79-B0AC691CBD8C}"/>
                  </a:ext>
                </a:extLst>
              </p:cNvPr>
              <p:cNvPicPr/>
              <p:nvPr/>
            </p:nvPicPr>
            <p:blipFill>
              <a:blip r:embed="rId30"/>
              <a:stretch>
                <a:fillRect/>
              </a:stretch>
            </p:blipFill>
            <p:spPr>
              <a:xfrm>
                <a:off x="9865215" y="5215305"/>
                <a:ext cx="2124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A5CC7C68-8D5F-A6E3-1D20-BB9495DDF9E9}"/>
                  </a:ext>
                </a:extLst>
              </p14:cNvPr>
              <p14:cNvContentPartPr/>
              <p14:nvPr/>
            </p14:nvContentPartPr>
            <p14:xfrm>
              <a:off x="9614655" y="5184705"/>
              <a:ext cx="150840" cy="210600"/>
            </p14:xfrm>
          </p:contentPart>
        </mc:Choice>
        <mc:Fallback xmlns="">
          <p:pic>
            <p:nvPicPr>
              <p:cNvPr id="25" name="Ink 24">
                <a:extLst>
                  <a:ext uri="{FF2B5EF4-FFF2-40B4-BE49-F238E27FC236}">
                    <a16:creationId xmlns:a16="http://schemas.microsoft.com/office/drawing/2014/main" id="{A5CC7C68-8D5F-A6E3-1D20-BB9495DDF9E9}"/>
                  </a:ext>
                </a:extLst>
              </p:cNvPr>
              <p:cNvPicPr/>
              <p:nvPr/>
            </p:nvPicPr>
            <p:blipFill>
              <a:blip r:embed="rId32"/>
              <a:stretch>
                <a:fillRect/>
              </a:stretch>
            </p:blipFill>
            <p:spPr>
              <a:xfrm>
                <a:off x="9608535" y="5178585"/>
                <a:ext cx="16308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C00BC753-8F60-959C-6B76-08B3CB98D0CF}"/>
                  </a:ext>
                </a:extLst>
              </p14:cNvPr>
              <p14:cNvContentPartPr/>
              <p14:nvPr/>
            </p14:nvContentPartPr>
            <p14:xfrm>
              <a:off x="9400455" y="5286585"/>
              <a:ext cx="279360" cy="219240"/>
            </p14:xfrm>
          </p:contentPart>
        </mc:Choice>
        <mc:Fallback xmlns="">
          <p:pic>
            <p:nvPicPr>
              <p:cNvPr id="26" name="Ink 25">
                <a:extLst>
                  <a:ext uri="{FF2B5EF4-FFF2-40B4-BE49-F238E27FC236}">
                    <a16:creationId xmlns:a16="http://schemas.microsoft.com/office/drawing/2014/main" id="{C00BC753-8F60-959C-6B76-08B3CB98D0CF}"/>
                  </a:ext>
                </a:extLst>
              </p:cNvPr>
              <p:cNvPicPr/>
              <p:nvPr/>
            </p:nvPicPr>
            <p:blipFill>
              <a:blip r:embed="rId34"/>
              <a:stretch>
                <a:fillRect/>
              </a:stretch>
            </p:blipFill>
            <p:spPr>
              <a:xfrm>
                <a:off x="9394335" y="5280465"/>
                <a:ext cx="29160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ED743C6E-8BB1-8B5A-EE46-6BBD3D2DE6D7}"/>
                  </a:ext>
                </a:extLst>
              </p14:cNvPr>
              <p14:cNvContentPartPr/>
              <p14:nvPr/>
            </p14:nvContentPartPr>
            <p14:xfrm>
              <a:off x="9610695" y="5136105"/>
              <a:ext cx="14400" cy="164160"/>
            </p14:xfrm>
          </p:contentPart>
        </mc:Choice>
        <mc:Fallback xmlns="">
          <p:pic>
            <p:nvPicPr>
              <p:cNvPr id="27" name="Ink 26">
                <a:extLst>
                  <a:ext uri="{FF2B5EF4-FFF2-40B4-BE49-F238E27FC236}">
                    <a16:creationId xmlns:a16="http://schemas.microsoft.com/office/drawing/2014/main" id="{ED743C6E-8BB1-8B5A-EE46-6BBD3D2DE6D7}"/>
                  </a:ext>
                </a:extLst>
              </p:cNvPr>
              <p:cNvPicPr/>
              <p:nvPr/>
            </p:nvPicPr>
            <p:blipFill>
              <a:blip r:embed="rId36"/>
              <a:stretch>
                <a:fillRect/>
              </a:stretch>
            </p:blipFill>
            <p:spPr>
              <a:xfrm>
                <a:off x="9604575" y="5129985"/>
                <a:ext cx="2664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2176E45B-A934-61E5-A700-D991521D9A64}"/>
                  </a:ext>
                </a:extLst>
              </p14:cNvPr>
              <p14:cNvContentPartPr/>
              <p14:nvPr/>
            </p14:nvContentPartPr>
            <p14:xfrm>
              <a:off x="9198855" y="5149065"/>
              <a:ext cx="192600" cy="280080"/>
            </p14:xfrm>
          </p:contentPart>
        </mc:Choice>
        <mc:Fallback xmlns="">
          <p:pic>
            <p:nvPicPr>
              <p:cNvPr id="28" name="Ink 27">
                <a:extLst>
                  <a:ext uri="{FF2B5EF4-FFF2-40B4-BE49-F238E27FC236}">
                    <a16:creationId xmlns:a16="http://schemas.microsoft.com/office/drawing/2014/main" id="{2176E45B-A934-61E5-A700-D991521D9A64}"/>
                  </a:ext>
                </a:extLst>
              </p:cNvPr>
              <p:cNvPicPr/>
              <p:nvPr/>
            </p:nvPicPr>
            <p:blipFill>
              <a:blip r:embed="rId38"/>
              <a:stretch>
                <a:fillRect/>
              </a:stretch>
            </p:blipFill>
            <p:spPr>
              <a:xfrm>
                <a:off x="9192735" y="5142945"/>
                <a:ext cx="20484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F9F00631-7B95-F87B-50EF-75F04EE297DA}"/>
                  </a:ext>
                </a:extLst>
              </p14:cNvPr>
              <p14:cNvContentPartPr/>
              <p14:nvPr/>
            </p14:nvContentPartPr>
            <p14:xfrm>
              <a:off x="9362655" y="5089305"/>
              <a:ext cx="5040" cy="23760"/>
            </p14:xfrm>
          </p:contentPart>
        </mc:Choice>
        <mc:Fallback xmlns="">
          <p:pic>
            <p:nvPicPr>
              <p:cNvPr id="29" name="Ink 28">
                <a:extLst>
                  <a:ext uri="{FF2B5EF4-FFF2-40B4-BE49-F238E27FC236}">
                    <a16:creationId xmlns:a16="http://schemas.microsoft.com/office/drawing/2014/main" id="{F9F00631-7B95-F87B-50EF-75F04EE297DA}"/>
                  </a:ext>
                </a:extLst>
              </p:cNvPr>
              <p:cNvPicPr/>
              <p:nvPr/>
            </p:nvPicPr>
            <p:blipFill>
              <a:blip r:embed="rId40"/>
              <a:stretch>
                <a:fillRect/>
              </a:stretch>
            </p:blipFill>
            <p:spPr>
              <a:xfrm>
                <a:off x="9356535" y="5083185"/>
                <a:ext cx="172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0" name="Ink 29">
                <a:extLst>
                  <a:ext uri="{FF2B5EF4-FFF2-40B4-BE49-F238E27FC236}">
                    <a16:creationId xmlns:a16="http://schemas.microsoft.com/office/drawing/2014/main" id="{ACFA5F92-AD40-367B-8A36-4208BD8DE132}"/>
                  </a:ext>
                </a:extLst>
              </p14:cNvPr>
              <p14:cNvContentPartPr/>
              <p14:nvPr/>
            </p14:nvContentPartPr>
            <p14:xfrm>
              <a:off x="8968095" y="5266065"/>
              <a:ext cx="162720" cy="206640"/>
            </p14:xfrm>
          </p:contentPart>
        </mc:Choice>
        <mc:Fallback xmlns="">
          <p:pic>
            <p:nvPicPr>
              <p:cNvPr id="30" name="Ink 29">
                <a:extLst>
                  <a:ext uri="{FF2B5EF4-FFF2-40B4-BE49-F238E27FC236}">
                    <a16:creationId xmlns:a16="http://schemas.microsoft.com/office/drawing/2014/main" id="{ACFA5F92-AD40-367B-8A36-4208BD8DE132}"/>
                  </a:ext>
                </a:extLst>
              </p:cNvPr>
              <p:cNvPicPr/>
              <p:nvPr/>
            </p:nvPicPr>
            <p:blipFill>
              <a:blip r:embed="rId42"/>
              <a:stretch>
                <a:fillRect/>
              </a:stretch>
            </p:blipFill>
            <p:spPr>
              <a:xfrm>
                <a:off x="8961975" y="5259945"/>
                <a:ext cx="17496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1" name="Ink 30">
                <a:extLst>
                  <a:ext uri="{FF2B5EF4-FFF2-40B4-BE49-F238E27FC236}">
                    <a16:creationId xmlns:a16="http://schemas.microsoft.com/office/drawing/2014/main" id="{3B18EC49-AA61-6405-2175-C683B26FC261}"/>
                  </a:ext>
                </a:extLst>
              </p14:cNvPr>
              <p14:cNvContentPartPr/>
              <p14:nvPr/>
            </p14:nvContentPartPr>
            <p14:xfrm>
              <a:off x="9086535" y="5126025"/>
              <a:ext cx="3960" cy="4680"/>
            </p14:xfrm>
          </p:contentPart>
        </mc:Choice>
        <mc:Fallback xmlns="">
          <p:pic>
            <p:nvPicPr>
              <p:cNvPr id="31" name="Ink 30">
                <a:extLst>
                  <a:ext uri="{FF2B5EF4-FFF2-40B4-BE49-F238E27FC236}">
                    <a16:creationId xmlns:a16="http://schemas.microsoft.com/office/drawing/2014/main" id="{3B18EC49-AA61-6405-2175-C683B26FC261}"/>
                  </a:ext>
                </a:extLst>
              </p:cNvPr>
              <p:cNvPicPr/>
              <p:nvPr/>
            </p:nvPicPr>
            <p:blipFill>
              <a:blip r:embed="rId44"/>
              <a:stretch>
                <a:fillRect/>
              </a:stretch>
            </p:blipFill>
            <p:spPr>
              <a:xfrm>
                <a:off x="9080415" y="5119905"/>
                <a:ext cx="162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4" name="Ink 33">
                <a:extLst>
                  <a:ext uri="{FF2B5EF4-FFF2-40B4-BE49-F238E27FC236}">
                    <a16:creationId xmlns:a16="http://schemas.microsoft.com/office/drawing/2014/main" id="{DE593E92-F720-DBD5-7CC7-3A95C363D7EB}"/>
                  </a:ext>
                </a:extLst>
              </p14:cNvPr>
              <p14:cNvContentPartPr/>
              <p14:nvPr/>
            </p14:nvContentPartPr>
            <p14:xfrm>
              <a:off x="8473455" y="4746945"/>
              <a:ext cx="80280" cy="68400"/>
            </p14:xfrm>
          </p:contentPart>
        </mc:Choice>
        <mc:Fallback xmlns="">
          <p:pic>
            <p:nvPicPr>
              <p:cNvPr id="34" name="Ink 33">
                <a:extLst>
                  <a:ext uri="{FF2B5EF4-FFF2-40B4-BE49-F238E27FC236}">
                    <a16:creationId xmlns:a16="http://schemas.microsoft.com/office/drawing/2014/main" id="{DE593E92-F720-DBD5-7CC7-3A95C363D7EB}"/>
                  </a:ext>
                </a:extLst>
              </p:cNvPr>
              <p:cNvPicPr/>
              <p:nvPr/>
            </p:nvPicPr>
            <p:blipFill>
              <a:blip r:embed="rId46"/>
              <a:stretch>
                <a:fillRect/>
              </a:stretch>
            </p:blipFill>
            <p:spPr>
              <a:xfrm>
                <a:off x="8467335" y="4740825"/>
                <a:ext cx="9252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5" name="Ink 34">
                <a:extLst>
                  <a:ext uri="{FF2B5EF4-FFF2-40B4-BE49-F238E27FC236}">
                    <a16:creationId xmlns:a16="http://schemas.microsoft.com/office/drawing/2014/main" id="{3C06745B-4077-699C-3A85-14B29AC41E40}"/>
                  </a:ext>
                </a:extLst>
              </p14:cNvPr>
              <p14:cNvContentPartPr/>
              <p14:nvPr/>
            </p14:nvContentPartPr>
            <p14:xfrm>
              <a:off x="8402535" y="4201545"/>
              <a:ext cx="89280" cy="68760"/>
            </p14:xfrm>
          </p:contentPart>
        </mc:Choice>
        <mc:Fallback xmlns="">
          <p:pic>
            <p:nvPicPr>
              <p:cNvPr id="35" name="Ink 34">
                <a:extLst>
                  <a:ext uri="{FF2B5EF4-FFF2-40B4-BE49-F238E27FC236}">
                    <a16:creationId xmlns:a16="http://schemas.microsoft.com/office/drawing/2014/main" id="{3C06745B-4077-699C-3A85-14B29AC41E40}"/>
                  </a:ext>
                </a:extLst>
              </p:cNvPr>
              <p:cNvPicPr/>
              <p:nvPr/>
            </p:nvPicPr>
            <p:blipFill>
              <a:blip r:embed="rId48"/>
              <a:stretch>
                <a:fillRect/>
              </a:stretch>
            </p:blipFill>
            <p:spPr>
              <a:xfrm>
                <a:off x="8396415" y="4195425"/>
                <a:ext cx="10152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6" name="Ink 35">
                <a:extLst>
                  <a:ext uri="{FF2B5EF4-FFF2-40B4-BE49-F238E27FC236}">
                    <a16:creationId xmlns:a16="http://schemas.microsoft.com/office/drawing/2014/main" id="{CB83BDC1-7DB6-D57F-8700-9AAA9FA67439}"/>
                  </a:ext>
                </a:extLst>
              </p14:cNvPr>
              <p14:cNvContentPartPr/>
              <p14:nvPr/>
            </p14:nvContentPartPr>
            <p14:xfrm>
              <a:off x="8317935" y="3764865"/>
              <a:ext cx="113760" cy="101880"/>
            </p14:xfrm>
          </p:contentPart>
        </mc:Choice>
        <mc:Fallback xmlns="">
          <p:pic>
            <p:nvPicPr>
              <p:cNvPr id="36" name="Ink 35">
                <a:extLst>
                  <a:ext uri="{FF2B5EF4-FFF2-40B4-BE49-F238E27FC236}">
                    <a16:creationId xmlns:a16="http://schemas.microsoft.com/office/drawing/2014/main" id="{CB83BDC1-7DB6-D57F-8700-9AAA9FA67439}"/>
                  </a:ext>
                </a:extLst>
              </p:cNvPr>
              <p:cNvPicPr/>
              <p:nvPr/>
            </p:nvPicPr>
            <p:blipFill>
              <a:blip r:embed="rId50"/>
              <a:stretch>
                <a:fillRect/>
              </a:stretch>
            </p:blipFill>
            <p:spPr>
              <a:xfrm>
                <a:off x="8311815" y="3758745"/>
                <a:ext cx="12600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7" name="Ink 36">
                <a:extLst>
                  <a:ext uri="{FF2B5EF4-FFF2-40B4-BE49-F238E27FC236}">
                    <a16:creationId xmlns:a16="http://schemas.microsoft.com/office/drawing/2014/main" id="{3986C5B5-D585-99EA-81BB-8E3C8760FC5B}"/>
                  </a:ext>
                </a:extLst>
              </p14:cNvPr>
              <p14:cNvContentPartPr/>
              <p14:nvPr/>
            </p14:nvContentPartPr>
            <p14:xfrm>
              <a:off x="8292015" y="3382905"/>
              <a:ext cx="111960" cy="78120"/>
            </p14:xfrm>
          </p:contentPart>
        </mc:Choice>
        <mc:Fallback xmlns="">
          <p:pic>
            <p:nvPicPr>
              <p:cNvPr id="37" name="Ink 36">
                <a:extLst>
                  <a:ext uri="{FF2B5EF4-FFF2-40B4-BE49-F238E27FC236}">
                    <a16:creationId xmlns:a16="http://schemas.microsoft.com/office/drawing/2014/main" id="{3986C5B5-D585-99EA-81BB-8E3C8760FC5B}"/>
                  </a:ext>
                </a:extLst>
              </p:cNvPr>
              <p:cNvPicPr/>
              <p:nvPr/>
            </p:nvPicPr>
            <p:blipFill>
              <a:blip r:embed="rId52"/>
              <a:stretch>
                <a:fillRect/>
              </a:stretch>
            </p:blipFill>
            <p:spPr>
              <a:xfrm>
                <a:off x="8285895" y="3376785"/>
                <a:ext cx="124200" cy="90360"/>
              </a:xfrm>
              <a:prstGeom prst="rect">
                <a:avLst/>
              </a:prstGeom>
            </p:spPr>
          </p:pic>
        </mc:Fallback>
      </mc:AlternateContent>
      <p:grpSp>
        <p:nvGrpSpPr>
          <p:cNvPr id="45" name="Group 44">
            <a:extLst>
              <a:ext uri="{FF2B5EF4-FFF2-40B4-BE49-F238E27FC236}">
                <a16:creationId xmlns:a16="http://schemas.microsoft.com/office/drawing/2014/main" id="{9538A4EB-6F04-F880-F407-CA3676C90E0A}"/>
              </a:ext>
            </a:extLst>
          </p:cNvPr>
          <p:cNvGrpSpPr/>
          <p:nvPr/>
        </p:nvGrpSpPr>
        <p:grpSpPr>
          <a:xfrm>
            <a:off x="6465375" y="3444105"/>
            <a:ext cx="2047680" cy="3269880"/>
            <a:chOff x="6465375" y="3444105"/>
            <a:chExt cx="2047680" cy="3269880"/>
          </a:xfrm>
        </p:grpSpPr>
        <mc:AlternateContent xmlns:mc="http://schemas.openxmlformats.org/markup-compatibility/2006" xmlns:p14="http://schemas.microsoft.com/office/powerpoint/2010/main" xmlns:aink="http://schemas.microsoft.com/office/drawing/2016/ink">
          <mc:Choice Requires="p14 aink">
            <p:contentPart p14:bwMode="auto" r:id="rId53">
              <p14:nvContentPartPr>
                <p14:cNvPr id="38" name="Ink 37">
                  <a:extLst>
                    <a:ext uri="{FF2B5EF4-FFF2-40B4-BE49-F238E27FC236}">
                      <a16:creationId xmlns:a16="http://schemas.microsoft.com/office/drawing/2014/main" id="{A43FCAC0-950B-CE4D-44FF-53D1F3D1DC45}"/>
                    </a:ext>
                  </a:extLst>
                </p14:cNvPr>
                <p14:cNvContentPartPr/>
                <p14:nvPr/>
              </p14:nvContentPartPr>
              <p14:xfrm>
                <a:off x="6548535" y="5547585"/>
                <a:ext cx="1695960" cy="1166400"/>
              </p14:xfrm>
            </p:contentPart>
          </mc:Choice>
          <mc:Fallback xmlns="">
            <p:pic>
              <p:nvPicPr>
                <p:cNvPr id="38" name="Ink 37">
                  <a:extLst>
                    <a:ext uri="{FF2B5EF4-FFF2-40B4-BE49-F238E27FC236}">
                      <a16:creationId xmlns:a16="http://schemas.microsoft.com/office/drawing/2014/main" id="{A43FCAC0-950B-CE4D-44FF-53D1F3D1DC45}"/>
                    </a:ext>
                  </a:extLst>
                </p:cNvPr>
                <p:cNvPicPr/>
                <p:nvPr/>
              </p:nvPicPr>
              <p:blipFill>
                <a:blip r:embed="rId54"/>
                <a:stretch>
                  <a:fillRect/>
                </a:stretch>
              </p:blipFill>
              <p:spPr>
                <a:xfrm>
                  <a:off x="6539895" y="5538945"/>
                  <a:ext cx="1713600" cy="118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5">
              <p14:nvContentPartPr>
                <p14:cNvPr id="39" name="Ink 38">
                  <a:extLst>
                    <a:ext uri="{FF2B5EF4-FFF2-40B4-BE49-F238E27FC236}">
                      <a16:creationId xmlns:a16="http://schemas.microsoft.com/office/drawing/2014/main" id="{7865E983-43B3-3579-8E64-86E1C418FB4A}"/>
                    </a:ext>
                  </a:extLst>
                </p14:cNvPr>
                <p14:cNvContentPartPr/>
                <p14:nvPr/>
              </p14:nvContentPartPr>
              <p14:xfrm>
                <a:off x="6555375" y="4789785"/>
                <a:ext cx="1957680" cy="1555200"/>
              </p14:xfrm>
            </p:contentPart>
          </mc:Choice>
          <mc:Fallback xmlns="">
            <p:pic>
              <p:nvPicPr>
                <p:cNvPr id="39" name="Ink 38">
                  <a:extLst>
                    <a:ext uri="{FF2B5EF4-FFF2-40B4-BE49-F238E27FC236}">
                      <a16:creationId xmlns:a16="http://schemas.microsoft.com/office/drawing/2014/main" id="{7865E983-43B3-3579-8E64-86E1C418FB4A}"/>
                    </a:ext>
                  </a:extLst>
                </p:cNvPr>
                <p:cNvPicPr/>
                <p:nvPr/>
              </p:nvPicPr>
              <p:blipFill>
                <a:blip r:embed="rId56"/>
                <a:stretch>
                  <a:fillRect/>
                </a:stretch>
              </p:blipFill>
              <p:spPr>
                <a:xfrm>
                  <a:off x="6546375" y="4780785"/>
                  <a:ext cx="1975320" cy="1572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7">
              <p14:nvContentPartPr>
                <p14:cNvPr id="41" name="Ink 40">
                  <a:extLst>
                    <a:ext uri="{FF2B5EF4-FFF2-40B4-BE49-F238E27FC236}">
                      <a16:creationId xmlns:a16="http://schemas.microsoft.com/office/drawing/2014/main" id="{24436F46-963C-C3CE-E6C8-B449C69FBFA7}"/>
                    </a:ext>
                  </a:extLst>
                </p14:cNvPr>
                <p14:cNvContentPartPr/>
                <p14:nvPr/>
              </p14:nvContentPartPr>
              <p14:xfrm>
                <a:off x="6528735" y="4175265"/>
                <a:ext cx="1770480" cy="1633680"/>
              </p14:xfrm>
            </p:contentPart>
          </mc:Choice>
          <mc:Fallback xmlns="">
            <p:pic>
              <p:nvPicPr>
                <p:cNvPr id="41" name="Ink 40">
                  <a:extLst>
                    <a:ext uri="{FF2B5EF4-FFF2-40B4-BE49-F238E27FC236}">
                      <a16:creationId xmlns:a16="http://schemas.microsoft.com/office/drawing/2014/main" id="{24436F46-963C-C3CE-E6C8-B449C69FBFA7}"/>
                    </a:ext>
                  </a:extLst>
                </p:cNvPr>
                <p:cNvPicPr/>
                <p:nvPr/>
              </p:nvPicPr>
              <p:blipFill>
                <a:blip r:embed="rId58"/>
                <a:stretch>
                  <a:fillRect/>
                </a:stretch>
              </p:blipFill>
              <p:spPr>
                <a:xfrm>
                  <a:off x="6519735" y="4166265"/>
                  <a:ext cx="1788120" cy="1651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9">
              <p14:nvContentPartPr>
                <p14:cNvPr id="42" name="Ink 41">
                  <a:extLst>
                    <a:ext uri="{FF2B5EF4-FFF2-40B4-BE49-F238E27FC236}">
                      <a16:creationId xmlns:a16="http://schemas.microsoft.com/office/drawing/2014/main" id="{23928F86-890B-EF78-31FC-59BBD7585924}"/>
                    </a:ext>
                  </a:extLst>
                </p14:cNvPr>
                <p14:cNvContentPartPr/>
                <p14:nvPr/>
              </p14:nvContentPartPr>
              <p14:xfrm>
                <a:off x="6498495" y="3947745"/>
                <a:ext cx="1741680" cy="1374840"/>
              </p14:xfrm>
            </p:contentPart>
          </mc:Choice>
          <mc:Fallback xmlns="">
            <p:pic>
              <p:nvPicPr>
                <p:cNvPr id="42" name="Ink 41">
                  <a:extLst>
                    <a:ext uri="{FF2B5EF4-FFF2-40B4-BE49-F238E27FC236}">
                      <a16:creationId xmlns:a16="http://schemas.microsoft.com/office/drawing/2014/main" id="{23928F86-890B-EF78-31FC-59BBD7585924}"/>
                    </a:ext>
                  </a:extLst>
                </p:cNvPr>
                <p:cNvPicPr/>
                <p:nvPr/>
              </p:nvPicPr>
              <p:blipFill>
                <a:blip r:embed="rId60"/>
                <a:stretch>
                  <a:fillRect/>
                </a:stretch>
              </p:blipFill>
              <p:spPr>
                <a:xfrm>
                  <a:off x="6489495" y="3938745"/>
                  <a:ext cx="1759320" cy="1392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1">
              <p14:nvContentPartPr>
                <p14:cNvPr id="44" name="Ink 43">
                  <a:extLst>
                    <a:ext uri="{FF2B5EF4-FFF2-40B4-BE49-F238E27FC236}">
                      <a16:creationId xmlns:a16="http://schemas.microsoft.com/office/drawing/2014/main" id="{2749BA23-07D5-C904-4983-02986717E90C}"/>
                    </a:ext>
                  </a:extLst>
                </p14:cNvPr>
                <p14:cNvContentPartPr/>
                <p14:nvPr/>
              </p14:nvContentPartPr>
              <p14:xfrm>
                <a:off x="6465375" y="3444105"/>
                <a:ext cx="1746360" cy="1350000"/>
              </p14:xfrm>
            </p:contentPart>
          </mc:Choice>
          <mc:Fallback xmlns="">
            <p:pic>
              <p:nvPicPr>
                <p:cNvPr id="44" name="Ink 43">
                  <a:extLst>
                    <a:ext uri="{FF2B5EF4-FFF2-40B4-BE49-F238E27FC236}">
                      <a16:creationId xmlns:a16="http://schemas.microsoft.com/office/drawing/2014/main" id="{2749BA23-07D5-C904-4983-02986717E90C}"/>
                    </a:ext>
                  </a:extLst>
                </p:cNvPr>
                <p:cNvPicPr/>
                <p:nvPr/>
              </p:nvPicPr>
              <p:blipFill>
                <a:blip r:embed="rId62"/>
                <a:stretch>
                  <a:fillRect/>
                </a:stretch>
              </p:blipFill>
              <p:spPr>
                <a:xfrm>
                  <a:off x="6456735" y="3435105"/>
                  <a:ext cx="1764000" cy="1367640"/>
                </a:xfrm>
                <a:prstGeom prst="rect">
                  <a:avLst/>
                </a:prstGeom>
              </p:spPr>
            </p:pic>
          </mc:Fallback>
        </mc:AlternateContent>
      </p:grpSp>
      <p:grpSp>
        <p:nvGrpSpPr>
          <p:cNvPr id="61" name="Group 60">
            <a:extLst>
              <a:ext uri="{FF2B5EF4-FFF2-40B4-BE49-F238E27FC236}">
                <a16:creationId xmlns:a16="http://schemas.microsoft.com/office/drawing/2014/main" id="{8E04EF24-1DF0-462A-3BAB-A12026C212FE}"/>
              </a:ext>
            </a:extLst>
          </p:cNvPr>
          <p:cNvGrpSpPr/>
          <p:nvPr/>
        </p:nvGrpSpPr>
        <p:grpSpPr>
          <a:xfrm>
            <a:off x="3849255" y="5180025"/>
            <a:ext cx="3207600" cy="1694520"/>
            <a:chOff x="3849255" y="5180025"/>
            <a:chExt cx="3207600" cy="1694520"/>
          </a:xfrm>
        </p:grpSpPr>
        <mc:AlternateContent xmlns:mc="http://schemas.openxmlformats.org/markup-compatibility/2006" xmlns:p14="http://schemas.microsoft.com/office/powerpoint/2010/main" xmlns:aink="http://schemas.microsoft.com/office/drawing/2016/ink">
          <mc:Choice Requires="p14 aink">
            <p:contentPart p14:bwMode="auto" r:id="rId63">
              <p14:nvContentPartPr>
                <p14:cNvPr id="46" name="Ink 45">
                  <a:extLst>
                    <a:ext uri="{FF2B5EF4-FFF2-40B4-BE49-F238E27FC236}">
                      <a16:creationId xmlns:a16="http://schemas.microsoft.com/office/drawing/2014/main" id="{3F4CB0FD-6B62-A7CE-C249-B2E43DB35282}"/>
                    </a:ext>
                  </a:extLst>
                </p14:cNvPr>
                <p14:cNvContentPartPr/>
                <p14:nvPr/>
              </p14:nvContentPartPr>
              <p14:xfrm>
                <a:off x="5974335" y="5692665"/>
                <a:ext cx="1082520" cy="1181880"/>
              </p14:xfrm>
            </p:contentPart>
          </mc:Choice>
          <mc:Fallback xmlns="">
            <p:pic>
              <p:nvPicPr>
                <p:cNvPr id="46" name="Ink 45">
                  <a:extLst>
                    <a:ext uri="{FF2B5EF4-FFF2-40B4-BE49-F238E27FC236}">
                      <a16:creationId xmlns:a16="http://schemas.microsoft.com/office/drawing/2014/main" id="{3F4CB0FD-6B62-A7CE-C249-B2E43DB35282}"/>
                    </a:ext>
                  </a:extLst>
                </p:cNvPr>
                <p:cNvPicPr/>
                <p:nvPr/>
              </p:nvPicPr>
              <p:blipFill>
                <a:blip r:embed="rId64"/>
                <a:stretch>
                  <a:fillRect/>
                </a:stretch>
              </p:blipFill>
              <p:spPr>
                <a:xfrm>
                  <a:off x="5965695" y="5684025"/>
                  <a:ext cx="1100160" cy="1199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5">
              <p14:nvContentPartPr>
                <p14:cNvPr id="47" name="Ink 46">
                  <a:extLst>
                    <a:ext uri="{FF2B5EF4-FFF2-40B4-BE49-F238E27FC236}">
                      <a16:creationId xmlns:a16="http://schemas.microsoft.com/office/drawing/2014/main" id="{30E3E0AB-D7F6-368F-83A9-C845925FA1EE}"/>
                    </a:ext>
                  </a:extLst>
                </p14:cNvPr>
                <p14:cNvContentPartPr/>
                <p14:nvPr/>
              </p14:nvContentPartPr>
              <p14:xfrm>
                <a:off x="5464575" y="5670705"/>
                <a:ext cx="578520" cy="409320"/>
              </p14:xfrm>
            </p:contentPart>
          </mc:Choice>
          <mc:Fallback xmlns="">
            <p:pic>
              <p:nvPicPr>
                <p:cNvPr id="47" name="Ink 46">
                  <a:extLst>
                    <a:ext uri="{FF2B5EF4-FFF2-40B4-BE49-F238E27FC236}">
                      <a16:creationId xmlns:a16="http://schemas.microsoft.com/office/drawing/2014/main" id="{30E3E0AB-D7F6-368F-83A9-C845925FA1EE}"/>
                    </a:ext>
                  </a:extLst>
                </p:cNvPr>
                <p:cNvPicPr/>
                <p:nvPr/>
              </p:nvPicPr>
              <p:blipFill>
                <a:blip r:embed="rId66"/>
                <a:stretch>
                  <a:fillRect/>
                </a:stretch>
              </p:blipFill>
              <p:spPr>
                <a:xfrm>
                  <a:off x="5455575" y="5661705"/>
                  <a:ext cx="596160" cy="426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7">
              <p14:nvContentPartPr>
                <p14:cNvPr id="48" name="Ink 47">
                  <a:extLst>
                    <a:ext uri="{FF2B5EF4-FFF2-40B4-BE49-F238E27FC236}">
                      <a16:creationId xmlns:a16="http://schemas.microsoft.com/office/drawing/2014/main" id="{D835B74C-4166-AE0E-B3D9-97FC3E5DE4FC}"/>
                    </a:ext>
                  </a:extLst>
                </p14:cNvPr>
                <p14:cNvContentPartPr/>
                <p14:nvPr/>
              </p14:nvContentPartPr>
              <p14:xfrm>
                <a:off x="5454495" y="5617065"/>
                <a:ext cx="149040" cy="204480"/>
              </p14:xfrm>
            </p:contentPart>
          </mc:Choice>
          <mc:Fallback xmlns="">
            <p:pic>
              <p:nvPicPr>
                <p:cNvPr id="48" name="Ink 47">
                  <a:extLst>
                    <a:ext uri="{FF2B5EF4-FFF2-40B4-BE49-F238E27FC236}">
                      <a16:creationId xmlns:a16="http://schemas.microsoft.com/office/drawing/2014/main" id="{D835B74C-4166-AE0E-B3D9-97FC3E5DE4FC}"/>
                    </a:ext>
                  </a:extLst>
                </p:cNvPr>
                <p:cNvPicPr/>
                <p:nvPr/>
              </p:nvPicPr>
              <p:blipFill>
                <a:blip r:embed="rId68"/>
                <a:stretch>
                  <a:fillRect/>
                </a:stretch>
              </p:blipFill>
              <p:spPr>
                <a:xfrm>
                  <a:off x="5445495" y="5608425"/>
                  <a:ext cx="166680" cy="222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9">
              <p14:nvContentPartPr>
                <p14:cNvPr id="49" name="Ink 48">
                  <a:extLst>
                    <a:ext uri="{FF2B5EF4-FFF2-40B4-BE49-F238E27FC236}">
                      <a16:creationId xmlns:a16="http://schemas.microsoft.com/office/drawing/2014/main" id="{1400208D-4ACD-B659-DFDD-0E909DA7D0C0}"/>
                    </a:ext>
                  </a:extLst>
                </p14:cNvPr>
                <p14:cNvContentPartPr/>
                <p14:nvPr/>
              </p14:nvContentPartPr>
              <p14:xfrm>
                <a:off x="4814055" y="5398905"/>
                <a:ext cx="469440" cy="250200"/>
              </p14:xfrm>
            </p:contentPart>
          </mc:Choice>
          <mc:Fallback xmlns="">
            <p:pic>
              <p:nvPicPr>
                <p:cNvPr id="49" name="Ink 48">
                  <a:extLst>
                    <a:ext uri="{FF2B5EF4-FFF2-40B4-BE49-F238E27FC236}">
                      <a16:creationId xmlns:a16="http://schemas.microsoft.com/office/drawing/2014/main" id="{1400208D-4ACD-B659-DFDD-0E909DA7D0C0}"/>
                    </a:ext>
                  </a:extLst>
                </p:cNvPr>
                <p:cNvPicPr/>
                <p:nvPr/>
              </p:nvPicPr>
              <p:blipFill>
                <a:blip r:embed="rId70"/>
                <a:stretch>
                  <a:fillRect/>
                </a:stretch>
              </p:blipFill>
              <p:spPr>
                <a:xfrm>
                  <a:off x="4805055" y="5389905"/>
                  <a:ext cx="487080" cy="267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1">
              <p14:nvContentPartPr>
                <p14:cNvPr id="50" name="Ink 49">
                  <a:extLst>
                    <a:ext uri="{FF2B5EF4-FFF2-40B4-BE49-F238E27FC236}">
                      <a16:creationId xmlns:a16="http://schemas.microsoft.com/office/drawing/2014/main" id="{E651EBC0-F88F-5C83-C176-EC0AE78C23E4}"/>
                    </a:ext>
                  </a:extLst>
                </p14:cNvPr>
                <p14:cNvContentPartPr/>
                <p14:nvPr/>
              </p14:nvContentPartPr>
              <p14:xfrm>
                <a:off x="4953375" y="5337705"/>
                <a:ext cx="4320" cy="38880"/>
              </p14:xfrm>
            </p:contentPart>
          </mc:Choice>
          <mc:Fallback xmlns="">
            <p:pic>
              <p:nvPicPr>
                <p:cNvPr id="50" name="Ink 49">
                  <a:extLst>
                    <a:ext uri="{FF2B5EF4-FFF2-40B4-BE49-F238E27FC236}">
                      <a16:creationId xmlns:a16="http://schemas.microsoft.com/office/drawing/2014/main" id="{E651EBC0-F88F-5C83-C176-EC0AE78C23E4}"/>
                    </a:ext>
                  </a:extLst>
                </p:cNvPr>
                <p:cNvPicPr/>
                <p:nvPr/>
              </p:nvPicPr>
              <p:blipFill>
                <a:blip r:embed="rId72"/>
                <a:stretch>
                  <a:fillRect/>
                </a:stretch>
              </p:blipFill>
              <p:spPr>
                <a:xfrm>
                  <a:off x="4944375" y="5329065"/>
                  <a:ext cx="21960" cy="56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3">
              <p14:nvContentPartPr>
                <p14:cNvPr id="51" name="Ink 50">
                  <a:extLst>
                    <a:ext uri="{FF2B5EF4-FFF2-40B4-BE49-F238E27FC236}">
                      <a16:creationId xmlns:a16="http://schemas.microsoft.com/office/drawing/2014/main" id="{A5F3564C-0900-CD30-B4ED-85F0FE479C40}"/>
                    </a:ext>
                  </a:extLst>
                </p14:cNvPr>
                <p14:cNvContentPartPr/>
                <p14:nvPr/>
              </p14:nvContentPartPr>
              <p14:xfrm>
                <a:off x="4680495" y="5475945"/>
                <a:ext cx="162720" cy="92160"/>
              </p14:xfrm>
            </p:contentPart>
          </mc:Choice>
          <mc:Fallback xmlns="">
            <p:pic>
              <p:nvPicPr>
                <p:cNvPr id="51" name="Ink 50">
                  <a:extLst>
                    <a:ext uri="{FF2B5EF4-FFF2-40B4-BE49-F238E27FC236}">
                      <a16:creationId xmlns:a16="http://schemas.microsoft.com/office/drawing/2014/main" id="{A5F3564C-0900-CD30-B4ED-85F0FE479C40}"/>
                    </a:ext>
                  </a:extLst>
                </p:cNvPr>
                <p:cNvPicPr/>
                <p:nvPr/>
              </p:nvPicPr>
              <p:blipFill>
                <a:blip r:embed="rId74"/>
                <a:stretch>
                  <a:fillRect/>
                </a:stretch>
              </p:blipFill>
              <p:spPr>
                <a:xfrm>
                  <a:off x="4671855" y="5467305"/>
                  <a:ext cx="180360" cy="109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5">
              <p14:nvContentPartPr>
                <p14:cNvPr id="53" name="Ink 52">
                  <a:extLst>
                    <a:ext uri="{FF2B5EF4-FFF2-40B4-BE49-F238E27FC236}">
                      <a16:creationId xmlns:a16="http://schemas.microsoft.com/office/drawing/2014/main" id="{6415516B-801B-1C14-F10A-2F0B77AC3157}"/>
                    </a:ext>
                  </a:extLst>
                </p14:cNvPr>
                <p14:cNvContentPartPr/>
                <p14:nvPr/>
              </p14:nvContentPartPr>
              <p14:xfrm>
                <a:off x="4317255" y="5558745"/>
                <a:ext cx="235080" cy="154440"/>
              </p14:xfrm>
            </p:contentPart>
          </mc:Choice>
          <mc:Fallback xmlns="">
            <p:pic>
              <p:nvPicPr>
                <p:cNvPr id="53" name="Ink 52">
                  <a:extLst>
                    <a:ext uri="{FF2B5EF4-FFF2-40B4-BE49-F238E27FC236}">
                      <a16:creationId xmlns:a16="http://schemas.microsoft.com/office/drawing/2014/main" id="{6415516B-801B-1C14-F10A-2F0B77AC3157}"/>
                    </a:ext>
                  </a:extLst>
                </p:cNvPr>
                <p:cNvPicPr/>
                <p:nvPr/>
              </p:nvPicPr>
              <p:blipFill>
                <a:blip r:embed="rId76"/>
                <a:stretch>
                  <a:fillRect/>
                </a:stretch>
              </p:blipFill>
              <p:spPr>
                <a:xfrm>
                  <a:off x="4308615" y="5550105"/>
                  <a:ext cx="252720" cy="172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7">
              <p14:nvContentPartPr>
                <p14:cNvPr id="54" name="Ink 53">
                  <a:extLst>
                    <a:ext uri="{FF2B5EF4-FFF2-40B4-BE49-F238E27FC236}">
                      <a16:creationId xmlns:a16="http://schemas.microsoft.com/office/drawing/2014/main" id="{C65FBC6E-386D-BFAE-364C-DA64503F3456}"/>
                    </a:ext>
                  </a:extLst>
                </p14:cNvPr>
                <p14:cNvContentPartPr/>
                <p14:nvPr/>
              </p14:nvContentPartPr>
              <p14:xfrm>
                <a:off x="4523535" y="5343825"/>
                <a:ext cx="14760" cy="17640"/>
              </p14:xfrm>
            </p:contentPart>
          </mc:Choice>
          <mc:Fallback xmlns="">
            <p:pic>
              <p:nvPicPr>
                <p:cNvPr id="54" name="Ink 53">
                  <a:extLst>
                    <a:ext uri="{FF2B5EF4-FFF2-40B4-BE49-F238E27FC236}">
                      <a16:creationId xmlns:a16="http://schemas.microsoft.com/office/drawing/2014/main" id="{C65FBC6E-386D-BFAE-364C-DA64503F3456}"/>
                    </a:ext>
                  </a:extLst>
                </p:cNvPr>
                <p:cNvPicPr/>
                <p:nvPr/>
              </p:nvPicPr>
              <p:blipFill>
                <a:blip r:embed="rId78"/>
                <a:stretch>
                  <a:fillRect/>
                </a:stretch>
              </p:blipFill>
              <p:spPr>
                <a:xfrm>
                  <a:off x="4514535" y="5334825"/>
                  <a:ext cx="32400" cy="35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9">
              <p14:nvContentPartPr>
                <p14:cNvPr id="55" name="Ink 54">
                  <a:extLst>
                    <a:ext uri="{FF2B5EF4-FFF2-40B4-BE49-F238E27FC236}">
                      <a16:creationId xmlns:a16="http://schemas.microsoft.com/office/drawing/2014/main" id="{B55B944F-9FFA-56AB-29BF-B95F9BD89DF2}"/>
                    </a:ext>
                  </a:extLst>
                </p14:cNvPr>
                <p14:cNvContentPartPr/>
                <p14:nvPr/>
              </p14:nvContentPartPr>
              <p14:xfrm>
                <a:off x="4247415" y="5228625"/>
                <a:ext cx="184680" cy="304920"/>
              </p14:xfrm>
            </p:contentPart>
          </mc:Choice>
          <mc:Fallback xmlns="">
            <p:pic>
              <p:nvPicPr>
                <p:cNvPr id="55" name="Ink 54">
                  <a:extLst>
                    <a:ext uri="{FF2B5EF4-FFF2-40B4-BE49-F238E27FC236}">
                      <a16:creationId xmlns:a16="http://schemas.microsoft.com/office/drawing/2014/main" id="{B55B944F-9FFA-56AB-29BF-B95F9BD89DF2}"/>
                    </a:ext>
                  </a:extLst>
                </p:cNvPr>
                <p:cNvPicPr/>
                <p:nvPr/>
              </p:nvPicPr>
              <p:blipFill>
                <a:blip r:embed="rId80"/>
                <a:stretch>
                  <a:fillRect/>
                </a:stretch>
              </p:blipFill>
              <p:spPr>
                <a:xfrm>
                  <a:off x="4238775" y="5219625"/>
                  <a:ext cx="202320" cy="32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1">
              <p14:nvContentPartPr>
                <p14:cNvPr id="56" name="Ink 55">
                  <a:extLst>
                    <a:ext uri="{FF2B5EF4-FFF2-40B4-BE49-F238E27FC236}">
                      <a16:creationId xmlns:a16="http://schemas.microsoft.com/office/drawing/2014/main" id="{033A0299-1BE9-15B2-0D16-A58EC50EC848}"/>
                    </a:ext>
                  </a:extLst>
                </p14:cNvPr>
                <p14:cNvContentPartPr/>
                <p14:nvPr/>
              </p14:nvContentPartPr>
              <p14:xfrm>
                <a:off x="4199175" y="5626425"/>
                <a:ext cx="118800" cy="12600"/>
              </p14:xfrm>
            </p:contentPart>
          </mc:Choice>
          <mc:Fallback xmlns="">
            <p:pic>
              <p:nvPicPr>
                <p:cNvPr id="56" name="Ink 55">
                  <a:extLst>
                    <a:ext uri="{FF2B5EF4-FFF2-40B4-BE49-F238E27FC236}">
                      <a16:creationId xmlns:a16="http://schemas.microsoft.com/office/drawing/2014/main" id="{033A0299-1BE9-15B2-0D16-A58EC50EC848}"/>
                    </a:ext>
                  </a:extLst>
                </p:cNvPr>
                <p:cNvPicPr/>
                <p:nvPr/>
              </p:nvPicPr>
              <p:blipFill>
                <a:blip r:embed="rId82"/>
                <a:stretch>
                  <a:fillRect/>
                </a:stretch>
              </p:blipFill>
              <p:spPr>
                <a:xfrm>
                  <a:off x="4190535" y="5617425"/>
                  <a:ext cx="136440" cy="30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3">
              <p14:nvContentPartPr>
                <p14:cNvPr id="57" name="Ink 56">
                  <a:extLst>
                    <a:ext uri="{FF2B5EF4-FFF2-40B4-BE49-F238E27FC236}">
                      <a16:creationId xmlns:a16="http://schemas.microsoft.com/office/drawing/2014/main" id="{5F69C92D-01FC-15A7-EF2B-6B8F024E80AF}"/>
                    </a:ext>
                  </a:extLst>
                </p14:cNvPr>
                <p14:cNvContentPartPr/>
                <p14:nvPr/>
              </p14:nvContentPartPr>
              <p14:xfrm>
                <a:off x="3989295" y="5360025"/>
                <a:ext cx="131400" cy="196560"/>
              </p14:xfrm>
            </p:contentPart>
          </mc:Choice>
          <mc:Fallback xmlns="">
            <p:pic>
              <p:nvPicPr>
                <p:cNvPr id="57" name="Ink 56">
                  <a:extLst>
                    <a:ext uri="{FF2B5EF4-FFF2-40B4-BE49-F238E27FC236}">
                      <a16:creationId xmlns:a16="http://schemas.microsoft.com/office/drawing/2014/main" id="{5F69C92D-01FC-15A7-EF2B-6B8F024E80AF}"/>
                    </a:ext>
                  </a:extLst>
                </p:cNvPr>
                <p:cNvPicPr/>
                <p:nvPr/>
              </p:nvPicPr>
              <p:blipFill>
                <a:blip r:embed="rId84"/>
                <a:stretch>
                  <a:fillRect/>
                </a:stretch>
              </p:blipFill>
              <p:spPr>
                <a:xfrm>
                  <a:off x="3980295" y="5351025"/>
                  <a:ext cx="149040" cy="214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5">
              <p14:nvContentPartPr>
                <p14:cNvPr id="58" name="Ink 57">
                  <a:extLst>
                    <a:ext uri="{FF2B5EF4-FFF2-40B4-BE49-F238E27FC236}">
                      <a16:creationId xmlns:a16="http://schemas.microsoft.com/office/drawing/2014/main" id="{F577B98C-5C3E-4845-6E01-8112A7EB220D}"/>
                    </a:ext>
                  </a:extLst>
                </p14:cNvPr>
                <p14:cNvContentPartPr/>
                <p14:nvPr/>
              </p14:nvContentPartPr>
              <p14:xfrm>
                <a:off x="3869775" y="5387745"/>
                <a:ext cx="103680" cy="111240"/>
              </p14:xfrm>
            </p:contentPart>
          </mc:Choice>
          <mc:Fallback xmlns="">
            <p:pic>
              <p:nvPicPr>
                <p:cNvPr id="58" name="Ink 57">
                  <a:extLst>
                    <a:ext uri="{FF2B5EF4-FFF2-40B4-BE49-F238E27FC236}">
                      <a16:creationId xmlns:a16="http://schemas.microsoft.com/office/drawing/2014/main" id="{F577B98C-5C3E-4845-6E01-8112A7EB220D}"/>
                    </a:ext>
                  </a:extLst>
                </p:cNvPr>
                <p:cNvPicPr/>
                <p:nvPr/>
              </p:nvPicPr>
              <p:blipFill>
                <a:blip r:embed="rId86"/>
                <a:stretch>
                  <a:fillRect/>
                </a:stretch>
              </p:blipFill>
              <p:spPr>
                <a:xfrm>
                  <a:off x="3861135" y="5379105"/>
                  <a:ext cx="121320" cy="128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7">
              <p14:nvContentPartPr>
                <p14:cNvPr id="59" name="Ink 58">
                  <a:extLst>
                    <a:ext uri="{FF2B5EF4-FFF2-40B4-BE49-F238E27FC236}">
                      <a16:creationId xmlns:a16="http://schemas.microsoft.com/office/drawing/2014/main" id="{76B4B6ED-A912-FDAF-6763-A782A1063DB0}"/>
                    </a:ext>
                  </a:extLst>
                </p14:cNvPr>
                <p14:cNvContentPartPr/>
                <p14:nvPr/>
              </p14:nvContentPartPr>
              <p14:xfrm>
                <a:off x="3849255" y="5276505"/>
                <a:ext cx="189000" cy="44280"/>
              </p14:xfrm>
            </p:contentPart>
          </mc:Choice>
          <mc:Fallback xmlns="">
            <p:pic>
              <p:nvPicPr>
                <p:cNvPr id="59" name="Ink 58">
                  <a:extLst>
                    <a:ext uri="{FF2B5EF4-FFF2-40B4-BE49-F238E27FC236}">
                      <a16:creationId xmlns:a16="http://schemas.microsoft.com/office/drawing/2014/main" id="{76B4B6ED-A912-FDAF-6763-A782A1063DB0}"/>
                    </a:ext>
                  </a:extLst>
                </p:cNvPr>
                <p:cNvPicPr/>
                <p:nvPr/>
              </p:nvPicPr>
              <p:blipFill>
                <a:blip r:embed="rId88"/>
                <a:stretch>
                  <a:fillRect/>
                </a:stretch>
              </p:blipFill>
              <p:spPr>
                <a:xfrm>
                  <a:off x="3840255" y="5267505"/>
                  <a:ext cx="206640" cy="61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9">
              <p14:nvContentPartPr>
                <p14:cNvPr id="60" name="Ink 59">
                  <a:extLst>
                    <a:ext uri="{FF2B5EF4-FFF2-40B4-BE49-F238E27FC236}">
                      <a16:creationId xmlns:a16="http://schemas.microsoft.com/office/drawing/2014/main" id="{15194571-30F5-D1D5-0AEF-FE2504657A04}"/>
                    </a:ext>
                  </a:extLst>
                </p14:cNvPr>
                <p14:cNvContentPartPr/>
                <p14:nvPr/>
              </p14:nvContentPartPr>
              <p14:xfrm>
                <a:off x="4527855" y="5180025"/>
                <a:ext cx="54360" cy="21600"/>
              </p14:xfrm>
            </p:contentPart>
          </mc:Choice>
          <mc:Fallback xmlns="">
            <p:pic>
              <p:nvPicPr>
                <p:cNvPr id="60" name="Ink 59">
                  <a:extLst>
                    <a:ext uri="{FF2B5EF4-FFF2-40B4-BE49-F238E27FC236}">
                      <a16:creationId xmlns:a16="http://schemas.microsoft.com/office/drawing/2014/main" id="{15194571-30F5-D1D5-0AEF-FE2504657A04}"/>
                    </a:ext>
                  </a:extLst>
                </p:cNvPr>
                <p:cNvPicPr/>
                <p:nvPr/>
              </p:nvPicPr>
              <p:blipFill>
                <a:blip r:embed="rId90"/>
                <a:stretch>
                  <a:fillRect/>
                </a:stretch>
              </p:blipFill>
              <p:spPr>
                <a:xfrm>
                  <a:off x="4518855" y="5171385"/>
                  <a:ext cx="72000" cy="39240"/>
                </a:xfrm>
                <a:prstGeom prst="rect">
                  <a:avLst/>
                </a:prstGeom>
              </p:spPr>
            </p:pic>
          </mc:Fallback>
        </mc:AlternateContent>
      </p:grpSp>
      <p:grpSp>
        <p:nvGrpSpPr>
          <p:cNvPr id="2048" name="Group 2047">
            <a:extLst>
              <a:ext uri="{FF2B5EF4-FFF2-40B4-BE49-F238E27FC236}">
                <a16:creationId xmlns:a16="http://schemas.microsoft.com/office/drawing/2014/main" id="{2D6B273E-0F6F-4A96-7F4B-4A18E661FC46}"/>
              </a:ext>
            </a:extLst>
          </p:cNvPr>
          <p:cNvGrpSpPr/>
          <p:nvPr/>
        </p:nvGrpSpPr>
        <p:grpSpPr>
          <a:xfrm>
            <a:off x="5729895" y="6671865"/>
            <a:ext cx="484920" cy="156240"/>
            <a:chOff x="5729895" y="6671865"/>
            <a:chExt cx="484920" cy="156240"/>
          </a:xfrm>
        </p:grpSpPr>
        <mc:AlternateContent xmlns:mc="http://schemas.openxmlformats.org/markup-compatibility/2006" xmlns:p14="http://schemas.microsoft.com/office/powerpoint/2010/main" xmlns:aink="http://schemas.microsoft.com/office/drawing/2016/ink">
          <mc:Choice Requires="p14 aink">
            <p:contentPart p14:bwMode="auto" r:id="rId91">
              <p14:nvContentPartPr>
                <p14:cNvPr id="62" name="Ink 61">
                  <a:extLst>
                    <a:ext uri="{FF2B5EF4-FFF2-40B4-BE49-F238E27FC236}">
                      <a16:creationId xmlns:a16="http://schemas.microsoft.com/office/drawing/2014/main" id="{15FA3B1B-AA5A-3DF9-2948-8FD18F7099C6}"/>
                    </a:ext>
                  </a:extLst>
                </p14:cNvPr>
                <p14:cNvContentPartPr/>
                <p14:nvPr/>
              </p14:nvContentPartPr>
              <p14:xfrm>
                <a:off x="5790015" y="6727305"/>
                <a:ext cx="424800" cy="100800"/>
              </p14:xfrm>
            </p:contentPart>
          </mc:Choice>
          <mc:Fallback xmlns="">
            <p:pic>
              <p:nvPicPr>
                <p:cNvPr id="62" name="Ink 61">
                  <a:extLst>
                    <a:ext uri="{FF2B5EF4-FFF2-40B4-BE49-F238E27FC236}">
                      <a16:creationId xmlns:a16="http://schemas.microsoft.com/office/drawing/2014/main" id="{15FA3B1B-AA5A-3DF9-2948-8FD18F7099C6}"/>
                    </a:ext>
                  </a:extLst>
                </p:cNvPr>
                <p:cNvPicPr/>
                <p:nvPr/>
              </p:nvPicPr>
              <p:blipFill>
                <a:blip r:embed="rId92"/>
                <a:stretch>
                  <a:fillRect/>
                </a:stretch>
              </p:blipFill>
              <p:spPr>
                <a:xfrm>
                  <a:off x="5781375" y="6718305"/>
                  <a:ext cx="442440" cy="118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3">
              <p14:nvContentPartPr>
                <p14:cNvPr id="63" name="Ink 62">
                  <a:extLst>
                    <a:ext uri="{FF2B5EF4-FFF2-40B4-BE49-F238E27FC236}">
                      <a16:creationId xmlns:a16="http://schemas.microsoft.com/office/drawing/2014/main" id="{A34CBBEE-BAD6-E08F-139D-095CBE627A68}"/>
                    </a:ext>
                  </a:extLst>
                </p14:cNvPr>
                <p14:cNvContentPartPr/>
                <p14:nvPr/>
              </p14:nvContentPartPr>
              <p14:xfrm>
                <a:off x="5729895" y="6671865"/>
                <a:ext cx="134280" cy="143280"/>
              </p14:xfrm>
            </p:contentPart>
          </mc:Choice>
          <mc:Fallback xmlns="">
            <p:pic>
              <p:nvPicPr>
                <p:cNvPr id="63" name="Ink 62">
                  <a:extLst>
                    <a:ext uri="{FF2B5EF4-FFF2-40B4-BE49-F238E27FC236}">
                      <a16:creationId xmlns:a16="http://schemas.microsoft.com/office/drawing/2014/main" id="{A34CBBEE-BAD6-E08F-139D-095CBE627A68}"/>
                    </a:ext>
                  </a:extLst>
                </p:cNvPr>
                <p:cNvPicPr/>
                <p:nvPr/>
              </p:nvPicPr>
              <p:blipFill>
                <a:blip r:embed="rId94"/>
                <a:stretch>
                  <a:fillRect/>
                </a:stretch>
              </p:blipFill>
              <p:spPr>
                <a:xfrm>
                  <a:off x="5721255" y="6663225"/>
                  <a:ext cx="151920" cy="160920"/>
                </a:xfrm>
                <a:prstGeom prst="rect">
                  <a:avLst/>
                </a:prstGeom>
              </p:spPr>
            </p:pic>
          </mc:Fallback>
        </mc:AlternateContent>
      </p:grpSp>
      <p:grpSp>
        <p:nvGrpSpPr>
          <p:cNvPr id="2052" name="Group 2051">
            <a:extLst>
              <a:ext uri="{FF2B5EF4-FFF2-40B4-BE49-F238E27FC236}">
                <a16:creationId xmlns:a16="http://schemas.microsoft.com/office/drawing/2014/main" id="{8DF0E917-91AE-767C-61F3-B0EE0889821E}"/>
              </a:ext>
            </a:extLst>
          </p:cNvPr>
          <p:cNvGrpSpPr/>
          <p:nvPr/>
        </p:nvGrpSpPr>
        <p:grpSpPr>
          <a:xfrm>
            <a:off x="8669655" y="5284065"/>
            <a:ext cx="287640" cy="145080"/>
            <a:chOff x="8669655" y="5284065"/>
            <a:chExt cx="287640" cy="145080"/>
          </a:xfrm>
        </p:grpSpPr>
        <mc:AlternateContent xmlns:mc="http://schemas.openxmlformats.org/markup-compatibility/2006" xmlns:p14="http://schemas.microsoft.com/office/powerpoint/2010/main" xmlns:aink="http://schemas.microsoft.com/office/drawing/2016/ink">
          <mc:Choice Requires="p14 aink">
            <p:contentPart p14:bwMode="auto" r:id="rId95">
              <p14:nvContentPartPr>
                <p14:cNvPr id="2049" name="Ink 2048">
                  <a:extLst>
                    <a:ext uri="{FF2B5EF4-FFF2-40B4-BE49-F238E27FC236}">
                      <a16:creationId xmlns:a16="http://schemas.microsoft.com/office/drawing/2014/main" id="{0A5F0347-6557-05C3-B7F4-304E25DCB3C9}"/>
                    </a:ext>
                  </a:extLst>
                </p14:cNvPr>
                <p14:cNvContentPartPr/>
                <p14:nvPr/>
              </p14:nvContentPartPr>
              <p14:xfrm>
                <a:off x="8669655" y="5338425"/>
                <a:ext cx="287640" cy="33120"/>
              </p14:xfrm>
            </p:contentPart>
          </mc:Choice>
          <mc:Fallback xmlns="">
            <p:pic>
              <p:nvPicPr>
                <p:cNvPr id="2049" name="Ink 2048">
                  <a:extLst>
                    <a:ext uri="{FF2B5EF4-FFF2-40B4-BE49-F238E27FC236}">
                      <a16:creationId xmlns:a16="http://schemas.microsoft.com/office/drawing/2014/main" id="{0A5F0347-6557-05C3-B7F4-304E25DCB3C9}"/>
                    </a:ext>
                  </a:extLst>
                </p:cNvPr>
                <p:cNvPicPr/>
                <p:nvPr/>
              </p:nvPicPr>
              <p:blipFill>
                <a:blip r:embed="rId96"/>
                <a:stretch>
                  <a:fillRect/>
                </a:stretch>
              </p:blipFill>
              <p:spPr>
                <a:xfrm>
                  <a:off x="8660655" y="5329425"/>
                  <a:ext cx="305280" cy="50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7">
              <p14:nvContentPartPr>
                <p14:cNvPr id="2051" name="Ink 2050">
                  <a:extLst>
                    <a:ext uri="{FF2B5EF4-FFF2-40B4-BE49-F238E27FC236}">
                      <a16:creationId xmlns:a16="http://schemas.microsoft.com/office/drawing/2014/main" id="{E2FDF585-D67B-EB15-5403-BB2D6C3F008D}"/>
                    </a:ext>
                  </a:extLst>
                </p14:cNvPr>
                <p14:cNvContentPartPr/>
                <p14:nvPr/>
              </p14:nvContentPartPr>
              <p14:xfrm>
                <a:off x="8841735" y="5284065"/>
                <a:ext cx="84960" cy="145080"/>
              </p14:xfrm>
            </p:contentPart>
          </mc:Choice>
          <mc:Fallback xmlns="">
            <p:pic>
              <p:nvPicPr>
                <p:cNvPr id="2051" name="Ink 2050">
                  <a:extLst>
                    <a:ext uri="{FF2B5EF4-FFF2-40B4-BE49-F238E27FC236}">
                      <a16:creationId xmlns:a16="http://schemas.microsoft.com/office/drawing/2014/main" id="{E2FDF585-D67B-EB15-5403-BB2D6C3F008D}"/>
                    </a:ext>
                  </a:extLst>
                </p:cNvPr>
                <p:cNvPicPr/>
                <p:nvPr/>
              </p:nvPicPr>
              <p:blipFill>
                <a:blip r:embed="rId98"/>
                <a:stretch>
                  <a:fillRect/>
                </a:stretch>
              </p:blipFill>
              <p:spPr>
                <a:xfrm>
                  <a:off x="8832735" y="5275425"/>
                  <a:ext cx="102600" cy="162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9">
            <p14:nvContentPartPr>
              <p14:cNvPr id="2053" name="Ink 2052">
                <a:extLst>
                  <a:ext uri="{FF2B5EF4-FFF2-40B4-BE49-F238E27FC236}">
                    <a16:creationId xmlns:a16="http://schemas.microsoft.com/office/drawing/2014/main" id="{CFD1440D-EDE4-63B8-8B6A-0BB4F36E01F6}"/>
                  </a:ext>
                </a:extLst>
              </p14:cNvPr>
              <p14:cNvContentPartPr/>
              <p14:nvPr/>
            </p14:nvContentPartPr>
            <p14:xfrm>
              <a:off x="657135" y="3324945"/>
              <a:ext cx="86040" cy="260280"/>
            </p14:xfrm>
          </p:contentPart>
        </mc:Choice>
        <mc:Fallback xmlns="">
          <p:pic>
            <p:nvPicPr>
              <p:cNvPr id="2053" name="Ink 2052">
                <a:extLst>
                  <a:ext uri="{FF2B5EF4-FFF2-40B4-BE49-F238E27FC236}">
                    <a16:creationId xmlns:a16="http://schemas.microsoft.com/office/drawing/2014/main" id="{CFD1440D-EDE4-63B8-8B6A-0BB4F36E01F6}"/>
                  </a:ext>
                </a:extLst>
              </p:cNvPr>
              <p:cNvPicPr/>
              <p:nvPr/>
            </p:nvPicPr>
            <p:blipFill>
              <a:blip r:embed="rId100"/>
              <a:stretch>
                <a:fillRect/>
              </a:stretch>
            </p:blipFill>
            <p:spPr>
              <a:xfrm>
                <a:off x="648495" y="3315945"/>
                <a:ext cx="103680" cy="277920"/>
              </a:xfrm>
              <a:prstGeom prst="rect">
                <a:avLst/>
              </a:prstGeom>
            </p:spPr>
          </p:pic>
        </mc:Fallback>
      </mc:AlternateContent>
      <p:grpSp>
        <p:nvGrpSpPr>
          <p:cNvPr id="2064" name="Group 2063">
            <a:extLst>
              <a:ext uri="{FF2B5EF4-FFF2-40B4-BE49-F238E27FC236}">
                <a16:creationId xmlns:a16="http://schemas.microsoft.com/office/drawing/2014/main" id="{F5F16419-67EC-1B4F-990B-82630824D303}"/>
              </a:ext>
            </a:extLst>
          </p:cNvPr>
          <p:cNvGrpSpPr/>
          <p:nvPr/>
        </p:nvGrpSpPr>
        <p:grpSpPr>
          <a:xfrm>
            <a:off x="587295" y="5223945"/>
            <a:ext cx="164520" cy="201960"/>
            <a:chOff x="587295" y="5223945"/>
            <a:chExt cx="164520" cy="201960"/>
          </a:xfrm>
        </p:grpSpPr>
        <mc:AlternateContent xmlns:mc="http://schemas.openxmlformats.org/markup-compatibility/2006" xmlns:p14="http://schemas.microsoft.com/office/powerpoint/2010/main">
          <mc:Choice Requires="p14">
            <p:contentPart p14:bwMode="auto" r:id="rId101">
              <p14:nvContentPartPr>
                <p14:cNvPr id="2058" name="Ink 2057">
                  <a:extLst>
                    <a:ext uri="{FF2B5EF4-FFF2-40B4-BE49-F238E27FC236}">
                      <a16:creationId xmlns:a16="http://schemas.microsoft.com/office/drawing/2014/main" id="{6E205F9C-B841-DFC9-7CAF-1B1383F838C7}"/>
                    </a:ext>
                  </a:extLst>
                </p14:cNvPr>
                <p14:cNvContentPartPr/>
                <p14:nvPr/>
              </p14:nvContentPartPr>
              <p14:xfrm>
                <a:off x="587295" y="5224305"/>
                <a:ext cx="121680" cy="201600"/>
              </p14:xfrm>
            </p:contentPart>
          </mc:Choice>
          <mc:Fallback xmlns="">
            <p:pic>
              <p:nvPicPr>
                <p:cNvPr id="2058" name="Ink 2057">
                  <a:extLst>
                    <a:ext uri="{FF2B5EF4-FFF2-40B4-BE49-F238E27FC236}">
                      <a16:creationId xmlns:a16="http://schemas.microsoft.com/office/drawing/2014/main" id="{6E205F9C-B841-DFC9-7CAF-1B1383F838C7}"/>
                    </a:ext>
                  </a:extLst>
                </p:cNvPr>
                <p:cNvPicPr/>
                <p:nvPr/>
              </p:nvPicPr>
              <p:blipFill>
                <a:blip r:embed="rId102"/>
                <a:stretch>
                  <a:fillRect/>
                </a:stretch>
              </p:blipFill>
              <p:spPr>
                <a:xfrm>
                  <a:off x="578295" y="5215305"/>
                  <a:ext cx="1393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2059" name="Ink 2058">
                  <a:extLst>
                    <a:ext uri="{FF2B5EF4-FFF2-40B4-BE49-F238E27FC236}">
                      <a16:creationId xmlns:a16="http://schemas.microsoft.com/office/drawing/2014/main" id="{079E9F4F-D019-83B6-B1DD-E5FC19AAFD01}"/>
                    </a:ext>
                  </a:extLst>
                </p14:cNvPr>
                <p14:cNvContentPartPr/>
                <p14:nvPr/>
              </p14:nvContentPartPr>
              <p14:xfrm>
                <a:off x="639855" y="5223945"/>
                <a:ext cx="111960" cy="5400"/>
              </p14:xfrm>
            </p:contentPart>
          </mc:Choice>
          <mc:Fallback xmlns="">
            <p:pic>
              <p:nvPicPr>
                <p:cNvPr id="2059" name="Ink 2058">
                  <a:extLst>
                    <a:ext uri="{FF2B5EF4-FFF2-40B4-BE49-F238E27FC236}">
                      <a16:creationId xmlns:a16="http://schemas.microsoft.com/office/drawing/2014/main" id="{079E9F4F-D019-83B6-B1DD-E5FC19AAFD01}"/>
                    </a:ext>
                  </a:extLst>
                </p:cNvPr>
                <p:cNvPicPr/>
                <p:nvPr/>
              </p:nvPicPr>
              <p:blipFill>
                <a:blip r:embed="rId104"/>
                <a:stretch>
                  <a:fillRect/>
                </a:stretch>
              </p:blipFill>
              <p:spPr>
                <a:xfrm>
                  <a:off x="631215" y="5214945"/>
                  <a:ext cx="129600" cy="23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5">
            <p14:nvContentPartPr>
              <p14:cNvPr id="2060" name="Ink 2059">
                <a:extLst>
                  <a:ext uri="{FF2B5EF4-FFF2-40B4-BE49-F238E27FC236}">
                    <a16:creationId xmlns:a16="http://schemas.microsoft.com/office/drawing/2014/main" id="{779C6E5A-7374-16CE-A5FD-7FE6DD4D7C68}"/>
                  </a:ext>
                </a:extLst>
              </p14:cNvPr>
              <p14:cNvContentPartPr/>
              <p14:nvPr/>
            </p14:nvContentPartPr>
            <p14:xfrm>
              <a:off x="579015" y="5718225"/>
              <a:ext cx="172800" cy="235080"/>
            </p14:xfrm>
          </p:contentPart>
        </mc:Choice>
        <mc:Fallback xmlns="">
          <p:pic>
            <p:nvPicPr>
              <p:cNvPr id="2060" name="Ink 2059">
                <a:extLst>
                  <a:ext uri="{FF2B5EF4-FFF2-40B4-BE49-F238E27FC236}">
                    <a16:creationId xmlns:a16="http://schemas.microsoft.com/office/drawing/2014/main" id="{779C6E5A-7374-16CE-A5FD-7FE6DD4D7C68}"/>
                  </a:ext>
                </a:extLst>
              </p:cNvPr>
              <p:cNvPicPr/>
              <p:nvPr/>
            </p:nvPicPr>
            <p:blipFill>
              <a:blip r:embed="rId106"/>
              <a:stretch>
                <a:fillRect/>
              </a:stretch>
            </p:blipFill>
            <p:spPr>
              <a:xfrm>
                <a:off x="570375" y="5709585"/>
                <a:ext cx="190440" cy="252720"/>
              </a:xfrm>
              <a:prstGeom prst="rect">
                <a:avLst/>
              </a:prstGeom>
            </p:spPr>
          </p:pic>
        </mc:Fallback>
      </mc:AlternateContent>
      <p:grpSp>
        <p:nvGrpSpPr>
          <p:cNvPr id="2063" name="Group 2062">
            <a:extLst>
              <a:ext uri="{FF2B5EF4-FFF2-40B4-BE49-F238E27FC236}">
                <a16:creationId xmlns:a16="http://schemas.microsoft.com/office/drawing/2014/main" id="{58C355D4-93CC-7492-537F-9B3383FAD997}"/>
              </a:ext>
            </a:extLst>
          </p:cNvPr>
          <p:cNvGrpSpPr/>
          <p:nvPr/>
        </p:nvGrpSpPr>
        <p:grpSpPr>
          <a:xfrm>
            <a:off x="625815" y="6136905"/>
            <a:ext cx="180720" cy="236520"/>
            <a:chOff x="625815" y="6136905"/>
            <a:chExt cx="180720" cy="236520"/>
          </a:xfrm>
        </p:grpSpPr>
        <mc:AlternateContent xmlns:mc="http://schemas.openxmlformats.org/markup-compatibility/2006" xmlns:p14="http://schemas.microsoft.com/office/powerpoint/2010/main">
          <mc:Choice Requires="p14">
            <p:contentPart p14:bwMode="auto" r:id="rId107">
              <p14:nvContentPartPr>
                <p14:cNvPr id="2061" name="Ink 2060">
                  <a:extLst>
                    <a:ext uri="{FF2B5EF4-FFF2-40B4-BE49-F238E27FC236}">
                      <a16:creationId xmlns:a16="http://schemas.microsoft.com/office/drawing/2014/main" id="{B5042D09-ECA8-1702-34ED-A38B2B0F2C43}"/>
                    </a:ext>
                  </a:extLst>
                </p14:cNvPr>
                <p14:cNvContentPartPr/>
                <p14:nvPr/>
              </p14:nvContentPartPr>
              <p14:xfrm>
                <a:off x="625815" y="6136905"/>
                <a:ext cx="139680" cy="236520"/>
              </p14:xfrm>
            </p:contentPart>
          </mc:Choice>
          <mc:Fallback xmlns="">
            <p:pic>
              <p:nvPicPr>
                <p:cNvPr id="2061" name="Ink 2060">
                  <a:extLst>
                    <a:ext uri="{FF2B5EF4-FFF2-40B4-BE49-F238E27FC236}">
                      <a16:creationId xmlns:a16="http://schemas.microsoft.com/office/drawing/2014/main" id="{B5042D09-ECA8-1702-34ED-A38B2B0F2C43}"/>
                    </a:ext>
                  </a:extLst>
                </p:cNvPr>
                <p:cNvPicPr/>
                <p:nvPr/>
              </p:nvPicPr>
              <p:blipFill>
                <a:blip r:embed="rId108"/>
                <a:stretch>
                  <a:fillRect/>
                </a:stretch>
              </p:blipFill>
              <p:spPr>
                <a:xfrm>
                  <a:off x="616815" y="6128265"/>
                  <a:ext cx="15732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2062" name="Ink 2061">
                  <a:extLst>
                    <a:ext uri="{FF2B5EF4-FFF2-40B4-BE49-F238E27FC236}">
                      <a16:creationId xmlns:a16="http://schemas.microsoft.com/office/drawing/2014/main" id="{74E17F33-96BB-C421-1D7D-4CB1F3673ACA}"/>
                    </a:ext>
                  </a:extLst>
                </p14:cNvPr>
                <p14:cNvContentPartPr/>
                <p14:nvPr/>
              </p14:nvContentPartPr>
              <p14:xfrm>
                <a:off x="636255" y="6306825"/>
                <a:ext cx="170280" cy="21240"/>
              </p14:xfrm>
            </p:contentPart>
          </mc:Choice>
          <mc:Fallback xmlns="">
            <p:pic>
              <p:nvPicPr>
                <p:cNvPr id="2062" name="Ink 2061">
                  <a:extLst>
                    <a:ext uri="{FF2B5EF4-FFF2-40B4-BE49-F238E27FC236}">
                      <a16:creationId xmlns:a16="http://schemas.microsoft.com/office/drawing/2014/main" id="{74E17F33-96BB-C421-1D7D-4CB1F3673ACA}"/>
                    </a:ext>
                  </a:extLst>
                </p:cNvPr>
                <p:cNvPicPr/>
                <p:nvPr/>
              </p:nvPicPr>
              <p:blipFill>
                <a:blip r:embed="rId110"/>
                <a:stretch>
                  <a:fillRect/>
                </a:stretch>
              </p:blipFill>
              <p:spPr>
                <a:xfrm>
                  <a:off x="627255" y="6298185"/>
                  <a:ext cx="187920" cy="38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1">
            <p14:nvContentPartPr>
              <p14:cNvPr id="2066" name="Ink 2065">
                <a:extLst>
                  <a:ext uri="{FF2B5EF4-FFF2-40B4-BE49-F238E27FC236}">
                    <a16:creationId xmlns:a16="http://schemas.microsoft.com/office/drawing/2014/main" id="{CCDDA7C7-A075-5BA7-BF83-9EF8E55B845A}"/>
                  </a:ext>
                </a:extLst>
              </p14:cNvPr>
              <p14:cNvContentPartPr/>
              <p14:nvPr/>
            </p14:nvContentPartPr>
            <p14:xfrm>
              <a:off x="1690695" y="3338985"/>
              <a:ext cx="146520" cy="207000"/>
            </p14:xfrm>
          </p:contentPart>
        </mc:Choice>
        <mc:Fallback xmlns="">
          <p:pic>
            <p:nvPicPr>
              <p:cNvPr id="2066" name="Ink 2065">
                <a:extLst>
                  <a:ext uri="{FF2B5EF4-FFF2-40B4-BE49-F238E27FC236}">
                    <a16:creationId xmlns:a16="http://schemas.microsoft.com/office/drawing/2014/main" id="{CCDDA7C7-A075-5BA7-BF83-9EF8E55B845A}"/>
                  </a:ext>
                </a:extLst>
              </p:cNvPr>
              <p:cNvPicPr/>
              <p:nvPr/>
            </p:nvPicPr>
            <p:blipFill>
              <a:blip r:embed="rId112"/>
              <a:stretch>
                <a:fillRect/>
              </a:stretch>
            </p:blipFill>
            <p:spPr>
              <a:xfrm>
                <a:off x="1681695" y="3330345"/>
                <a:ext cx="164160" cy="224640"/>
              </a:xfrm>
              <a:prstGeom prst="rect">
                <a:avLst/>
              </a:prstGeom>
            </p:spPr>
          </p:pic>
        </mc:Fallback>
      </mc:AlternateContent>
      <p:grpSp>
        <p:nvGrpSpPr>
          <p:cNvPr id="2069" name="Group 2068">
            <a:extLst>
              <a:ext uri="{FF2B5EF4-FFF2-40B4-BE49-F238E27FC236}">
                <a16:creationId xmlns:a16="http://schemas.microsoft.com/office/drawing/2014/main" id="{335DEFF1-255A-0A6C-FBFD-08EC120BD687}"/>
              </a:ext>
            </a:extLst>
          </p:cNvPr>
          <p:cNvGrpSpPr/>
          <p:nvPr/>
        </p:nvGrpSpPr>
        <p:grpSpPr>
          <a:xfrm>
            <a:off x="1597095" y="3821025"/>
            <a:ext cx="157680" cy="301680"/>
            <a:chOff x="1597095" y="3821025"/>
            <a:chExt cx="157680" cy="301680"/>
          </a:xfrm>
        </p:grpSpPr>
        <mc:AlternateContent xmlns:mc="http://schemas.openxmlformats.org/markup-compatibility/2006" xmlns:p14="http://schemas.microsoft.com/office/powerpoint/2010/main">
          <mc:Choice Requires="p14">
            <p:contentPart p14:bwMode="auto" r:id="rId113">
              <p14:nvContentPartPr>
                <p14:cNvPr id="2067" name="Ink 2066">
                  <a:extLst>
                    <a:ext uri="{FF2B5EF4-FFF2-40B4-BE49-F238E27FC236}">
                      <a16:creationId xmlns:a16="http://schemas.microsoft.com/office/drawing/2014/main" id="{FCC7EA31-B84F-7590-B43F-311D42108FF4}"/>
                    </a:ext>
                  </a:extLst>
                </p14:cNvPr>
                <p14:cNvContentPartPr/>
                <p14:nvPr/>
              </p14:nvContentPartPr>
              <p14:xfrm>
                <a:off x="1597095" y="3821025"/>
                <a:ext cx="140400" cy="138960"/>
              </p14:xfrm>
            </p:contentPart>
          </mc:Choice>
          <mc:Fallback xmlns="">
            <p:pic>
              <p:nvPicPr>
                <p:cNvPr id="2067" name="Ink 2066">
                  <a:extLst>
                    <a:ext uri="{FF2B5EF4-FFF2-40B4-BE49-F238E27FC236}">
                      <a16:creationId xmlns:a16="http://schemas.microsoft.com/office/drawing/2014/main" id="{FCC7EA31-B84F-7590-B43F-311D42108FF4}"/>
                    </a:ext>
                  </a:extLst>
                </p:cNvPr>
                <p:cNvPicPr/>
                <p:nvPr/>
              </p:nvPicPr>
              <p:blipFill>
                <a:blip r:embed="rId114"/>
                <a:stretch>
                  <a:fillRect/>
                </a:stretch>
              </p:blipFill>
              <p:spPr>
                <a:xfrm>
                  <a:off x="1588455" y="3812025"/>
                  <a:ext cx="15804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2068" name="Ink 2067">
                  <a:extLst>
                    <a:ext uri="{FF2B5EF4-FFF2-40B4-BE49-F238E27FC236}">
                      <a16:creationId xmlns:a16="http://schemas.microsoft.com/office/drawing/2014/main" id="{2D2DA576-0FBD-873A-30A6-6D3F899B3D4D}"/>
                    </a:ext>
                  </a:extLst>
                </p14:cNvPr>
                <p14:cNvContentPartPr/>
                <p14:nvPr/>
              </p14:nvContentPartPr>
              <p14:xfrm>
                <a:off x="1721295" y="3879345"/>
                <a:ext cx="33480" cy="243360"/>
              </p14:xfrm>
            </p:contentPart>
          </mc:Choice>
          <mc:Fallback xmlns="">
            <p:pic>
              <p:nvPicPr>
                <p:cNvPr id="2068" name="Ink 2067">
                  <a:extLst>
                    <a:ext uri="{FF2B5EF4-FFF2-40B4-BE49-F238E27FC236}">
                      <a16:creationId xmlns:a16="http://schemas.microsoft.com/office/drawing/2014/main" id="{2D2DA576-0FBD-873A-30A6-6D3F899B3D4D}"/>
                    </a:ext>
                  </a:extLst>
                </p:cNvPr>
                <p:cNvPicPr/>
                <p:nvPr/>
              </p:nvPicPr>
              <p:blipFill>
                <a:blip r:embed="rId116"/>
                <a:stretch>
                  <a:fillRect/>
                </a:stretch>
              </p:blipFill>
              <p:spPr>
                <a:xfrm>
                  <a:off x="1712295" y="3870705"/>
                  <a:ext cx="51120" cy="261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7">
            <p14:nvContentPartPr>
              <p14:cNvPr id="2070" name="Ink 2069">
                <a:extLst>
                  <a:ext uri="{FF2B5EF4-FFF2-40B4-BE49-F238E27FC236}">
                    <a16:creationId xmlns:a16="http://schemas.microsoft.com/office/drawing/2014/main" id="{4886B794-AEC5-6181-1073-7E8041BA7F3D}"/>
                  </a:ext>
                </a:extLst>
              </p14:cNvPr>
              <p14:cNvContentPartPr/>
              <p14:nvPr/>
            </p14:nvContentPartPr>
            <p14:xfrm>
              <a:off x="1561455" y="4286865"/>
              <a:ext cx="158760" cy="240840"/>
            </p14:xfrm>
          </p:contentPart>
        </mc:Choice>
        <mc:Fallback xmlns="">
          <p:pic>
            <p:nvPicPr>
              <p:cNvPr id="2070" name="Ink 2069">
                <a:extLst>
                  <a:ext uri="{FF2B5EF4-FFF2-40B4-BE49-F238E27FC236}">
                    <a16:creationId xmlns:a16="http://schemas.microsoft.com/office/drawing/2014/main" id="{4886B794-AEC5-6181-1073-7E8041BA7F3D}"/>
                  </a:ext>
                </a:extLst>
              </p:cNvPr>
              <p:cNvPicPr/>
              <p:nvPr/>
            </p:nvPicPr>
            <p:blipFill>
              <a:blip r:embed="rId118"/>
              <a:stretch>
                <a:fillRect/>
              </a:stretch>
            </p:blipFill>
            <p:spPr>
              <a:xfrm>
                <a:off x="1552815" y="4277865"/>
                <a:ext cx="17640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2071" name="Ink 2070">
                <a:extLst>
                  <a:ext uri="{FF2B5EF4-FFF2-40B4-BE49-F238E27FC236}">
                    <a16:creationId xmlns:a16="http://schemas.microsoft.com/office/drawing/2014/main" id="{E8E11C88-9897-DBC8-7C51-679D386D8F11}"/>
                  </a:ext>
                </a:extLst>
              </p14:cNvPr>
              <p14:cNvContentPartPr/>
              <p14:nvPr/>
            </p14:nvContentPartPr>
            <p14:xfrm>
              <a:off x="1508895" y="4742985"/>
              <a:ext cx="162360" cy="275760"/>
            </p14:xfrm>
          </p:contentPart>
        </mc:Choice>
        <mc:Fallback xmlns="">
          <p:pic>
            <p:nvPicPr>
              <p:cNvPr id="2071" name="Ink 2070">
                <a:extLst>
                  <a:ext uri="{FF2B5EF4-FFF2-40B4-BE49-F238E27FC236}">
                    <a16:creationId xmlns:a16="http://schemas.microsoft.com/office/drawing/2014/main" id="{E8E11C88-9897-DBC8-7C51-679D386D8F11}"/>
                  </a:ext>
                </a:extLst>
              </p:cNvPr>
              <p:cNvPicPr/>
              <p:nvPr/>
            </p:nvPicPr>
            <p:blipFill>
              <a:blip r:embed="rId120"/>
              <a:stretch>
                <a:fillRect/>
              </a:stretch>
            </p:blipFill>
            <p:spPr>
              <a:xfrm>
                <a:off x="1499895" y="4733985"/>
                <a:ext cx="180000" cy="293400"/>
              </a:xfrm>
              <a:prstGeom prst="rect">
                <a:avLst/>
              </a:prstGeom>
            </p:spPr>
          </p:pic>
        </mc:Fallback>
      </mc:AlternateContent>
      <p:grpSp>
        <p:nvGrpSpPr>
          <p:cNvPr id="2081" name="Group 2080">
            <a:extLst>
              <a:ext uri="{FF2B5EF4-FFF2-40B4-BE49-F238E27FC236}">
                <a16:creationId xmlns:a16="http://schemas.microsoft.com/office/drawing/2014/main" id="{0B1E59A9-00CC-0A89-66D4-EF427DF0FAB8}"/>
              </a:ext>
            </a:extLst>
          </p:cNvPr>
          <p:cNvGrpSpPr/>
          <p:nvPr/>
        </p:nvGrpSpPr>
        <p:grpSpPr>
          <a:xfrm>
            <a:off x="1517175" y="5294505"/>
            <a:ext cx="223200" cy="217440"/>
            <a:chOff x="1517175" y="5294505"/>
            <a:chExt cx="223200" cy="217440"/>
          </a:xfrm>
        </p:grpSpPr>
        <mc:AlternateContent xmlns:mc="http://schemas.openxmlformats.org/markup-compatibility/2006" xmlns:p14="http://schemas.microsoft.com/office/powerpoint/2010/main">
          <mc:Choice Requires="p14">
            <p:contentPart p14:bwMode="auto" r:id="rId121">
              <p14:nvContentPartPr>
                <p14:cNvPr id="2072" name="Ink 2071">
                  <a:extLst>
                    <a:ext uri="{FF2B5EF4-FFF2-40B4-BE49-F238E27FC236}">
                      <a16:creationId xmlns:a16="http://schemas.microsoft.com/office/drawing/2014/main" id="{15581894-6B6E-455F-105B-94B6BBCFEEA3}"/>
                    </a:ext>
                  </a:extLst>
                </p14:cNvPr>
                <p14:cNvContentPartPr/>
                <p14:nvPr/>
              </p14:nvContentPartPr>
              <p14:xfrm>
                <a:off x="1517175" y="5294505"/>
                <a:ext cx="19080" cy="180360"/>
              </p14:xfrm>
            </p:contentPart>
          </mc:Choice>
          <mc:Fallback xmlns="">
            <p:pic>
              <p:nvPicPr>
                <p:cNvPr id="2072" name="Ink 2071">
                  <a:extLst>
                    <a:ext uri="{FF2B5EF4-FFF2-40B4-BE49-F238E27FC236}">
                      <a16:creationId xmlns:a16="http://schemas.microsoft.com/office/drawing/2014/main" id="{15581894-6B6E-455F-105B-94B6BBCFEEA3}"/>
                    </a:ext>
                  </a:extLst>
                </p:cNvPr>
                <p:cNvPicPr/>
                <p:nvPr/>
              </p:nvPicPr>
              <p:blipFill>
                <a:blip r:embed="rId122"/>
                <a:stretch>
                  <a:fillRect/>
                </a:stretch>
              </p:blipFill>
              <p:spPr>
                <a:xfrm>
                  <a:off x="1508175" y="5285505"/>
                  <a:ext cx="3672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2073" name="Ink 2072">
                  <a:extLst>
                    <a:ext uri="{FF2B5EF4-FFF2-40B4-BE49-F238E27FC236}">
                      <a16:creationId xmlns:a16="http://schemas.microsoft.com/office/drawing/2014/main" id="{6782BD0D-5B06-597A-011B-899238ECC097}"/>
                    </a:ext>
                  </a:extLst>
                </p14:cNvPr>
                <p14:cNvContentPartPr/>
                <p14:nvPr/>
              </p14:nvContentPartPr>
              <p14:xfrm>
                <a:off x="1610415" y="5350305"/>
                <a:ext cx="129960" cy="161640"/>
              </p14:xfrm>
            </p:contentPart>
          </mc:Choice>
          <mc:Fallback xmlns="">
            <p:pic>
              <p:nvPicPr>
                <p:cNvPr id="2073" name="Ink 2072">
                  <a:extLst>
                    <a:ext uri="{FF2B5EF4-FFF2-40B4-BE49-F238E27FC236}">
                      <a16:creationId xmlns:a16="http://schemas.microsoft.com/office/drawing/2014/main" id="{6782BD0D-5B06-597A-011B-899238ECC097}"/>
                    </a:ext>
                  </a:extLst>
                </p:cNvPr>
                <p:cNvPicPr/>
                <p:nvPr/>
              </p:nvPicPr>
              <p:blipFill>
                <a:blip r:embed="rId124"/>
                <a:stretch>
                  <a:fillRect/>
                </a:stretch>
              </p:blipFill>
              <p:spPr>
                <a:xfrm>
                  <a:off x="1601775" y="5341665"/>
                  <a:ext cx="147600" cy="179280"/>
                </a:xfrm>
                <a:prstGeom prst="rect">
                  <a:avLst/>
                </a:prstGeom>
              </p:spPr>
            </p:pic>
          </mc:Fallback>
        </mc:AlternateContent>
      </p:grpSp>
      <p:grpSp>
        <p:nvGrpSpPr>
          <p:cNvPr id="2080" name="Group 2079">
            <a:extLst>
              <a:ext uri="{FF2B5EF4-FFF2-40B4-BE49-F238E27FC236}">
                <a16:creationId xmlns:a16="http://schemas.microsoft.com/office/drawing/2014/main" id="{C7123CA4-DB6E-DBF8-6053-3E3985F1A308}"/>
              </a:ext>
            </a:extLst>
          </p:cNvPr>
          <p:cNvGrpSpPr/>
          <p:nvPr/>
        </p:nvGrpSpPr>
        <p:grpSpPr>
          <a:xfrm>
            <a:off x="1530135" y="5798505"/>
            <a:ext cx="237240" cy="235800"/>
            <a:chOff x="1530135" y="5798505"/>
            <a:chExt cx="237240" cy="235800"/>
          </a:xfrm>
        </p:grpSpPr>
        <mc:AlternateContent xmlns:mc="http://schemas.openxmlformats.org/markup-compatibility/2006" xmlns:p14="http://schemas.microsoft.com/office/powerpoint/2010/main">
          <mc:Choice Requires="p14">
            <p:contentPart p14:bwMode="auto" r:id="rId125">
              <p14:nvContentPartPr>
                <p14:cNvPr id="2074" name="Ink 2073">
                  <a:extLst>
                    <a:ext uri="{FF2B5EF4-FFF2-40B4-BE49-F238E27FC236}">
                      <a16:creationId xmlns:a16="http://schemas.microsoft.com/office/drawing/2014/main" id="{88E40F54-67DE-3CD2-8AF1-AFE0B480ED61}"/>
                    </a:ext>
                  </a:extLst>
                </p14:cNvPr>
                <p14:cNvContentPartPr/>
                <p14:nvPr/>
              </p14:nvContentPartPr>
              <p14:xfrm>
                <a:off x="1530135" y="5798505"/>
                <a:ext cx="30600" cy="220320"/>
              </p14:xfrm>
            </p:contentPart>
          </mc:Choice>
          <mc:Fallback xmlns="">
            <p:pic>
              <p:nvPicPr>
                <p:cNvPr id="2074" name="Ink 2073">
                  <a:extLst>
                    <a:ext uri="{FF2B5EF4-FFF2-40B4-BE49-F238E27FC236}">
                      <a16:creationId xmlns:a16="http://schemas.microsoft.com/office/drawing/2014/main" id="{88E40F54-67DE-3CD2-8AF1-AFE0B480ED61}"/>
                    </a:ext>
                  </a:extLst>
                </p:cNvPr>
                <p:cNvPicPr/>
                <p:nvPr/>
              </p:nvPicPr>
              <p:blipFill>
                <a:blip r:embed="rId126"/>
                <a:stretch>
                  <a:fillRect/>
                </a:stretch>
              </p:blipFill>
              <p:spPr>
                <a:xfrm>
                  <a:off x="1521495" y="5789865"/>
                  <a:ext cx="4824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2075" name="Ink 2074">
                  <a:extLst>
                    <a:ext uri="{FF2B5EF4-FFF2-40B4-BE49-F238E27FC236}">
                      <a16:creationId xmlns:a16="http://schemas.microsoft.com/office/drawing/2014/main" id="{A3048087-52D2-89C7-39EE-7DB7149BB40E}"/>
                    </a:ext>
                  </a:extLst>
                </p14:cNvPr>
                <p14:cNvContentPartPr/>
                <p14:nvPr/>
              </p14:nvContentPartPr>
              <p14:xfrm>
                <a:off x="1636335" y="5817945"/>
                <a:ext cx="131040" cy="216360"/>
              </p14:xfrm>
            </p:contentPart>
          </mc:Choice>
          <mc:Fallback xmlns="">
            <p:pic>
              <p:nvPicPr>
                <p:cNvPr id="2075" name="Ink 2074">
                  <a:extLst>
                    <a:ext uri="{FF2B5EF4-FFF2-40B4-BE49-F238E27FC236}">
                      <a16:creationId xmlns:a16="http://schemas.microsoft.com/office/drawing/2014/main" id="{A3048087-52D2-89C7-39EE-7DB7149BB40E}"/>
                    </a:ext>
                  </a:extLst>
                </p:cNvPr>
                <p:cNvPicPr/>
                <p:nvPr/>
              </p:nvPicPr>
              <p:blipFill>
                <a:blip r:embed="rId128"/>
                <a:stretch>
                  <a:fillRect/>
                </a:stretch>
              </p:blipFill>
              <p:spPr>
                <a:xfrm>
                  <a:off x="1627695" y="5809305"/>
                  <a:ext cx="148680" cy="234000"/>
                </a:xfrm>
                <a:prstGeom prst="rect">
                  <a:avLst/>
                </a:prstGeom>
              </p:spPr>
            </p:pic>
          </mc:Fallback>
        </mc:AlternateContent>
      </p:grpSp>
      <p:grpSp>
        <p:nvGrpSpPr>
          <p:cNvPr id="2079" name="Group 2078">
            <a:extLst>
              <a:ext uri="{FF2B5EF4-FFF2-40B4-BE49-F238E27FC236}">
                <a16:creationId xmlns:a16="http://schemas.microsoft.com/office/drawing/2014/main" id="{59856578-5488-CC16-4E2B-62ABC6AD47E6}"/>
              </a:ext>
            </a:extLst>
          </p:cNvPr>
          <p:cNvGrpSpPr/>
          <p:nvPr/>
        </p:nvGrpSpPr>
        <p:grpSpPr>
          <a:xfrm>
            <a:off x="1422135" y="6307545"/>
            <a:ext cx="288720" cy="257040"/>
            <a:chOff x="1422135" y="6307545"/>
            <a:chExt cx="288720" cy="257040"/>
          </a:xfrm>
        </p:grpSpPr>
        <mc:AlternateContent xmlns:mc="http://schemas.openxmlformats.org/markup-compatibility/2006" xmlns:p14="http://schemas.microsoft.com/office/powerpoint/2010/main">
          <mc:Choice Requires="p14">
            <p:contentPart p14:bwMode="auto" r:id="rId129">
              <p14:nvContentPartPr>
                <p14:cNvPr id="2076" name="Ink 2075">
                  <a:extLst>
                    <a:ext uri="{FF2B5EF4-FFF2-40B4-BE49-F238E27FC236}">
                      <a16:creationId xmlns:a16="http://schemas.microsoft.com/office/drawing/2014/main" id="{4423C758-3835-647C-1463-B6FFE71339E0}"/>
                    </a:ext>
                  </a:extLst>
                </p14:cNvPr>
                <p14:cNvContentPartPr/>
                <p14:nvPr/>
              </p14:nvContentPartPr>
              <p14:xfrm>
                <a:off x="1422135" y="6307545"/>
                <a:ext cx="73080" cy="213120"/>
              </p14:xfrm>
            </p:contentPart>
          </mc:Choice>
          <mc:Fallback xmlns="">
            <p:pic>
              <p:nvPicPr>
                <p:cNvPr id="2076" name="Ink 2075">
                  <a:extLst>
                    <a:ext uri="{FF2B5EF4-FFF2-40B4-BE49-F238E27FC236}">
                      <a16:creationId xmlns:a16="http://schemas.microsoft.com/office/drawing/2014/main" id="{4423C758-3835-647C-1463-B6FFE71339E0}"/>
                    </a:ext>
                  </a:extLst>
                </p:cNvPr>
                <p:cNvPicPr/>
                <p:nvPr/>
              </p:nvPicPr>
              <p:blipFill>
                <a:blip r:embed="rId130"/>
                <a:stretch>
                  <a:fillRect/>
                </a:stretch>
              </p:blipFill>
              <p:spPr>
                <a:xfrm>
                  <a:off x="1413135" y="6298545"/>
                  <a:ext cx="9072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2077" name="Ink 2076">
                  <a:extLst>
                    <a:ext uri="{FF2B5EF4-FFF2-40B4-BE49-F238E27FC236}">
                      <a16:creationId xmlns:a16="http://schemas.microsoft.com/office/drawing/2014/main" id="{166964E6-A08E-BEF0-4F9F-D97C97096B73}"/>
                    </a:ext>
                  </a:extLst>
                </p14:cNvPr>
                <p14:cNvContentPartPr/>
                <p14:nvPr/>
              </p14:nvContentPartPr>
              <p14:xfrm>
                <a:off x="1572975" y="6330585"/>
                <a:ext cx="66600" cy="142560"/>
              </p14:xfrm>
            </p:contentPart>
          </mc:Choice>
          <mc:Fallback xmlns="">
            <p:pic>
              <p:nvPicPr>
                <p:cNvPr id="2077" name="Ink 2076">
                  <a:extLst>
                    <a:ext uri="{FF2B5EF4-FFF2-40B4-BE49-F238E27FC236}">
                      <a16:creationId xmlns:a16="http://schemas.microsoft.com/office/drawing/2014/main" id="{166964E6-A08E-BEF0-4F9F-D97C97096B73}"/>
                    </a:ext>
                  </a:extLst>
                </p:cNvPr>
                <p:cNvPicPr/>
                <p:nvPr/>
              </p:nvPicPr>
              <p:blipFill>
                <a:blip r:embed="rId132"/>
                <a:stretch>
                  <a:fillRect/>
                </a:stretch>
              </p:blipFill>
              <p:spPr>
                <a:xfrm>
                  <a:off x="1563975" y="6321585"/>
                  <a:ext cx="8424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2078" name="Ink 2077">
                  <a:extLst>
                    <a:ext uri="{FF2B5EF4-FFF2-40B4-BE49-F238E27FC236}">
                      <a16:creationId xmlns:a16="http://schemas.microsoft.com/office/drawing/2014/main" id="{F6112CE8-6CAF-E127-5FC4-DCD3B81C3437}"/>
                    </a:ext>
                  </a:extLst>
                </p14:cNvPr>
                <p14:cNvContentPartPr/>
                <p14:nvPr/>
              </p14:nvContentPartPr>
              <p14:xfrm>
                <a:off x="1683135" y="6354705"/>
                <a:ext cx="27720" cy="209880"/>
              </p14:xfrm>
            </p:contentPart>
          </mc:Choice>
          <mc:Fallback xmlns="">
            <p:pic>
              <p:nvPicPr>
                <p:cNvPr id="2078" name="Ink 2077">
                  <a:extLst>
                    <a:ext uri="{FF2B5EF4-FFF2-40B4-BE49-F238E27FC236}">
                      <a16:creationId xmlns:a16="http://schemas.microsoft.com/office/drawing/2014/main" id="{F6112CE8-6CAF-E127-5FC4-DCD3B81C3437}"/>
                    </a:ext>
                  </a:extLst>
                </p:cNvPr>
                <p:cNvPicPr/>
                <p:nvPr/>
              </p:nvPicPr>
              <p:blipFill>
                <a:blip r:embed="rId134"/>
                <a:stretch>
                  <a:fillRect/>
                </a:stretch>
              </p:blipFill>
              <p:spPr>
                <a:xfrm>
                  <a:off x="1674135" y="6345705"/>
                  <a:ext cx="45360" cy="227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5">
            <p14:nvContentPartPr>
              <p14:cNvPr id="2082" name="Ink 2081">
                <a:extLst>
                  <a:ext uri="{FF2B5EF4-FFF2-40B4-BE49-F238E27FC236}">
                    <a16:creationId xmlns:a16="http://schemas.microsoft.com/office/drawing/2014/main" id="{6F336CB6-37C9-B126-D3B0-EB680E051E50}"/>
                  </a:ext>
                </a:extLst>
              </p14:cNvPr>
              <p14:cNvContentPartPr/>
              <p14:nvPr/>
            </p14:nvContentPartPr>
            <p14:xfrm>
              <a:off x="991575" y="3437985"/>
              <a:ext cx="381960" cy="157680"/>
            </p14:xfrm>
          </p:contentPart>
        </mc:Choice>
        <mc:Fallback xmlns="">
          <p:pic>
            <p:nvPicPr>
              <p:cNvPr id="2082" name="Ink 2081">
                <a:extLst>
                  <a:ext uri="{FF2B5EF4-FFF2-40B4-BE49-F238E27FC236}">
                    <a16:creationId xmlns:a16="http://schemas.microsoft.com/office/drawing/2014/main" id="{6F336CB6-37C9-B126-D3B0-EB680E051E50}"/>
                  </a:ext>
                </a:extLst>
              </p:cNvPr>
              <p:cNvPicPr/>
              <p:nvPr/>
            </p:nvPicPr>
            <p:blipFill>
              <a:blip r:embed="rId136"/>
              <a:stretch>
                <a:fillRect/>
              </a:stretch>
            </p:blipFill>
            <p:spPr>
              <a:xfrm>
                <a:off x="982575" y="3428985"/>
                <a:ext cx="399600" cy="175320"/>
              </a:xfrm>
              <a:prstGeom prst="rect">
                <a:avLst/>
              </a:prstGeom>
            </p:spPr>
          </p:pic>
        </mc:Fallback>
      </mc:AlternateContent>
      <p:grpSp>
        <p:nvGrpSpPr>
          <p:cNvPr id="2096" name="Group 2095">
            <a:extLst>
              <a:ext uri="{FF2B5EF4-FFF2-40B4-BE49-F238E27FC236}">
                <a16:creationId xmlns:a16="http://schemas.microsoft.com/office/drawing/2014/main" id="{C5C2B78D-D8DC-254E-E44E-57E5C7AEE288}"/>
              </a:ext>
            </a:extLst>
          </p:cNvPr>
          <p:cNvGrpSpPr/>
          <p:nvPr/>
        </p:nvGrpSpPr>
        <p:grpSpPr>
          <a:xfrm>
            <a:off x="1007775" y="3847305"/>
            <a:ext cx="294480" cy="189360"/>
            <a:chOff x="1007775" y="3847305"/>
            <a:chExt cx="294480" cy="189360"/>
          </a:xfrm>
        </p:grpSpPr>
        <mc:AlternateContent xmlns:mc="http://schemas.openxmlformats.org/markup-compatibility/2006" xmlns:p14="http://schemas.microsoft.com/office/powerpoint/2010/main">
          <mc:Choice Requires="p14">
            <p:contentPart p14:bwMode="auto" r:id="rId137">
              <p14:nvContentPartPr>
                <p14:cNvPr id="2083" name="Ink 2082">
                  <a:extLst>
                    <a:ext uri="{FF2B5EF4-FFF2-40B4-BE49-F238E27FC236}">
                      <a16:creationId xmlns:a16="http://schemas.microsoft.com/office/drawing/2014/main" id="{7791774A-9311-D76B-00A7-7C30175A2E50}"/>
                    </a:ext>
                  </a:extLst>
                </p14:cNvPr>
                <p14:cNvContentPartPr/>
                <p14:nvPr/>
              </p14:nvContentPartPr>
              <p14:xfrm>
                <a:off x="1007775" y="3911025"/>
                <a:ext cx="294480" cy="20160"/>
              </p14:xfrm>
            </p:contentPart>
          </mc:Choice>
          <mc:Fallback xmlns="">
            <p:pic>
              <p:nvPicPr>
                <p:cNvPr id="2083" name="Ink 2082">
                  <a:extLst>
                    <a:ext uri="{FF2B5EF4-FFF2-40B4-BE49-F238E27FC236}">
                      <a16:creationId xmlns:a16="http://schemas.microsoft.com/office/drawing/2014/main" id="{7791774A-9311-D76B-00A7-7C30175A2E50}"/>
                    </a:ext>
                  </a:extLst>
                </p:cNvPr>
                <p:cNvPicPr/>
                <p:nvPr/>
              </p:nvPicPr>
              <p:blipFill>
                <a:blip r:embed="rId138"/>
                <a:stretch>
                  <a:fillRect/>
                </a:stretch>
              </p:blipFill>
              <p:spPr>
                <a:xfrm>
                  <a:off x="998775" y="3902025"/>
                  <a:ext cx="31212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2084" name="Ink 2083">
                  <a:extLst>
                    <a:ext uri="{FF2B5EF4-FFF2-40B4-BE49-F238E27FC236}">
                      <a16:creationId xmlns:a16="http://schemas.microsoft.com/office/drawing/2014/main" id="{978B9A5A-7AA6-9C05-906C-57859FCDF77D}"/>
                    </a:ext>
                  </a:extLst>
                </p14:cNvPr>
                <p14:cNvContentPartPr/>
                <p14:nvPr/>
              </p14:nvContentPartPr>
              <p14:xfrm>
                <a:off x="1251135" y="3847305"/>
                <a:ext cx="38880" cy="189360"/>
              </p14:xfrm>
            </p:contentPart>
          </mc:Choice>
          <mc:Fallback xmlns="">
            <p:pic>
              <p:nvPicPr>
                <p:cNvPr id="2084" name="Ink 2083">
                  <a:extLst>
                    <a:ext uri="{FF2B5EF4-FFF2-40B4-BE49-F238E27FC236}">
                      <a16:creationId xmlns:a16="http://schemas.microsoft.com/office/drawing/2014/main" id="{978B9A5A-7AA6-9C05-906C-57859FCDF77D}"/>
                    </a:ext>
                  </a:extLst>
                </p:cNvPr>
                <p:cNvPicPr/>
                <p:nvPr/>
              </p:nvPicPr>
              <p:blipFill>
                <a:blip r:embed="rId140"/>
                <a:stretch>
                  <a:fillRect/>
                </a:stretch>
              </p:blipFill>
              <p:spPr>
                <a:xfrm>
                  <a:off x="1242135" y="3838665"/>
                  <a:ext cx="56520" cy="207000"/>
                </a:xfrm>
                <a:prstGeom prst="rect">
                  <a:avLst/>
                </a:prstGeom>
              </p:spPr>
            </p:pic>
          </mc:Fallback>
        </mc:AlternateContent>
      </p:grpSp>
      <p:grpSp>
        <p:nvGrpSpPr>
          <p:cNvPr id="2095" name="Group 2094">
            <a:extLst>
              <a:ext uri="{FF2B5EF4-FFF2-40B4-BE49-F238E27FC236}">
                <a16:creationId xmlns:a16="http://schemas.microsoft.com/office/drawing/2014/main" id="{72BF2CF8-A851-0678-9830-9B1E21A7AD33}"/>
              </a:ext>
            </a:extLst>
          </p:cNvPr>
          <p:cNvGrpSpPr/>
          <p:nvPr/>
        </p:nvGrpSpPr>
        <p:grpSpPr>
          <a:xfrm>
            <a:off x="1030455" y="4361745"/>
            <a:ext cx="232200" cy="181440"/>
            <a:chOff x="1030455" y="4361745"/>
            <a:chExt cx="232200" cy="181440"/>
          </a:xfrm>
        </p:grpSpPr>
        <mc:AlternateContent xmlns:mc="http://schemas.openxmlformats.org/markup-compatibility/2006" xmlns:p14="http://schemas.microsoft.com/office/powerpoint/2010/main">
          <mc:Choice Requires="p14">
            <p:contentPart p14:bwMode="auto" r:id="rId141">
              <p14:nvContentPartPr>
                <p14:cNvPr id="2085" name="Ink 2084">
                  <a:extLst>
                    <a:ext uri="{FF2B5EF4-FFF2-40B4-BE49-F238E27FC236}">
                      <a16:creationId xmlns:a16="http://schemas.microsoft.com/office/drawing/2014/main" id="{33B58E39-6997-53A4-6542-1B94FFF7FF79}"/>
                    </a:ext>
                  </a:extLst>
                </p14:cNvPr>
                <p14:cNvContentPartPr/>
                <p14:nvPr/>
              </p14:nvContentPartPr>
              <p14:xfrm>
                <a:off x="1030455" y="4422585"/>
                <a:ext cx="229680" cy="13320"/>
              </p14:xfrm>
            </p:contentPart>
          </mc:Choice>
          <mc:Fallback xmlns="">
            <p:pic>
              <p:nvPicPr>
                <p:cNvPr id="2085" name="Ink 2084">
                  <a:extLst>
                    <a:ext uri="{FF2B5EF4-FFF2-40B4-BE49-F238E27FC236}">
                      <a16:creationId xmlns:a16="http://schemas.microsoft.com/office/drawing/2014/main" id="{33B58E39-6997-53A4-6542-1B94FFF7FF79}"/>
                    </a:ext>
                  </a:extLst>
                </p:cNvPr>
                <p:cNvPicPr/>
                <p:nvPr/>
              </p:nvPicPr>
              <p:blipFill>
                <a:blip r:embed="rId142"/>
                <a:stretch>
                  <a:fillRect/>
                </a:stretch>
              </p:blipFill>
              <p:spPr>
                <a:xfrm>
                  <a:off x="1021815" y="4413945"/>
                  <a:ext cx="2473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2086" name="Ink 2085">
                  <a:extLst>
                    <a:ext uri="{FF2B5EF4-FFF2-40B4-BE49-F238E27FC236}">
                      <a16:creationId xmlns:a16="http://schemas.microsoft.com/office/drawing/2014/main" id="{B9ED6A7B-D520-5514-E4D9-71C354A04D9A}"/>
                    </a:ext>
                  </a:extLst>
                </p14:cNvPr>
                <p14:cNvContentPartPr/>
                <p14:nvPr/>
              </p14:nvContentPartPr>
              <p14:xfrm>
                <a:off x="1202535" y="4361745"/>
                <a:ext cx="60120" cy="181440"/>
              </p14:xfrm>
            </p:contentPart>
          </mc:Choice>
          <mc:Fallback xmlns="">
            <p:pic>
              <p:nvPicPr>
                <p:cNvPr id="2086" name="Ink 2085">
                  <a:extLst>
                    <a:ext uri="{FF2B5EF4-FFF2-40B4-BE49-F238E27FC236}">
                      <a16:creationId xmlns:a16="http://schemas.microsoft.com/office/drawing/2014/main" id="{B9ED6A7B-D520-5514-E4D9-71C354A04D9A}"/>
                    </a:ext>
                  </a:extLst>
                </p:cNvPr>
                <p:cNvPicPr/>
                <p:nvPr/>
              </p:nvPicPr>
              <p:blipFill>
                <a:blip r:embed="rId144"/>
                <a:stretch>
                  <a:fillRect/>
                </a:stretch>
              </p:blipFill>
              <p:spPr>
                <a:xfrm>
                  <a:off x="1193535" y="4353105"/>
                  <a:ext cx="77760" cy="199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5">
            <p14:nvContentPartPr>
              <p14:cNvPr id="2087" name="Ink 2086">
                <a:extLst>
                  <a:ext uri="{FF2B5EF4-FFF2-40B4-BE49-F238E27FC236}">
                    <a16:creationId xmlns:a16="http://schemas.microsoft.com/office/drawing/2014/main" id="{BBAAB07E-8D76-1526-E78C-D18650F9FBC7}"/>
                  </a:ext>
                </a:extLst>
              </p14:cNvPr>
              <p14:cNvContentPartPr/>
              <p14:nvPr/>
            </p14:nvContentPartPr>
            <p14:xfrm>
              <a:off x="980775" y="4831185"/>
              <a:ext cx="271800" cy="160920"/>
            </p14:xfrm>
          </p:contentPart>
        </mc:Choice>
        <mc:Fallback xmlns="">
          <p:pic>
            <p:nvPicPr>
              <p:cNvPr id="2087" name="Ink 2086">
                <a:extLst>
                  <a:ext uri="{FF2B5EF4-FFF2-40B4-BE49-F238E27FC236}">
                    <a16:creationId xmlns:a16="http://schemas.microsoft.com/office/drawing/2014/main" id="{BBAAB07E-8D76-1526-E78C-D18650F9FBC7}"/>
                  </a:ext>
                </a:extLst>
              </p:cNvPr>
              <p:cNvPicPr/>
              <p:nvPr/>
            </p:nvPicPr>
            <p:blipFill>
              <a:blip r:embed="rId146"/>
              <a:stretch>
                <a:fillRect/>
              </a:stretch>
            </p:blipFill>
            <p:spPr>
              <a:xfrm>
                <a:off x="972135" y="4822185"/>
                <a:ext cx="289440" cy="178560"/>
              </a:xfrm>
              <a:prstGeom prst="rect">
                <a:avLst/>
              </a:prstGeom>
            </p:spPr>
          </p:pic>
        </mc:Fallback>
      </mc:AlternateContent>
      <p:grpSp>
        <p:nvGrpSpPr>
          <p:cNvPr id="2094" name="Group 2093">
            <a:extLst>
              <a:ext uri="{FF2B5EF4-FFF2-40B4-BE49-F238E27FC236}">
                <a16:creationId xmlns:a16="http://schemas.microsoft.com/office/drawing/2014/main" id="{7413FE06-3577-DA51-AF12-BB1654AC5206}"/>
              </a:ext>
            </a:extLst>
          </p:cNvPr>
          <p:cNvGrpSpPr/>
          <p:nvPr/>
        </p:nvGrpSpPr>
        <p:grpSpPr>
          <a:xfrm>
            <a:off x="943335" y="5380185"/>
            <a:ext cx="272520" cy="146880"/>
            <a:chOff x="943335" y="5380185"/>
            <a:chExt cx="272520" cy="146880"/>
          </a:xfrm>
        </p:grpSpPr>
        <mc:AlternateContent xmlns:mc="http://schemas.openxmlformats.org/markup-compatibility/2006" xmlns:p14="http://schemas.microsoft.com/office/powerpoint/2010/main">
          <mc:Choice Requires="p14">
            <p:contentPart p14:bwMode="auto" r:id="rId147">
              <p14:nvContentPartPr>
                <p14:cNvPr id="2088" name="Ink 2087">
                  <a:extLst>
                    <a:ext uri="{FF2B5EF4-FFF2-40B4-BE49-F238E27FC236}">
                      <a16:creationId xmlns:a16="http://schemas.microsoft.com/office/drawing/2014/main" id="{9922F001-6DC0-6844-4381-8811AA4818FF}"/>
                    </a:ext>
                  </a:extLst>
                </p14:cNvPr>
                <p14:cNvContentPartPr/>
                <p14:nvPr/>
              </p14:nvContentPartPr>
              <p14:xfrm>
                <a:off x="943335" y="5421945"/>
                <a:ext cx="272520" cy="23760"/>
              </p14:xfrm>
            </p:contentPart>
          </mc:Choice>
          <mc:Fallback xmlns="">
            <p:pic>
              <p:nvPicPr>
                <p:cNvPr id="2088" name="Ink 2087">
                  <a:extLst>
                    <a:ext uri="{FF2B5EF4-FFF2-40B4-BE49-F238E27FC236}">
                      <a16:creationId xmlns:a16="http://schemas.microsoft.com/office/drawing/2014/main" id="{9922F001-6DC0-6844-4381-8811AA4818FF}"/>
                    </a:ext>
                  </a:extLst>
                </p:cNvPr>
                <p:cNvPicPr/>
                <p:nvPr/>
              </p:nvPicPr>
              <p:blipFill>
                <a:blip r:embed="rId148"/>
                <a:stretch>
                  <a:fillRect/>
                </a:stretch>
              </p:blipFill>
              <p:spPr>
                <a:xfrm>
                  <a:off x="934695" y="5413305"/>
                  <a:ext cx="2901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2089" name="Ink 2088">
                  <a:extLst>
                    <a:ext uri="{FF2B5EF4-FFF2-40B4-BE49-F238E27FC236}">
                      <a16:creationId xmlns:a16="http://schemas.microsoft.com/office/drawing/2014/main" id="{902F75E0-1CFD-F3BF-89B2-3E68F93E2FF7}"/>
                    </a:ext>
                  </a:extLst>
                </p14:cNvPr>
                <p14:cNvContentPartPr/>
                <p14:nvPr/>
              </p14:nvContentPartPr>
              <p14:xfrm>
                <a:off x="1161495" y="5380185"/>
                <a:ext cx="35640" cy="146880"/>
              </p14:xfrm>
            </p:contentPart>
          </mc:Choice>
          <mc:Fallback xmlns="">
            <p:pic>
              <p:nvPicPr>
                <p:cNvPr id="2089" name="Ink 2088">
                  <a:extLst>
                    <a:ext uri="{FF2B5EF4-FFF2-40B4-BE49-F238E27FC236}">
                      <a16:creationId xmlns:a16="http://schemas.microsoft.com/office/drawing/2014/main" id="{902F75E0-1CFD-F3BF-89B2-3E68F93E2FF7}"/>
                    </a:ext>
                  </a:extLst>
                </p:cNvPr>
                <p:cNvPicPr/>
                <p:nvPr/>
              </p:nvPicPr>
              <p:blipFill>
                <a:blip r:embed="rId150"/>
                <a:stretch>
                  <a:fillRect/>
                </a:stretch>
              </p:blipFill>
              <p:spPr>
                <a:xfrm>
                  <a:off x="1152855" y="5371545"/>
                  <a:ext cx="53280" cy="164520"/>
                </a:xfrm>
                <a:prstGeom prst="rect">
                  <a:avLst/>
                </a:prstGeom>
              </p:spPr>
            </p:pic>
          </mc:Fallback>
        </mc:AlternateContent>
      </p:grpSp>
      <p:grpSp>
        <p:nvGrpSpPr>
          <p:cNvPr id="2093" name="Group 2092">
            <a:extLst>
              <a:ext uri="{FF2B5EF4-FFF2-40B4-BE49-F238E27FC236}">
                <a16:creationId xmlns:a16="http://schemas.microsoft.com/office/drawing/2014/main" id="{8322FF63-81C0-93D1-911D-03B4C68B40C0}"/>
              </a:ext>
            </a:extLst>
          </p:cNvPr>
          <p:cNvGrpSpPr/>
          <p:nvPr/>
        </p:nvGrpSpPr>
        <p:grpSpPr>
          <a:xfrm>
            <a:off x="930375" y="5859705"/>
            <a:ext cx="331560" cy="178920"/>
            <a:chOff x="930375" y="5859705"/>
            <a:chExt cx="331560" cy="178920"/>
          </a:xfrm>
        </p:grpSpPr>
        <mc:AlternateContent xmlns:mc="http://schemas.openxmlformats.org/markup-compatibility/2006" xmlns:p14="http://schemas.microsoft.com/office/powerpoint/2010/main">
          <mc:Choice Requires="p14">
            <p:contentPart p14:bwMode="auto" r:id="rId151">
              <p14:nvContentPartPr>
                <p14:cNvPr id="2090" name="Ink 2089">
                  <a:extLst>
                    <a:ext uri="{FF2B5EF4-FFF2-40B4-BE49-F238E27FC236}">
                      <a16:creationId xmlns:a16="http://schemas.microsoft.com/office/drawing/2014/main" id="{824B1296-05CB-C698-54E9-DA691782691D}"/>
                    </a:ext>
                  </a:extLst>
                </p14:cNvPr>
                <p14:cNvContentPartPr/>
                <p14:nvPr/>
              </p14:nvContentPartPr>
              <p14:xfrm>
                <a:off x="930375" y="5914065"/>
                <a:ext cx="331560" cy="23760"/>
              </p14:xfrm>
            </p:contentPart>
          </mc:Choice>
          <mc:Fallback xmlns="">
            <p:pic>
              <p:nvPicPr>
                <p:cNvPr id="2090" name="Ink 2089">
                  <a:extLst>
                    <a:ext uri="{FF2B5EF4-FFF2-40B4-BE49-F238E27FC236}">
                      <a16:creationId xmlns:a16="http://schemas.microsoft.com/office/drawing/2014/main" id="{824B1296-05CB-C698-54E9-DA691782691D}"/>
                    </a:ext>
                  </a:extLst>
                </p:cNvPr>
                <p:cNvPicPr/>
                <p:nvPr/>
              </p:nvPicPr>
              <p:blipFill>
                <a:blip r:embed="rId152"/>
                <a:stretch>
                  <a:fillRect/>
                </a:stretch>
              </p:blipFill>
              <p:spPr>
                <a:xfrm>
                  <a:off x="921375" y="5905425"/>
                  <a:ext cx="3492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2091" name="Ink 2090">
                  <a:extLst>
                    <a:ext uri="{FF2B5EF4-FFF2-40B4-BE49-F238E27FC236}">
                      <a16:creationId xmlns:a16="http://schemas.microsoft.com/office/drawing/2014/main" id="{1CF2B980-193F-AEC9-E407-5FCFAE0F7FFC}"/>
                    </a:ext>
                  </a:extLst>
                </p14:cNvPr>
                <p14:cNvContentPartPr/>
                <p14:nvPr/>
              </p14:nvContentPartPr>
              <p14:xfrm>
                <a:off x="1182735" y="5859705"/>
                <a:ext cx="75600" cy="178920"/>
              </p14:xfrm>
            </p:contentPart>
          </mc:Choice>
          <mc:Fallback xmlns="">
            <p:pic>
              <p:nvPicPr>
                <p:cNvPr id="2091" name="Ink 2090">
                  <a:extLst>
                    <a:ext uri="{FF2B5EF4-FFF2-40B4-BE49-F238E27FC236}">
                      <a16:creationId xmlns:a16="http://schemas.microsoft.com/office/drawing/2014/main" id="{1CF2B980-193F-AEC9-E407-5FCFAE0F7FFC}"/>
                    </a:ext>
                  </a:extLst>
                </p:cNvPr>
                <p:cNvPicPr/>
                <p:nvPr/>
              </p:nvPicPr>
              <p:blipFill>
                <a:blip r:embed="rId154"/>
                <a:stretch>
                  <a:fillRect/>
                </a:stretch>
              </p:blipFill>
              <p:spPr>
                <a:xfrm>
                  <a:off x="1173735" y="5851065"/>
                  <a:ext cx="93240" cy="196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5">
            <p14:nvContentPartPr>
              <p14:cNvPr id="2092" name="Ink 2091">
                <a:extLst>
                  <a:ext uri="{FF2B5EF4-FFF2-40B4-BE49-F238E27FC236}">
                    <a16:creationId xmlns:a16="http://schemas.microsoft.com/office/drawing/2014/main" id="{90B86F33-C295-4930-E3B3-84DD485FFB87}"/>
                  </a:ext>
                </a:extLst>
              </p14:cNvPr>
              <p14:cNvContentPartPr/>
              <p14:nvPr/>
            </p14:nvContentPartPr>
            <p14:xfrm>
              <a:off x="1029375" y="6367305"/>
              <a:ext cx="290160" cy="159480"/>
            </p14:xfrm>
          </p:contentPart>
        </mc:Choice>
        <mc:Fallback xmlns="">
          <p:pic>
            <p:nvPicPr>
              <p:cNvPr id="2092" name="Ink 2091">
                <a:extLst>
                  <a:ext uri="{FF2B5EF4-FFF2-40B4-BE49-F238E27FC236}">
                    <a16:creationId xmlns:a16="http://schemas.microsoft.com/office/drawing/2014/main" id="{90B86F33-C295-4930-E3B3-84DD485FFB87}"/>
                  </a:ext>
                </a:extLst>
              </p:cNvPr>
              <p:cNvPicPr/>
              <p:nvPr/>
            </p:nvPicPr>
            <p:blipFill>
              <a:blip r:embed="rId156"/>
              <a:stretch>
                <a:fillRect/>
              </a:stretch>
            </p:blipFill>
            <p:spPr>
              <a:xfrm>
                <a:off x="1020735" y="6358305"/>
                <a:ext cx="307800" cy="177120"/>
              </a:xfrm>
              <a:prstGeom prst="rect">
                <a:avLst/>
              </a:prstGeom>
            </p:spPr>
          </p:pic>
        </mc:Fallback>
      </mc:AlternateContent>
      <p:grpSp>
        <p:nvGrpSpPr>
          <p:cNvPr id="2104" name="Group 2103">
            <a:extLst>
              <a:ext uri="{FF2B5EF4-FFF2-40B4-BE49-F238E27FC236}">
                <a16:creationId xmlns:a16="http://schemas.microsoft.com/office/drawing/2014/main" id="{696F074F-8683-BC52-5062-7582325EDB7A}"/>
              </a:ext>
            </a:extLst>
          </p:cNvPr>
          <p:cNvGrpSpPr/>
          <p:nvPr/>
        </p:nvGrpSpPr>
        <p:grpSpPr>
          <a:xfrm>
            <a:off x="2186055" y="4098945"/>
            <a:ext cx="630000" cy="323640"/>
            <a:chOff x="2186055" y="4098945"/>
            <a:chExt cx="630000" cy="323640"/>
          </a:xfrm>
        </p:grpSpPr>
        <mc:AlternateContent xmlns:mc="http://schemas.openxmlformats.org/markup-compatibility/2006" xmlns:p14="http://schemas.microsoft.com/office/powerpoint/2010/main">
          <mc:Choice Requires="p14">
            <p:contentPart p14:bwMode="auto" r:id="rId157">
              <p14:nvContentPartPr>
                <p14:cNvPr id="2097" name="Ink 2096">
                  <a:extLst>
                    <a:ext uri="{FF2B5EF4-FFF2-40B4-BE49-F238E27FC236}">
                      <a16:creationId xmlns:a16="http://schemas.microsoft.com/office/drawing/2014/main" id="{344394B4-02D7-1052-8ADC-9BD1DEB16B59}"/>
                    </a:ext>
                  </a:extLst>
                </p14:cNvPr>
                <p14:cNvContentPartPr/>
                <p14:nvPr/>
              </p14:nvContentPartPr>
              <p14:xfrm>
                <a:off x="2794815" y="4162665"/>
                <a:ext cx="21240" cy="148680"/>
              </p14:xfrm>
            </p:contentPart>
          </mc:Choice>
          <mc:Fallback xmlns="">
            <p:pic>
              <p:nvPicPr>
                <p:cNvPr id="2097" name="Ink 2096">
                  <a:extLst>
                    <a:ext uri="{FF2B5EF4-FFF2-40B4-BE49-F238E27FC236}">
                      <a16:creationId xmlns:a16="http://schemas.microsoft.com/office/drawing/2014/main" id="{344394B4-02D7-1052-8ADC-9BD1DEB16B59}"/>
                    </a:ext>
                  </a:extLst>
                </p:cNvPr>
                <p:cNvPicPr/>
                <p:nvPr/>
              </p:nvPicPr>
              <p:blipFill>
                <a:blip r:embed="rId158"/>
                <a:stretch>
                  <a:fillRect/>
                </a:stretch>
              </p:blipFill>
              <p:spPr>
                <a:xfrm>
                  <a:off x="2785815" y="4154025"/>
                  <a:ext cx="3888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2098" name="Ink 2097">
                  <a:extLst>
                    <a:ext uri="{FF2B5EF4-FFF2-40B4-BE49-F238E27FC236}">
                      <a16:creationId xmlns:a16="http://schemas.microsoft.com/office/drawing/2014/main" id="{C7D5A953-35EF-A944-8119-5A7811E7CCAA}"/>
                    </a:ext>
                  </a:extLst>
                </p14:cNvPr>
                <p14:cNvContentPartPr/>
                <p14:nvPr/>
              </p14:nvContentPartPr>
              <p14:xfrm>
                <a:off x="2632095" y="4196505"/>
                <a:ext cx="131400" cy="168120"/>
              </p14:xfrm>
            </p:contentPart>
          </mc:Choice>
          <mc:Fallback xmlns="">
            <p:pic>
              <p:nvPicPr>
                <p:cNvPr id="2098" name="Ink 2097">
                  <a:extLst>
                    <a:ext uri="{FF2B5EF4-FFF2-40B4-BE49-F238E27FC236}">
                      <a16:creationId xmlns:a16="http://schemas.microsoft.com/office/drawing/2014/main" id="{C7D5A953-35EF-A944-8119-5A7811E7CCAA}"/>
                    </a:ext>
                  </a:extLst>
                </p:cNvPr>
                <p:cNvPicPr/>
                <p:nvPr/>
              </p:nvPicPr>
              <p:blipFill>
                <a:blip r:embed="rId160"/>
                <a:stretch>
                  <a:fillRect/>
                </a:stretch>
              </p:blipFill>
              <p:spPr>
                <a:xfrm>
                  <a:off x="2623455" y="4187865"/>
                  <a:ext cx="1490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2099" name="Ink 2098">
                  <a:extLst>
                    <a:ext uri="{FF2B5EF4-FFF2-40B4-BE49-F238E27FC236}">
                      <a16:creationId xmlns:a16="http://schemas.microsoft.com/office/drawing/2014/main" id="{21F0CA3F-AB84-06BC-30AB-C67160DC8F08}"/>
                    </a:ext>
                  </a:extLst>
                </p14:cNvPr>
                <p14:cNvContentPartPr/>
                <p14:nvPr/>
              </p14:nvContentPartPr>
              <p14:xfrm>
                <a:off x="2641095" y="4234305"/>
                <a:ext cx="32760" cy="92160"/>
              </p14:xfrm>
            </p:contentPart>
          </mc:Choice>
          <mc:Fallback xmlns="">
            <p:pic>
              <p:nvPicPr>
                <p:cNvPr id="2099" name="Ink 2098">
                  <a:extLst>
                    <a:ext uri="{FF2B5EF4-FFF2-40B4-BE49-F238E27FC236}">
                      <a16:creationId xmlns:a16="http://schemas.microsoft.com/office/drawing/2014/main" id="{21F0CA3F-AB84-06BC-30AB-C67160DC8F08}"/>
                    </a:ext>
                  </a:extLst>
                </p:cNvPr>
                <p:cNvPicPr/>
                <p:nvPr/>
              </p:nvPicPr>
              <p:blipFill>
                <a:blip r:embed="rId162"/>
                <a:stretch>
                  <a:fillRect/>
                </a:stretch>
              </p:blipFill>
              <p:spPr>
                <a:xfrm>
                  <a:off x="2632095" y="4225305"/>
                  <a:ext cx="504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2100" name="Ink 2099">
                  <a:extLst>
                    <a:ext uri="{FF2B5EF4-FFF2-40B4-BE49-F238E27FC236}">
                      <a16:creationId xmlns:a16="http://schemas.microsoft.com/office/drawing/2014/main" id="{4E709C8A-2D89-7822-AF72-C706366CE932}"/>
                    </a:ext>
                  </a:extLst>
                </p14:cNvPr>
                <p14:cNvContentPartPr/>
                <p14:nvPr/>
              </p14:nvContentPartPr>
              <p14:xfrm>
                <a:off x="2574135" y="4098945"/>
                <a:ext cx="104400" cy="115920"/>
              </p14:xfrm>
            </p:contentPart>
          </mc:Choice>
          <mc:Fallback xmlns="">
            <p:pic>
              <p:nvPicPr>
                <p:cNvPr id="2100" name="Ink 2099">
                  <a:extLst>
                    <a:ext uri="{FF2B5EF4-FFF2-40B4-BE49-F238E27FC236}">
                      <a16:creationId xmlns:a16="http://schemas.microsoft.com/office/drawing/2014/main" id="{4E709C8A-2D89-7822-AF72-C706366CE932}"/>
                    </a:ext>
                  </a:extLst>
                </p:cNvPr>
                <p:cNvPicPr/>
                <p:nvPr/>
              </p:nvPicPr>
              <p:blipFill>
                <a:blip r:embed="rId164"/>
                <a:stretch>
                  <a:fillRect/>
                </a:stretch>
              </p:blipFill>
              <p:spPr>
                <a:xfrm>
                  <a:off x="2565135" y="4090305"/>
                  <a:ext cx="12204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2101" name="Ink 2100">
                  <a:extLst>
                    <a:ext uri="{FF2B5EF4-FFF2-40B4-BE49-F238E27FC236}">
                      <a16:creationId xmlns:a16="http://schemas.microsoft.com/office/drawing/2014/main" id="{812A7B61-2E57-FB7F-3EF5-D171EEE01D08}"/>
                    </a:ext>
                  </a:extLst>
                </p14:cNvPr>
                <p14:cNvContentPartPr/>
                <p14:nvPr/>
              </p14:nvContentPartPr>
              <p14:xfrm>
                <a:off x="2276415" y="4273185"/>
                <a:ext cx="278640" cy="149400"/>
              </p14:xfrm>
            </p:contentPart>
          </mc:Choice>
          <mc:Fallback xmlns="">
            <p:pic>
              <p:nvPicPr>
                <p:cNvPr id="2101" name="Ink 2100">
                  <a:extLst>
                    <a:ext uri="{FF2B5EF4-FFF2-40B4-BE49-F238E27FC236}">
                      <a16:creationId xmlns:a16="http://schemas.microsoft.com/office/drawing/2014/main" id="{812A7B61-2E57-FB7F-3EF5-D171EEE01D08}"/>
                    </a:ext>
                  </a:extLst>
                </p:cNvPr>
                <p:cNvPicPr/>
                <p:nvPr/>
              </p:nvPicPr>
              <p:blipFill>
                <a:blip r:embed="rId166"/>
                <a:stretch>
                  <a:fillRect/>
                </a:stretch>
              </p:blipFill>
              <p:spPr>
                <a:xfrm>
                  <a:off x="2267775" y="4264545"/>
                  <a:ext cx="2962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2102" name="Ink 2101">
                  <a:extLst>
                    <a:ext uri="{FF2B5EF4-FFF2-40B4-BE49-F238E27FC236}">
                      <a16:creationId xmlns:a16="http://schemas.microsoft.com/office/drawing/2014/main" id="{42748024-D8D2-33AB-0AC3-7A22395837C0}"/>
                    </a:ext>
                  </a:extLst>
                </p14:cNvPr>
                <p14:cNvContentPartPr/>
                <p14:nvPr/>
              </p14:nvContentPartPr>
              <p14:xfrm>
                <a:off x="2339775" y="4147185"/>
                <a:ext cx="17640" cy="148320"/>
              </p14:xfrm>
            </p:contentPart>
          </mc:Choice>
          <mc:Fallback xmlns="">
            <p:pic>
              <p:nvPicPr>
                <p:cNvPr id="2102" name="Ink 2101">
                  <a:extLst>
                    <a:ext uri="{FF2B5EF4-FFF2-40B4-BE49-F238E27FC236}">
                      <a16:creationId xmlns:a16="http://schemas.microsoft.com/office/drawing/2014/main" id="{42748024-D8D2-33AB-0AC3-7A22395837C0}"/>
                    </a:ext>
                  </a:extLst>
                </p:cNvPr>
                <p:cNvPicPr/>
                <p:nvPr/>
              </p:nvPicPr>
              <p:blipFill>
                <a:blip r:embed="rId168"/>
                <a:stretch>
                  <a:fillRect/>
                </a:stretch>
              </p:blipFill>
              <p:spPr>
                <a:xfrm>
                  <a:off x="2331135" y="4138545"/>
                  <a:ext cx="3528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2103" name="Ink 2102">
                  <a:extLst>
                    <a:ext uri="{FF2B5EF4-FFF2-40B4-BE49-F238E27FC236}">
                      <a16:creationId xmlns:a16="http://schemas.microsoft.com/office/drawing/2014/main" id="{2978C101-C3E8-ABDF-067E-E0E0190D4795}"/>
                    </a:ext>
                  </a:extLst>
                </p14:cNvPr>
                <p14:cNvContentPartPr/>
                <p14:nvPr/>
              </p14:nvContentPartPr>
              <p14:xfrm>
                <a:off x="2186055" y="4283265"/>
                <a:ext cx="83880" cy="119520"/>
              </p14:xfrm>
            </p:contentPart>
          </mc:Choice>
          <mc:Fallback xmlns="">
            <p:pic>
              <p:nvPicPr>
                <p:cNvPr id="2103" name="Ink 2102">
                  <a:extLst>
                    <a:ext uri="{FF2B5EF4-FFF2-40B4-BE49-F238E27FC236}">
                      <a16:creationId xmlns:a16="http://schemas.microsoft.com/office/drawing/2014/main" id="{2978C101-C3E8-ABDF-067E-E0E0190D4795}"/>
                    </a:ext>
                  </a:extLst>
                </p:cNvPr>
                <p:cNvPicPr/>
                <p:nvPr/>
              </p:nvPicPr>
              <p:blipFill>
                <a:blip r:embed="rId170"/>
                <a:stretch>
                  <a:fillRect/>
                </a:stretch>
              </p:blipFill>
              <p:spPr>
                <a:xfrm>
                  <a:off x="2177055" y="4274265"/>
                  <a:ext cx="101520" cy="137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1">
            <p14:nvContentPartPr>
              <p14:cNvPr id="2105" name="Ink 2104">
                <a:extLst>
                  <a:ext uri="{FF2B5EF4-FFF2-40B4-BE49-F238E27FC236}">
                    <a16:creationId xmlns:a16="http://schemas.microsoft.com/office/drawing/2014/main" id="{230FD167-24A5-ABEA-0956-04FF502AA51E}"/>
                  </a:ext>
                </a:extLst>
              </p14:cNvPr>
              <p14:cNvContentPartPr/>
              <p14:nvPr/>
            </p14:nvContentPartPr>
            <p14:xfrm>
              <a:off x="2872935" y="4504665"/>
              <a:ext cx="20520" cy="157680"/>
            </p14:xfrm>
          </p:contentPart>
        </mc:Choice>
        <mc:Fallback xmlns="">
          <p:pic>
            <p:nvPicPr>
              <p:cNvPr id="2105" name="Ink 2104">
                <a:extLst>
                  <a:ext uri="{FF2B5EF4-FFF2-40B4-BE49-F238E27FC236}">
                    <a16:creationId xmlns:a16="http://schemas.microsoft.com/office/drawing/2014/main" id="{230FD167-24A5-ABEA-0956-04FF502AA51E}"/>
                  </a:ext>
                </a:extLst>
              </p:cNvPr>
              <p:cNvPicPr/>
              <p:nvPr/>
            </p:nvPicPr>
            <p:blipFill>
              <a:blip r:embed="rId172"/>
              <a:stretch>
                <a:fillRect/>
              </a:stretch>
            </p:blipFill>
            <p:spPr>
              <a:xfrm>
                <a:off x="2864295" y="4496025"/>
                <a:ext cx="3816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2106" name="Ink 2105">
                <a:extLst>
                  <a:ext uri="{FF2B5EF4-FFF2-40B4-BE49-F238E27FC236}">
                    <a16:creationId xmlns:a16="http://schemas.microsoft.com/office/drawing/2014/main" id="{749BF62A-0021-0DC3-1C20-2AC596E76C16}"/>
                  </a:ext>
                </a:extLst>
              </p14:cNvPr>
              <p14:cNvContentPartPr/>
              <p14:nvPr/>
            </p14:nvContentPartPr>
            <p14:xfrm>
              <a:off x="2712015" y="4533465"/>
              <a:ext cx="108000" cy="280800"/>
            </p14:xfrm>
          </p:contentPart>
        </mc:Choice>
        <mc:Fallback xmlns="">
          <p:pic>
            <p:nvPicPr>
              <p:cNvPr id="2106" name="Ink 2105">
                <a:extLst>
                  <a:ext uri="{FF2B5EF4-FFF2-40B4-BE49-F238E27FC236}">
                    <a16:creationId xmlns:a16="http://schemas.microsoft.com/office/drawing/2014/main" id="{749BF62A-0021-0DC3-1C20-2AC596E76C16}"/>
                  </a:ext>
                </a:extLst>
              </p:cNvPr>
              <p:cNvPicPr/>
              <p:nvPr/>
            </p:nvPicPr>
            <p:blipFill>
              <a:blip r:embed="rId174"/>
              <a:stretch>
                <a:fillRect/>
              </a:stretch>
            </p:blipFill>
            <p:spPr>
              <a:xfrm>
                <a:off x="2703015" y="4524825"/>
                <a:ext cx="12564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2107" name="Ink 2106">
                <a:extLst>
                  <a:ext uri="{FF2B5EF4-FFF2-40B4-BE49-F238E27FC236}">
                    <a16:creationId xmlns:a16="http://schemas.microsoft.com/office/drawing/2014/main" id="{86E93BC9-9AA2-5FC7-906A-74B2025ED87D}"/>
                  </a:ext>
                </a:extLst>
              </p14:cNvPr>
              <p14:cNvContentPartPr/>
              <p14:nvPr/>
            </p14:nvContentPartPr>
            <p14:xfrm>
              <a:off x="2720295" y="4607985"/>
              <a:ext cx="12600" cy="10440"/>
            </p14:xfrm>
          </p:contentPart>
        </mc:Choice>
        <mc:Fallback xmlns="">
          <p:pic>
            <p:nvPicPr>
              <p:cNvPr id="2107" name="Ink 2106">
                <a:extLst>
                  <a:ext uri="{FF2B5EF4-FFF2-40B4-BE49-F238E27FC236}">
                    <a16:creationId xmlns:a16="http://schemas.microsoft.com/office/drawing/2014/main" id="{86E93BC9-9AA2-5FC7-906A-74B2025ED87D}"/>
                  </a:ext>
                </a:extLst>
              </p:cNvPr>
              <p:cNvPicPr/>
              <p:nvPr/>
            </p:nvPicPr>
            <p:blipFill>
              <a:blip r:embed="rId176"/>
              <a:stretch>
                <a:fillRect/>
              </a:stretch>
            </p:blipFill>
            <p:spPr>
              <a:xfrm>
                <a:off x="2711295" y="4598985"/>
                <a:ext cx="302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2108" name="Ink 2107">
                <a:extLst>
                  <a:ext uri="{FF2B5EF4-FFF2-40B4-BE49-F238E27FC236}">
                    <a16:creationId xmlns:a16="http://schemas.microsoft.com/office/drawing/2014/main" id="{665DEAB8-DCE2-47DE-7C5A-9BAEE333D7BF}"/>
                  </a:ext>
                </a:extLst>
              </p14:cNvPr>
              <p14:cNvContentPartPr/>
              <p14:nvPr/>
            </p14:nvContentPartPr>
            <p14:xfrm>
              <a:off x="2552895" y="4718145"/>
              <a:ext cx="91440" cy="141120"/>
            </p14:xfrm>
          </p:contentPart>
        </mc:Choice>
        <mc:Fallback xmlns="">
          <p:pic>
            <p:nvPicPr>
              <p:cNvPr id="2108" name="Ink 2107">
                <a:extLst>
                  <a:ext uri="{FF2B5EF4-FFF2-40B4-BE49-F238E27FC236}">
                    <a16:creationId xmlns:a16="http://schemas.microsoft.com/office/drawing/2014/main" id="{665DEAB8-DCE2-47DE-7C5A-9BAEE333D7BF}"/>
                  </a:ext>
                </a:extLst>
              </p:cNvPr>
              <p:cNvPicPr/>
              <p:nvPr/>
            </p:nvPicPr>
            <p:blipFill>
              <a:blip r:embed="rId178"/>
              <a:stretch>
                <a:fillRect/>
              </a:stretch>
            </p:blipFill>
            <p:spPr>
              <a:xfrm>
                <a:off x="2544255" y="4709505"/>
                <a:ext cx="10908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2109" name="Ink 2108">
                <a:extLst>
                  <a:ext uri="{FF2B5EF4-FFF2-40B4-BE49-F238E27FC236}">
                    <a16:creationId xmlns:a16="http://schemas.microsoft.com/office/drawing/2014/main" id="{B7E2AD51-1CB5-6109-EDC2-83F710967ACA}"/>
                  </a:ext>
                </a:extLst>
              </p14:cNvPr>
              <p14:cNvContentPartPr/>
              <p14:nvPr/>
            </p14:nvContentPartPr>
            <p14:xfrm>
              <a:off x="2139615" y="4603305"/>
              <a:ext cx="397800" cy="219600"/>
            </p14:xfrm>
          </p:contentPart>
        </mc:Choice>
        <mc:Fallback xmlns="">
          <p:pic>
            <p:nvPicPr>
              <p:cNvPr id="2109" name="Ink 2108">
                <a:extLst>
                  <a:ext uri="{FF2B5EF4-FFF2-40B4-BE49-F238E27FC236}">
                    <a16:creationId xmlns:a16="http://schemas.microsoft.com/office/drawing/2014/main" id="{B7E2AD51-1CB5-6109-EDC2-83F710967ACA}"/>
                  </a:ext>
                </a:extLst>
              </p:cNvPr>
              <p:cNvPicPr/>
              <p:nvPr/>
            </p:nvPicPr>
            <p:blipFill>
              <a:blip r:embed="rId180"/>
              <a:stretch>
                <a:fillRect/>
              </a:stretch>
            </p:blipFill>
            <p:spPr>
              <a:xfrm>
                <a:off x="2130975" y="4594305"/>
                <a:ext cx="41544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2110" name="Ink 2109">
                <a:extLst>
                  <a:ext uri="{FF2B5EF4-FFF2-40B4-BE49-F238E27FC236}">
                    <a16:creationId xmlns:a16="http://schemas.microsoft.com/office/drawing/2014/main" id="{368E29E6-1724-D249-241B-C327CDB330F6}"/>
                  </a:ext>
                </a:extLst>
              </p14:cNvPr>
              <p14:cNvContentPartPr/>
              <p14:nvPr/>
            </p14:nvContentPartPr>
            <p14:xfrm>
              <a:off x="2152935" y="4606185"/>
              <a:ext cx="132480" cy="12960"/>
            </p14:xfrm>
          </p:contentPart>
        </mc:Choice>
        <mc:Fallback xmlns="">
          <p:pic>
            <p:nvPicPr>
              <p:cNvPr id="2110" name="Ink 2109">
                <a:extLst>
                  <a:ext uri="{FF2B5EF4-FFF2-40B4-BE49-F238E27FC236}">
                    <a16:creationId xmlns:a16="http://schemas.microsoft.com/office/drawing/2014/main" id="{368E29E6-1724-D249-241B-C327CDB330F6}"/>
                  </a:ext>
                </a:extLst>
              </p:cNvPr>
              <p:cNvPicPr/>
              <p:nvPr/>
            </p:nvPicPr>
            <p:blipFill>
              <a:blip r:embed="rId182"/>
              <a:stretch>
                <a:fillRect/>
              </a:stretch>
            </p:blipFill>
            <p:spPr>
              <a:xfrm>
                <a:off x="2143935" y="4597185"/>
                <a:ext cx="1501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2111" name="Ink 2110">
                <a:extLst>
                  <a:ext uri="{FF2B5EF4-FFF2-40B4-BE49-F238E27FC236}">
                    <a16:creationId xmlns:a16="http://schemas.microsoft.com/office/drawing/2014/main" id="{1F20E3BD-B723-B6CF-AF34-14176C1F02F7}"/>
                  </a:ext>
                </a:extLst>
              </p14:cNvPr>
              <p14:cNvContentPartPr/>
              <p14:nvPr/>
            </p14:nvContentPartPr>
            <p14:xfrm>
              <a:off x="2281815" y="4942785"/>
              <a:ext cx="120240" cy="19080"/>
            </p14:xfrm>
          </p:contentPart>
        </mc:Choice>
        <mc:Fallback xmlns="">
          <p:pic>
            <p:nvPicPr>
              <p:cNvPr id="2111" name="Ink 2110">
                <a:extLst>
                  <a:ext uri="{FF2B5EF4-FFF2-40B4-BE49-F238E27FC236}">
                    <a16:creationId xmlns:a16="http://schemas.microsoft.com/office/drawing/2014/main" id="{1F20E3BD-B723-B6CF-AF34-14176C1F02F7}"/>
                  </a:ext>
                </a:extLst>
              </p:cNvPr>
              <p:cNvPicPr/>
              <p:nvPr/>
            </p:nvPicPr>
            <p:blipFill>
              <a:blip r:embed="rId184"/>
              <a:stretch>
                <a:fillRect/>
              </a:stretch>
            </p:blipFill>
            <p:spPr>
              <a:xfrm>
                <a:off x="2272815" y="4934145"/>
                <a:ext cx="137880" cy="36720"/>
              </a:xfrm>
              <a:prstGeom prst="rect">
                <a:avLst/>
              </a:prstGeom>
            </p:spPr>
          </p:pic>
        </mc:Fallback>
      </mc:AlternateContent>
      <p:grpSp>
        <p:nvGrpSpPr>
          <p:cNvPr id="2150" name="Group 2149">
            <a:extLst>
              <a:ext uri="{FF2B5EF4-FFF2-40B4-BE49-F238E27FC236}">
                <a16:creationId xmlns:a16="http://schemas.microsoft.com/office/drawing/2014/main" id="{7B5FA3B3-D1AE-AE5C-F392-549FD3DB6ECB}"/>
              </a:ext>
            </a:extLst>
          </p:cNvPr>
          <p:cNvGrpSpPr/>
          <p:nvPr/>
        </p:nvGrpSpPr>
        <p:grpSpPr>
          <a:xfrm>
            <a:off x="87975" y="3808425"/>
            <a:ext cx="695520" cy="1303920"/>
            <a:chOff x="87975" y="3808425"/>
            <a:chExt cx="695520" cy="1303920"/>
          </a:xfrm>
        </p:grpSpPr>
        <mc:AlternateContent xmlns:mc="http://schemas.openxmlformats.org/markup-compatibility/2006" xmlns:p14="http://schemas.microsoft.com/office/powerpoint/2010/main">
          <mc:Choice Requires="p14">
            <p:contentPart p14:bwMode="auto" r:id="rId185">
              <p14:nvContentPartPr>
                <p14:cNvPr id="2056" name="Ink 2055">
                  <a:extLst>
                    <a:ext uri="{FF2B5EF4-FFF2-40B4-BE49-F238E27FC236}">
                      <a16:creationId xmlns:a16="http://schemas.microsoft.com/office/drawing/2014/main" id="{64C7E20B-826B-F9B2-B893-313AE59BE1D9}"/>
                    </a:ext>
                  </a:extLst>
                </p14:cNvPr>
                <p14:cNvContentPartPr/>
                <p14:nvPr/>
              </p14:nvContentPartPr>
              <p14:xfrm>
                <a:off x="630135" y="4677465"/>
                <a:ext cx="91440" cy="132480"/>
              </p14:xfrm>
            </p:contentPart>
          </mc:Choice>
          <mc:Fallback xmlns="">
            <p:pic>
              <p:nvPicPr>
                <p:cNvPr id="2056" name="Ink 2055">
                  <a:extLst>
                    <a:ext uri="{FF2B5EF4-FFF2-40B4-BE49-F238E27FC236}">
                      <a16:creationId xmlns:a16="http://schemas.microsoft.com/office/drawing/2014/main" id="{64C7E20B-826B-F9B2-B893-313AE59BE1D9}"/>
                    </a:ext>
                  </a:extLst>
                </p:cNvPr>
                <p:cNvPicPr/>
                <p:nvPr/>
              </p:nvPicPr>
              <p:blipFill>
                <a:blip r:embed="rId186"/>
                <a:stretch>
                  <a:fillRect/>
                </a:stretch>
              </p:blipFill>
              <p:spPr>
                <a:xfrm>
                  <a:off x="621495" y="4668465"/>
                  <a:ext cx="10908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2057" name="Ink 2056">
                  <a:extLst>
                    <a:ext uri="{FF2B5EF4-FFF2-40B4-BE49-F238E27FC236}">
                      <a16:creationId xmlns:a16="http://schemas.microsoft.com/office/drawing/2014/main" id="{C0E1AD3E-6ADC-6CF2-C1D6-84F5A3CF2106}"/>
                    </a:ext>
                  </a:extLst>
                </p14:cNvPr>
                <p14:cNvContentPartPr/>
                <p14:nvPr/>
              </p14:nvContentPartPr>
              <p14:xfrm>
                <a:off x="675135" y="4710225"/>
                <a:ext cx="108360" cy="257760"/>
              </p14:xfrm>
            </p:contentPart>
          </mc:Choice>
          <mc:Fallback xmlns="">
            <p:pic>
              <p:nvPicPr>
                <p:cNvPr id="2057" name="Ink 2056">
                  <a:extLst>
                    <a:ext uri="{FF2B5EF4-FFF2-40B4-BE49-F238E27FC236}">
                      <a16:creationId xmlns:a16="http://schemas.microsoft.com/office/drawing/2014/main" id="{C0E1AD3E-6ADC-6CF2-C1D6-84F5A3CF2106}"/>
                    </a:ext>
                  </a:extLst>
                </p:cNvPr>
                <p:cNvPicPr/>
                <p:nvPr/>
              </p:nvPicPr>
              <p:blipFill>
                <a:blip r:embed="rId188"/>
                <a:stretch>
                  <a:fillRect/>
                </a:stretch>
              </p:blipFill>
              <p:spPr>
                <a:xfrm>
                  <a:off x="666495" y="4701585"/>
                  <a:ext cx="12600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2054" name="Ink 2053">
                  <a:extLst>
                    <a:ext uri="{FF2B5EF4-FFF2-40B4-BE49-F238E27FC236}">
                      <a16:creationId xmlns:a16="http://schemas.microsoft.com/office/drawing/2014/main" id="{7C4D11AB-7826-0F21-EE25-1C4B8487A96A}"/>
                    </a:ext>
                  </a:extLst>
                </p14:cNvPr>
                <p14:cNvContentPartPr/>
                <p14:nvPr/>
              </p14:nvContentPartPr>
              <p14:xfrm>
                <a:off x="597015" y="3809145"/>
                <a:ext cx="128520" cy="201240"/>
              </p14:xfrm>
            </p:contentPart>
          </mc:Choice>
          <mc:Fallback xmlns="">
            <p:pic>
              <p:nvPicPr>
                <p:cNvPr id="2054" name="Ink 2053">
                  <a:extLst>
                    <a:ext uri="{FF2B5EF4-FFF2-40B4-BE49-F238E27FC236}">
                      <a16:creationId xmlns:a16="http://schemas.microsoft.com/office/drawing/2014/main" id="{7C4D11AB-7826-0F21-EE25-1C4B8487A96A}"/>
                    </a:ext>
                  </a:extLst>
                </p:cNvPr>
                <p:cNvPicPr/>
                <p:nvPr/>
              </p:nvPicPr>
              <p:blipFill>
                <a:blip r:embed="rId190"/>
                <a:stretch>
                  <a:fillRect/>
                </a:stretch>
              </p:blipFill>
              <p:spPr>
                <a:xfrm>
                  <a:off x="588015" y="3800505"/>
                  <a:ext cx="14616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2055" name="Ink 2054">
                  <a:extLst>
                    <a:ext uri="{FF2B5EF4-FFF2-40B4-BE49-F238E27FC236}">
                      <a16:creationId xmlns:a16="http://schemas.microsoft.com/office/drawing/2014/main" id="{D5D7E14F-25AC-C939-5A8F-EFC7710A744E}"/>
                    </a:ext>
                  </a:extLst>
                </p14:cNvPr>
                <p14:cNvContentPartPr/>
                <p14:nvPr/>
              </p14:nvContentPartPr>
              <p14:xfrm>
                <a:off x="598815" y="4274625"/>
                <a:ext cx="164520" cy="201960"/>
              </p14:xfrm>
            </p:contentPart>
          </mc:Choice>
          <mc:Fallback xmlns="">
            <p:pic>
              <p:nvPicPr>
                <p:cNvPr id="2055" name="Ink 2054">
                  <a:extLst>
                    <a:ext uri="{FF2B5EF4-FFF2-40B4-BE49-F238E27FC236}">
                      <a16:creationId xmlns:a16="http://schemas.microsoft.com/office/drawing/2014/main" id="{D5D7E14F-25AC-C939-5A8F-EFC7710A744E}"/>
                    </a:ext>
                  </a:extLst>
                </p:cNvPr>
                <p:cNvPicPr/>
                <p:nvPr/>
              </p:nvPicPr>
              <p:blipFill>
                <a:blip r:embed="rId192"/>
                <a:stretch>
                  <a:fillRect/>
                </a:stretch>
              </p:blipFill>
              <p:spPr>
                <a:xfrm>
                  <a:off x="590175" y="4265625"/>
                  <a:ext cx="18216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2128" name="Ink 2127">
                  <a:extLst>
                    <a:ext uri="{FF2B5EF4-FFF2-40B4-BE49-F238E27FC236}">
                      <a16:creationId xmlns:a16="http://schemas.microsoft.com/office/drawing/2014/main" id="{FE745D0A-EAB1-1AC4-968D-EA1A347A91CD}"/>
                    </a:ext>
                  </a:extLst>
                </p14:cNvPr>
                <p14:cNvContentPartPr/>
                <p14:nvPr/>
              </p14:nvContentPartPr>
              <p14:xfrm>
                <a:off x="181575" y="3808425"/>
                <a:ext cx="218160" cy="50760"/>
              </p14:xfrm>
            </p:contentPart>
          </mc:Choice>
          <mc:Fallback xmlns="">
            <p:pic>
              <p:nvPicPr>
                <p:cNvPr id="2128" name="Ink 2127">
                  <a:extLst>
                    <a:ext uri="{FF2B5EF4-FFF2-40B4-BE49-F238E27FC236}">
                      <a16:creationId xmlns:a16="http://schemas.microsoft.com/office/drawing/2014/main" id="{FE745D0A-EAB1-1AC4-968D-EA1A347A91CD}"/>
                    </a:ext>
                  </a:extLst>
                </p:cNvPr>
                <p:cNvPicPr/>
                <p:nvPr/>
              </p:nvPicPr>
              <p:blipFill>
                <a:blip r:embed="rId194"/>
                <a:stretch>
                  <a:fillRect/>
                </a:stretch>
              </p:blipFill>
              <p:spPr>
                <a:xfrm>
                  <a:off x="172575" y="3799785"/>
                  <a:ext cx="23580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2129" name="Ink 2128">
                  <a:extLst>
                    <a:ext uri="{FF2B5EF4-FFF2-40B4-BE49-F238E27FC236}">
                      <a16:creationId xmlns:a16="http://schemas.microsoft.com/office/drawing/2014/main" id="{3CB04A8E-FD8F-B928-4E15-3CC6E08E04F3}"/>
                    </a:ext>
                  </a:extLst>
                </p14:cNvPr>
                <p14:cNvContentPartPr/>
                <p14:nvPr/>
              </p14:nvContentPartPr>
              <p14:xfrm>
                <a:off x="137655" y="3889065"/>
                <a:ext cx="368640" cy="85320"/>
              </p14:xfrm>
            </p:contentPart>
          </mc:Choice>
          <mc:Fallback xmlns="">
            <p:pic>
              <p:nvPicPr>
                <p:cNvPr id="2129" name="Ink 2128">
                  <a:extLst>
                    <a:ext uri="{FF2B5EF4-FFF2-40B4-BE49-F238E27FC236}">
                      <a16:creationId xmlns:a16="http://schemas.microsoft.com/office/drawing/2014/main" id="{3CB04A8E-FD8F-B928-4E15-3CC6E08E04F3}"/>
                    </a:ext>
                  </a:extLst>
                </p:cNvPr>
                <p:cNvPicPr/>
                <p:nvPr/>
              </p:nvPicPr>
              <p:blipFill>
                <a:blip r:embed="rId196"/>
                <a:stretch>
                  <a:fillRect/>
                </a:stretch>
              </p:blipFill>
              <p:spPr>
                <a:xfrm>
                  <a:off x="128655" y="3880425"/>
                  <a:ext cx="38628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2130" name="Ink 2129">
                  <a:extLst>
                    <a:ext uri="{FF2B5EF4-FFF2-40B4-BE49-F238E27FC236}">
                      <a16:creationId xmlns:a16="http://schemas.microsoft.com/office/drawing/2014/main" id="{2A3CB6E8-FC73-EACD-160A-D65E35094C16}"/>
                    </a:ext>
                  </a:extLst>
                </p14:cNvPr>
                <p14:cNvContentPartPr/>
                <p14:nvPr/>
              </p14:nvContentPartPr>
              <p14:xfrm>
                <a:off x="245295" y="3903105"/>
                <a:ext cx="131400" cy="70200"/>
              </p14:xfrm>
            </p:contentPart>
          </mc:Choice>
          <mc:Fallback xmlns="">
            <p:pic>
              <p:nvPicPr>
                <p:cNvPr id="2130" name="Ink 2129">
                  <a:extLst>
                    <a:ext uri="{FF2B5EF4-FFF2-40B4-BE49-F238E27FC236}">
                      <a16:creationId xmlns:a16="http://schemas.microsoft.com/office/drawing/2014/main" id="{2A3CB6E8-FC73-EACD-160A-D65E35094C16}"/>
                    </a:ext>
                  </a:extLst>
                </p:cNvPr>
                <p:cNvPicPr/>
                <p:nvPr/>
              </p:nvPicPr>
              <p:blipFill>
                <a:blip r:embed="rId198"/>
                <a:stretch>
                  <a:fillRect/>
                </a:stretch>
              </p:blipFill>
              <p:spPr>
                <a:xfrm>
                  <a:off x="236295" y="3894465"/>
                  <a:ext cx="1490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2131" name="Ink 2130">
                  <a:extLst>
                    <a:ext uri="{FF2B5EF4-FFF2-40B4-BE49-F238E27FC236}">
                      <a16:creationId xmlns:a16="http://schemas.microsoft.com/office/drawing/2014/main" id="{B2DCE658-DF46-BC71-A6E4-9832FD7492F5}"/>
                    </a:ext>
                  </a:extLst>
                </p14:cNvPr>
                <p14:cNvContentPartPr/>
                <p14:nvPr/>
              </p14:nvContentPartPr>
              <p14:xfrm>
                <a:off x="114255" y="3958545"/>
                <a:ext cx="151200" cy="79200"/>
              </p14:xfrm>
            </p:contentPart>
          </mc:Choice>
          <mc:Fallback xmlns="">
            <p:pic>
              <p:nvPicPr>
                <p:cNvPr id="2131" name="Ink 2130">
                  <a:extLst>
                    <a:ext uri="{FF2B5EF4-FFF2-40B4-BE49-F238E27FC236}">
                      <a16:creationId xmlns:a16="http://schemas.microsoft.com/office/drawing/2014/main" id="{B2DCE658-DF46-BC71-A6E4-9832FD7492F5}"/>
                    </a:ext>
                  </a:extLst>
                </p:cNvPr>
                <p:cNvPicPr/>
                <p:nvPr/>
              </p:nvPicPr>
              <p:blipFill>
                <a:blip r:embed="rId200"/>
                <a:stretch>
                  <a:fillRect/>
                </a:stretch>
              </p:blipFill>
              <p:spPr>
                <a:xfrm>
                  <a:off x="105615" y="3949545"/>
                  <a:ext cx="16884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2132" name="Ink 2131">
                  <a:extLst>
                    <a:ext uri="{FF2B5EF4-FFF2-40B4-BE49-F238E27FC236}">
                      <a16:creationId xmlns:a16="http://schemas.microsoft.com/office/drawing/2014/main" id="{EE843BDF-F7D9-3AA3-7938-76E3E80C0E07}"/>
                    </a:ext>
                  </a:extLst>
                </p14:cNvPr>
                <p14:cNvContentPartPr/>
                <p14:nvPr/>
              </p14:nvContentPartPr>
              <p14:xfrm>
                <a:off x="290655" y="4039905"/>
                <a:ext cx="225360" cy="186120"/>
              </p14:xfrm>
            </p:contentPart>
          </mc:Choice>
          <mc:Fallback xmlns="">
            <p:pic>
              <p:nvPicPr>
                <p:cNvPr id="2132" name="Ink 2131">
                  <a:extLst>
                    <a:ext uri="{FF2B5EF4-FFF2-40B4-BE49-F238E27FC236}">
                      <a16:creationId xmlns:a16="http://schemas.microsoft.com/office/drawing/2014/main" id="{EE843BDF-F7D9-3AA3-7938-76E3E80C0E07}"/>
                    </a:ext>
                  </a:extLst>
                </p:cNvPr>
                <p:cNvPicPr/>
                <p:nvPr/>
              </p:nvPicPr>
              <p:blipFill>
                <a:blip r:embed="rId202"/>
                <a:stretch>
                  <a:fillRect/>
                </a:stretch>
              </p:blipFill>
              <p:spPr>
                <a:xfrm>
                  <a:off x="281655" y="4031265"/>
                  <a:ext cx="24300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2133" name="Ink 2132">
                  <a:extLst>
                    <a:ext uri="{FF2B5EF4-FFF2-40B4-BE49-F238E27FC236}">
                      <a16:creationId xmlns:a16="http://schemas.microsoft.com/office/drawing/2014/main" id="{E7556EFD-C8FD-A86E-FF41-77C086F6B19B}"/>
                    </a:ext>
                  </a:extLst>
                </p14:cNvPr>
                <p14:cNvContentPartPr/>
                <p14:nvPr/>
              </p14:nvContentPartPr>
              <p14:xfrm>
                <a:off x="194535" y="4216665"/>
                <a:ext cx="169560" cy="40680"/>
              </p14:xfrm>
            </p:contentPart>
          </mc:Choice>
          <mc:Fallback xmlns="">
            <p:pic>
              <p:nvPicPr>
                <p:cNvPr id="2133" name="Ink 2132">
                  <a:extLst>
                    <a:ext uri="{FF2B5EF4-FFF2-40B4-BE49-F238E27FC236}">
                      <a16:creationId xmlns:a16="http://schemas.microsoft.com/office/drawing/2014/main" id="{E7556EFD-C8FD-A86E-FF41-77C086F6B19B}"/>
                    </a:ext>
                  </a:extLst>
                </p:cNvPr>
                <p:cNvPicPr/>
                <p:nvPr/>
              </p:nvPicPr>
              <p:blipFill>
                <a:blip r:embed="rId204"/>
                <a:stretch>
                  <a:fillRect/>
                </a:stretch>
              </p:blipFill>
              <p:spPr>
                <a:xfrm>
                  <a:off x="185895" y="4208025"/>
                  <a:ext cx="18720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2134" name="Ink 2133">
                  <a:extLst>
                    <a:ext uri="{FF2B5EF4-FFF2-40B4-BE49-F238E27FC236}">
                      <a16:creationId xmlns:a16="http://schemas.microsoft.com/office/drawing/2014/main" id="{900BD658-BA68-6F99-563E-D0A74610AE67}"/>
                    </a:ext>
                  </a:extLst>
                </p14:cNvPr>
                <p14:cNvContentPartPr/>
                <p14:nvPr/>
              </p14:nvContentPartPr>
              <p14:xfrm>
                <a:off x="278415" y="4250145"/>
                <a:ext cx="207360" cy="63000"/>
              </p14:xfrm>
            </p:contentPart>
          </mc:Choice>
          <mc:Fallback xmlns="">
            <p:pic>
              <p:nvPicPr>
                <p:cNvPr id="2134" name="Ink 2133">
                  <a:extLst>
                    <a:ext uri="{FF2B5EF4-FFF2-40B4-BE49-F238E27FC236}">
                      <a16:creationId xmlns:a16="http://schemas.microsoft.com/office/drawing/2014/main" id="{900BD658-BA68-6F99-563E-D0A74610AE67}"/>
                    </a:ext>
                  </a:extLst>
                </p:cNvPr>
                <p:cNvPicPr/>
                <p:nvPr/>
              </p:nvPicPr>
              <p:blipFill>
                <a:blip r:embed="rId206"/>
                <a:stretch>
                  <a:fillRect/>
                </a:stretch>
              </p:blipFill>
              <p:spPr>
                <a:xfrm>
                  <a:off x="269415" y="4241145"/>
                  <a:ext cx="22500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2136" name="Ink 2135">
                  <a:extLst>
                    <a:ext uri="{FF2B5EF4-FFF2-40B4-BE49-F238E27FC236}">
                      <a16:creationId xmlns:a16="http://schemas.microsoft.com/office/drawing/2014/main" id="{E4E1A86D-B990-793B-E13D-1D79E579BAC3}"/>
                    </a:ext>
                  </a:extLst>
                </p14:cNvPr>
                <p14:cNvContentPartPr/>
                <p14:nvPr/>
              </p14:nvContentPartPr>
              <p14:xfrm>
                <a:off x="147015" y="4398825"/>
                <a:ext cx="229680" cy="43200"/>
              </p14:xfrm>
            </p:contentPart>
          </mc:Choice>
          <mc:Fallback xmlns="">
            <p:pic>
              <p:nvPicPr>
                <p:cNvPr id="2136" name="Ink 2135">
                  <a:extLst>
                    <a:ext uri="{FF2B5EF4-FFF2-40B4-BE49-F238E27FC236}">
                      <a16:creationId xmlns:a16="http://schemas.microsoft.com/office/drawing/2014/main" id="{E4E1A86D-B990-793B-E13D-1D79E579BAC3}"/>
                    </a:ext>
                  </a:extLst>
                </p:cNvPr>
                <p:cNvPicPr/>
                <p:nvPr/>
              </p:nvPicPr>
              <p:blipFill>
                <a:blip r:embed="rId208"/>
                <a:stretch>
                  <a:fillRect/>
                </a:stretch>
              </p:blipFill>
              <p:spPr>
                <a:xfrm>
                  <a:off x="138015" y="4389825"/>
                  <a:ext cx="24732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2137" name="Ink 2136">
                  <a:extLst>
                    <a:ext uri="{FF2B5EF4-FFF2-40B4-BE49-F238E27FC236}">
                      <a16:creationId xmlns:a16="http://schemas.microsoft.com/office/drawing/2014/main" id="{8D13527F-7160-FA09-8C58-CDC37725745E}"/>
                    </a:ext>
                  </a:extLst>
                </p14:cNvPr>
                <p14:cNvContentPartPr/>
                <p14:nvPr/>
              </p14:nvContentPartPr>
              <p14:xfrm>
                <a:off x="87975" y="4474425"/>
                <a:ext cx="285120" cy="94320"/>
              </p14:xfrm>
            </p:contentPart>
          </mc:Choice>
          <mc:Fallback xmlns="">
            <p:pic>
              <p:nvPicPr>
                <p:cNvPr id="2137" name="Ink 2136">
                  <a:extLst>
                    <a:ext uri="{FF2B5EF4-FFF2-40B4-BE49-F238E27FC236}">
                      <a16:creationId xmlns:a16="http://schemas.microsoft.com/office/drawing/2014/main" id="{8D13527F-7160-FA09-8C58-CDC37725745E}"/>
                    </a:ext>
                  </a:extLst>
                </p:cNvPr>
                <p:cNvPicPr/>
                <p:nvPr/>
              </p:nvPicPr>
              <p:blipFill>
                <a:blip r:embed="rId210"/>
                <a:stretch>
                  <a:fillRect/>
                </a:stretch>
              </p:blipFill>
              <p:spPr>
                <a:xfrm>
                  <a:off x="78975" y="4465785"/>
                  <a:ext cx="30276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2138" name="Ink 2137">
                  <a:extLst>
                    <a:ext uri="{FF2B5EF4-FFF2-40B4-BE49-F238E27FC236}">
                      <a16:creationId xmlns:a16="http://schemas.microsoft.com/office/drawing/2014/main" id="{42323243-B212-2063-F944-2C2C79A0C115}"/>
                    </a:ext>
                  </a:extLst>
                </p14:cNvPr>
                <p14:cNvContentPartPr/>
                <p14:nvPr/>
              </p14:nvContentPartPr>
              <p14:xfrm>
                <a:off x="194535" y="4539225"/>
                <a:ext cx="319680" cy="559080"/>
              </p14:xfrm>
            </p:contentPart>
          </mc:Choice>
          <mc:Fallback xmlns="">
            <p:pic>
              <p:nvPicPr>
                <p:cNvPr id="2138" name="Ink 2137">
                  <a:extLst>
                    <a:ext uri="{FF2B5EF4-FFF2-40B4-BE49-F238E27FC236}">
                      <a16:creationId xmlns:a16="http://schemas.microsoft.com/office/drawing/2014/main" id="{42323243-B212-2063-F944-2C2C79A0C115}"/>
                    </a:ext>
                  </a:extLst>
                </p:cNvPr>
                <p:cNvPicPr/>
                <p:nvPr/>
              </p:nvPicPr>
              <p:blipFill>
                <a:blip r:embed="rId212"/>
                <a:stretch>
                  <a:fillRect/>
                </a:stretch>
              </p:blipFill>
              <p:spPr>
                <a:xfrm>
                  <a:off x="185895" y="4530585"/>
                  <a:ext cx="337320" cy="57672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2139" name="Ink 2138">
                  <a:extLst>
                    <a:ext uri="{FF2B5EF4-FFF2-40B4-BE49-F238E27FC236}">
                      <a16:creationId xmlns:a16="http://schemas.microsoft.com/office/drawing/2014/main" id="{1C92DE42-B4E1-1334-103C-B7DC2C647E9F}"/>
                    </a:ext>
                  </a:extLst>
                </p14:cNvPr>
                <p14:cNvContentPartPr/>
                <p14:nvPr/>
              </p14:nvContentPartPr>
              <p14:xfrm>
                <a:off x="238815" y="5047545"/>
                <a:ext cx="48240" cy="64800"/>
              </p14:xfrm>
            </p:contentPart>
          </mc:Choice>
          <mc:Fallback xmlns="">
            <p:pic>
              <p:nvPicPr>
                <p:cNvPr id="2139" name="Ink 2138">
                  <a:extLst>
                    <a:ext uri="{FF2B5EF4-FFF2-40B4-BE49-F238E27FC236}">
                      <a16:creationId xmlns:a16="http://schemas.microsoft.com/office/drawing/2014/main" id="{1C92DE42-B4E1-1334-103C-B7DC2C647E9F}"/>
                    </a:ext>
                  </a:extLst>
                </p:cNvPr>
                <p:cNvPicPr/>
                <p:nvPr/>
              </p:nvPicPr>
              <p:blipFill>
                <a:blip r:embed="rId214"/>
                <a:stretch>
                  <a:fillRect/>
                </a:stretch>
              </p:blipFill>
              <p:spPr>
                <a:xfrm>
                  <a:off x="229815" y="5038905"/>
                  <a:ext cx="658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2140" name="Ink 2139">
                  <a:extLst>
                    <a:ext uri="{FF2B5EF4-FFF2-40B4-BE49-F238E27FC236}">
                      <a16:creationId xmlns:a16="http://schemas.microsoft.com/office/drawing/2014/main" id="{FEAD1B12-548C-3103-C19D-2FD698FC010D}"/>
                    </a:ext>
                  </a:extLst>
                </p14:cNvPr>
                <p14:cNvContentPartPr/>
                <p14:nvPr/>
              </p14:nvContentPartPr>
              <p14:xfrm>
                <a:off x="528255" y="4860345"/>
                <a:ext cx="44280" cy="55080"/>
              </p14:xfrm>
            </p:contentPart>
          </mc:Choice>
          <mc:Fallback xmlns="">
            <p:pic>
              <p:nvPicPr>
                <p:cNvPr id="2140" name="Ink 2139">
                  <a:extLst>
                    <a:ext uri="{FF2B5EF4-FFF2-40B4-BE49-F238E27FC236}">
                      <a16:creationId xmlns:a16="http://schemas.microsoft.com/office/drawing/2014/main" id="{FEAD1B12-548C-3103-C19D-2FD698FC010D}"/>
                    </a:ext>
                  </a:extLst>
                </p:cNvPr>
                <p:cNvPicPr/>
                <p:nvPr/>
              </p:nvPicPr>
              <p:blipFill>
                <a:blip r:embed="rId216"/>
                <a:stretch>
                  <a:fillRect/>
                </a:stretch>
              </p:blipFill>
              <p:spPr>
                <a:xfrm>
                  <a:off x="519255" y="4851345"/>
                  <a:ext cx="619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2141" name="Ink 2140">
                  <a:extLst>
                    <a:ext uri="{FF2B5EF4-FFF2-40B4-BE49-F238E27FC236}">
                      <a16:creationId xmlns:a16="http://schemas.microsoft.com/office/drawing/2014/main" id="{1F3CB385-3DD1-745E-8C93-13B4CE8F147A}"/>
                    </a:ext>
                  </a:extLst>
                </p14:cNvPr>
                <p14:cNvContentPartPr/>
                <p14:nvPr/>
              </p14:nvContentPartPr>
              <p14:xfrm>
                <a:off x="460215" y="4685745"/>
                <a:ext cx="10440" cy="34920"/>
              </p14:xfrm>
            </p:contentPart>
          </mc:Choice>
          <mc:Fallback xmlns="">
            <p:pic>
              <p:nvPicPr>
                <p:cNvPr id="2141" name="Ink 2140">
                  <a:extLst>
                    <a:ext uri="{FF2B5EF4-FFF2-40B4-BE49-F238E27FC236}">
                      <a16:creationId xmlns:a16="http://schemas.microsoft.com/office/drawing/2014/main" id="{1F3CB385-3DD1-745E-8C93-13B4CE8F147A}"/>
                    </a:ext>
                  </a:extLst>
                </p:cNvPr>
                <p:cNvPicPr/>
                <p:nvPr/>
              </p:nvPicPr>
              <p:blipFill>
                <a:blip r:embed="rId218"/>
                <a:stretch>
                  <a:fillRect/>
                </a:stretch>
              </p:blipFill>
              <p:spPr>
                <a:xfrm>
                  <a:off x="451215" y="4677105"/>
                  <a:ext cx="2808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2142" name="Ink 2141">
                  <a:extLst>
                    <a:ext uri="{FF2B5EF4-FFF2-40B4-BE49-F238E27FC236}">
                      <a16:creationId xmlns:a16="http://schemas.microsoft.com/office/drawing/2014/main" id="{2440FDEF-112B-458D-971D-2CB936DEB2E5}"/>
                    </a:ext>
                  </a:extLst>
                </p14:cNvPr>
                <p14:cNvContentPartPr/>
                <p14:nvPr/>
              </p14:nvContentPartPr>
              <p14:xfrm>
                <a:off x="442215" y="4617345"/>
                <a:ext cx="3960" cy="5040"/>
              </p14:xfrm>
            </p:contentPart>
          </mc:Choice>
          <mc:Fallback xmlns="">
            <p:pic>
              <p:nvPicPr>
                <p:cNvPr id="2142" name="Ink 2141">
                  <a:extLst>
                    <a:ext uri="{FF2B5EF4-FFF2-40B4-BE49-F238E27FC236}">
                      <a16:creationId xmlns:a16="http://schemas.microsoft.com/office/drawing/2014/main" id="{2440FDEF-112B-458D-971D-2CB936DEB2E5}"/>
                    </a:ext>
                  </a:extLst>
                </p:cNvPr>
                <p:cNvPicPr/>
                <p:nvPr/>
              </p:nvPicPr>
              <p:blipFill>
                <a:blip r:embed="rId220"/>
                <a:stretch>
                  <a:fillRect/>
                </a:stretch>
              </p:blipFill>
              <p:spPr>
                <a:xfrm>
                  <a:off x="433215" y="4608345"/>
                  <a:ext cx="216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2144" name="Ink 2143">
                  <a:extLst>
                    <a:ext uri="{FF2B5EF4-FFF2-40B4-BE49-F238E27FC236}">
                      <a16:creationId xmlns:a16="http://schemas.microsoft.com/office/drawing/2014/main" id="{854A72A3-01EC-547E-0486-5368DABF0993}"/>
                    </a:ext>
                  </a:extLst>
                </p14:cNvPr>
                <p14:cNvContentPartPr/>
                <p14:nvPr/>
              </p14:nvContentPartPr>
              <p14:xfrm>
                <a:off x="419175" y="4647585"/>
                <a:ext cx="17640" cy="14040"/>
              </p14:xfrm>
            </p:contentPart>
          </mc:Choice>
          <mc:Fallback xmlns="">
            <p:pic>
              <p:nvPicPr>
                <p:cNvPr id="2144" name="Ink 2143">
                  <a:extLst>
                    <a:ext uri="{FF2B5EF4-FFF2-40B4-BE49-F238E27FC236}">
                      <a16:creationId xmlns:a16="http://schemas.microsoft.com/office/drawing/2014/main" id="{854A72A3-01EC-547E-0486-5368DABF0993}"/>
                    </a:ext>
                  </a:extLst>
                </p:cNvPr>
                <p:cNvPicPr/>
                <p:nvPr/>
              </p:nvPicPr>
              <p:blipFill>
                <a:blip r:embed="rId222"/>
                <a:stretch>
                  <a:fillRect/>
                </a:stretch>
              </p:blipFill>
              <p:spPr>
                <a:xfrm>
                  <a:off x="410175" y="4638585"/>
                  <a:ext cx="3528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2146" name="Ink 2145">
                  <a:extLst>
                    <a:ext uri="{FF2B5EF4-FFF2-40B4-BE49-F238E27FC236}">
                      <a16:creationId xmlns:a16="http://schemas.microsoft.com/office/drawing/2014/main" id="{FDD153E2-8DC9-C8C8-D07D-6554BB66A441}"/>
                    </a:ext>
                  </a:extLst>
                </p14:cNvPr>
                <p14:cNvContentPartPr/>
                <p14:nvPr/>
              </p14:nvContentPartPr>
              <p14:xfrm>
                <a:off x="106695" y="4589985"/>
                <a:ext cx="184680" cy="44640"/>
              </p14:xfrm>
            </p:contentPart>
          </mc:Choice>
          <mc:Fallback xmlns="">
            <p:pic>
              <p:nvPicPr>
                <p:cNvPr id="2146" name="Ink 2145">
                  <a:extLst>
                    <a:ext uri="{FF2B5EF4-FFF2-40B4-BE49-F238E27FC236}">
                      <a16:creationId xmlns:a16="http://schemas.microsoft.com/office/drawing/2014/main" id="{FDD153E2-8DC9-C8C8-D07D-6554BB66A441}"/>
                    </a:ext>
                  </a:extLst>
                </p:cNvPr>
                <p:cNvPicPr/>
                <p:nvPr/>
              </p:nvPicPr>
              <p:blipFill>
                <a:blip r:embed="rId224"/>
                <a:stretch>
                  <a:fillRect/>
                </a:stretch>
              </p:blipFill>
              <p:spPr>
                <a:xfrm>
                  <a:off x="98055" y="4580985"/>
                  <a:ext cx="20232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2148" name="Ink 2147">
                  <a:extLst>
                    <a:ext uri="{FF2B5EF4-FFF2-40B4-BE49-F238E27FC236}">
                      <a16:creationId xmlns:a16="http://schemas.microsoft.com/office/drawing/2014/main" id="{0CB72DD7-CF5A-227E-B152-5676284F965D}"/>
                    </a:ext>
                  </a:extLst>
                </p14:cNvPr>
                <p14:cNvContentPartPr/>
                <p14:nvPr/>
              </p14:nvContentPartPr>
              <p14:xfrm>
                <a:off x="258615" y="5083905"/>
                <a:ext cx="37800" cy="20520"/>
              </p14:xfrm>
            </p:contentPart>
          </mc:Choice>
          <mc:Fallback xmlns="">
            <p:pic>
              <p:nvPicPr>
                <p:cNvPr id="2148" name="Ink 2147">
                  <a:extLst>
                    <a:ext uri="{FF2B5EF4-FFF2-40B4-BE49-F238E27FC236}">
                      <a16:creationId xmlns:a16="http://schemas.microsoft.com/office/drawing/2014/main" id="{0CB72DD7-CF5A-227E-B152-5676284F965D}"/>
                    </a:ext>
                  </a:extLst>
                </p:cNvPr>
                <p:cNvPicPr/>
                <p:nvPr/>
              </p:nvPicPr>
              <p:blipFill>
                <a:blip r:embed="rId226"/>
                <a:stretch>
                  <a:fillRect/>
                </a:stretch>
              </p:blipFill>
              <p:spPr>
                <a:xfrm>
                  <a:off x="249975" y="5074905"/>
                  <a:ext cx="5544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2149" name="Ink 2148">
                  <a:extLst>
                    <a:ext uri="{FF2B5EF4-FFF2-40B4-BE49-F238E27FC236}">
                      <a16:creationId xmlns:a16="http://schemas.microsoft.com/office/drawing/2014/main" id="{EFE3BCD3-9981-D72E-2147-3F4B3DF16F48}"/>
                    </a:ext>
                  </a:extLst>
                </p14:cNvPr>
                <p14:cNvContentPartPr/>
                <p14:nvPr/>
              </p14:nvContentPartPr>
              <p14:xfrm>
                <a:off x="215055" y="5029545"/>
                <a:ext cx="65520" cy="20520"/>
              </p14:xfrm>
            </p:contentPart>
          </mc:Choice>
          <mc:Fallback xmlns="">
            <p:pic>
              <p:nvPicPr>
                <p:cNvPr id="2149" name="Ink 2148">
                  <a:extLst>
                    <a:ext uri="{FF2B5EF4-FFF2-40B4-BE49-F238E27FC236}">
                      <a16:creationId xmlns:a16="http://schemas.microsoft.com/office/drawing/2014/main" id="{EFE3BCD3-9981-D72E-2147-3F4B3DF16F48}"/>
                    </a:ext>
                  </a:extLst>
                </p:cNvPr>
                <p:cNvPicPr/>
                <p:nvPr/>
              </p:nvPicPr>
              <p:blipFill>
                <a:blip r:embed="rId228"/>
                <a:stretch>
                  <a:fillRect/>
                </a:stretch>
              </p:blipFill>
              <p:spPr>
                <a:xfrm>
                  <a:off x="206055" y="5020545"/>
                  <a:ext cx="83160" cy="38160"/>
                </a:xfrm>
                <a:prstGeom prst="rect">
                  <a:avLst/>
                </a:prstGeom>
              </p:spPr>
            </p:pic>
          </mc:Fallback>
        </mc:AlternateContent>
      </p:grpSp>
      <p:grpSp>
        <p:nvGrpSpPr>
          <p:cNvPr id="2154" name="Group 2153">
            <a:extLst>
              <a:ext uri="{FF2B5EF4-FFF2-40B4-BE49-F238E27FC236}">
                <a16:creationId xmlns:a16="http://schemas.microsoft.com/office/drawing/2014/main" id="{BEACFBDD-1C2D-C2C4-E1F6-933E31FE1508}"/>
              </a:ext>
            </a:extLst>
          </p:cNvPr>
          <p:cNvGrpSpPr/>
          <p:nvPr/>
        </p:nvGrpSpPr>
        <p:grpSpPr>
          <a:xfrm>
            <a:off x="680175" y="6509505"/>
            <a:ext cx="109080" cy="170280"/>
            <a:chOff x="680175" y="6509505"/>
            <a:chExt cx="109080" cy="170280"/>
          </a:xfrm>
        </p:grpSpPr>
        <mc:AlternateContent xmlns:mc="http://schemas.openxmlformats.org/markup-compatibility/2006" xmlns:p14="http://schemas.microsoft.com/office/powerpoint/2010/main">
          <mc:Choice Requires="p14">
            <p:contentPart p14:bwMode="auto" r:id="rId229">
              <p14:nvContentPartPr>
                <p14:cNvPr id="2151" name="Ink 2150">
                  <a:extLst>
                    <a:ext uri="{FF2B5EF4-FFF2-40B4-BE49-F238E27FC236}">
                      <a16:creationId xmlns:a16="http://schemas.microsoft.com/office/drawing/2014/main" id="{38CF7D06-7E99-833C-D60F-CF6DCF06D050}"/>
                    </a:ext>
                  </a:extLst>
                </p14:cNvPr>
                <p14:cNvContentPartPr/>
                <p14:nvPr/>
              </p14:nvContentPartPr>
              <p14:xfrm>
                <a:off x="707175" y="6509505"/>
                <a:ext cx="58320" cy="63720"/>
              </p14:xfrm>
            </p:contentPart>
          </mc:Choice>
          <mc:Fallback xmlns="">
            <p:pic>
              <p:nvPicPr>
                <p:cNvPr id="2151" name="Ink 2150">
                  <a:extLst>
                    <a:ext uri="{FF2B5EF4-FFF2-40B4-BE49-F238E27FC236}">
                      <a16:creationId xmlns:a16="http://schemas.microsoft.com/office/drawing/2014/main" id="{38CF7D06-7E99-833C-D60F-CF6DCF06D050}"/>
                    </a:ext>
                  </a:extLst>
                </p:cNvPr>
                <p:cNvPicPr/>
                <p:nvPr/>
              </p:nvPicPr>
              <p:blipFill>
                <a:blip r:embed="rId230"/>
                <a:stretch>
                  <a:fillRect/>
                </a:stretch>
              </p:blipFill>
              <p:spPr>
                <a:xfrm>
                  <a:off x="698175" y="6500505"/>
                  <a:ext cx="7596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2152" name="Ink 2151">
                  <a:extLst>
                    <a:ext uri="{FF2B5EF4-FFF2-40B4-BE49-F238E27FC236}">
                      <a16:creationId xmlns:a16="http://schemas.microsoft.com/office/drawing/2014/main" id="{C6AB36E8-CD6D-28FF-0568-A7DF3DBFC4F3}"/>
                    </a:ext>
                  </a:extLst>
                </p14:cNvPr>
                <p14:cNvContentPartPr/>
                <p14:nvPr/>
              </p14:nvContentPartPr>
              <p14:xfrm>
                <a:off x="680175" y="6627225"/>
                <a:ext cx="109080" cy="52560"/>
              </p14:xfrm>
            </p:contentPart>
          </mc:Choice>
          <mc:Fallback xmlns="">
            <p:pic>
              <p:nvPicPr>
                <p:cNvPr id="2152" name="Ink 2151">
                  <a:extLst>
                    <a:ext uri="{FF2B5EF4-FFF2-40B4-BE49-F238E27FC236}">
                      <a16:creationId xmlns:a16="http://schemas.microsoft.com/office/drawing/2014/main" id="{C6AB36E8-CD6D-28FF-0568-A7DF3DBFC4F3}"/>
                    </a:ext>
                  </a:extLst>
                </p:cNvPr>
                <p:cNvPicPr/>
                <p:nvPr/>
              </p:nvPicPr>
              <p:blipFill>
                <a:blip r:embed="rId232"/>
                <a:stretch>
                  <a:fillRect/>
                </a:stretch>
              </p:blipFill>
              <p:spPr>
                <a:xfrm>
                  <a:off x="671535" y="6618225"/>
                  <a:ext cx="126720" cy="70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3">
            <p14:nvContentPartPr>
              <p14:cNvPr id="2153" name="Ink 2152">
                <a:extLst>
                  <a:ext uri="{FF2B5EF4-FFF2-40B4-BE49-F238E27FC236}">
                    <a16:creationId xmlns:a16="http://schemas.microsoft.com/office/drawing/2014/main" id="{69123DBF-98D7-DF4C-6924-6742CD4347BD}"/>
                  </a:ext>
                </a:extLst>
              </p14:cNvPr>
              <p14:cNvContentPartPr/>
              <p14:nvPr/>
            </p14:nvContentPartPr>
            <p14:xfrm>
              <a:off x="681615" y="6765825"/>
              <a:ext cx="84600" cy="91080"/>
            </p14:xfrm>
          </p:contentPart>
        </mc:Choice>
        <mc:Fallback xmlns="">
          <p:pic>
            <p:nvPicPr>
              <p:cNvPr id="2153" name="Ink 2152">
                <a:extLst>
                  <a:ext uri="{FF2B5EF4-FFF2-40B4-BE49-F238E27FC236}">
                    <a16:creationId xmlns:a16="http://schemas.microsoft.com/office/drawing/2014/main" id="{69123DBF-98D7-DF4C-6924-6742CD4347BD}"/>
                  </a:ext>
                </a:extLst>
              </p:cNvPr>
              <p:cNvPicPr/>
              <p:nvPr/>
            </p:nvPicPr>
            <p:blipFill>
              <a:blip r:embed="rId234"/>
              <a:stretch>
                <a:fillRect/>
              </a:stretch>
            </p:blipFill>
            <p:spPr>
              <a:xfrm>
                <a:off x="672975" y="6757185"/>
                <a:ext cx="102240" cy="108720"/>
              </a:xfrm>
              <a:prstGeom prst="rect">
                <a:avLst/>
              </a:prstGeom>
            </p:spPr>
          </p:pic>
        </mc:Fallback>
      </mc:AlternateContent>
      <p:grpSp>
        <p:nvGrpSpPr>
          <p:cNvPr id="2158" name="Group 2157">
            <a:extLst>
              <a:ext uri="{FF2B5EF4-FFF2-40B4-BE49-F238E27FC236}">
                <a16:creationId xmlns:a16="http://schemas.microsoft.com/office/drawing/2014/main" id="{4E15A456-EBC2-1C66-ADCE-266C4BB7E9D9}"/>
              </a:ext>
            </a:extLst>
          </p:cNvPr>
          <p:cNvGrpSpPr/>
          <p:nvPr/>
        </p:nvGrpSpPr>
        <p:grpSpPr>
          <a:xfrm>
            <a:off x="1509255" y="6625785"/>
            <a:ext cx="107280" cy="246960"/>
            <a:chOff x="1509255" y="6625785"/>
            <a:chExt cx="107280" cy="246960"/>
          </a:xfrm>
        </p:grpSpPr>
        <mc:AlternateContent xmlns:mc="http://schemas.openxmlformats.org/markup-compatibility/2006" xmlns:p14="http://schemas.microsoft.com/office/powerpoint/2010/main">
          <mc:Choice Requires="p14">
            <p:contentPart p14:bwMode="auto" r:id="rId235">
              <p14:nvContentPartPr>
                <p14:cNvPr id="2155" name="Ink 2154">
                  <a:extLst>
                    <a:ext uri="{FF2B5EF4-FFF2-40B4-BE49-F238E27FC236}">
                      <a16:creationId xmlns:a16="http://schemas.microsoft.com/office/drawing/2014/main" id="{FE2529FD-91C5-D840-4E0B-9BF86EE3ED38}"/>
                    </a:ext>
                  </a:extLst>
                </p14:cNvPr>
                <p14:cNvContentPartPr/>
                <p14:nvPr/>
              </p14:nvContentPartPr>
              <p14:xfrm>
                <a:off x="1557855" y="6625785"/>
                <a:ext cx="58680" cy="42480"/>
              </p14:xfrm>
            </p:contentPart>
          </mc:Choice>
          <mc:Fallback xmlns="">
            <p:pic>
              <p:nvPicPr>
                <p:cNvPr id="2155" name="Ink 2154">
                  <a:extLst>
                    <a:ext uri="{FF2B5EF4-FFF2-40B4-BE49-F238E27FC236}">
                      <a16:creationId xmlns:a16="http://schemas.microsoft.com/office/drawing/2014/main" id="{FE2529FD-91C5-D840-4E0B-9BF86EE3ED38}"/>
                    </a:ext>
                  </a:extLst>
                </p:cNvPr>
                <p:cNvPicPr/>
                <p:nvPr/>
              </p:nvPicPr>
              <p:blipFill>
                <a:blip r:embed="rId236"/>
                <a:stretch>
                  <a:fillRect/>
                </a:stretch>
              </p:blipFill>
              <p:spPr>
                <a:xfrm>
                  <a:off x="1548855" y="6617145"/>
                  <a:ext cx="7632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2156" name="Ink 2155">
                  <a:extLst>
                    <a:ext uri="{FF2B5EF4-FFF2-40B4-BE49-F238E27FC236}">
                      <a16:creationId xmlns:a16="http://schemas.microsoft.com/office/drawing/2014/main" id="{236702B8-C684-CE45-42CB-56591FDB505D}"/>
                    </a:ext>
                  </a:extLst>
                </p14:cNvPr>
                <p14:cNvContentPartPr/>
                <p14:nvPr/>
              </p14:nvContentPartPr>
              <p14:xfrm>
                <a:off x="1536975" y="6722265"/>
                <a:ext cx="64440" cy="56880"/>
              </p14:xfrm>
            </p:contentPart>
          </mc:Choice>
          <mc:Fallback xmlns="">
            <p:pic>
              <p:nvPicPr>
                <p:cNvPr id="2156" name="Ink 2155">
                  <a:extLst>
                    <a:ext uri="{FF2B5EF4-FFF2-40B4-BE49-F238E27FC236}">
                      <a16:creationId xmlns:a16="http://schemas.microsoft.com/office/drawing/2014/main" id="{236702B8-C684-CE45-42CB-56591FDB505D}"/>
                    </a:ext>
                  </a:extLst>
                </p:cNvPr>
                <p:cNvPicPr/>
                <p:nvPr/>
              </p:nvPicPr>
              <p:blipFill>
                <a:blip r:embed="rId238"/>
                <a:stretch>
                  <a:fillRect/>
                </a:stretch>
              </p:blipFill>
              <p:spPr>
                <a:xfrm>
                  <a:off x="1527975" y="6713625"/>
                  <a:ext cx="8208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2157" name="Ink 2156">
                  <a:extLst>
                    <a:ext uri="{FF2B5EF4-FFF2-40B4-BE49-F238E27FC236}">
                      <a16:creationId xmlns:a16="http://schemas.microsoft.com/office/drawing/2014/main" id="{B23BCA6F-E3EE-C036-BD10-327898864FAB}"/>
                    </a:ext>
                  </a:extLst>
                </p14:cNvPr>
                <p14:cNvContentPartPr/>
                <p14:nvPr/>
              </p14:nvContentPartPr>
              <p14:xfrm>
                <a:off x="1509255" y="6843225"/>
                <a:ext cx="72360" cy="29520"/>
              </p14:xfrm>
            </p:contentPart>
          </mc:Choice>
          <mc:Fallback xmlns="">
            <p:pic>
              <p:nvPicPr>
                <p:cNvPr id="2157" name="Ink 2156">
                  <a:extLst>
                    <a:ext uri="{FF2B5EF4-FFF2-40B4-BE49-F238E27FC236}">
                      <a16:creationId xmlns:a16="http://schemas.microsoft.com/office/drawing/2014/main" id="{B23BCA6F-E3EE-C036-BD10-327898864FAB}"/>
                    </a:ext>
                  </a:extLst>
                </p:cNvPr>
                <p:cNvPicPr/>
                <p:nvPr/>
              </p:nvPicPr>
              <p:blipFill>
                <a:blip r:embed="rId240"/>
                <a:stretch>
                  <a:fillRect/>
                </a:stretch>
              </p:blipFill>
              <p:spPr>
                <a:xfrm>
                  <a:off x="1500615" y="6834225"/>
                  <a:ext cx="90000" cy="47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1">
            <p14:nvContentPartPr>
              <p14:cNvPr id="2159" name="Ink 2158">
                <a:extLst>
                  <a:ext uri="{FF2B5EF4-FFF2-40B4-BE49-F238E27FC236}">
                    <a16:creationId xmlns:a16="http://schemas.microsoft.com/office/drawing/2014/main" id="{B8BA9AB5-89A9-73AC-DB76-BD570F8A8B9B}"/>
                  </a:ext>
                </a:extLst>
              </p14:cNvPr>
              <p14:cNvContentPartPr/>
              <p14:nvPr/>
            </p14:nvContentPartPr>
            <p14:xfrm>
              <a:off x="130095" y="3205065"/>
              <a:ext cx="857880" cy="3719880"/>
            </p14:xfrm>
          </p:contentPart>
        </mc:Choice>
        <mc:Fallback xmlns="">
          <p:pic>
            <p:nvPicPr>
              <p:cNvPr id="2159" name="Ink 2158">
                <a:extLst>
                  <a:ext uri="{FF2B5EF4-FFF2-40B4-BE49-F238E27FC236}">
                    <a16:creationId xmlns:a16="http://schemas.microsoft.com/office/drawing/2014/main" id="{B8BA9AB5-89A9-73AC-DB76-BD570F8A8B9B}"/>
                  </a:ext>
                </a:extLst>
              </p:cNvPr>
              <p:cNvPicPr/>
              <p:nvPr/>
            </p:nvPicPr>
            <p:blipFill>
              <a:blip r:embed="rId242"/>
              <a:stretch>
                <a:fillRect/>
              </a:stretch>
            </p:blipFill>
            <p:spPr>
              <a:xfrm>
                <a:off x="123975" y="3198945"/>
                <a:ext cx="870120" cy="37321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2160" name="Ink 2159">
                <a:extLst>
                  <a:ext uri="{FF2B5EF4-FFF2-40B4-BE49-F238E27FC236}">
                    <a16:creationId xmlns:a16="http://schemas.microsoft.com/office/drawing/2014/main" id="{3A09D270-9543-D253-C811-DC06DF6996B2}"/>
                  </a:ext>
                </a:extLst>
              </p14:cNvPr>
              <p14:cNvContentPartPr/>
              <p14:nvPr/>
            </p14:nvContentPartPr>
            <p14:xfrm>
              <a:off x="1131975" y="3113985"/>
              <a:ext cx="859320" cy="3743640"/>
            </p14:xfrm>
          </p:contentPart>
        </mc:Choice>
        <mc:Fallback xmlns="">
          <p:pic>
            <p:nvPicPr>
              <p:cNvPr id="2160" name="Ink 2159">
                <a:extLst>
                  <a:ext uri="{FF2B5EF4-FFF2-40B4-BE49-F238E27FC236}">
                    <a16:creationId xmlns:a16="http://schemas.microsoft.com/office/drawing/2014/main" id="{3A09D270-9543-D253-C811-DC06DF6996B2}"/>
                  </a:ext>
                </a:extLst>
              </p:cNvPr>
              <p:cNvPicPr/>
              <p:nvPr/>
            </p:nvPicPr>
            <p:blipFill>
              <a:blip r:embed="rId244"/>
              <a:stretch>
                <a:fillRect/>
              </a:stretch>
            </p:blipFill>
            <p:spPr>
              <a:xfrm>
                <a:off x="1125855" y="3107865"/>
                <a:ext cx="871560" cy="3755880"/>
              </a:xfrm>
              <a:prstGeom prst="rect">
                <a:avLst/>
              </a:prstGeom>
            </p:spPr>
          </p:pic>
        </mc:Fallback>
      </mc:AlternateContent>
      <p:grpSp>
        <p:nvGrpSpPr>
          <p:cNvPr id="2165" name="Group 2164">
            <a:extLst>
              <a:ext uri="{FF2B5EF4-FFF2-40B4-BE49-F238E27FC236}">
                <a16:creationId xmlns:a16="http://schemas.microsoft.com/office/drawing/2014/main" id="{E5994689-E0DC-D063-BD42-5ED070729395}"/>
              </a:ext>
            </a:extLst>
          </p:cNvPr>
          <p:cNvGrpSpPr/>
          <p:nvPr/>
        </p:nvGrpSpPr>
        <p:grpSpPr>
          <a:xfrm>
            <a:off x="2620215" y="4906065"/>
            <a:ext cx="653760" cy="380160"/>
            <a:chOff x="2620215" y="4906065"/>
            <a:chExt cx="653760" cy="380160"/>
          </a:xfrm>
        </p:grpSpPr>
        <mc:AlternateContent xmlns:mc="http://schemas.openxmlformats.org/markup-compatibility/2006" xmlns:p14="http://schemas.microsoft.com/office/powerpoint/2010/main">
          <mc:Choice Requires="p14">
            <p:contentPart p14:bwMode="auto" r:id="rId245">
              <p14:nvContentPartPr>
                <p14:cNvPr id="2161" name="Ink 2160">
                  <a:extLst>
                    <a:ext uri="{FF2B5EF4-FFF2-40B4-BE49-F238E27FC236}">
                      <a16:creationId xmlns:a16="http://schemas.microsoft.com/office/drawing/2014/main" id="{B83D1B73-AF8F-0197-2C96-112D73F84F18}"/>
                    </a:ext>
                  </a:extLst>
                </p14:cNvPr>
                <p14:cNvContentPartPr/>
                <p14:nvPr/>
              </p14:nvContentPartPr>
              <p14:xfrm>
                <a:off x="2870415" y="4906065"/>
                <a:ext cx="328680" cy="380160"/>
              </p14:xfrm>
            </p:contentPart>
          </mc:Choice>
          <mc:Fallback xmlns="">
            <p:pic>
              <p:nvPicPr>
                <p:cNvPr id="2161" name="Ink 2160">
                  <a:extLst>
                    <a:ext uri="{FF2B5EF4-FFF2-40B4-BE49-F238E27FC236}">
                      <a16:creationId xmlns:a16="http://schemas.microsoft.com/office/drawing/2014/main" id="{B83D1B73-AF8F-0197-2C96-112D73F84F18}"/>
                    </a:ext>
                  </a:extLst>
                </p:cNvPr>
                <p:cNvPicPr/>
                <p:nvPr/>
              </p:nvPicPr>
              <p:blipFill>
                <a:blip r:embed="rId246"/>
                <a:stretch>
                  <a:fillRect/>
                </a:stretch>
              </p:blipFill>
              <p:spPr>
                <a:xfrm>
                  <a:off x="2864295" y="4899945"/>
                  <a:ext cx="340920" cy="39240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2162" name="Ink 2161">
                  <a:extLst>
                    <a:ext uri="{FF2B5EF4-FFF2-40B4-BE49-F238E27FC236}">
                      <a16:creationId xmlns:a16="http://schemas.microsoft.com/office/drawing/2014/main" id="{F69C3084-9A54-C071-0DF8-7BEEAF4B9735}"/>
                    </a:ext>
                  </a:extLst>
                </p14:cNvPr>
                <p14:cNvContentPartPr/>
                <p14:nvPr/>
              </p14:nvContentPartPr>
              <p14:xfrm>
                <a:off x="2620215" y="5098665"/>
                <a:ext cx="291960" cy="159120"/>
              </p14:xfrm>
            </p:contentPart>
          </mc:Choice>
          <mc:Fallback xmlns="">
            <p:pic>
              <p:nvPicPr>
                <p:cNvPr id="2162" name="Ink 2161">
                  <a:extLst>
                    <a:ext uri="{FF2B5EF4-FFF2-40B4-BE49-F238E27FC236}">
                      <a16:creationId xmlns:a16="http://schemas.microsoft.com/office/drawing/2014/main" id="{F69C3084-9A54-C071-0DF8-7BEEAF4B9735}"/>
                    </a:ext>
                  </a:extLst>
                </p:cNvPr>
                <p:cNvPicPr/>
                <p:nvPr/>
              </p:nvPicPr>
              <p:blipFill>
                <a:blip r:embed="rId248"/>
                <a:stretch>
                  <a:fillRect/>
                </a:stretch>
              </p:blipFill>
              <p:spPr>
                <a:xfrm>
                  <a:off x="2614095" y="5092545"/>
                  <a:ext cx="30420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2163" name="Ink 2162">
                  <a:extLst>
                    <a:ext uri="{FF2B5EF4-FFF2-40B4-BE49-F238E27FC236}">
                      <a16:creationId xmlns:a16="http://schemas.microsoft.com/office/drawing/2014/main" id="{8AC886AE-8E49-B7EB-A11F-70A9FA5E2EA4}"/>
                    </a:ext>
                  </a:extLst>
                </p14:cNvPr>
                <p14:cNvContentPartPr/>
                <p14:nvPr/>
              </p14:nvContentPartPr>
              <p14:xfrm>
                <a:off x="2627415" y="5034945"/>
                <a:ext cx="118080" cy="27360"/>
              </p14:xfrm>
            </p:contentPart>
          </mc:Choice>
          <mc:Fallback xmlns="">
            <p:pic>
              <p:nvPicPr>
                <p:cNvPr id="2163" name="Ink 2162">
                  <a:extLst>
                    <a:ext uri="{FF2B5EF4-FFF2-40B4-BE49-F238E27FC236}">
                      <a16:creationId xmlns:a16="http://schemas.microsoft.com/office/drawing/2014/main" id="{8AC886AE-8E49-B7EB-A11F-70A9FA5E2EA4}"/>
                    </a:ext>
                  </a:extLst>
                </p:cNvPr>
                <p:cNvPicPr/>
                <p:nvPr/>
              </p:nvPicPr>
              <p:blipFill>
                <a:blip r:embed="rId250"/>
                <a:stretch>
                  <a:fillRect/>
                </a:stretch>
              </p:blipFill>
              <p:spPr>
                <a:xfrm>
                  <a:off x="2621295" y="5028825"/>
                  <a:ext cx="13032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2164" name="Ink 2163">
                  <a:extLst>
                    <a:ext uri="{FF2B5EF4-FFF2-40B4-BE49-F238E27FC236}">
                      <a16:creationId xmlns:a16="http://schemas.microsoft.com/office/drawing/2014/main" id="{651FD103-52C4-F118-9D17-A4D69EE532D4}"/>
                    </a:ext>
                  </a:extLst>
                </p14:cNvPr>
                <p14:cNvContentPartPr/>
                <p14:nvPr/>
              </p14:nvContentPartPr>
              <p14:xfrm>
                <a:off x="3259935" y="5232945"/>
                <a:ext cx="14040" cy="6840"/>
              </p14:xfrm>
            </p:contentPart>
          </mc:Choice>
          <mc:Fallback xmlns="">
            <p:pic>
              <p:nvPicPr>
                <p:cNvPr id="2164" name="Ink 2163">
                  <a:extLst>
                    <a:ext uri="{FF2B5EF4-FFF2-40B4-BE49-F238E27FC236}">
                      <a16:creationId xmlns:a16="http://schemas.microsoft.com/office/drawing/2014/main" id="{651FD103-52C4-F118-9D17-A4D69EE532D4}"/>
                    </a:ext>
                  </a:extLst>
                </p:cNvPr>
                <p:cNvPicPr/>
                <p:nvPr/>
              </p:nvPicPr>
              <p:blipFill>
                <a:blip r:embed="rId252"/>
                <a:stretch>
                  <a:fillRect/>
                </a:stretch>
              </p:blipFill>
              <p:spPr>
                <a:xfrm>
                  <a:off x="3253815" y="5226825"/>
                  <a:ext cx="26280" cy="19080"/>
                </a:xfrm>
                <a:prstGeom prst="rect">
                  <a:avLst/>
                </a:prstGeom>
              </p:spPr>
            </p:pic>
          </mc:Fallback>
        </mc:AlternateContent>
      </p:grpSp>
      <p:grpSp>
        <p:nvGrpSpPr>
          <p:cNvPr id="2169" name="Group 2168">
            <a:extLst>
              <a:ext uri="{FF2B5EF4-FFF2-40B4-BE49-F238E27FC236}">
                <a16:creationId xmlns:a16="http://schemas.microsoft.com/office/drawing/2014/main" id="{9D9C7E64-A14B-E6E2-5007-0306FDD24CF3}"/>
              </a:ext>
            </a:extLst>
          </p:cNvPr>
          <p:cNvGrpSpPr/>
          <p:nvPr/>
        </p:nvGrpSpPr>
        <p:grpSpPr>
          <a:xfrm>
            <a:off x="3032415" y="5479545"/>
            <a:ext cx="260280" cy="241560"/>
            <a:chOff x="3032415" y="5479545"/>
            <a:chExt cx="260280" cy="241560"/>
          </a:xfrm>
        </p:grpSpPr>
        <mc:AlternateContent xmlns:mc="http://schemas.openxmlformats.org/markup-compatibility/2006" xmlns:p14="http://schemas.microsoft.com/office/powerpoint/2010/main">
          <mc:Choice Requires="p14">
            <p:contentPart p14:bwMode="auto" r:id="rId253">
              <p14:nvContentPartPr>
                <p14:cNvPr id="2166" name="Ink 2165">
                  <a:extLst>
                    <a:ext uri="{FF2B5EF4-FFF2-40B4-BE49-F238E27FC236}">
                      <a16:creationId xmlns:a16="http://schemas.microsoft.com/office/drawing/2014/main" id="{DD342799-346E-CCFD-526D-F398D2E40E3B}"/>
                    </a:ext>
                  </a:extLst>
                </p14:cNvPr>
                <p14:cNvContentPartPr/>
                <p14:nvPr/>
              </p14:nvContentPartPr>
              <p14:xfrm>
                <a:off x="3033495" y="5496105"/>
                <a:ext cx="216360" cy="212040"/>
              </p14:xfrm>
            </p:contentPart>
          </mc:Choice>
          <mc:Fallback xmlns="">
            <p:pic>
              <p:nvPicPr>
                <p:cNvPr id="2166" name="Ink 2165">
                  <a:extLst>
                    <a:ext uri="{FF2B5EF4-FFF2-40B4-BE49-F238E27FC236}">
                      <a16:creationId xmlns:a16="http://schemas.microsoft.com/office/drawing/2014/main" id="{DD342799-346E-CCFD-526D-F398D2E40E3B}"/>
                    </a:ext>
                  </a:extLst>
                </p:cNvPr>
                <p:cNvPicPr/>
                <p:nvPr/>
              </p:nvPicPr>
              <p:blipFill>
                <a:blip r:embed="rId254"/>
                <a:stretch>
                  <a:fillRect/>
                </a:stretch>
              </p:blipFill>
              <p:spPr>
                <a:xfrm>
                  <a:off x="3027375" y="5489985"/>
                  <a:ext cx="22860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2167" name="Ink 2166">
                  <a:extLst>
                    <a:ext uri="{FF2B5EF4-FFF2-40B4-BE49-F238E27FC236}">
                      <a16:creationId xmlns:a16="http://schemas.microsoft.com/office/drawing/2014/main" id="{3056370E-8682-A7F6-D8E2-377C02F7E45C}"/>
                    </a:ext>
                  </a:extLst>
                </p14:cNvPr>
                <p14:cNvContentPartPr/>
                <p14:nvPr/>
              </p14:nvContentPartPr>
              <p14:xfrm>
                <a:off x="3032415" y="5479545"/>
                <a:ext cx="11880" cy="20520"/>
              </p14:xfrm>
            </p:contentPart>
          </mc:Choice>
          <mc:Fallback xmlns="">
            <p:pic>
              <p:nvPicPr>
                <p:cNvPr id="2167" name="Ink 2166">
                  <a:extLst>
                    <a:ext uri="{FF2B5EF4-FFF2-40B4-BE49-F238E27FC236}">
                      <a16:creationId xmlns:a16="http://schemas.microsoft.com/office/drawing/2014/main" id="{3056370E-8682-A7F6-D8E2-377C02F7E45C}"/>
                    </a:ext>
                  </a:extLst>
                </p:cNvPr>
                <p:cNvPicPr/>
                <p:nvPr/>
              </p:nvPicPr>
              <p:blipFill>
                <a:blip r:embed="rId256"/>
                <a:stretch>
                  <a:fillRect/>
                </a:stretch>
              </p:blipFill>
              <p:spPr>
                <a:xfrm>
                  <a:off x="3026295" y="5473425"/>
                  <a:ext cx="2412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2168" name="Ink 2167">
                  <a:extLst>
                    <a:ext uri="{FF2B5EF4-FFF2-40B4-BE49-F238E27FC236}">
                      <a16:creationId xmlns:a16="http://schemas.microsoft.com/office/drawing/2014/main" id="{C3502FE7-2304-DCE8-C3A7-3543ED1AF4EE}"/>
                    </a:ext>
                  </a:extLst>
                </p14:cNvPr>
                <p14:cNvContentPartPr/>
                <p14:nvPr/>
              </p14:nvContentPartPr>
              <p14:xfrm>
                <a:off x="3282975" y="5720745"/>
                <a:ext cx="9720" cy="360"/>
              </p14:xfrm>
            </p:contentPart>
          </mc:Choice>
          <mc:Fallback xmlns="">
            <p:pic>
              <p:nvPicPr>
                <p:cNvPr id="2168" name="Ink 2167">
                  <a:extLst>
                    <a:ext uri="{FF2B5EF4-FFF2-40B4-BE49-F238E27FC236}">
                      <a16:creationId xmlns:a16="http://schemas.microsoft.com/office/drawing/2014/main" id="{C3502FE7-2304-DCE8-C3A7-3543ED1AF4EE}"/>
                    </a:ext>
                  </a:extLst>
                </p:cNvPr>
                <p:cNvPicPr/>
                <p:nvPr/>
              </p:nvPicPr>
              <p:blipFill>
                <a:blip r:embed="rId258"/>
                <a:stretch>
                  <a:fillRect/>
                </a:stretch>
              </p:blipFill>
              <p:spPr>
                <a:xfrm>
                  <a:off x="3276855" y="5714625"/>
                  <a:ext cx="2196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9">
            <p14:nvContentPartPr>
              <p14:cNvPr id="2170" name="Ink 2169">
                <a:extLst>
                  <a:ext uri="{FF2B5EF4-FFF2-40B4-BE49-F238E27FC236}">
                    <a16:creationId xmlns:a16="http://schemas.microsoft.com/office/drawing/2014/main" id="{33CEF14E-333A-809D-0DCF-7C95C78934AF}"/>
                  </a:ext>
                </a:extLst>
              </p14:cNvPr>
              <p14:cNvContentPartPr/>
              <p14:nvPr/>
            </p14:nvContentPartPr>
            <p14:xfrm>
              <a:off x="2659815" y="5538945"/>
              <a:ext cx="317520" cy="133200"/>
            </p14:xfrm>
          </p:contentPart>
        </mc:Choice>
        <mc:Fallback xmlns="">
          <p:pic>
            <p:nvPicPr>
              <p:cNvPr id="2170" name="Ink 2169">
                <a:extLst>
                  <a:ext uri="{FF2B5EF4-FFF2-40B4-BE49-F238E27FC236}">
                    <a16:creationId xmlns:a16="http://schemas.microsoft.com/office/drawing/2014/main" id="{33CEF14E-333A-809D-0DCF-7C95C78934AF}"/>
                  </a:ext>
                </a:extLst>
              </p:cNvPr>
              <p:cNvPicPr/>
              <p:nvPr/>
            </p:nvPicPr>
            <p:blipFill>
              <a:blip r:embed="rId260"/>
              <a:stretch>
                <a:fillRect/>
              </a:stretch>
            </p:blipFill>
            <p:spPr>
              <a:xfrm>
                <a:off x="2653695" y="5532825"/>
                <a:ext cx="32976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2171" name="Ink 2170">
                <a:extLst>
                  <a:ext uri="{FF2B5EF4-FFF2-40B4-BE49-F238E27FC236}">
                    <a16:creationId xmlns:a16="http://schemas.microsoft.com/office/drawing/2014/main" id="{7EE20697-0C71-6142-1C28-CC651AB0198C}"/>
                  </a:ext>
                </a:extLst>
              </p14:cNvPr>
              <p14:cNvContentPartPr/>
              <p14:nvPr/>
            </p14:nvContentPartPr>
            <p14:xfrm>
              <a:off x="2640735" y="5453625"/>
              <a:ext cx="133200" cy="18360"/>
            </p14:xfrm>
          </p:contentPart>
        </mc:Choice>
        <mc:Fallback xmlns="">
          <p:pic>
            <p:nvPicPr>
              <p:cNvPr id="2171" name="Ink 2170">
                <a:extLst>
                  <a:ext uri="{FF2B5EF4-FFF2-40B4-BE49-F238E27FC236}">
                    <a16:creationId xmlns:a16="http://schemas.microsoft.com/office/drawing/2014/main" id="{7EE20697-0C71-6142-1C28-CC651AB0198C}"/>
                  </a:ext>
                </a:extLst>
              </p:cNvPr>
              <p:cNvPicPr/>
              <p:nvPr/>
            </p:nvPicPr>
            <p:blipFill>
              <a:blip r:embed="rId262"/>
              <a:stretch>
                <a:fillRect/>
              </a:stretch>
            </p:blipFill>
            <p:spPr>
              <a:xfrm>
                <a:off x="2634615" y="5447505"/>
                <a:ext cx="14544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2172" name="Ink 2171">
                <a:extLst>
                  <a:ext uri="{FF2B5EF4-FFF2-40B4-BE49-F238E27FC236}">
                    <a16:creationId xmlns:a16="http://schemas.microsoft.com/office/drawing/2014/main" id="{0A71E381-AFD4-0032-812F-C4432E87FB56}"/>
                  </a:ext>
                </a:extLst>
              </p14:cNvPr>
              <p14:cNvContentPartPr/>
              <p14:nvPr/>
            </p14:nvContentPartPr>
            <p14:xfrm>
              <a:off x="2893095" y="5735505"/>
              <a:ext cx="63360" cy="28080"/>
            </p14:xfrm>
          </p:contentPart>
        </mc:Choice>
        <mc:Fallback xmlns="">
          <p:pic>
            <p:nvPicPr>
              <p:cNvPr id="2172" name="Ink 2171">
                <a:extLst>
                  <a:ext uri="{FF2B5EF4-FFF2-40B4-BE49-F238E27FC236}">
                    <a16:creationId xmlns:a16="http://schemas.microsoft.com/office/drawing/2014/main" id="{0A71E381-AFD4-0032-812F-C4432E87FB56}"/>
                  </a:ext>
                </a:extLst>
              </p:cNvPr>
              <p:cNvPicPr/>
              <p:nvPr/>
            </p:nvPicPr>
            <p:blipFill>
              <a:blip r:embed="rId264"/>
              <a:stretch>
                <a:fillRect/>
              </a:stretch>
            </p:blipFill>
            <p:spPr>
              <a:xfrm>
                <a:off x="2886975" y="5729385"/>
                <a:ext cx="75600" cy="40320"/>
              </a:xfrm>
              <a:prstGeom prst="rect">
                <a:avLst/>
              </a:prstGeom>
            </p:spPr>
          </p:pic>
        </mc:Fallback>
      </mc:AlternateContent>
      <p:pic>
        <p:nvPicPr>
          <p:cNvPr id="4" name="Picture 3" descr="مصطفى صبرى (عالم لاهوت) - ويكيبيديا">
            <a:extLst>
              <a:ext uri="{FF2B5EF4-FFF2-40B4-BE49-F238E27FC236}">
                <a16:creationId xmlns:a16="http://schemas.microsoft.com/office/drawing/2014/main" id="{B2B3EE82-0285-C922-6F90-CF3440DFB37C}"/>
              </a:ext>
            </a:extLst>
          </p:cNvPr>
          <p:cNvPicPr>
            <a:picLocks noChangeAspect="1"/>
          </p:cNvPicPr>
          <p:nvPr/>
        </p:nvPicPr>
        <p:blipFill>
          <a:blip r:embed="rId265"/>
          <a:srcRect l="138923" t="17698" r="-151427" b="-29284"/>
          <a:stretch>
            <a:fillRect/>
          </a:stretch>
        </p:blipFill>
        <p:spPr>
          <a:xfrm>
            <a:off x="4387266" y="832908"/>
            <a:ext cx="3552935" cy="5251451"/>
          </a:xfrm>
          <a:prstGeom prst="rect">
            <a:avLst/>
          </a:prstGeom>
        </p:spPr>
      </p:pic>
      <p:pic>
        <p:nvPicPr>
          <p:cNvPr id="9" name="Picture 8" descr="مصطفى صبرى (عالم لاهوت) - ويكيبيديا">
            <a:extLst>
              <a:ext uri="{FF2B5EF4-FFF2-40B4-BE49-F238E27FC236}">
                <a16:creationId xmlns:a16="http://schemas.microsoft.com/office/drawing/2014/main" id="{E3AE386F-C024-048E-6D1C-2E25DCB3543D}"/>
              </a:ext>
            </a:extLst>
          </p:cNvPr>
          <p:cNvPicPr>
            <a:picLocks noChangeAspect="1"/>
          </p:cNvPicPr>
          <p:nvPr/>
        </p:nvPicPr>
        <p:blipFill rotWithShape="1">
          <a:blip r:embed="rId265"/>
          <a:srcRect l="201" t="1288" r="-201" b="31120"/>
          <a:stretch>
            <a:fillRect/>
          </a:stretch>
        </p:blipFill>
        <p:spPr>
          <a:xfrm>
            <a:off x="0" y="-27555"/>
            <a:ext cx="2554020" cy="2554020"/>
          </a:xfrm>
          <a:prstGeom prst="rect">
            <a:avLst/>
          </a:prstGeom>
        </p:spPr>
      </p:pic>
    </p:spTree>
    <p:extLst>
      <p:ext uri="{BB962C8B-B14F-4D97-AF65-F5344CB8AC3E}">
        <p14:creationId xmlns:p14="http://schemas.microsoft.com/office/powerpoint/2010/main" val="7629662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7C25C4-6802-2F4E-9547-1CA16EB955AE}"/>
              </a:ext>
            </a:extLst>
          </p:cNvPr>
          <p:cNvSpPr txBox="1"/>
          <p:nvPr/>
        </p:nvSpPr>
        <p:spPr>
          <a:xfrm>
            <a:off x="152400" y="0"/>
            <a:ext cx="11887200" cy="3847207"/>
          </a:xfrm>
          <a:prstGeom prst="rect">
            <a:avLst/>
          </a:prstGeom>
          <a:noFill/>
        </p:spPr>
        <p:txBody>
          <a:bodyPr wrap="square" rtlCol="0">
            <a:spAutoFit/>
          </a:bodyPr>
          <a:lstStyle/>
          <a:p>
            <a:pPr algn="ctr" rtl="1"/>
            <a:r>
              <a:rPr lang="ar-JO" sz="6000" dirty="0"/>
              <a:t>التعريف الرياضي:</a:t>
            </a:r>
            <a:br>
              <a:rPr lang="ar-JO" sz="3200" dirty="0"/>
            </a:br>
            <a:r>
              <a:rPr lang="ar-JO" sz="4800" dirty="0"/>
              <a:t>ال</a:t>
            </a:r>
            <a:r>
              <a:rPr lang="ar-SA" sz="4800" dirty="0"/>
              <a:t>مجموعة </a:t>
            </a:r>
            <a:r>
              <a:rPr lang="ar-JO" sz="4800" dirty="0"/>
              <a:t>ا</a:t>
            </a:r>
            <a:r>
              <a:rPr lang="ar-SA" sz="4800" dirty="0"/>
              <a:t>ل</a:t>
            </a:r>
            <a:r>
              <a:rPr lang="ar-JO" sz="4800" dirty="0"/>
              <a:t>لا</a:t>
            </a:r>
            <a:r>
              <a:rPr lang="ar-SA" sz="4800" dirty="0"/>
              <a:t>نهائية هي مجموعة يمكن إيجاد </a:t>
            </a:r>
            <a:r>
              <a:rPr lang="ar-JO" sz="4800" dirty="0">
                <a:highlight>
                  <a:srgbClr val="00FF00"/>
                </a:highlight>
              </a:rPr>
              <a:t>تطبيق</a:t>
            </a:r>
            <a:r>
              <a:rPr lang="ar-JO" sz="4800" dirty="0"/>
              <a:t> تقابلي </a:t>
            </a:r>
            <a:r>
              <a:rPr lang="ar-SA" sz="4800" dirty="0"/>
              <a:t>بين عناصرها وعناصر </a:t>
            </a:r>
            <a:r>
              <a:rPr lang="ar-JO" sz="4800" dirty="0"/>
              <a:t>إحدى مجموعاتها الجزئية </a:t>
            </a:r>
            <a:r>
              <a:rPr lang="ar-SA" sz="4800" dirty="0"/>
              <a:t>الحقيقية</a:t>
            </a:r>
            <a:br>
              <a:rPr lang="ar-JO" sz="3200" dirty="0"/>
            </a:br>
            <a:r>
              <a:rPr lang="en-US" sz="4400" dirty="0"/>
              <a:t>An infinite set is one for which there exists a bijective </a:t>
            </a:r>
            <a:r>
              <a:rPr lang="en-US" sz="4400" dirty="0">
                <a:highlight>
                  <a:srgbClr val="00FF00"/>
                </a:highlight>
              </a:rPr>
              <a:t>mapping</a:t>
            </a:r>
            <a:r>
              <a:rPr lang="en-US" sz="4400" dirty="0"/>
              <a:t> to one of its proper subsets</a:t>
            </a:r>
          </a:p>
        </p:txBody>
      </p:sp>
    </p:spTree>
    <p:extLst>
      <p:ext uri="{BB962C8B-B14F-4D97-AF65-F5344CB8AC3E}">
        <p14:creationId xmlns:p14="http://schemas.microsoft.com/office/powerpoint/2010/main" val="434977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430FE3-580F-63D8-7FB6-9B7C016A3D67}"/>
              </a:ext>
            </a:extLst>
          </p:cNvPr>
          <p:cNvPicPr>
            <a:picLocks noChangeAspect="1"/>
          </p:cNvPicPr>
          <p:nvPr/>
        </p:nvPicPr>
        <p:blipFill>
          <a:blip r:embed="rId2"/>
          <a:stretch>
            <a:fillRect/>
          </a:stretch>
        </p:blipFill>
        <p:spPr>
          <a:xfrm>
            <a:off x="0" y="0"/>
            <a:ext cx="6461112" cy="3724275"/>
          </a:xfrm>
          <a:prstGeom prst="rect">
            <a:avLst/>
          </a:prstGeom>
        </p:spPr>
      </p:pic>
      <p:pic>
        <p:nvPicPr>
          <p:cNvPr id="5" name="Picture 4">
            <a:extLst>
              <a:ext uri="{FF2B5EF4-FFF2-40B4-BE49-F238E27FC236}">
                <a16:creationId xmlns:a16="http://schemas.microsoft.com/office/drawing/2014/main" id="{C1A2B5E8-2029-9EAF-0827-DA5FBBEDF068}"/>
              </a:ext>
            </a:extLst>
          </p:cNvPr>
          <p:cNvPicPr>
            <a:picLocks noChangeAspect="1"/>
          </p:cNvPicPr>
          <p:nvPr/>
        </p:nvPicPr>
        <p:blipFill>
          <a:blip r:embed="rId2"/>
          <a:stretch>
            <a:fillRect/>
          </a:stretch>
        </p:blipFill>
        <p:spPr>
          <a:xfrm>
            <a:off x="6109735" y="0"/>
            <a:ext cx="6082265" cy="3505902"/>
          </a:xfrm>
          <a:prstGeom prst="rect">
            <a:avLst/>
          </a:prstGeom>
        </p:spPr>
      </p:pic>
      <p:grpSp>
        <p:nvGrpSpPr>
          <p:cNvPr id="16" name="Group 15">
            <a:extLst>
              <a:ext uri="{FF2B5EF4-FFF2-40B4-BE49-F238E27FC236}">
                <a16:creationId xmlns:a16="http://schemas.microsoft.com/office/drawing/2014/main" id="{01C254B8-F456-1587-C254-56F2AD52F6FE}"/>
              </a:ext>
            </a:extLst>
          </p:cNvPr>
          <p:cNvGrpSpPr/>
          <p:nvPr/>
        </p:nvGrpSpPr>
        <p:grpSpPr>
          <a:xfrm>
            <a:off x="2911965" y="4389748"/>
            <a:ext cx="2136960" cy="676440"/>
            <a:chOff x="2196855" y="4399185"/>
            <a:chExt cx="2136960" cy="67644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DE63A09C-E94C-0C2E-221C-BABC4F3354CF}"/>
                    </a:ext>
                  </a:extLst>
                </p14:cNvPr>
                <p14:cNvContentPartPr/>
                <p14:nvPr/>
              </p14:nvContentPartPr>
              <p14:xfrm>
                <a:off x="4022775" y="4607265"/>
                <a:ext cx="311040" cy="154440"/>
              </p14:xfrm>
            </p:contentPart>
          </mc:Choice>
          <mc:Fallback xmlns="">
            <p:pic>
              <p:nvPicPr>
                <p:cNvPr id="6" name="Ink 5">
                  <a:extLst>
                    <a:ext uri="{FF2B5EF4-FFF2-40B4-BE49-F238E27FC236}">
                      <a16:creationId xmlns:a16="http://schemas.microsoft.com/office/drawing/2014/main" id="{DE63A09C-E94C-0C2E-221C-BABC4F3354CF}"/>
                    </a:ext>
                  </a:extLst>
                </p:cNvPr>
                <p:cNvPicPr/>
                <p:nvPr/>
              </p:nvPicPr>
              <p:blipFill>
                <a:blip r:embed="rId4"/>
                <a:stretch>
                  <a:fillRect/>
                </a:stretch>
              </p:blipFill>
              <p:spPr>
                <a:xfrm>
                  <a:off x="4016655" y="4601145"/>
                  <a:ext cx="32328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3AF933D7-7578-E235-10B2-403724DC3803}"/>
                    </a:ext>
                  </a:extLst>
                </p14:cNvPr>
                <p14:cNvContentPartPr/>
                <p14:nvPr/>
              </p14:nvContentPartPr>
              <p14:xfrm>
                <a:off x="3699135" y="4608705"/>
                <a:ext cx="453960" cy="235440"/>
              </p14:xfrm>
            </p:contentPart>
          </mc:Choice>
          <mc:Fallback xmlns="">
            <p:pic>
              <p:nvPicPr>
                <p:cNvPr id="7" name="Ink 6">
                  <a:extLst>
                    <a:ext uri="{FF2B5EF4-FFF2-40B4-BE49-F238E27FC236}">
                      <a16:creationId xmlns:a16="http://schemas.microsoft.com/office/drawing/2014/main" id="{3AF933D7-7578-E235-10B2-403724DC3803}"/>
                    </a:ext>
                  </a:extLst>
                </p:cNvPr>
                <p:cNvPicPr/>
                <p:nvPr/>
              </p:nvPicPr>
              <p:blipFill>
                <a:blip r:embed="rId6"/>
                <a:stretch>
                  <a:fillRect/>
                </a:stretch>
              </p:blipFill>
              <p:spPr>
                <a:xfrm>
                  <a:off x="3693015" y="4602585"/>
                  <a:ext cx="46620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3F11272D-C1F9-7424-AC23-B33B9DAC307B}"/>
                    </a:ext>
                  </a:extLst>
                </p14:cNvPr>
                <p14:cNvContentPartPr/>
                <p14:nvPr/>
              </p14:nvContentPartPr>
              <p14:xfrm>
                <a:off x="3403215" y="4617345"/>
                <a:ext cx="417960" cy="291240"/>
              </p14:xfrm>
            </p:contentPart>
          </mc:Choice>
          <mc:Fallback xmlns="">
            <p:pic>
              <p:nvPicPr>
                <p:cNvPr id="8" name="Ink 7">
                  <a:extLst>
                    <a:ext uri="{FF2B5EF4-FFF2-40B4-BE49-F238E27FC236}">
                      <a16:creationId xmlns:a16="http://schemas.microsoft.com/office/drawing/2014/main" id="{3F11272D-C1F9-7424-AC23-B33B9DAC307B}"/>
                    </a:ext>
                  </a:extLst>
                </p:cNvPr>
                <p:cNvPicPr/>
                <p:nvPr/>
              </p:nvPicPr>
              <p:blipFill>
                <a:blip r:embed="rId8"/>
                <a:stretch>
                  <a:fillRect/>
                </a:stretch>
              </p:blipFill>
              <p:spPr>
                <a:xfrm>
                  <a:off x="3397095" y="4611225"/>
                  <a:ext cx="43020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15279E3C-CB7D-7F9D-170F-0CC7CFBF0611}"/>
                    </a:ext>
                  </a:extLst>
                </p14:cNvPr>
                <p14:cNvContentPartPr/>
                <p14:nvPr/>
              </p14:nvContentPartPr>
              <p14:xfrm>
                <a:off x="3531015" y="4559025"/>
                <a:ext cx="7200" cy="15120"/>
              </p14:xfrm>
            </p:contentPart>
          </mc:Choice>
          <mc:Fallback xmlns="">
            <p:pic>
              <p:nvPicPr>
                <p:cNvPr id="9" name="Ink 8">
                  <a:extLst>
                    <a:ext uri="{FF2B5EF4-FFF2-40B4-BE49-F238E27FC236}">
                      <a16:creationId xmlns:a16="http://schemas.microsoft.com/office/drawing/2014/main" id="{15279E3C-CB7D-7F9D-170F-0CC7CFBF0611}"/>
                    </a:ext>
                  </a:extLst>
                </p:cNvPr>
                <p:cNvPicPr/>
                <p:nvPr/>
              </p:nvPicPr>
              <p:blipFill>
                <a:blip r:embed="rId10"/>
                <a:stretch>
                  <a:fillRect/>
                </a:stretch>
              </p:blipFill>
              <p:spPr>
                <a:xfrm>
                  <a:off x="3524895" y="4552905"/>
                  <a:ext cx="1944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9987BA4E-7193-3DCB-2E02-C1DCA507E517}"/>
                    </a:ext>
                  </a:extLst>
                </p14:cNvPr>
                <p14:cNvContentPartPr/>
                <p14:nvPr/>
              </p14:nvContentPartPr>
              <p14:xfrm>
                <a:off x="3695535" y="4399185"/>
                <a:ext cx="24480" cy="260280"/>
              </p14:xfrm>
            </p:contentPart>
          </mc:Choice>
          <mc:Fallback xmlns="">
            <p:pic>
              <p:nvPicPr>
                <p:cNvPr id="10" name="Ink 9">
                  <a:extLst>
                    <a:ext uri="{FF2B5EF4-FFF2-40B4-BE49-F238E27FC236}">
                      <a16:creationId xmlns:a16="http://schemas.microsoft.com/office/drawing/2014/main" id="{9987BA4E-7193-3DCB-2E02-C1DCA507E517}"/>
                    </a:ext>
                  </a:extLst>
                </p:cNvPr>
                <p:cNvPicPr/>
                <p:nvPr/>
              </p:nvPicPr>
              <p:blipFill>
                <a:blip r:embed="rId12"/>
                <a:stretch>
                  <a:fillRect/>
                </a:stretch>
              </p:blipFill>
              <p:spPr>
                <a:xfrm>
                  <a:off x="3689415" y="4393065"/>
                  <a:ext cx="3672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607D5433-89EE-1515-6151-5C58AD076688}"/>
                    </a:ext>
                  </a:extLst>
                </p14:cNvPr>
                <p14:cNvContentPartPr/>
                <p14:nvPr/>
              </p14:nvContentPartPr>
              <p14:xfrm>
                <a:off x="2571975" y="4634265"/>
                <a:ext cx="681480" cy="331560"/>
              </p14:xfrm>
            </p:contentPart>
          </mc:Choice>
          <mc:Fallback xmlns="">
            <p:pic>
              <p:nvPicPr>
                <p:cNvPr id="12" name="Ink 11">
                  <a:extLst>
                    <a:ext uri="{FF2B5EF4-FFF2-40B4-BE49-F238E27FC236}">
                      <a16:creationId xmlns:a16="http://schemas.microsoft.com/office/drawing/2014/main" id="{607D5433-89EE-1515-6151-5C58AD076688}"/>
                    </a:ext>
                  </a:extLst>
                </p:cNvPr>
                <p:cNvPicPr/>
                <p:nvPr/>
              </p:nvPicPr>
              <p:blipFill>
                <a:blip r:embed="rId14"/>
                <a:stretch>
                  <a:fillRect/>
                </a:stretch>
              </p:blipFill>
              <p:spPr>
                <a:xfrm>
                  <a:off x="2565855" y="4628145"/>
                  <a:ext cx="69372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AEB9849C-96D9-2441-68C7-CE07AB8E81DD}"/>
                    </a:ext>
                  </a:extLst>
                </p14:cNvPr>
                <p14:cNvContentPartPr/>
                <p14:nvPr/>
              </p14:nvContentPartPr>
              <p14:xfrm>
                <a:off x="2797695" y="5064465"/>
                <a:ext cx="34560" cy="11160"/>
              </p14:xfrm>
            </p:contentPart>
          </mc:Choice>
          <mc:Fallback xmlns="">
            <p:pic>
              <p:nvPicPr>
                <p:cNvPr id="13" name="Ink 12">
                  <a:extLst>
                    <a:ext uri="{FF2B5EF4-FFF2-40B4-BE49-F238E27FC236}">
                      <a16:creationId xmlns:a16="http://schemas.microsoft.com/office/drawing/2014/main" id="{AEB9849C-96D9-2441-68C7-CE07AB8E81DD}"/>
                    </a:ext>
                  </a:extLst>
                </p:cNvPr>
                <p:cNvPicPr/>
                <p:nvPr/>
              </p:nvPicPr>
              <p:blipFill>
                <a:blip r:embed="rId16"/>
                <a:stretch>
                  <a:fillRect/>
                </a:stretch>
              </p:blipFill>
              <p:spPr>
                <a:xfrm>
                  <a:off x="2791575" y="5058345"/>
                  <a:ext cx="4680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8077EFC9-D14A-0820-5850-B784D4E4D586}"/>
                    </a:ext>
                  </a:extLst>
                </p14:cNvPr>
                <p14:cNvContentPartPr/>
                <p14:nvPr/>
              </p14:nvContentPartPr>
              <p14:xfrm>
                <a:off x="2203335" y="4619865"/>
                <a:ext cx="260280" cy="244440"/>
              </p14:xfrm>
            </p:contentPart>
          </mc:Choice>
          <mc:Fallback xmlns="">
            <p:pic>
              <p:nvPicPr>
                <p:cNvPr id="14" name="Ink 13">
                  <a:extLst>
                    <a:ext uri="{FF2B5EF4-FFF2-40B4-BE49-F238E27FC236}">
                      <a16:creationId xmlns:a16="http://schemas.microsoft.com/office/drawing/2014/main" id="{8077EFC9-D14A-0820-5850-B784D4E4D586}"/>
                    </a:ext>
                  </a:extLst>
                </p:cNvPr>
                <p:cNvPicPr/>
                <p:nvPr/>
              </p:nvPicPr>
              <p:blipFill>
                <a:blip r:embed="rId18"/>
                <a:stretch>
                  <a:fillRect/>
                </a:stretch>
              </p:blipFill>
              <p:spPr>
                <a:xfrm>
                  <a:off x="2197215" y="4613745"/>
                  <a:ext cx="27252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87B36BB8-41BC-53EA-B0AC-B5F315F52C86}"/>
                    </a:ext>
                  </a:extLst>
                </p14:cNvPr>
                <p14:cNvContentPartPr/>
                <p14:nvPr/>
              </p14:nvContentPartPr>
              <p14:xfrm>
                <a:off x="2196855" y="5001825"/>
                <a:ext cx="131400" cy="35280"/>
              </p14:xfrm>
            </p:contentPart>
          </mc:Choice>
          <mc:Fallback xmlns="">
            <p:pic>
              <p:nvPicPr>
                <p:cNvPr id="15" name="Ink 14">
                  <a:extLst>
                    <a:ext uri="{FF2B5EF4-FFF2-40B4-BE49-F238E27FC236}">
                      <a16:creationId xmlns:a16="http://schemas.microsoft.com/office/drawing/2014/main" id="{87B36BB8-41BC-53EA-B0AC-B5F315F52C86}"/>
                    </a:ext>
                  </a:extLst>
                </p:cNvPr>
                <p:cNvPicPr/>
                <p:nvPr/>
              </p:nvPicPr>
              <p:blipFill>
                <a:blip r:embed="rId20"/>
                <a:stretch>
                  <a:fillRect/>
                </a:stretch>
              </p:blipFill>
              <p:spPr>
                <a:xfrm>
                  <a:off x="2190735" y="4995705"/>
                  <a:ext cx="143640" cy="47520"/>
                </a:xfrm>
                <a:prstGeom prst="rect">
                  <a:avLst/>
                </a:prstGeom>
              </p:spPr>
            </p:pic>
          </mc:Fallback>
        </mc:AlternateContent>
      </p:grpSp>
      <p:grpSp>
        <p:nvGrpSpPr>
          <p:cNvPr id="27" name="Group 26">
            <a:extLst>
              <a:ext uri="{FF2B5EF4-FFF2-40B4-BE49-F238E27FC236}">
                <a16:creationId xmlns:a16="http://schemas.microsoft.com/office/drawing/2014/main" id="{31B68163-553A-4361-270F-470FD9F42E83}"/>
              </a:ext>
            </a:extLst>
          </p:cNvPr>
          <p:cNvGrpSpPr/>
          <p:nvPr/>
        </p:nvGrpSpPr>
        <p:grpSpPr>
          <a:xfrm>
            <a:off x="8002395" y="3856948"/>
            <a:ext cx="1721520" cy="569880"/>
            <a:chOff x="8852175" y="4227465"/>
            <a:chExt cx="1721520" cy="569880"/>
          </a:xfrm>
        </p:grpSpPr>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472D691E-6587-1B84-1E12-04B14A6EA597}"/>
                    </a:ext>
                  </a:extLst>
                </p14:cNvPr>
                <p14:cNvContentPartPr/>
                <p14:nvPr/>
              </p14:nvContentPartPr>
              <p14:xfrm>
                <a:off x="10373895" y="4511865"/>
                <a:ext cx="199800" cy="170280"/>
              </p14:xfrm>
            </p:contentPart>
          </mc:Choice>
          <mc:Fallback xmlns="">
            <p:pic>
              <p:nvPicPr>
                <p:cNvPr id="17" name="Ink 16">
                  <a:extLst>
                    <a:ext uri="{FF2B5EF4-FFF2-40B4-BE49-F238E27FC236}">
                      <a16:creationId xmlns:a16="http://schemas.microsoft.com/office/drawing/2014/main" id="{472D691E-6587-1B84-1E12-04B14A6EA597}"/>
                    </a:ext>
                  </a:extLst>
                </p:cNvPr>
                <p:cNvPicPr/>
                <p:nvPr/>
              </p:nvPicPr>
              <p:blipFill>
                <a:blip r:embed="rId22"/>
                <a:stretch>
                  <a:fillRect/>
                </a:stretch>
              </p:blipFill>
              <p:spPr>
                <a:xfrm>
                  <a:off x="10367775" y="4505745"/>
                  <a:ext cx="21204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6ABAA9BA-E74A-CA7E-CA48-E5E0A700FFAF}"/>
                    </a:ext>
                  </a:extLst>
                </p14:cNvPr>
                <p14:cNvContentPartPr/>
                <p14:nvPr/>
              </p14:nvContentPartPr>
              <p14:xfrm>
                <a:off x="9953055" y="4352745"/>
                <a:ext cx="355320" cy="293400"/>
              </p14:xfrm>
            </p:contentPart>
          </mc:Choice>
          <mc:Fallback xmlns="">
            <p:pic>
              <p:nvPicPr>
                <p:cNvPr id="18" name="Ink 17">
                  <a:extLst>
                    <a:ext uri="{FF2B5EF4-FFF2-40B4-BE49-F238E27FC236}">
                      <a16:creationId xmlns:a16="http://schemas.microsoft.com/office/drawing/2014/main" id="{6ABAA9BA-E74A-CA7E-CA48-E5E0A700FFAF}"/>
                    </a:ext>
                  </a:extLst>
                </p:cNvPr>
                <p:cNvPicPr/>
                <p:nvPr/>
              </p:nvPicPr>
              <p:blipFill>
                <a:blip r:embed="rId24"/>
                <a:stretch>
                  <a:fillRect/>
                </a:stretch>
              </p:blipFill>
              <p:spPr>
                <a:xfrm>
                  <a:off x="9946935" y="4346625"/>
                  <a:ext cx="36756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8446047D-5CC9-6DD3-3358-CF6EACC19086}"/>
                    </a:ext>
                  </a:extLst>
                </p14:cNvPr>
                <p14:cNvContentPartPr/>
                <p14:nvPr/>
              </p14:nvContentPartPr>
              <p14:xfrm>
                <a:off x="10039455" y="4760265"/>
                <a:ext cx="90360" cy="26640"/>
              </p14:xfrm>
            </p:contentPart>
          </mc:Choice>
          <mc:Fallback xmlns="">
            <p:pic>
              <p:nvPicPr>
                <p:cNvPr id="19" name="Ink 18">
                  <a:extLst>
                    <a:ext uri="{FF2B5EF4-FFF2-40B4-BE49-F238E27FC236}">
                      <a16:creationId xmlns:a16="http://schemas.microsoft.com/office/drawing/2014/main" id="{8446047D-5CC9-6DD3-3358-CF6EACC19086}"/>
                    </a:ext>
                  </a:extLst>
                </p:cNvPr>
                <p:cNvPicPr/>
                <p:nvPr/>
              </p:nvPicPr>
              <p:blipFill>
                <a:blip r:embed="rId26"/>
                <a:stretch>
                  <a:fillRect/>
                </a:stretch>
              </p:blipFill>
              <p:spPr>
                <a:xfrm>
                  <a:off x="10033335" y="4754145"/>
                  <a:ext cx="1026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A882C076-4521-3CAF-63ED-31C91F336B95}"/>
                    </a:ext>
                  </a:extLst>
                </p14:cNvPr>
                <p14:cNvContentPartPr/>
                <p14:nvPr/>
              </p14:nvContentPartPr>
              <p14:xfrm>
                <a:off x="10188855" y="4777545"/>
                <a:ext cx="112680" cy="19800"/>
              </p14:xfrm>
            </p:contentPart>
          </mc:Choice>
          <mc:Fallback xmlns="">
            <p:pic>
              <p:nvPicPr>
                <p:cNvPr id="20" name="Ink 19">
                  <a:extLst>
                    <a:ext uri="{FF2B5EF4-FFF2-40B4-BE49-F238E27FC236}">
                      <a16:creationId xmlns:a16="http://schemas.microsoft.com/office/drawing/2014/main" id="{A882C076-4521-3CAF-63ED-31C91F336B95}"/>
                    </a:ext>
                  </a:extLst>
                </p:cNvPr>
                <p:cNvPicPr/>
                <p:nvPr/>
              </p:nvPicPr>
              <p:blipFill>
                <a:blip r:embed="rId28"/>
                <a:stretch>
                  <a:fillRect/>
                </a:stretch>
              </p:blipFill>
              <p:spPr>
                <a:xfrm>
                  <a:off x="10182735" y="4771425"/>
                  <a:ext cx="1249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1" name="Ink 20">
                  <a:extLst>
                    <a:ext uri="{FF2B5EF4-FFF2-40B4-BE49-F238E27FC236}">
                      <a16:creationId xmlns:a16="http://schemas.microsoft.com/office/drawing/2014/main" id="{228C303E-5DFA-3E1B-14D4-467D4D5AD890}"/>
                    </a:ext>
                  </a:extLst>
                </p14:cNvPr>
                <p14:cNvContentPartPr/>
                <p14:nvPr/>
              </p14:nvContentPartPr>
              <p14:xfrm>
                <a:off x="9600255" y="4337985"/>
                <a:ext cx="167760" cy="375120"/>
              </p14:xfrm>
            </p:contentPart>
          </mc:Choice>
          <mc:Fallback xmlns="">
            <p:pic>
              <p:nvPicPr>
                <p:cNvPr id="21" name="Ink 20">
                  <a:extLst>
                    <a:ext uri="{FF2B5EF4-FFF2-40B4-BE49-F238E27FC236}">
                      <a16:creationId xmlns:a16="http://schemas.microsoft.com/office/drawing/2014/main" id="{228C303E-5DFA-3E1B-14D4-467D4D5AD890}"/>
                    </a:ext>
                  </a:extLst>
                </p:cNvPr>
                <p:cNvPicPr/>
                <p:nvPr/>
              </p:nvPicPr>
              <p:blipFill>
                <a:blip r:embed="rId30"/>
                <a:stretch>
                  <a:fillRect/>
                </a:stretch>
              </p:blipFill>
              <p:spPr>
                <a:xfrm>
                  <a:off x="9594135" y="4331865"/>
                  <a:ext cx="180000" cy="3873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2" name="Ink 21">
                  <a:extLst>
                    <a:ext uri="{FF2B5EF4-FFF2-40B4-BE49-F238E27FC236}">
                      <a16:creationId xmlns:a16="http://schemas.microsoft.com/office/drawing/2014/main" id="{6A7D3F9A-7D65-AD36-B713-41A71F0B7EF1}"/>
                    </a:ext>
                  </a:extLst>
                </p14:cNvPr>
                <p14:cNvContentPartPr/>
                <p14:nvPr/>
              </p14:nvContentPartPr>
              <p14:xfrm>
                <a:off x="9165735" y="4444905"/>
                <a:ext cx="294840" cy="337680"/>
              </p14:xfrm>
            </p:contentPart>
          </mc:Choice>
          <mc:Fallback xmlns="">
            <p:pic>
              <p:nvPicPr>
                <p:cNvPr id="22" name="Ink 21">
                  <a:extLst>
                    <a:ext uri="{FF2B5EF4-FFF2-40B4-BE49-F238E27FC236}">
                      <a16:creationId xmlns:a16="http://schemas.microsoft.com/office/drawing/2014/main" id="{6A7D3F9A-7D65-AD36-B713-41A71F0B7EF1}"/>
                    </a:ext>
                  </a:extLst>
                </p:cNvPr>
                <p:cNvPicPr/>
                <p:nvPr/>
              </p:nvPicPr>
              <p:blipFill>
                <a:blip r:embed="rId32"/>
                <a:stretch>
                  <a:fillRect/>
                </a:stretch>
              </p:blipFill>
              <p:spPr>
                <a:xfrm>
                  <a:off x="9159615" y="4438785"/>
                  <a:ext cx="30708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 name="Ink 22">
                  <a:extLst>
                    <a:ext uri="{FF2B5EF4-FFF2-40B4-BE49-F238E27FC236}">
                      <a16:creationId xmlns:a16="http://schemas.microsoft.com/office/drawing/2014/main" id="{6BC51A65-1D2B-D2A5-C6EE-FC61F8B1EDBE}"/>
                    </a:ext>
                  </a:extLst>
                </p14:cNvPr>
                <p14:cNvContentPartPr/>
                <p14:nvPr/>
              </p14:nvContentPartPr>
              <p14:xfrm>
                <a:off x="9338535" y="4227465"/>
                <a:ext cx="237240" cy="245160"/>
              </p14:xfrm>
            </p:contentPart>
          </mc:Choice>
          <mc:Fallback xmlns="">
            <p:pic>
              <p:nvPicPr>
                <p:cNvPr id="23" name="Ink 22">
                  <a:extLst>
                    <a:ext uri="{FF2B5EF4-FFF2-40B4-BE49-F238E27FC236}">
                      <a16:creationId xmlns:a16="http://schemas.microsoft.com/office/drawing/2014/main" id="{6BC51A65-1D2B-D2A5-C6EE-FC61F8B1EDBE}"/>
                    </a:ext>
                  </a:extLst>
                </p:cNvPr>
                <p:cNvPicPr/>
                <p:nvPr/>
              </p:nvPicPr>
              <p:blipFill>
                <a:blip r:embed="rId34"/>
                <a:stretch>
                  <a:fillRect/>
                </a:stretch>
              </p:blipFill>
              <p:spPr>
                <a:xfrm>
                  <a:off x="9332415" y="4221345"/>
                  <a:ext cx="24948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4" name="Ink 23">
                  <a:extLst>
                    <a:ext uri="{FF2B5EF4-FFF2-40B4-BE49-F238E27FC236}">
                      <a16:creationId xmlns:a16="http://schemas.microsoft.com/office/drawing/2014/main" id="{00DDB2EB-25E7-8D1D-4770-CD174F287AE8}"/>
                    </a:ext>
                  </a:extLst>
                </p14:cNvPr>
                <p14:cNvContentPartPr/>
                <p14:nvPr/>
              </p14:nvContentPartPr>
              <p14:xfrm>
                <a:off x="8852175" y="4480545"/>
                <a:ext cx="318600" cy="272880"/>
              </p14:xfrm>
            </p:contentPart>
          </mc:Choice>
          <mc:Fallback xmlns="">
            <p:pic>
              <p:nvPicPr>
                <p:cNvPr id="24" name="Ink 23">
                  <a:extLst>
                    <a:ext uri="{FF2B5EF4-FFF2-40B4-BE49-F238E27FC236}">
                      <a16:creationId xmlns:a16="http://schemas.microsoft.com/office/drawing/2014/main" id="{00DDB2EB-25E7-8D1D-4770-CD174F287AE8}"/>
                    </a:ext>
                  </a:extLst>
                </p:cNvPr>
                <p:cNvPicPr/>
                <p:nvPr/>
              </p:nvPicPr>
              <p:blipFill>
                <a:blip r:embed="rId36"/>
                <a:stretch>
                  <a:fillRect/>
                </a:stretch>
              </p:blipFill>
              <p:spPr>
                <a:xfrm>
                  <a:off x="8846055" y="4474425"/>
                  <a:ext cx="33084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5" name="Ink 24">
                  <a:extLst>
                    <a:ext uri="{FF2B5EF4-FFF2-40B4-BE49-F238E27FC236}">
                      <a16:creationId xmlns:a16="http://schemas.microsoft.com/office/drawing/2014/main" id="{B97B3286-AD13-16F6-8354-97399C661559}"/>
                    </a:ext>
                  </a:extLst>
                </p14:cNvPr>
                <p14:cNvContentPartPr/>
                <p14:nvPr/>
              </p14:nvContentPartPr>
              <p14:xfrm>
                <a:off x="8941455" y="4263465"/>
                <a:ext cx="10440" cy="14400"/>
              </p14:xfrm>
            </p:contentPart>
          </mc:Choice>
          <mc:Fallback xmlns="">
            <p:pic>
              <p:nvPicPr>
                <p:cNvPr id="25" name="Ink 24">
                  <a:extLst>
                    <a:ext uri="{FF2B5EF4-FFF2-40B4-BE49-F238E27FC236}">
                      <a16:creationId xmlns:a16="http://schemas.microsoft.com/office/drawing/2014/main" id="{B97B3286-AD13-16F6-8354-97399C661559}"/>
                    </a:ext>
                  </a:extLst>
                </p:cNvPr>
                <p:cNvPicPr/>
                <p:nvPr/>
              </p:nvPicPr>
              <p:blipFill>
                <a:blip r:embed="rId38"/>
                <a:stretch>
                  <a:fillRect/>
                </a:stretch>
              </p:blipFill>
              <p:spPr>
                <a:xfrm>
                  <a:off x="8935335" y="4257345"/>
                  <a:ext cx="22680" cy="26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61BB6A69-6C1D-605F-4F30-2CAE21C2D582}"/>
                  </a:ext>
                </a:extLst>
              </p14:cNvPr>
              <p14:cNvContentPartPr/>
              <p14:nvPr/>
            </p14:nvContentPartPr>
            <p14:xfrm>
              <a:off x="9059535" y="4947465"/>
              <a:ext cx="102600" cy="13680"/>
            </p14:xfrm>
          </p:contentPart>
        </mc:Choice>
        <mc:Fallback xmlns="">
          <p:pic>
            <p:nvPicPr>
              <p:cNvPr id="26" name="Ink 25">
                <a:extLst>
                  <a:ext uri="{FF2B5EF4-FFF2-40B4-BE49-F238E27FC236}">
                    <a16:creationId xmlns:a16="http://schemas.microsoft.com/office/drawing/2014/main" id="{61BB6A69-6C1D-605F-4F30-2CAE21C2D582}"/>
                  </a:ext>
                </a:extLst>
              </p:cNvPr>
              <p:cNvPicPr/>
              <p:nvPr/>
            </p:nvPicPr>
            <p:blipFill>
              <a:blip r:embed="rId40"/>
              <a:stretch>
                <a:fillRect/>
              </a:stretch>
            </p:blipFill>
            <p:spPr>
              <a:xfrm>
                <a:off x="9053415" y="4941345"/>
                <a:ext cx="1148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E34B9F60-8613-3BBB-921C-89241ECC46BD}"/>
                  </a:ext>
                </a:extLst>
              </p14:cNvPr>
              <p14:cNvContentPartPr/>
              <p14:nvPr/>
            </p14:nvContentPartPr>
            <p14:xfrm>
              <a:off x="1554975" y="274665"/>
              <a:ext cx="4608000" cy="3868560"/>
            </p14:xfrm>
          </p:contentPart>
        </mc:Choice>
        <mc:Fallback xmlns="">
          <p:pic>
            <p:nvPicPr>
              <p:cNvPr id="28" name="Ink 27">
                <a:extLst>
                  <a:ext uri="{FF2B5EF4-FFF2-40B4-BE49-F238E27FC236}">
                    <a16:creationId xmlns:a16="http://schemas.microsoft.com/office/drawing/2014/main" id="{E34B9F60-8613-3BBB-921C-89241ECC46BD}"/>
                  </a:ext>
                </a:extLst>
              </p:cNvPr>
              <p:cNvPicPr/>
              <p:nvPr/>
            </p:nvPicPr>
            <p:blipFill>
              <a:blip r:embed="rId42"/>
              <a:stretch>
                <a:fillRect/>
              </a:stretch>
            </p:blipFill>
            <p:spPr>
              <a:xfrm>
                <a:off x="1537335" y="239025"/>
                <a:ext cx="4643640" cy="39402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Ink 28">
                <a:extLst>
                  <a:ext uri="{FF2B5EF4-FFF2-40B4-BE49-F238E27FC236}">
                    <a16:creationId xmlns:a16="http://schemas.microsoft.com/office/drawing/2014/main" id="{1D2627D7-2C35-23A0-296E-AE6AD8CD8A82}"/>
                  </a:ext>
                </a:extLst>
              </p14:cNvPr>
              <p14:cNvContentPartPr/>
              <p14:nvPr/>
            </p14:nvContentPartPr>
            <p14:xfrm>
              <a:off x="2659095" y="678225"/>
              <a:ext cx="2247120" cy="2459880"/>
            </p14:xfrm>
          </p:contentPart>
        </mc:Choice>
        <mc:Fallback xmlns="">
          <p:pic>
            <p:nvPicPr>
              <p:cNvPr id="29" name="Ink 28">
                <a:extLst>
                  <a:ext uri="{FF2B5EF4-FFF2-40B4-BE49-F238E27FC236}">
                    <a16:creationId xmlns:a16="http://schemas.microsoft.com/office/drawing/2014/main" id="{1D2627D7-2C35-23A0-296E-AE6AD8CD8A82}"/>
                  </a:ext>
                </a:extLst>
              </p:cNvPr>
              <p:cNvPicPr/>
              <p:nvPr/>
            </p:nvPicPr>
            <p:blipFill>
              <a:blip r:embed="rId44"/>
              <a:stretch>
                <a:fillRect/>
              </a:stretch>
            </p:blipFill>
            <p:spPr>
              <a:xfrm>
                <a:off x="2641095" y="642225"/>
                <a:ext cx="2282760" cy="25315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 name="Ink 29">
                <a:extLst>
                  <a:ext uri="{FF2B5EF4-FFF2-40B4-BE49-F238E27FC236}">
                    <a16:creationId xmlns:a16="http://schemas.microsoft.com/office/drawing/2014/main" id="{90B418B5-5933-4715-488B-13B0D6BDBFA6}"/>
                  </a:ext>
                </a:extLst>
              </p14:cNvPr>
              <p14:cNvContentPartPr/>
              <p14:nvPr/>
            </p14:nvContentPartPr>
            <p14:xfrm>
              <a:off x="3241935" y="1000065"/>
              <a:ext cx="2324160" cy="2579040"/>
            </p14:xfrm>
          </p:contentPart>
        </mc:Choice>
        <mc:Fallback xmlns="">
          <p:pic>
            <p:nvPicPr>
              <p:cNvPr id="30" name="Ink 29">
                <a:extLst>
                  <a:ext uri="{FF2B5EF4-FFF2-40B4-BE49-F238E27FC236}">
                    <a16:creationId xmlns:a16="http://schemas.microsoft.com/office/drawing/2014/main" id="{90B418B5-5933-4715-488B-13B0D6BDBFA6}"/>
                  </a:ext>
                </a:extLst>
              </p:cNvPr>
              <p:cNvPicPr/>
              <p:nvPr/>
            </p:nvPicPr>
            <p:blipFill>
              <a:blip r:embed="rId46"/>
              <a:stretch>
                <a:fillRect/>
              </a:stretch>
            </p:blipFill>
            <p:spPr>
              <a:xfrm>
                <a:off x="3223935" y="964425"/>
                <a:ext cx="2359800" cy="26506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1" name="Ink 30">
                <a:extLst>
                  <a:ext uri="{FF2B5EF4-FFF2-40B4-BE49-F238E27FC236}">
                    <a16:creationId xmlns:a16="http://schemas.microsoft.com/office/drawing/2014/main" id="{46B06874-8CD4-26EB-59EE-C92636148ECD}"/>
                  </a:ext>
                </a:extLst>
              </p14:cNvPr>
              <p14:cNvContentPartPr/>
              <p14:nvPr/>
            </p14:nvContentPartPr>
            <p14:xfrm>
              <a:off x="7478055" y="867945"/>
              <a:ext cx="2491920" cy="1887840"/>
            </p14:xfrm>
          </p:contentPart>
        </mc:Choice>
        <mc:Fallback xmlns="">
          <p:pic>
            <p:nvPicPr>
              <p:cNvPr id="31" name="Ink 30">
                <a:extLst>
                  <a:ext uri="{FF2B5EF4-FFF2-40B4-BE49-F238E27FC236}">
                    <a16:creationId xmlns:a16="http://schemas.microsoft.com/office/drawing/2014/main" id="{46B06874-8CD4-26EB-59EE-C92636148ECD}"/>
                  </a:ext>
                </a:extLst>
              </p:cNvPr>
              <p:cNvPicPr/>
              <p:nvPr/>
            </p:nvPicPr>
            <p:blipFill>
              <a:blip r:embed="rId48"/>
              <a:stretch>
                <a:fillRect/>
              </a:stretch>
            </p:blipFill>
            <p:spPr>
              <a:xfrm>
                <a:off x="7460055" y="832305"/>
                <a:ext cx="2527560" cy="19594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2" name="Ink 31">
                <a:extLst>
                  <a:ext uri="{FF2B5EF4-FFF2-40B4-BE49-F238E27FC236}">
                    <a16:creationId xmlns:a16="http://schemas.microsoft.com/office/drawing/2014/main" id="{449F1B8D-0A2E-2375-7B60-449ACD32CAC2}"/>
                  </a:ext>
                </a:extLst>
              </p14:cNvPr>
              <p14:cNvContentPartPr/>
              <p14:nvPr/>
            </p14:nvContentPartPr>
            <p14:xfrm>
              <a:off x="7526655" y="1624665"/>
              <a:ext cx="1589760" cy="933120"/>
            </p14:xfrm>
          </p:contentPart>
        </mc:Choice>
        <mc:Fallback xmlns="">
          <p:pic>
            <p:nvPicPr>
              <p:cNvPr id="32" name="Ink 31">
                <a:extLst>
                  <a:ext uri="{FF2B5EF4-FFF2-40B4-BE49-F238E27FC236}">
                    <a16:creationId xmlns:a16="http://schemas.microsoft.com/office/drawing/2014/main" id="{449F1B8D-0A2E-2375-7B60-449ACD32CAC2}"/>
                  </a:ext>
                </a:extLst>
              </p:cNvPr>
              <p:cNvPicPr/>
              <p:nvPr/>
            </p:nvPicPr>
            <p:blipFill>
              <a:blip r:embed="rId50"/>
              <a:stretch>
                <a:fillRect/>
              </a:stretch>
            </p:blipFill>
            <p:spPr>
              <a:xfrm>
                <a:off x="7509015" y="1588665"/>
                <a:ext cx="1625400" cy="10047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3" name="Ink 32">
                <a:extLst>
                  <a:ext uri="{FF2B5EF4-FFF2-40B4-BE49-F238E27FC236}">
                    <a16:creationId xmlns:a16="http://schemas.microsoft.com/office/drawing/2014/main" id="{4CD969D5-F5BD-AF5C-4041-629E3DE29786}"/>
                  </a:ext>
                </a:extLst>
              </p14:cNvPr>
              <p14:cNvContentPartPr/>
              <p14:nvPr/>
            </p14:nvContentPartPr>
            <p14:xfrm>
              <a:off x="7645815" y="2238105"/>
              <a:ext cx="227880" cy="195840"/>
            </p14:xfrm>
          </p:contentPart>
        </mc:Choice>
        <mc:Fallback xmlns="">
          <p:pic>
            <p:nvPicPr>
              <p:cNvPr id="33" name="Ink 32">
                <a:extLst>
                  <a:ext uri="{FF2B5EF4-FFF2-40B4-BE49-F238E27FC236}">
                    <a16:creationId xmlns:a16="http://schemas.microsoft.com/office/drawing/2014/main" id="{4CD969D5-F5BD-AF5C-4041-629E3DE29786}"/>
                  </a:ext>
                </a:extLst>
              </p:cNvPr>
              <p:cNvPicPr/>
              <p:nvPr/>
            </p:nvPicPr>
            <p:blipFill>
              <a:blip r:embed="rId52"/>
              <a:stretch>
                <a:fillRect/>
              </a:stretch>
            </p:blipFill>
            <p:spPr>
              <a:xfrm>
                <a:off x="7627815" y="2202105"/>
                <a:ext cx="26352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4" name="Ink 33">
                <a:extLst>
                  <a:ext uri="{FF2B5EF4-FFF2-40B4-BE49-F238E27FC236}">
                    <a16:creationId xmlns:a16="http://schemas.microsoft.com/office/drawing/2014/main" id="{979FBED4-A30C-3A79-60A6-2989F32ECF5D}"/>
                  </a:ext>
                </a:extLst>
              </p14:cNvPr>
              <p14:cNvContentPartPr/>
              <p14:nvPr/>
            </p14:nvContentPartPr>
            <p14:xfrm>
              <a:off x="7671735" y="2158545"/>
              <a:ext cx="178560" cy="343800"/>
            </p14:xfrm>
          </p:contentPart>
        </mc:Choice>
        <mc:Fallback xmlns="">
          <p:pic>
            <p:nvPicPr>
              <p:cNvPr id="34" name="Ink 33">
                <a:extLst>
                  <a:ext uri="{FF2B5EF4-FFF2-40B4-BE49-F238E27FC236}">
                    <a16:creationId xmlns:a16="http://schemas.microsoft.com/office/drawing/2014/main" id="{979FBED4-A30C-3A79-60A6-2989F32ECF5D}"/>
                  </a:ext>
                </a:extLst>
              </p:cNvPr>
              <p:cNvPicPr/>
              <p:nvPr/>
            </p:nvPicPr>
            <p:blipFill>
              <a:blip r:embed="rId54"/>
              <a:stretch>
                <a:fillRect/>
              </a:stretch>
            </p:blipFill>
            <p:spPr>
              <a:xfrm>
                <a:off x="7654095" y="2122905"/>
                <a:ext cx="214200" cy="415440"/>
              </a:xfrm>
              <a:prstGeom prst="rect">
                <a:avLst/>
              </a:prstGeom>
            </p:spPr>
          </p:pic>
        </mc:Fallback>
      </mc:AlternateContent>
      <p:pic>
        <p:nvPicPr>
          <p:cNvPr id="36" name="Picture 35">
            <a:extLst>
              <a:ext uri="{FF2B5EF4-FFF2-40B4-BE49-F238E27FC236}">
                <a16:creationId xmlns:a16="http://schemas.microsoft.com/office/drawing/2014/main" id="{076EA91D-BBEE-E1DA-A3AA-63F746EA0711}"/>
              </a:ext>
            </a:extLst>
          </p:cNvPr>
          <p:cNvPicPr>
            <a:picLocks noChangeAspect="1"/>
          </p:cNvPicPr>
          <p:nvPr/>
        </p:nvPicPr>
        <p:blipFill>
          <a:blip r:embed="rId55"/>
          <a:stretch>
            <a:fillRect/>
          </a:stretch>
        </p:blipFill>
        <p:spPr>
          <a:xfrm>
            <a:off x="9988665" y="4141888"/>
            <a:ext cx="2154740" cy="2532890"/>
          </a:xfrm>
          <a:prstGeom prst="rect">
            <a:avLst/>
          </a:prstGeom>
        </p:spPr>
      </p:pic>
      <p:pic>
        <p:nvPicPr>
          <p:cNvPr id="11" name="Picture 10">
            <a:extLst>
              <a:ext uri="{FF2B5EF4-FFF2-40B4-BE49-F238E27FC236}">
                <a16:creationId xmlns:a16="http://schemas.microsoft.com/office/drawing/2014/main" id="{24C69D82-A0C9-5AEA-AED6-1F76CE810B40}"/>
              </a:ext>
            </a:extLst>
          </p:cNvPr>
          <p:cNvPicPr>
            <a:picLocks noChangeAspect="1"/>
          </p:cNvPicPr>
          <p:nvPr/>
        </p:nvPicPr>
        <p:blipFill>
          <a:blip r:embed="rId56"/>
          <a:stretch>
            <a:fillRect/>
          </a:stretch>
        </p:blipFill>
        <p:spPr>
          <a:xfrm>
            <a:off x="18203" y="4114872"/>
            <a:ext cx="2715202" cy="2715202"/>
          </a:xfrm>
          <a:prstGeom prst="rect">
            <a:avLst/>
          </a:prstGeom>
        </p:spPr>
      </p:pic>
    </p:spTree>
    <p:extLst>
      <p:ext uri="{BB962C8B-B14F-4D97-AF65-F5344CB8AC3E}">
        <p14:creationId xmlns:p14="http://schemas.microsoft.com/office/powerpoint/2010/main" val="26081370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F64541-E110-1894-237B-62E6B8BD11FB}"/>
              </a:ext>
            </a:extLst>
          </p:cNvPr>
          <p:cNvSpPr txBox="1"/>
          <p:nvPr/>
        </p:nvSpPr>
        <p:spPr>
          <a:xfrm>
            <a:off x="0" y="0"/>
            <a:ext cx="12192000" cy="7499489"/>
          </a:xfrm>
          <a:prstGeom prst="rect">
            <a:avLst/>
          </a:prstGeom>
          <a:noFill/>
        </p:spPr>
        <p:txBody>
          <a:bodyPr wrap="square" rtlCol="0">
            <a:spAutoFit/>
          </a:bodyPr>
          <a:lstStyle/>
          <a:p>
            <a:pPr marL="0" marR="0" indent="-228600" algn="r" rtl="1">
              <a:spcBef>
                <a:spcPts val="0"/>
              </a:spcBef>
              <a:spcAft>
                <a:spcPts val="800"/>
              </a:spcAft>
            </a:pPr>
            <a:r>
              <a:rPr lang="ar-JO" sz="3200" dirty="0">
                <a:solidFill>
                  <a:srgbClr val="757575"/>
                </a:solidFill>
                <a:highlight>
                  <a:srgbClr val="FFFFFF"/>
                </a:highlight>
                <a:latin typeface="Roboto" panose="02000000000000000000" pitchFamily="2" charset="0"/>
                <a:ea typeface="Times New Roman" panose="02020603050405020304" pitchFamily="18" charset="0"/>
                <a:cs typeface="Times New Roman" panose="02020603050405020304" pitchFamily="18" charset="0"/>
              </a:rPr>
              <a:t>1</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حاليا أهم من يدعو إلى برهان الحدوث من الفلاسفة هو </a:t>
            </a:r>
            <a:r>
              <a:rPr lang="en-US" sz="3200" dirty="0">
                <a:solidFill>
                  <a:srgbClr val="757575"/>
                </a:solidFill>
                <a:effectLst/>
                <a:highlight>
                  <a:srgbClr val="FFFFFF"/>
                </a:highlight>
                <a:latin typeface="Arial" panose="020B0604020202020204" pitchFamily="34" charset="0"/>
                <a:ea typeface="Times New Roman" panose="02020603050405020304" pitchFamily="18" charset="0"/>
                <a:cs typeface="Arial" panose="020B0604020202020204" pitchFamily="34" charset="0"/>
              </a:rPr>
              <a:t>William Lane Craig</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a:t>
            </a:r>
            <a:b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b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2</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كريغ يعترف بفضل المتكلمين والفلاسفة المسلمين (وبالذات الغزالي وإلى درجة أقل الكندي) ويصوغ دليلهم صياغة حديثة. في استدلاله على منع أزلية الكون يسوق كريغ حجتين فلسفيتين (للبرهنة) وحجتين فيزيائيتين (للاستئناس والترجيح).</a:t>
            </a:r>
            <a:endParaRPr lang="en-US" sz="32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spcBef>
                <a:spcPts val="0"/>
              </a:spcBef>
              <a:spcAft>
                <a:spcPts val="800"/>
              </a:spcAft>
            </a:pP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3</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الحجة الفلسفية الأولى هي استحالة اللانهاية الفيزيائية</a:t>
            </a:r>
            <a:endParaRPr lang="en-US" sz="32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spcBef>
                <a:spcPts val="0"/>
              </a:spcBef>
              <a:spcAft>
                <a:spcPts val="800"/>
              </a:spcAft>
            </a:pP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4</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بخلاف المتكلمين القدامى يسلم كريغ لمخالفيه من البداية باللانهاية الرياضية ويحاول أن يضعف موقف المدرسة الأفلاطونية "الحقيقية" في الرياضيات، هذه المدرسة التي ترى أن حقائق الرياضيات موجودة في عالم الحقائق الأفلاطوني وتنتظر أن تُكْتَشَف (لا أن مفاهيم الرياضيات من اختراع الرياضيين)</a:t>
            </a:r>
            <a:endParaRPr lang="en-US" sz="32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spcBef>
                <a:spcPts val="0"/>
              </a:spcBef>
              <a:spcAft>
                <a:spcPts val="800"/>
              </a:spcAft>
            </a:pP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5</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يسوق كريغ أمثلة مختلفة لصور مقترحة للانهاية في العالم تؤدي إلى نتائج "غير مقبولة"</a:t>
            </a:r>
            <a:endParaRPr lang="en-US" sz="32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spcBef>
                <a:spcPts val="0"/>
              </a:spcBef>
              <a:spcAft>
                <a:spcPts val="800"/>
              </a:spcAft>
            </a:pP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6</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ولكنك لا تستطيع أن تثبت استحالة كل صور اللانهاية.</a:t>
            </a:r>
            <a:b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b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7</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32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32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حجته الفلسفية الثانية: استحالة اللانهاية التي تنشأ عن زيادات متتالية. دعواه: اللانهاية بالفعل لا يمكن أن تنشأ عن لانهاية بالقوة وإنما تخلق هكذا دفعة واحدة.</a:t>
            </a:r>
            <a:endParaRPr lang="en-US" sz="32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algn="r" rtl="1"/>
            <a:endParaRPr lang="en-US" sz="3200" dirty="0"/>
          </a:p>
        </p:txBody>
      </p:sp>
    </p:spTree>
    <p:extLst>
      <p:ext uri="{BB962C8B-B14F-4D97-AF65-F5344CB8AC3E}">
        <p14:creationId xmlns:p14="http://schemas.microsoft.com/office/powerpoint/2010/main" val="28310871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526C20-C7DA-7C2B-D7BC-48D8B00CC9C3}"/>
              </a:ext>
            </a:extLst>
          </p:cNvPr>
          <p:cNvSpPr txBox="1"/>
          <p:nvPr/>
        </p:nvSpPr>
        <p:spPr>
          <a:xfrm>
            <a:off x="3969968" y="0"/>
            <a:ext cx="7616188" cy="707886"/>
          </a:xfrm>
          <a:prstGeom prst="rect">
            <a:avLst/>
          </a:prstGeom>
          <a:noFill/>
        </p:spPr>
        <p:txBody>
          <a:bodyPr wrap="none" rtlCol="0">
            <a:spAutoFit/>
          </a:bodyPr>
          <a:lstStyle/>
          <a:p>
            <a:pPr algn="r" rtl="1"/>
            <a:r>
              <a:rPr lang="ar-JO" sz="4000" dirty="0"/>
              <a:t>دليل أشعري على عدم تناقض اللانهاية الفعلية </a:t>
            </a:r>
            <a:endParaRPr lang="en-US" sz="4000" dirty="0"/>
          </a:p>
        </p:txBody>
      </p:sp>
      <p:sp>
        <p:nvSpPr>
          <p:cNvPr id="3" name="TextBox 2">
            <a:extLst>
              <a:ext uri="{FF2B5EF4-FFF2-40B4-BE49-F238E27FC236}">
                <a16:creationId xmlns:a16="http://schemas.microsoft.com/office/drawing/2014/main" id="{7B8F5EFC-5A6F-8852-6E65-622D675652E5}"/>
              </a:ext>
            </a:extLst>
          </p:cNvPr>
          <p:cNvSpPr txBox="1"/>
          <p:nvPr/>
        </p:nvSpPr>
        <p:spPr>
          <a:xfrm>
            <a:off x="0" y="707886"/>
            <a:ext cx="12192000" cy="6740307"/>
          </a:xfrm>
          <a:prstGeom prst="rect">
            <a:avLst/>
          </a:prstGeom>
          <a:noFill/>
        </p:spPr>
        <p:txBody>
          <a:bodyPr wrap="square" rtlCol="0">
            <a:spAutoFit/>
          </a:bodyPr>
          <a:lstStyle/>
          <a:p>
            <a:pPr marL="0" marR="0" indent="-228600" algn="r" rtl="1">
              <a:spcBef>
                <a:spcPts val="0"/>
              </a:spcBef>
              <a:spcAft>
                <a:spcPts val="800"/>
              </a:spcAft>
            </a:pP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1</a:t>
            </a:r>
            <a:r>
              <a:rPr lang="ar-SA"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2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إذا كانت اللانهاية مستحيلة الوجود عقلا فلا يجوز استثناء القدرة الإلهية ولهذا فأنت تنكر إمكانية الخلق الإلهي لهذه اللانهاية (لا عن عجز والعياذ بالله ولكن لأن القدرة الإلهية لا تتعلق بالمستحيل عقلا).</a:t>
            </a:r>
            <a:endParaRPr lang="en-US" sz="2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spcBef>
                <a:spcPts val="0"/>
              </a:spcBef>
              <a:spcAft>
                <a:spcPts val="800"/>
              </a:spcAft>
            </a:pP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2</a:t>
            </a:r>
            <a:r>
              <a:rPr lang="ar-SA"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2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ثبت لدينا في النص المحكم المتواتر أن أهل الجنة خالدون فيها أبدا. أي أن هناك لانهاية من الأحداث ستحصل لهم في الجنة. بالنسبة للعباد في الجنة هذه الأحداث لانهاية بالقوة ولكنها في حق الله تعالى لانهاية بالفعل لأن الله تعالى خلقها جميعا والله تعالى لا يجري عليه الزمان (ليس هناك "قبل" و"بعد" في حق الله تعالى ولا فرق بين الماضي والمستقبل).</a:t>
            </a:r>
            <a:endParaRPr lang="en-US" sz="2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spcBef>
                <a:spcPts val="0"/>
              </a:spcBef>
              <a:spcAft>
                <a:spcPts val="800"/>
              </a:spcAft>
            </a:pP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3</a:t>
            </a:r>
            <a:r>
              <a:rPr lang="ar-SA"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2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باختصار لا يمكن أن تصح المقولات التالية جميعا: 1- اللانهاية بالفعل مستحيلة الوجود 2- المؤمنون خالدون في الجنة أبدًا 3- الله تعالى لا يجري عليه الزمن</a:t>
            </a:r>
            <a:endParaRPr lang="en-US" sz="2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spcBef>
                <a:spcPts val="0"/>
              </a:spcBef>
              <a:spcAft>
                <a:spcPts val="800"/>
              </a:spcAft>
            </a:pP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4</a:t>
            </a:r>
            <a:r>
              <a:rPr lang="ar-SA"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لا أشك في أن المقولة الأولى هي التي يجب إسقاطها.</a:t>
            </a:r>
            <a:endParaRPr lang="en-US" sz="2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spcBef>
                <a:spcPts val="0"/>
              </a:spcBef>
              <a:spcAft>
                <a:spcPts val="800"/>
              </a:spcAft>
            </a:pP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5</a:t>
            </a:r>
            <a:r>
              <a:rPr lang="ar-SA"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2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تأويل خلود المؤمنين على تكلّفه صورة واحدة من كثرة مخلوقات الله. عليك بعد أن تنفي لانهاية من مخلوقات  الله تعالى في أزليته. (أي أن هناك عددا أكبر هو مجموع مخلوقات الله)</a:t>
            </a:r>
            <a:endParaRPr lang="en-US" sz="2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marL="0" marR="0" indent="-228600" algn="r" rtl="1">
              <a:spcBef>
                <a:spcPts val="0"/>
              </a:spcBef>
              <a:spcAft>
                <a:spcPts val="800"/>
              </a:spcAft>
            </a:pP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6</a:t>
            </a:r>
            <a:r>
              <a:rPr lang="ar-SA"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t>
            </a:r>
            <a:r>
              <a:rPr lang="ar-SA" sz="2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الاحتمال الثالث هو القول بأن الزمن يجري على الله تعالى (والعياذ بالله) بحيث يمكنك استخدام مقياس للزمن الكوني اسمه "عدد المخلوقات".</a:t>
            </a:r>
            <a:endParaRPr lang="en-US" sz="2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algn="r" rtl="1"/>
            <a:endParaRPr lang="en-US" sz="2800" dirty="0"/>
          </a:p>
        </p:txBody>
      </p:sp>
    </p:spTree>
    <p:extLst>
      <p:ext uri="{BB962C8B-B14F-4D97-AF65-F5344CB8AC3E}">
        <p14:creationId xmlns:p14="http://schemas.microsoft.com/office/powerpoint/2010/main" val="7608069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588B15-86CA-A8F1-4D3B-3044328F5483}"/>
              </a:ext>
            </a:extLst>
          </p:cNvPr>
          <p:cNvSpPr txBox="1"/>
          <p:nvPr/>
        </p:nvSpPr>
        <p:spPr>
          <a:xfrm>
            <a:off x="4203916" y="0"/>
            <a:ext cx="7988084" cy="830997"/>
          </a:xfrm>
          <a:prstGeom prst="rect">
            <a:avLst/>
          </a:prstGeom>
          <a:noFill/>
        </p:spPr>
        <p:txBody>
          <a:bodyPr wrap="none" rtlCol="0">
            <a:spAutoFit/>
          </a:bodyPr>
          <a:lstStyle/>
          <a:p>
            <a:r>
              <a:rPr lang="ar-JO" sz="4800" dirty="0"/>
              <a:t>أمثلة على مشاكل وإجابات متوقعة لكريغ</a:t>
            </a:r>
            <a:endParaRPr lang="en-US" sz="4800" dirty="0"/>
          </a:p>
        </p:txBody>
      </p:sp>
      <p:sp>
        <p:nvSpPr>
          <p:cNvPr id="3" name="TextBox 2">
            <a:extLst>
              <a:ext uri="{FF2B5EF4-FFF2-40B4-BE49-F238E27FC236}">
                <a16:creationId xmlns:a16="http://schemas.microsoft.com/office/drawing/2014/main" id="{C67C0D56-7051-7954-473F-2876D9986313}"/>
              </a:ext>
            </a:extLst>
          </p:cNvPr>
          <p:cNvSpPr txBox="1"/>
          <p:nvPr/>
        </p:nvSpPr>
        <p:spPr>
          <a:xfrm>
            <a:off x="0" y="733246"/>
            <a:ext cx="12055005" cy="6124754"/>
          </a:xfrm>
          <a:prstGeom prst="rect">
            <a:avLst/>
          </a:prstGeom>
          <a:noFill/>
        </p:spPr>
        <p:txBody>
          <a:bodyPr wrap="square" rtlCol="0">
            <a:spAutoFit/>
          </a:bodyPr>
          <a:lstStyle/>
          <a:p>
            <a:pPr algn="r" rtl="1"/>
            <a:r>
              <a:rPr lang="ar-JO" sz="2800" dirty="0"/>
              <a:t>1- ألا يقطع الجسم في حركته لانهاية من النقاط في الفضاء المتصل؟</a:t>
            </a:r>
          </a:p>
          <a:p>
            <a:pPr algn="r" rtl="1"/>
            <a:r>
              <a:rPr lang="ar-JO" sz="2800" dirty="0"/>
              <a:t>   - </a:t>
            </a:r>
            <a:r>
              <a:rPr lang="ar-JO" sz="2800" dirty="0">
                <a:highlight>
                  <a:srgbClr val="00FF00"/>
                </a:highlight>
              </a:rPr>
              <a:t>لا... أنا أتفق مع أرسطو وأرفض اعتبار القطعة المستقيمة مجموعة من النقاط. ولكنها مجموعة من قطع مستقيمة أصغر</a:t>
            </a:r>
            <a:br>
              <a:rPr lang="ar-JO" sz="2800" dirty="0"/>
            </a:br>
            <a:r>
              <a:rPr lang="ar-JO" sz="2800" dirty="0"/>
              <a:t>2- امتناع اللانهاية الفعلية يتعارض مع المدرسة الواقعية (الأفلاطونية) في الرياضيات والتي ترى أن حقائق الرياضيات موجودة في عالم الحقائق تنتظر أن تكتشف</a:t>
            </a:r>
            <a:br>
              <a:rPr lang="ar-JO" sz="2800" dirty="0"/>
            </a:br>
            <a:r>
              <a:rPr lang="ar-JO" sz="2800" dirty="0"/>
              <a:t>  </a:t>
            </a:r>
            <a:r>
              <a:rPr lang="ar-JO" sz="2800" dirty="0">
                <a:highlight>
                  <a:srgbClr val="00FF00"/>
                </a:highlight>
              </a:rPr>
              <a:t>- يجب رفض الأفلاطونية (أصلا وجود أشياء مجردة ضرورية </a:t>
            </a:r>
            <a:r>
              <a:rPr lang="en-US" sz="2800" dirty="0">
                <a:highlight>
                  <a:srgbClr val="00FF00"/>
                </a:highlight>
              </a:rPr>
              <a:t>necessary abstract objects</a:t>
            </a:r>
            <a:r>
              <a:rPr lang="ar-JO" sz="2800" dirty="0">
                <a:highlight>
                  <a:srgbClr val="00FF00"/>
                </a:highlight>
              </a:rPr>
              <a:t> يعارض صفة الغنى المطلق)</a:t>
            </a:r>
            <a:br>
              <a:rPr lang="ar-JO" sz="2800" dirty="0">
                <a:highlight>
                  <a:srgbClr val="00FF00"/>
                </a:highlight>
              </a:rPr>
            </a:br>
            <a:r>
              <a:rPr lang="ar-JO" sz="2800" dirty="0"/>
              <a:t>3- امتناع اللانهاية الفعلية يتعارض مع النظرية ب للزمن </a:t>
            </a:r>
            <a:br>
              <a:rPr lang="ar-JO" sz="2800" dirty="0"/>
            </a:br>
            <a:r>
              <a:rPr lang="ar-JO" sz="2800" dirty="0"/>
              <a:t>  - </a:t>
            </a:r>
            <a:r>
              <a:rPr lang="ar-JO" sz="2800" dirty="0">
                <a:highlight>
                  <a:srgbClr val="00FF00"/>
                </a:highlight>
              </a:rPr>
              <a:t>يجب رفض النظرية ب للزمن (أصلا هي غير مناسبة لدليل الحدوث)</a:t>
            </a:r>
            <a:br>
              <a:rPr lang="ar-JO" sz="2800" dirty="0">
                <a:highlight>
                  <a:srgbClr val="00FF00"/>
                </a:highlight>
              </a:rPr>
            </a:br>
            <a:r>
              <a:rPr lang="ar-JO" sz="2800" dirty="0"/>
              <a:t>4- هل علم الله تعالى بمتتالية العدد </a:t>
            </a:r>
            <a:r>
              <a:rPr lang="el-GR" sz="2800" dirty="0"/>
              <a:t>ϖ</a:t>
            </a:r>
            <a:r>
              <a:rPr lang="ar-JO" sz="2800" dirty="0"/>
              <a:t> بعد الفاصلة (</a:t>
            </a:r>
            <a:r>
              <a:rPr lang="en-US" sz="2800" dirty="0"/>
              <a:t>….</a:t>
            </a:r>
            <a:r>
              <a:rPr lang="ar-JO" sz="2800" dirty="0"/>
              <a:t>3.1415926)</a:t>
            </a:r>
            <a:r>
              <a:rPr lang="en-US" sz="2800" dirty="0"/>
              <a:t> </a:t>
            </a:r>
            <a:r>
              <a:rPr lang="ar-JO" sz="2800" dirty="0"/>
              <a:t> علم استدلالي (ليس فيه لانهاية من المعلومات)؟</a:t>
            </a:r>
            <a:br>
              <a:rPr lang="ar-JO" sz="2800" dirty="0"/>
            </a:br>
            <a:r>
              <a:rPr lang="ar-JO" sz="2800" dirty="0"/>
              <a:t>  - </a:t>
            </a:r>
            <a:r>
              <a:rPr lang="ar-SA" sz="2800" dirty="0">
                <a:highlight>
                  <a:srgbClr val="00FF00"/>
                </a:highlight>
              </a:rPr>
              <a:t>معرفة الله بالتسلسلات اللانهائية هي إدراكية وليست استنتاجية. وهذا يعني أن الله لا يكتسب المعرفة من خلال عملية (والتي ستتطلب سلسلة لانهائية من الخطوات) ولكن</a:t>
            </a:r>
            <a:r>
              <a:rPr lang="ar-JO" sz="2800" dirty="0">
                <a:highlight>
                  <a:srgbClr val="00FF00"/>
                </a:highlight>
              </a:rPr>
              <a:t>ّ</a:t>
            </a:r>
            <a:r>
              <a:rPr lang="ar-SA" sz="2800" dirty="0">
                <a:highlight>
                  <a:srgbClr val="00FF00"/>
                </a:highlight>
              </a:rPr>
              <a:t> لديه فهم</a:t>
            </a:r>
            <a:r>
              <a:rPr lang="ar-JO" sz="2800" dirty="0">
                <a:highlight>
                  <a:srgbClr val="00FF00"/>
                </a:highlight>
              </a:rPr>
              <a:t>ا</a:t>
            </a:r>
            <a:r>
              <a:rPr lang="ar-SA" sz="2800" dirty="0">
                <a:highlight>
                  <a:srgbClr val="00FF00"/>
                </a:highlight>
              </a:rPr>
              <a:t> مباشر</a:t>
            </a:r>
            <a:r>
              <a:rPr lang="ar-JO" sz="2800" dirty="0">
                <a:highlight>
                  <a:srgbClr val="00FF00"/>
                </a:highlight>
              </a:rPr>
              <a:t>ا</a:t>
            </a:r>
            <a:r>
              <a:rPr lang="ar-SA" sz="2800" dirty="0">
                <a:highlight>
                  <a:srgbClr val="00FF00"/>
                </a:highlight>
              </a:rPr>
              <a:t> وفوري</a:t>
            </a:r>
            <a:r>
              <a:rPr lang="ar-JO" sz="2800" dirty="0">
                <a:highlight>
                  <a:srgbClr val="00FF00"/>
                </a:highlight>
              </a:rPr>
              <a:t>ا</a:t>
            </a:r>
            <a:r>
              <a:rPr lang="ar-SA" sz="2800" dirty="0">
                <a:highlight>
                  <a:srgbClr val="00FF00"/>
                </a:highlight>
              </a:rPr>
              <a:t> للتسلسل اللانهائي بأكمله</a:t>
            </a:r>
            <a:r>
              <a:rPr lang="ar-JO" sz="2800" dirty="0">
                <a:highlight>
                  <a:srgbClr val="00FF00"/>
                </a:highlight>
              </a:rPr>
              <a:t>. علم</a:t>
            </a:r>
            <a:r>
              <a:rPr lang="ar-SA" sz="2800" dirty="0">
                <a:highlight>
                  <a:srgbClr val="00FF00"/>
                </a:highlight>
              </a:rPr>
              <a:t> الله مفاهيمي </a:t>
            </a:r>
            <a:r>
              <a:rPr lang="en-US" sz="2800" dirty="0">
                <a:highlight>
                  <a:srgbClr val="00FF00"/>
                </a:highlight>
              </a:rPr>
              <a:t> conceptual</a:t>
            </a:r>
            <a:r>
              <a:rPr lang="ar-SA" sz="2800" dirty="0">
                <a:highlight>
                  <a:srgbClr val="00FF00"/>
                </a:highlight>
              </a:rPr>
              <a:t>أو تجريدي</a:t>
            </a:r>
            <a:endParaRPr lang="en-US" sz="2800" dirty="0">
              <a:highlight>
                <a:srgbClr val="00FF00"/>
              </a:highlight>
            </a:endParaRPr>
          </a:p>
        </p:txBody>
      </p:sp>
    </p:spTree>
    <p:extLst>
      <p:ext uri="{BB962C8B-B14F-4D97-AF65-F5344CB8AC3E}">
        <p14:creationId xmlns:p14="http://schemas.microsoft.com/office/powerpoint/2010/main" val="40881379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9AA73A-42E9-2499-B903-F9150819FFE3}"/>
              </a:ext>
            </a:extLst>
          </p:cNvPr>
          <p:cNvSpPr txBox="1"/>
          <p:nvPr/>
        </p:nvSpPr>
        <p:spPr>
          <a:xfrm>
            <a:off x="88609" y="247650"/>
            <a:ext cx="12014781" cy="4555093"/>
          </a:xfrm>
          <a:prstGeom prst="rect">
            <a:avLst/>
          </a:prstGeom>
          <a:noFill/>
        </p:spPr>
        <p:txBody>
          <a:bodyPr wrap="square" rtlCol="0">
            <a:spAutoFit/>
          </a:bodyPr>
          <a:lstStyle/>
          <a:p>
            <a:pPr algn="r" rtl="1"/>
            <a:r>
              <a:rPr lang="ar-JO" sz="4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الخلاصة: </a:t>
            </a:r>
            <a:br>
              <a:rPr lang="ar-JO" sz="40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b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1- القول بالاستحالة العقلية لوجود لانهاية بالفعل يعارض الإيمان بأن الله تعالى خالق لانهاية من المخلوقات وخالق بينها ترتيبات اعتبارية (الزمان والمكان والسببية الظاهرية) تجري على المخلوقات ولا تجري عليه، وأن علمه يتعلق بلانهاية من المعلومات علما حضوريا.</a:t>
            </a:r>
            <a:b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b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2-</a:t>
            </a:r>
            <a:r>
              <a:rPr lang="ar-SA" sz="2800" dirty="0">
                <a:solidFill>
                  <a:srgbClr val="757575"/>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 </a:t>
            </a: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لا يحتاج المرء إلى نفي كل صور اللانهاية ولكن نفي "سلسلة لانهائية من الحدود المتتالية المرتبطة سببيا“</a:t>
            </a:r>
            <a:r>
              <a:rPr lang="en-US" sz="2800" dirty="0">
                <a:solidFill>
                  <a:srgbClr val="757575"/>
                </a:solidFill>
                <a:highlight>
                  <a:srgbClr val="FFFFFF"/>
                </a:highlight>
                <a:latin typeface="Calibri" panose="020F0502020204030204" pitchFamily="34" charset="0"/>
                <a:ea typeface="Times New Roman" panose="02020603050405020304" pitchFamily="18" charset="0"/>
                <a:cs typeface="Arial" panose="020B0604020202020204" pitchFamily="34" charset="0"/>
              </a:rPr>
              <a:t>C</a:t>
            </a:r>
            <a:r>
              <a:rPr lang="en-US"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ausal </a:t>
            </a:r>
            <a:r>
              <a:rPr lang="en-US" sz="2800" dirty="0">
                <a:solidFill>
                  <a:srgbClr val="757575"/>
                </a:solidFill>
                <a:highlight>
                  <a:srgbClr val="FFFFFF"/>
                </a:highlight>
                <a:latin typeface="Calibri" panose="020F0502020204030204" pitchFamily="34" charset="0"/>
                <a:ea typeface="Times New Roman" panose="02020603050405020304" pitchFamily="18" charset="0"/>
                <a:cs typeface="Arial" panose="020B0604020202020204" pitchFamily="34" charset="0"/>
              </a:rPr>
              <a:t>F</a:t>
            </a:r>
            <a:r>
              <a:rPr lang="en-US"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initism </a:t>
            </a: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 يكفي في الحجتين. إذن السماح بوجود اللانهاية لا يحرم المؤمن بالضرورة من </a:t>
            </a:r>
            <a:r>
              <a:rPr lang="ar-JO" sz="2800" dirty="0">
                <a:solidFill>
                  <a:srgbClr val="757575"/>
                </a:solidFill>
                <a:highlight>
                  <a:srgbClr val="FFFFFF"/>
                </a:highlight>
                <a:latin typeface="Calibri" panose="020F0502020204030204" pitchFamily="34" charset="0"/>
                <a:ea typeface="Times New Roman" panose="02020603050405020304" pitchFamily="18" charset="0"/>
                <a:cs typeface="Arial" panose="020B0604020202020204" pitchFamily="34" charset="0"/>
              </a:rPr>
              <a:t>بعض </a:t>
            </a: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أهم أدلته على وجود الله تعالى!!</a:t>
            </a:r>
            <a:b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br>
            <a:r>
              <a:rPr lang="ar-JO" sz="2800" dirty="0">
                <a:solidFill>
                  <a:srgbClr val="757575"/>
                </a:solidFill>
                <a:effectLst/>
                <a:highlight>
                  <a:srgbClr val="FFFFFF"/>
                </a:highlight>
                <a:latin typeface="Calibri" panose="020F0502020204030204" pitchFamily="34" charset="0"/>
                <a:ea typeface="Times New Roman" panose="02020603050405020304" pitchFamily="18" charset="0"/>
                <a:cs typeface="Arial" panose="020B0604020202020204" pitchFamily="34" charset="0"/>
              </a:rPr>
              <a:t>3- </a:t>
            </a:r>
            <a:r>
              <a:rPr lang="ar-SA" sz="1800" dirty="0">
                <a:solidFill>
                  <a:srgbClr val="757575"/>
                </a:solidFill>
                <a:effectLst/>
                <a:ea typeface="Times New Roman" panose="02020603050405020304" pitchFamily="18" charset="0"/>
                <a:cs typeface="Times New Roman" panose="02020603050405020304" pitchFamily="18" charset="0"/>
              </a:rPr>
              <a:t>  </a:t>
            </a:r>
            <a:r>
              <a:rPr lang="ar-JO" sz="2800" dirty="0">
                <a:solidFill>
                  <a:srgbClr val="757575"/>
                </a:solidFill>
                <a:effectLst/>
                <a:ea typeface="Times New Roman" panose="02020603050405020304" pitchFamily="18" charset="0"/>
                <a:cs typeface="Arial" panose="020B0604020202020204" pitchFamily="34" charset="0"/>
              </a:rPr>
              <a:t>ثم إن طالب الحق يبني الدليل على الحقائق ولا يطوع الحقائق للدليل!!</a:t>
            </a:r>
            <a:endParaRPr lang="en-US" sz="2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algn="r" rtl="1"/>
            <a:endParaRPr lang="en-US" sz="2800" dirty="0">
              <a:effectLst/>
              <a:highlight>
                <a:srgbClr val="FFFFFF"/>
              </a:highlight>
              <a:latin typeface="Calibri" panose="020F0502020204030204" pitchFamily="34" charset="0"/>
              <a:ea typeface="Calibri" panose="020F0502020204030204" pitchFamily="34" charset="0"/>
              <a:cs typeface="Arial" panose="020B0604020202020204" pitchFamily="34" charset="0"/>
            </a:endParaRPr>
          </a:p>
          <a:p>
            <a:pPr algn="r" rtl="1"/>
            <a:endParaRPr lang="en-US" dirty="0"/>
          </a:p>
        </p:txBody>
      </p:sp>
    </p:spTree>
    <p:extLst>
      <p:ext uri="{BB962C8B-B14F-4D97-AF65-F5344CB8AC3E}">
        <p14:creationId xmlns:p14="http://schemas.microsoft.com/office/powerpoint/2010/main" val="8959126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FDFDFB-3FD8-4E85-CACD-6ABD07F9B833}"/>
              </a:ext>
            </a:extLst>
          </p:cNvPr>
          <p:cNvSpPr txBox="1"/>
          <p:nvPr/>
        </p:nvSpPr>
        <p:spPr>
          <a:xfrm>
            <a:off x="66676" y="0"/>
            <a:ext cx="12125324" cy="7478970"/>
          </a:xfrm>
          <a:prstGeom prst="rect">
            <a:avLst/>
          </a:prstGeom>
          <a:solidFill>
            <a:schemeClr val="accent5">
              <a:lumMod val="20000"/>
              <a:lumOff val="80000"/>
            </a:schemeClr>
          </a:solidFill>
        </p:spPr>
        <p:txBody>
          <a:bodyPr wrap="square">
            <a:spAutoFit/>
          </a:bodyPr>
          <a:lstStyle/>
          <a:p>
            <a:pPr algn="ctr"/>
            <a:r>
              <a:rPr lang="ar-JO" sz="6000" dirty="0">
                <a:effectLst/>
                <a:latin typeface="Calibri" panose="020F0502020204030204" pitchFamily="34" charset="0"/>
                <a:ea typeface="Calibri" panose="020F0502020204030204" pitchFamily="34" charset="0"/>
                <a:cs typeface="Arial" panose="020B0604020202020204" pitchFamily="34" charset="0"/>
              </a:rPr>
              <a:t>((الله تعالى خالق ما نراه في عالمنا من سياقات. الله خالق الزمان وخالق المكان وخالق ما نراه من سببية ظاهرية.. الله لا يجري عليه الزمان ... الله يتنزه عن المكان .. الله هو السبب الحقيقي لكل الموجودات وما نراه من أسباب في العالم هي أسباب ظاهرية تصح في عالمنا بعُرفنا ولكنها ليست السبب الحقيقي الذي أدى إلى خروج الموجودات من العدم)).</a:t>
            </a:r>
            <a:r>
              <a:rPr lang="en-US" sz="6000" dirty="0">
                <a:effectLst/>
              </a:rPr>
              <a:t> </a:t>
            </a:r>
            <a:endParaRPr lang="en-US" sz="6000" dirty="0"/>
          </a:p>
        </p:txBody>
      </p:sp>
    </p:spTree>
    <p:extLst>
      <p:ext uri="{BB962C8B-B14F-4D97-AF65-F5344CB8AC3E}">
        <p14:creationId xmlns:p14="http://schemas.microsoft.com/office/powerpoint/2010/main" val="27431006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2832</TotalTime>
  <Words>6554</Words>
  <Application>Microsoft Office PowerPoint</Application>
  <PresentationFormat>Widescreen</PresentationFormat>
  <Paragraphs>170</Paragraphs>
  <Slides>36</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Aptos</vt:lpstr>
      <vt:lpstr>Aptos Display</vt:lpstr>
      <vt:lpstr>Arial</vt:lpstr>
      <vt:lpstr>Calibri</vt:lpstr>
      <vt:lpstr>Droid Arabic Naskh</vt:lpstr>
      <vt:lpstr>Roboto</vt:lpstr>
      <vt:lpstr>Simplified Arabic</vt:lpstr>
      <vt:lpstr>Times New Roman</vt:lpstr>
      <vt:lpstr>Verdana</vt:lpstr>
      <vt:lpstr>Office Theme</vt:lpstr>
      <vt:lpstr>الزمن واللانهاية وعلم الكلام</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Hanin Hammoudeh</dc:creator>
  <cp:lastModifiedBy>ismail hammoudeh</cp:lastModifiedBy>
  <cp:revision>4</cp:revision>
  <dcterms:created xsi:type="dcterms:W3CDTF">2024-08-22T16:09:45Z</dcterms:created>
  <dcterms:modified xsi:type="dcterms:W3CDTF">2026-08-31T21:15:46Z</dcterms:modified>
</cp:coreProperties>
</file>